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11/19/2019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VIKRAM AWARD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24" y="2743376"/>
            <a:ext cx="1202576" cy="1202576"/>
          </a:xfrm>
          <a:prstGeom prst="rect">
            <a:avLst/>
          </a:prstGeom>
        </p:spPr>
      </p:pic>
      <p:pic>
        <p:nvPicPr>
          <p:cNvPr id="1030" name="Picture 6" descr="Image result for manipal university jaipur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99" y="2743376"/>
            <a:ext cx="1019175" cy="118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1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Trebuchet MS</vt:lpstr>
      <vt:lpstr>Berlin</vt:lpstr>
      <vt:lpstr>VIKRAM AWARD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VIKRAM AWARD</dc:title>
  <dc:creator>IT-INFRA</dc:creator>
  <cp:lastModifiedBy>IT-INFRA</cp:lastModifiedBy>
  <cp:revision>1</cp:revision>
  <dcterms:created xsi:type="dcterms:W3CDTF">2019-11-19T05:11:50Z</dcterms:created>
  <dcterms:modified xsi:type="dcterms:W3CDTF">2019-11-19T05:13:52Z</dcterms:modified>
</cp:coreProperties>
</file>