
<file path=[Content_Types].xml><?xml version="1.0" encoding="utf-8"?>
<Types xmlns="http://schemas.openxmlformats.org/package/2006/content-types">
  <Override PartName="/ppt/slides/slide6.xml" ContentType="application/vnd.openxmlformats-officedocument.presentationml.slide+xml"/>
  <Override PartName="/ppt/slides/slide29.xml" ContentType="application/vnd.openxmlformats-officedocument.presentationml.slide+xml"/>
  <Override PartName="/ppt/slides/slide38.xml" ContentType="application/vnd.openxmlformats-officedocument.presentationml.slide+xml"/>
  <Override PartName="/ppt/slideLayouts/slideLayout8.xml" ContentType="application/vnd.openxmlformats-officedocument.presentationml.slideLayout+xml"/>
  <Override PartName="/ppt/slideMasters/slideMaster1.xml" ContentType="application/vnd.openxmlformats-officedocument.presentationml.slideMaster+xml"/>
  <Override PartName="/ppt/slides/slide4.xml" ContentType="application/vnd.openxmlformats-officedocument.presentationml.slide+xml"/>
  <Override PartName="/ppt/slides/slide18.xml" ContentType="application/vnd.openxmlformats-officedocument.presentationml.slide+xml"/>
  <Override PartName="/ppt/slides/slide27.xml" ContentType="application/vnd.openxmlformats-officedocument.presentationml.slide+xml"/>
  <Override PartName="/ppt/slides/slide36.xml" ContentType="application/vnd.openxmlformats-officedocument.presentationml.slide+xml"/>
  <Override PartName="/ppt/slideLayouts/slideLayout4.xml" ContentType="application/vnd.openxmlformats-officedocument.presentationml.slideLayout+xml"/>
  <Override PartName="/ppt/slideLayouts/slideLayout6.xml" ContentType="application/vnd.openxmlformats-officedocument.presentationml.slideLayout+xml"/>
  <Override PartName="/ppt/slides/slide2.xml" ContentType="application/vnd.openxmlformats-officedocument.presentationml.slide+xml"/>
  <Override PartName="/ppt/slides/slide16.xml" ContentType="application/vnd.openxmlformats-officedocument.presentationml.slide+xml"/>
  <Override PartName="/ppt/slides/slide25.xml" ContentType="application/vnd.openxmlformats-officedocument.presentationml.slide+xml"/>
  <Override PartName="/ppt/slides/slide34.xml" ContentType="application/vnd.openxmlformats-officedocument.presentationml.slide+xml"/>
  <Override PartName="/ppt/theme/theme1.xml" ContentType="application/vnd.openxmlformats-officedocument.theme+xml"/>
  <Override PartName="/ppt/slideLayouts/slideLayout2.xml" ContentType="application/vnd.openxmlformats-officedocument.presentationml.slideLayout+xml"/>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s/slide13.xml" ContentType="application/vnd.openxmlformats-officedocument.presentationml.slide+xml"/>
  <Override PartName="/ppt/slides/slide14.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notesMasters/notesMaster1.xml" ContentType="application/vnd.openxmlformats-officedocument.presentationml.notesMaster+xml"/>
  <Override PartName="/ppt/slideLayouts/slideLayout1.xml" ContentType="application/vnd.openxmlformats-officedocument.presentationml.slideLayout+xml"/>
  <Override PartName="/docProps/app.xml" ContentType="application/vnd.openxmlformats-officedocument.extended-properties+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30.xml" ContentType="application/vnd.openxmlformats-officedocument.presentationml.slide+xml"/>
  <Override PartName="/ppt/tableStyles.xml" ContentType="application/vnd.openxmlformats-officedocument.presentationml.tableStyles+xml"/>
  <Override PartName="/ppt/slideLayouts/slideLayout11.xml" ContentType="application/vnd.openxmlformats-officedocument.presentationml.slideLayout+xml"/>
  <Override PartName="/ppt/slideLayouts/slideLayout10.xml" ContentType="application/vnd.openxmlformats-officedocument.presentationml.slideLayout+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viewProps.xml" ContentType="application/vnd.openxmlformats-officedocument.presentationml.viewProps+xml"/>
  <Override PartName="/ppt/slideLayouts/slideLayout9.xml" ContentType="application/vnd.openxmlformats-officedocument.presentationml.slideLayout+xml"/>
  <Override PartName="/docProps/core.xml" ContentType="application/vnd.openxmlformats-package.core-properties+xml"/>
  <Override PartName="/ppt/slides/slide5.xml" ContentType="application/vnd.openxmlformats-officedocument.presentationml.slide+xml"/>
  <Override PartName="/ppt/slides/slide19.xml" ContentType="application/vnd.openxmlformats-officedocument.presentationml.slide+xml"/>
  <Override PartName="/ppt/slides/slide28.xml" ContentType="application/vnd.openxmlformats-officedocument.presentationml.slide+xml"/>
  <Override PartName="/ppt/slides/slide39.xml" ContentType="application/vnd.openxmlformats-officedocument.presentationml.slide+xml"/>
  <Override PartName="/ppt/slideLayouts/slideLayout7.xml" ContentType="application/vnd.openxmlformats-officedocument.presentationml.slideLayout+xml"/>
  <Override PartName="/ppt/notesSlides/notesSlide1.xml" ContentType="application/vnd.openxmlformats-officedocument.presentationml.notesSlide+xml"/>
  <Default Extension="png" ContentType="image/png"/>
  <Override PartName="/ppt/slides/slide3.xml" ContentType="application/vnd.openxmlformats-officedocument.presentationml.slide+xml"/>
  <Override PartName="/ppt/slides/slide17.xml" ContentType="application/vnd.openxmlformats-officedocument.presentationml.slide+xml"/>
  <Override PartName="/ppt/slides/slide26.xml" ContentType="application/vnd.openxmlformats-officedocument.presentationml.slide+xml"/>
  <Override PartName="/ppt/slides/slide37.xml" ContentType="application/vnd.openxmlformats-officedocument.presentationml.slide+xml"/>
  <Override PartName="/ppt/presProps.xml" ContentType="application/vnd.openxmlformats-officedocument.presentationml.presProps+xml"/>
  <Override PartName="/ppt/slideLayouts/slideLayout5.xml" ContentType="application/vnd.openxmlformats-officedocument.presentationml.slideLayout+xml"/>
  <Override PartName="/ppt/theme/theme2.xml" ContentType="application/vnd.openxmlformats-officedocument.theme+xml"/>
  <Override PartName="/ppt/slides/slide1.xml" ContentType="application/vnd.openxmlformats-officedocument.presentationml.slide+xml"/>
  <Override PartName="/ppt/slides/slide15.xml" ContentType="application/vnd.openxmlformats-officedocument.presentationml.slide+xml"/>
  <Override PartName="/ppt/slides/slide24.xml" ContentType="application/vnd.openxmlformats-officedocument.presentationml.slide+xml"/>
  <Override PartName="/ppt/slides/slide33.xml" ContentType="application/vnd.openxmlformats-officedocument.presentationml.slide+xml"/>
  <Override PartName="/ppt/slides/slide35.xml" ContentType="application/vnd.openxmlformats-officedocument.presentationml.slide+xml"/>
  <Default Extension="jpeg" ContentType="image/jpeg"/>
  <Override PartName="/ppt/slideLayouts/slideLayout3.xml" ContentType="application/vnd.openxmlformats-officedocument.presentationml.slideLayout+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32" r:id="rId1"/>
  </p:sldMasterIdLst>
  <p:notesMasterIdLst>
    <p:notesMasterId r:id="rId41"/>
  </p:notesMasterIdLst>
  <p:sldIdLst>
    <p:sldId id="256" r:id="rId2"/>
    <p:sldId id="257" r:id="rId3"/>
    <p:sldId id="294" r:id="rId4"/>
    <p:sldId id="258" r:id="rId5"/>
    <p:sldId id="319" r:id="rId6"/>
    <p:sldId id="320" r:id="rId7"/>
    <p:sldId id="321" r:id="rId8"/>
    <p:sldId id="323" r:id="rId9"/>
    <p:sldId id="322" r:id="rId10"/>
    <p:sldId id="324" r:id="rId11"/>
    <p:sldId id="326" r:id="rId12"/>
    <p:sldId id="263" r:id="rId13"/>
    <p:sldId id="325" r:id="rId14"/>
    <p:sldId id="337" r:id="rId15"/>
    <p:sldId id="327" r:id="rId16"/>
    <p:sldId id="328" r:id="rId17"/>
    <p:sldId id="329" r:id="rId18"/>
    <p:sldId id="330" r:id="rId19"/>
    <p:sldId id="331" r:id="rId20"/>
    <p:sldId id="334" r:id="rId21"/>
    <p:sldId id="335" r:id="rId22"/>
    <p:sldId id="332" r:id="rId23"/>
    <p:sldId id="260" r:id="rId24"/>
    <p:sldId id="261" r:id="rId25"/>
    <p:sldId id="262" r:id="rId26"/>
    <p:sldId id="264" r:id="rId27"/>
    <p:sldId id="279" r:id="rId28"/>
    <p:sldId id="282" r:id="rId29"/>
    <p:sldId id="283" r:id="rId30"/>
    <p:sldId id="266" r:id="rId31"/>
    <p:sldId id="267" r:id="rId32"/>
    <p:sldId id="269" r:id="rId33"/>
    <p:sldId id="270" r:id="rId34"/>
    <p:sldId id="271" r:id="rId35"/>
    <p:sldId id="272" r:id="rId36"/>
    <p:sldId id="293" r:id="rId37"/>
    <p:sldId id="273" r:id="rId38"/>
    <p:sldId id="274" r:id="rId39"/>
    <p:sldId id="292" r:id="rId40"/>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0213A"/>
  </p:clrMru>
  <p:extLst>
    <p:ext uri="{E76CE94A-603C-4142-B9EB-6D1370010A27}">
      <p14:discardImageEditData xmlns="" xmlns:p14="http://schemas.microsoft.com/office/powerpoint/2010/main" val="0"/>
    </p:ext>
    <p:ext uri="{D31A062A-798A-4329-ABDD-BBA856620510}">
      <p14:defaultImageDpi xmlns=""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showOutlineIcons="0">
    <p:restoredLeft sz="15621" autoAdjust="0"/>
    <p:restoredTop sz="94638" autoAdjust="0"/>
  </p:normalViewPr>
  <p:slideViewPr>
    <p:cSldViewPr>
      <p:cViewPr varScale="1">
        <p:scale>
          <a:sx n="69" d="100"/>
          <a:sy n="69" d="100"/>
        </p:scale>
        <p:origin x="-792" y="-102"/>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8028800" cy="780288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E13C31A0-36C1-40E2-B3F6-2889609D102A}" type="datetimeFigureOut">
              <a:rPr lang="en-US" smtClean="0"/>
              <a:pPr/>
              <a:t>3/3/2016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2380AF01-2F72-42F8-B4C9-D0C6E25D98A8}" type="slidenum">
              <a:rPr lang="en-US" smtClean="0"/>
              <a:pPr/>
              <a:t>‹#›</a:t>
            </a:fld>
            <a:endParaRPr lang="en-US"/>
          </a:p>
        </p:txBody>
      </p:sp>
    </p:spTree>
    <p:extLst>
      <p:ext uri="{BB962C8B-B14F-4D97-AF65-F5344CB8AC3E}">
        <p14:creationId xmlns="" xmlns:p14="http://schemas.microsoft.com/office/powerpoint/2010/main" val="252243692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IN"/>
          </a:p>
        </p:txBody>
      </p:sp>
      <p:sp>
        <p:nvSpPr>
          <p:cNvPr id="4" name="Slide Number Placeholder 3"/>
          <p:cNvSpPr>
            <a:spLocks noGrp="1"/>
          </p:cNvSpPr>
          <p:nvPr>
            <p:ph type="sldNum" sz="quarter" idx="10"/>
          </p:nvPr>
        </p:nvSpPr>
        <p:spPr/>
        <p:txBody>
          <a:bodyPr/>
          <a:lstStyle/>
          <a:p>
            <a:fld id="{2380AF01-2F72-42F8-B4C9-D0C6E25D98A8}" type="slidenum">
              <a:rPr lang="en-US" smtClean="0"/>
              <a:pPr/>
              <a:t>1</a:t>
            </a:fld>
            <a:endParaRPr 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bg>
      <p:bgRef idx="1001">
        <a:schemeClr val="bg2"/>
      </p:bgRef>
    </p:bg>
    <p:spTree>
      <p:nvGrpSpPr>
        <p:cNvPr id="1" name=""/>
        <p:cNvGrpSpPr/>
        <p:nvPr/>
      </p:nvGrpSpPr>
      <p:grpSpPr>
        <a:xfrm>
          <a:off x="0" y="0"/>
          <a:ext cx="0" cy="0"/>
          <a:chOff x="0" y="0"/>
          <a:chExt cx="0" cy="0"/>
        </a:xfrm>
      </p:grpSpPr>
      <p:sp>
        <p:nvSpPr>
          <p:cNvPr id="15" name="Rectangle 14"/>
          <p:cNvSpPr>
            <a:spLocks noChangeArrowheads="1"/>
          </p:cNvSpPr>
          <p:nvPr/>
        </p:nvSpPr>
        <p:spPr bwMode="white">
          <a:xfrm>
            <a:off x="0" y="6705600"/>
            <a:ext cx="9144000" cy="1524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9" name="Rectangle 18"/>
          <p:cNvSpPr>
            <a:spLocks noChangeArrowheads="1"/>
          </p:cNvSpPr>
          <p:nvPr/>
        </p:nvSpPr>
        <p:spPr bwMode="white">
          <a:xfrm>
            <a:off x="8991600" y="3048"/>
            <a:ext cx="152400" cy="68580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8" name="Rectangle 17"/>
          <p:cNvSpPr>
            <a:spLocks noChangeArrowheads="1"/>
          </p:cNvSpPr>
          <p:nvPr/>
        </p:nvSpPr>
        <p:spPr bwMode="white">
          <a:xfrm>
            <a:off x="0" y="0"/>
            <a:ext cx="152400" cy="68580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6" name="Rectangle 15"/>
          <p:cNvSpPr>
            <a:spLocks noChangeArrowheads="1"/>
          </p:cNvSpPr>
          <p:nvPr/>
        </p:nvSpPr>
        <p:spPr bwMode="white">
          <a:xfrm>
            <a:off x="0" y="0"/>
            <a:ext cx="9144000" cy="25146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2" name="Rectangle 11"/>
          <p:cNvSpPr>
            <a:spLocks noChangeArrowheads="1"/>
          </p:cNvSpPr>
          <p:nvPr/>
        </p:nvSpPr>
        <p:spPr bwMode="auto">
          <a:xfrm>
            <a:off x="146304" y="6391656"/>
            <a:ext cx="8833104" cy="309563"/>
          </a:xfrm>
          <a:prstGeom prst="rect">
            <a:avLst/>
          </a:prstGeom>
          <a:solidFill>
            <a:schemeClr val="accent3"/>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9" name="Subtitle 8"/>
          <p:cNvSpPr>
            <a:spLocks noGrp="1"/>
          </p:cNvSpPr>
          <p:nvPr>
            <p:ph type="subTitle" idx="1"/>
          </p:nvPr>
        </p:nvSpPr>
        <p:spPr>
          <a:xfrm>
            <a:off x="1371600" y="2819400"/>
            <a:ext cx="6400800" cy="1752600"/>
          </a:xfrm>
        </p:spPr>
        <p:txBody>
          <a:bodyPr/>
          <a:lstStyle>
            <a:lvl1pPr marL="0" indent="0" algn="ctr">
              <a:buNone/>
              <a:defRPr sz="1600" b="1" cap="all" spc="250" baseline="0">
                <a:solidFill>
                  <a:schemeClr val="tx2"/>
                </a:solidFill>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lstStyle>
          <a:p>
            <a:r>
              <a:rPr kumimoji="0" lang="en-US" smtClean="0"/>
              <a:t>Click to edit Master subtitle style</a:t>
            </a:r>
            <a:endParaRPr kumimoji="0" lang="en-US"/>
          </a:p>
        </p:txBody>
      </p:sp>
      <p:sp>
        <p:nvSpPr>
          <p:cNvPr id="28" name="Date Placeholder 27"/>
          <p:cNvSpPr>
            <a:spLocks noGrp="1"/>
          </p:cNvSpPr>
          <p:nvPr>
            <p:ph type="dt" sz="half" idx="10"/>
          </p:nvPr>
        </p:nvSpPr>
        <p:spPr/>
        <p:txBody>
          <a:bodyPr/>
          <a:lstStyle/>
          <a:p>
            <a:fld id="{676F5C3A-8521-4248-9316-10C8B9EEE75C}" type="datetime1">
              <a:rPr lang="en-US" smtClean="0"/>
              <a:pPr/>
              <a:t>3/3/2016</a:t>
            </a:fld>
            <a:endParaRPr lang="en-US"/>
          </a:p>
        </p:txBody>
      </p:sp>
      <p:sp>
        <p:nvSpPr>
          <p:cNvPr id="17" name="Footer Placeholder 16"/>
          <p:cNvSpPr>
            <a:spLocks noGrp="1"/>
          </p:cNvSpPr>
          <p:nvPr>
            <p:ph type="ftr" sz="quarter" idx="11"/>
          </p:nvPr>
        </p:nvSpPr>
        <p:spPr/>
        <p:txBody>
          <a:bodyPr/>
          <a:lstStyle/>
          <a:p>
            <a:endParaRPr lang="en-US"/>
          </a:p>
        </p:txBody>
      </p:sp>
      <p:sp>
        <p:nvSpPr>
          <p:cNvPr id="7" name="Straight Connector 6"/>
          <p:cNvSpPr>
            <a:spLocks noChangeShapeType="1"/>
          </p:cNvSpPr>
          <p:nvPr/>
        </p:nvSpPr>
        <p:spPr bwMode="auto">
          <a:xfrm>
            <a:off x="155448" y="2420112"/>
            <a:ext cx="8833104" cy="0"/>
          </a:xfrm>
          <a:prstGeom prst="line">
            <a:avLst/>
          </a:prstGeom>
          <a:noFill/>
          <a:ln w="11430" cap="flat" cmpd="sng" algn="ctr">
            <a:solidFill>
              <a:schemeClr val="accent3">
                <a:shade val="75000"/>
              </a:schemeClr>
            </a:solidFill>
            <a:prstDash val="sysDash"/>
            <a:round/>
            <a:headEnd type="none" w="med" len="med"/>
            <a:tailEnd type="none" w="med" len="med"/>
          </a:ln>
          <a:effectLst/>
        </p:spPr>
        <p:txBody>
          <a:bodyPr vert="horz" wrap="none" lIns="91440" tIns="45720" rIns="91440" bIns="45720" anchor="ctr" compatLnSpc="1"/>
          <a:lstStyle/>
          <a:p>
            <a:endParaRPr kumimoji="0" lang="en-US"/>
          </a:p>
        </p:txBody>
      </p:sp>
      <p:sp>
        <p:nvSpPr>
          <p:cNvPr id="10" name="Rectangle 9"/>
          <p:cNvSpPr>
            <a:spLocks noChangeArrowheads="1"/>
          </p:cNvSpPr>
          <p:nvPr/>
        </p:nvSpPr>
        <p:spPr bwMode="auto">
          <a:xfrm>
            <a:off x="152400" y="152400"/>
            <a:ext cx="8833104" cy="6547104"/>
          </a:xfrm>
          <a:prstGeom prst="rect">
            <a:avLst/>
          </a:prstGeom>
          <a:noFill/>
          <a:ln w="9525" cap="flat" cmpd="sng" algn="ctr">
            <a:solidFill>
              <a:schemeClr val="accent3">
                <a:shade val="75000"/>
              </a:schemeClr>
            </a:solidFill>
            <a:prstDash val="solid"/>
            <a:miter lim="800000"/>
            <a:headEnd type="none" w="med" len="med"/>
            <a:tailEnd type="none" w="med" len="med"/>
          </a:ln>
          <a:effectLst/>
        </p:spPr>
        <p:txBody>
          <a:bodyPr vert="horz" wrap="none" lIns="91440" tIns="45720" rIns="91440" bIns="45720" anchor="ctr" compatLnSpc="1"/>
          <a:lstStyle/>
          <a:p>
            <a:endParaRPr kumimoji="0" lang="en-US" dirty="0"/>
          </a:p>
        </p:txBody>
      </p:sp>
      <p:sp>
        <p:nvSpPr>
          <p:cNvPr id="13" name="Oval 12"/>
          <p:cNvSpPr/>
          <p:nvPr/>
        </p:nvSpPr>
        <p:spPr>
          <a:xfrm>
            <a:off x="4267200" y="2115312"/>
            <a:ext cx="609600" cy="609600"/>
          </a:xfrm>
          <a:prstGeom prst="ellipse">
            <a:avLst/>
          </a:prstGeom>
          <a:solidFill>
            <a:srgbClr val="FFFFFF"/>
          </a:solidFill>
          <a:ln w="15875"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4" name="Oval 13"/>
          <p:cNvSpPr/>
          <p:nvPr/>
        </p:nvSpPr>
        <p:spPr>
          <a:xfrm>
            <a:off x="4361688" y="2209800"/>
            <a:ext cx="420624" cy="420624"/>
          </a:xfrm>
          <a:prstGeom prst="ellipse">
            <a:avLst/>
          </a:prstGeom>
          <a:solidFill>
            <a:srgbClr val="FFFFFF"/>
          </a:solidFill>
          <a:ln w="50800" cap="rnd" cmpd="dbl" algn="ctr">
            <a:solidFill>
              <a:schemeClr val="accent3">
                <a:shade val="75000"/>
              </a:schemeClr>
            </a:solid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29" name="Slide Number Placeholder 28"/>
          <p:cNvSpPr>
            <a:spLocks noGrp="1"/>
          </p:cNvSpPr>
          <p:nvPr>
            <p:ph type="sldNum" sz="quarter" idx="12"/>
          </p:nvPr>
        </p:nvSpPr>
        <p:spPr>
          <a:xfrm>
            <a:off x="4343400" y="2199450"/>
            <a:ext cx="457200" cy="441325"/>
          </a:xfrm>
        </p:spPr>
        <p:txBody>
          <a:bodyPr/>
          <a:lstStyle>
            <a:lvl1pPr>
              <a:defRPr>
                <a:solidFill>
                  <a:schemeClr val="accent3">
                    <a:shade val="75000"/>
                  </a:schemeClr>
                </a:solidFill>
              </a:defRPr>
            </a:lvl1pPr>
          </a:lstStyle>
          <a:p>
            <a:fld id="{B9EEE2D2-4F2F-4409-B5B5-225B73E010AB}" type="slidenum">
              <a:rPr lang="en-US" smtClean="0"/>
              <a:pPr/>
              <a:t>‹#›</a:t>
            </a:fld>
            <a:endParaRPr lang="en-US"/>
          </a:p>
        </p:txBody>
      </p:sp>
      <p:sp>
        <p:nvSpPr>
          <p:cNvPr id="8" name="Title 7"/>
          <p:cNvSpPr>
            <a:spLocks noGrp="1"/>
          </p:cNvSpPr>
          <p:nvPr>
            <p:ph type="ctrTitle"/>
          </p:nvPr>
        </p:nvSpPr>
        <p:spPr>
          <a:xfrm>
            <a:off x="685800" y="381000"/>
            <a:ext cx="7772400" cy="1752600"/>
          </a:xfrm>
        </p:spPr>
        <p:txBody>
          <a:bodyPr anchor="b"/>
          <a:lstStyle>
            <a:lvl1pPr>
              <a:defRPr sz="4200">
                <a:solidFill>
                  <a:schemeClr val="accent1"/>
                </a:solidFill>
              </a:defRPr>
            </a:lvl1pPr>
          </a:lstStyle>
          <a:p>
            <a:r>
              <a:rPr kumimoji="0" lang="en-US" smtClean="0"/>
              <a:t>Click to edit Master title style</a:t>
            </a:r>
            <a:endParaRPr kumimoji="0" lang="en-US"/>
          </a:p>
        </p:txBody>
      </p:sp>
    </p:spTree>
  </p:cSld>
  <p:clrMapOvr>
    <a:overrideClrMapping bg1="lt1" tx1="dk1" bg2="lt2" tx2="dk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bg>
      <p:bgRef idx="1001">
        <a:schemeClr val="bg2"/>
      </p:bgRef>
    </p:bg>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solidFill>
                  <a:schemeClr val="accent3">
                    <a:shade val="75000"/>
                  </a:schemeClr>
                </a:solidFill>
              </a:defRPr>
            </a:lvl1pPr>
          </a:lstStyle>
          <a:p>
            <a:r>
              <a:rPr kumimoji="0" lang="en-US" smtClean="0"/>
              <a:t>Click to edit Master title style</a:t>
            </a:r>
            <a:endParaRPr kumimoji="0" lang="en-US"/>
          </a:p>
        </p:txBody>
      </p:sp>
      <p:sp>
        <p:nvSpPr>
          <p:cNvPr id="4" name="Date Placeholder 3"/>
          <p:cNvSpPr>
            <a:spLocks noGrp="1"/>
          </p:cNvSpPr>
          <p:nvPr>
            <p:ph type="dt" sz="half" idx="10"/>
          </p:nvPr>
        </p:nvSpPr>
        <p:spPr/>
        <p:txBody>
          <a:bodyPr/>
          <a:lstStyle/>
          <a:p>
            <a:fld id="{63F487B7-A709-44A5-8DBC-FD396AB8BB56}" type="datetime1">
              <a:rPr lang="en-US" smtClean="0"/>
              <a:pPr/>
              <a:t>3/3/2016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a:xfrm>
            <a:off x="4361688" y="1026372"/>
            <a:ext cx="457200" cy="441325"/>
          </a:xfrm>
        </p:spPr>
        <p:txBody>
          <a:bodyPr/>
          <a:lstStyle/>
          <a:p>
            <a:fld id="{B9EEE2D2-4F2F-4409-B5B5-225B73E010AB}" type="slidenum">
              <a:rPr lang="en-US" smtClean="0"/>
              <a:pPr/>
              <a:t>‹#›</a:t>
            </a:fld>
            <a:endParaRPr lang="en-US"/>
          </a:p>
        </p:txBody>
      </p:sp>
      <p:sp>
        <p:nvSpPr>
          <p:cNvPr id="8" name="Content Placeholder 7"/>
          <p:cNvSpPr>
            <a:spLocks noGrp="1"/>
          </p:cNvSpPr>
          <p:nvPr>
            <p:ph sz="quarter" idx="1"/>
          </p:nvPr>
        </p:nvSpPr>
        <p:spPr>
          <a:xfrm>
            <a:off x="301752" y="1527048"/>
            <a:ext cx="8503920" cy="4572000"/>
          </a:xfrm>
        </p:spPr>
        <p:txBody>
          <a:body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Tree>
  </p:cSld>
  <p:clrMapOvr>
    <a:overrideClrMapping bg1="lt1" tx1="dk1" bg2="lt2" tx2="dk2" accent1="accent1" accent2="accent2" accent3="accent3" accent4="accent4" accent5="accent5" accent6="accent6" hlink="hlink" folHlink="folHlink"/>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bg>
      <p:bgRef idx="1001">
        <a:schemeClr val="bg1"/>
      </p:bgRef>
    </p:bg>
    <p:spTree>
      <p:nvGrpSpPr>
        <p:cNvPr id="1" name=""/>
        <p:cNvGrpSpPr/>
        <p:nvPr/>
      </p:nvGrpSpPr>
      <p:grpSpPr>
        <a:xfrm>
          <a:off x="0" y="0"/>
          <a:ext cx="0" cy="0"/>
          <a:chOff x="0" y="0"/>
          <a:chExt cx="0" cy="0"/>
        </a:xfrm>
      </p:grpSpPr>
      <p:sp>
        <p:nvSpPr>
          <p:cNvPr id="17" name="Rectangle 16"/>
          <p:cNvSpPr>
            <a:spLocks noChangeArrowheads="1"/>
          </p:cNvSpPr>
          <p:nvPr/>
        </p:nvSpPr>
        <p:spPr bwMode="white">
          <a:xfrm>
            <a:off x="0" y="0"/>
            <a:ext cx="152400" cy="68580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5" name="Rectangle 14"/>
          <p:cNvSpPr>
            <a:spLocks noChangeArrowheads="1"/>
          </p:cNvSpPr>
          <p:nvPr/>
        </p:nvSpPr>
        <p:spPr bwMode="white">
          <a:xfrm>
            <a:off x="0" y="6705600"/>
            <a:ext cx="9144000" cy="1524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6" name="Rectangle 15"/>
          <p:cNvSpPr>
            <a:spLocks noChangeArrowheads="1"/>
          </p:cNvSpPr>
          <p:nvPr/>
        </p:nvSpPr>
        <p:spPr bwMode="white">
          <a:xfrm>
            <a:off x="0" y="0"/>
            <a:ext cx="9144000" cy="1524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8" name="Rectangle 17"/>
          <p:cNvSpPr>
            <a:spLocks noChangeArrowheads="1"/>
          </p:cNvSpPr>
          <p:nvPr/>
        </p:nvSpPr>
        <p:spPr bwMode="white">
          <a:xfrm>
            <a:off x="8991600" y="19050"/>
            <a:ext cx="152400" cy="68580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9" name="Rectangle 18"/>
          <p:cNvSpPr>
            <a:spLocks noChangeArrowheads="1"/>
          </p:cNvSpPr>
          <p:nvPr/>
        </p:nvSpPr>
        <p:spPr bwMode="white">
          <a:xfrm>
            <a:off x="152400" y="2286000"/>
            <a:ext cx="8833104" cy="3048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2" name="Rectangle 11"/>
          <p:cNvSpPr>
            <a:spLocks noChangeArrowheads="1"/>
          </p:cNvSpPr>
          <p:nvPr/>
        </p:nvSpPr>
        <p:spPr bwMode="auto">
          <a:xfrm>
            <a:off x="155448" y="142352"/>
            <a:ext cx="8833104" cy="2139696"/>
          </a:xfrm>
          <a:prstGeom prst="rect">
            <a:avLst/>
          </a:prstGeom>
          <a:solidFill>
            <a:schemeClr val="accent1"/>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3" name="Text Placeholder 2"/>
          <p:cNvSpPr>
            <a:spLocks noGrp="1"/>
          </p:cNvSpPr>
          <p:nvPr>
            <p:ph type="body" idx="1"/>
          </p:nvPr>
        </p:nvSpPr>
        <p:spPr>
          <a:xfrm>
            <a:off x="1368426" y="2743200"/>
            <a:ext cx="6480174" cy="1673225"/>
          </a:xfrm>
        </p:spPr>
        <p:txBody>
          <a:bodyPr anchor="t"/>
          <a:lstStyle>
            <a:lvl1pPr marL="0" indent="0" algn="ctr">
              <a:buNone/>
              <a:defRPr sz="1600" b="1" cap="all" spc="250" baseline="0">
                <a:solidFill>
                  <a:schemeClr val="tx2"/>
                </a:solidFill>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lstStyle>
          <a:p>
            <a:pPr lvl="0" eaLnBrk="1" latinLnBrk="0" hangingPunct="1"/>
            <a:r>
              <a:rPr kumimoji="0" lang="en-US" smtClean="0"/>
              <a:t>Click to edit Master text styles</a:t>
            </a:r>
          </a:p>
        </p:txBody>
      </p:sp>
      <p:sp>
        <p:nvSpPr>
          <p:cNvPr id="13" name="Rectangle 12"/>
          <p:cNvSpPr>
            <a:spLocks noChangeArrowheads="1"/>
          </p:cNvSpPr>
          <p:nvPr/>
        </p:nvSpPr>
        <p:spPr bwMode="auto">
          <a:xfrm>
            <a:off x="146304" y="6391656"/>
            <a:ext cx="8833104" cy="309563"/>
          </a:xfrm>
          <a:prstGeom prst="rect">
            <a:avLst/>
          </a:prstGeom>
          <a:solidFill>
            <a:schemeClr val="accent3"/>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4" name="Rectangle 13"/>
          <p:cNvSpPr>
            <a:spLocks noChangeArrowheads="1"/>
          </p:cNvSpPr>
          <p:nvPr/>
        </p:nvSpPr>
        <p:spPr bwMode="auto">
          <a:xfrm>
            <a:off x="152400" y="152400"/>
            <a:ext cx="8833104" cy="6547104"/>
          </a:xfrm>
          <a:prstGeom prst="rect">
            <a:avLst/>
          </a:prstGeom>
          <a:noFill/>
          <a:ln w="9525" cap="flat" cmpd="sng" algn="ctr">
            <a:solidFill>
              <a:schemeClr val="accent3">
                <a:shade val="75000"/>
              </a:schemeClr>
            </a:solidFill>
            <a:prstDash val="solid"/>
            <a:miter lim="800000"/>
            <a:headEnd type="none" w="med" len="med"/>
            <a:tailEnd type="none" w="med" len="med"/>
          </a:ln>
          <a:effectLst/>
        </p:spPr>
        <p:txBody>
          <a:bodyPr vert="horz" wrap="none" lIns="91440" tIns="45720" rIns="91440" bIns="45720" anchor="ctr" compatLnSpc="1"/>
          <a:lstStyle/>
          <a:p>
            <a:endParaRPr kumimoji="0" lang="en-US" dirty="0"/>
          </a:p>
        </p:txBody>
      </p:sp>
      <p:sp>
        <p:nvSpPr>
          <p:cNvPr id="5" name="Footer Placeholder 4"/>
          <p:cNvSpPr>
            <a:spLocks noGrp="1"/>
          </p:cNvSpPr>
          <p:nvPr>
            <p:ph type="ftr" sz="quarter" idx="11"/>
          </p:nvPr>
        </p:nvSpPr>
        <p:spPr/>
        <p:txBody>
          <a:bodyPr/>
          <a:lstStyle/>
          <a:p>
            <a:endParaRPr lang="en-US"/>
          </a:p>
        </p:txBody>
      </p:sp>
      <p:sp>
        <p:nvSpPr>
          <p:cNvPr id="4" name="Date Placeholder 3"/>
          <p:cNvSpPr>
            <a:spLocks noGrp="1"/>
          </p:cNvSpPr>
          <p:nvPr>
            <p:ph type="dt" sz="half" idx="10"/>
          </p:nvPr>
        </p:nvSpPr>
        <p:spPr/>
        <p:txBody>
          <a:bodyPr/>
          <a:lstStyle/>
          <a:p>
            <a:fld id="{67048B0D-641B-470E-ABA4-6E40749B3EFF}" type="datetime1">
              <a:rPr lang="en-US" smtClean="0"/>
              <a:pPr/>
              <a:t>3/3/2016</a:t>
            </a:fld>
            <a:endParaRPr lang="en-US"/>
          </a:p>
        </p:txBody>
      </p:sp>
      <p:sp>
        <p:nvSpPr>
          <p:cNvPr id="8" name="Straight Connector 7"/>
          <p:cNvSpPr>
            <a:spLocks noChangeShapeType="1"/>
          </p:cNvSpPr>
          <p:nvPr/>
        </p:nvSpPr>
        <p:spPr bwMode="auto">
          <a:xfrm>
            <a:off x="152400" y="2438400"/>
            <a:ext cx="8833104" cy="0"/>
          </a:xfrm>
          <a:prstGeom prst="line">
            <a:avLst/>
          </a:prstGeom>
          <a:noFill/>
          <a:ln w="11430" cap="flat" cmpd="sng" algn="ctr">
            <a:solidFill>
              <a:schemeClr val="accent3">
                <a:shade val="75000"/>
              </a:schemeClr>
            </a:solidFill>
            <a:prstDash val="sysDash"/>
            <a:round/>
            <a:headEnd type="none" w="med" len="med"/>
            <a:tailEnd type="none" w="med" len="med"/>
          </a:ln>
          <a:effectLst/>
        </p:spPr>
        <p:txBody>
          <a:bodyPr vert="horz" wrap="none" lIns="91440" tIns="45720" rIns="91440" bIns="45720" anchor="ctr" compatLnSpc="1"/>
          <a:lstStyle/>
          <a:p>
            <a:endParaRPr kumimoji="0" lang="en-US"/>
          </a:p>
        </p:txBody>
      </p:sp>
      <p:sp>
        <p:nvSpPr>
          <p:cNvPr id="10" name="Oval 9"/>
          <p:cNvSpPr/>
          <p:nvPr/>
        </p:nvSpPr>
        <p:spPr>
          <a:xfrm>
            <a:off x="4267200" y="2115312"/>
            <a:ext cx="609600" cy="609600"/>
          </a:xfrm>
          <a:prstGeom prst="ellipse">
            <a:avLst/>
          </a:prstGeom>
          <a:solidFill>
            <a:srgbClr val="FFFFFF"/>
          </a:solidFill>
          <a:ln w="15875"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1" name="Oval 10"/>
          <p:cNvSpPr/>
          <p:nvPr/>
        </p:nvSpPr>
        <p:spPr>
          <a:xfrm>
            <a:off x="4361688" y="2209800"/>
            <a:ext cx="420624" cy="420624"/>
          </a:xfrm>
          <a:prstGeom prst="ellipse">
            <a:avLst/>
          </a:prstGeom>
          <a:solidFill>
            <a:srgbClr val="FFFFFF"/>
          </a:solidFill>
          <a:ln w="50800" cap="rnd" cmpd="dbl" algn="ctr">
            <a:solidFill>
              <a:schemeClr val="accent3">
                <a:shade val="75000"/>
              </a:schemeClr>
            </a:solid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6" name="Slide Number Placeholder 5"/>
          <p:cNvSpPr>
            <a:spLocks noGrp="1"/>
          </p:cNvSpPr>
          <p:nvPr>
            <p:ph type="sldNum" sz="quarter" idx="12"/>
          </p:nvPr>
        </p:nvSpPr>
        <p:spPr>
          <a:xfrm>
            <a:off x="4343400" y="2199450"/>
            <a:ext cx="457200" cy="441325"/>
          </a:xfrm>
        </p:spPr>
        <p:txBody>
          <a:bodyPr/>
          <a:lstStyle>
            <a:lvl1pPr>
              <a:defRPr>
                <a:solidFill>
                  <a:schemeClr val="accent3">
                    <a:shade val="75000"/>
                  </a:schemeClr>
                </a:solidFill>
              </a:defRPr>
            </a:lvl1pPr>
          </a:lstStyle>
          <a:p>
            <a:fld id="{B9EEE2D2-4F2F-4409-B5B5-225B73E010AB}" type="slidenum">
              <a:rPr lang="en-US" smtClean="0"/>
              <a:pPr/>
              <a:t>‹#›</a:t>
            </a:fld>
            <a:endParaRPr lang="en-US"/>
          </a:p>
        </p:txBody>
      </p:sp>
      <p:sp>
        <p:nvSpPr>
          <p:cNvPr id="2" name="Title 1"/>
          <p:cNvSpPr>
            <a:spLocks noGrp="1"/>
          </p:cNvSpPr>
          <p:nvPr>
            <p:ph type="title"/>
          </p:nvPr>
        </p:nvSpPr>
        <p:spPr>
          <a:xfrm>
            <a:off x="722313" y="533400"/>
            <a:ext cx="7772400" cy="1524000"/>
          </a:xfrm>
        </p:spPr>
        <p:txBody>
          <a:bodyPr anchor="b"/>
          <a:lstStyle>
            <a:lvl1pPr algn="ctr">
              <a:buNone/>
              <a:defRPr sz="4200" b="0" cap="none" baseline="0">
                <a:solidFill>
                  <a:srgbClr val="FFFFFF"/>
                </a:solidFill>
              </a:defRPr>
            </a:lvl1pPr>
          </a:lstStyle>
          <a:p>
            <a:r>
              <a:rPr kumimoji="0" lang="en-US" smtClean="0"/>
              <a:t>Click to edit Master title style</a:t>
            </a:r>
            <a:endParaRPr kumimoji="0" lang="en-US"/>
          </a:p>
        </p:txBody>
      </p:sp>
    </p:spTree>
  </p:cSld>
  <p:clrMapOvr>
    <a:overrideClrMapping bg1="lt1" tx1="dk1" bg2="lt2" tx2="dk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bg>
      <p:bgRef idx="1001">
        <a:schemeClr val="bg2"/>
      </p:bgRef>
    </p:bg>
    <p:spTree>
      <p:nvGrpSpPr>
        <p:cNvPr id="1" name=""/>
        <p:cNvGrpSpPr/>
        <p:nvPr/>
      </p:nvGrpSpPr>
      <p:grpSpPr>
        <a:xfrm>
          <a:off x="0" y="0"/>
          <a:ext cx="0" cy="0"/>
          <a:chOff x="0" y="0"/>
          <a:chExt cx="0" cy="0"/>
        </a:xfrm>
      </p:grpSpPr>
      <p:sp>
        <p:nvSpPr>
          <p:cNvPr id="2" name="Title 1"/>
          <p:cNvSpPr>
            <a:spLocks noGrp="1"/>
          </p:cNvSpPr>
          <p:nvPr>
            <p:ph type="title"/>
          </p:nvPr>
        </p:nvSpPr>
        <p:spPr>
          <a:xfrm>
            <a:off x="301752" y="228600"/>
            <a:ext cx="8534400" cy="758952"/>
          </a:xfrm>
        </p:spPr>
        <p:txBody>
          <a:bodyPr/>
          <a:lstStyle/>
          <a:p>
            <a:r>
              <a:rPr kumimoji="0" lang="en-US" smtClean="0"/>
              <a:t>Click to edit Master title style</a:t>
            </a:r>
            <a:endParaRPr kumimoji="0" lang="en-US"/>
          </a:p>
        </p:txBody>
      </p:sp>
      <p:sp>
        <p:nvSpPr>
          <p:cNvPr id="5" name="Date Placeholder 4"/>
          <p:cNvSpPr>
            <a:spLocks noGrp="1"/>
          </p:cNvSpPr>
          <p:nvPr>
            <p:ph type="dt" sz="half" idx="10"/>
          </p:nvPr>
        </p:nvSpPr>
        <p:spPr>
          <a:xfrm>
            <a:off x="5791200" y="6409944"/>
            <a:ext cx="3044952" cy="365760"/>
          </a:xfrm>
        </p:spPr>
        <p:txBody>
          <a:bodyPr/>
          <a:lstStyle/>
          <a:p>
            <a:fld id="{5FCDE5B5-EB5F-454D-BDCD-3AF82307E7B2}" type="datetime1">
              <a:rPr lang="en-US" smtClean="0"/>
              <a:pPr/>
              <a:t>3/3/2016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9EEE2D2-4F2F-4409-B5B5-225B73E010AB}" type="slidenum">
              <a:rPr lang="en-US" smtClean="0"/>
              <a:pPr/>
              <a:t>‹#›</a:t>
            </a:fld>
            <a:endParaRPr lang="en-US"/>
          </a:p>
        </p:txBody>
      </p:sp>
      <p:sp>
        <p:nvSpPr>
          <p:cNvPr id="8" name="Straight Connector 7"/>
          <p:cNvSpPr>
            <a:spLocks noChangeShapeType="1"/>
          </p:cNvSpPr>
          <p:nvPr/>
        </p:nvSpPr>
        <p:spPr bwMode="auto">
          <a:xfrm flipV="1">
            <a:off x="4563080" y="1575652"/>
            <a:ext cx="8921" cy="4819557"/>
          </a:xfrm>
          <a:prstGeom prst="line">
            <a:avLst/>
          </a:prstGeom>
          <a:noFill/>
          <a:ln w="9525" cap="flat" cmpd="sng" algn="ctr">
            <a:solidFill>
              <a:schemeClr val="tx2"/>
            </a:solidFill>
            <a:prstDash val="sysDash"/>
            <a:round/>
            <a:headEnd type="none" w="med" len="med"/>
            <a:tailEnd type="none" w="med" len="med"/>
          </a:ln>
          <a:effectLst/>
        </p:spPr>
        <p:txBody>
          <a:bodyPr vert="horz" wrap="none" lIns="91440" tIns="45720" rIns="91440" bIns="45720" anchor="ctr" compatLnSpc="1"/>
          <a:lstStyle/>
          <a:p>
            <a:endParaRPr kumimoji="0" lang="en-US"/>
          </a:p>
        </p:txBody>
      </p:sp>
      <p:sp>
        <p:nvSpPr>
          <p:cNvPr id="10" name="Content Placeholder 9"/>
          <p:cNvSpPr>
            <a:spLocks noGrp="1"/>
          </p:cNvSpPr>
          <p:nvPr>
            <p:ph sz="half" idx="1"/>
          </p:nvPr>
        </p:nvSpPr>
        <p:spPr>
          <a:xfrm>
            <a:off x="301752" y="1371600"/>
            <a:ext cx="4038600" cy="4681728"/>
          </a:xfrm>
        </p:spPr>
        <p:txBody>
          <a:bodyPr/>
          <a:lstStyle>
            <a:lvl1pPr>
              <a:defRPr sz="2500"/>
            </a:lvl1p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12" name="Content Placeholder 11"/>
          <p:cNvSpPr>
            <a:spLocks noGrp="1"/>
          </p:cNvSpPr>
          <p:nvPr>
            <p:ph sz="half" idx="2"/>
          </p:nvPr>
        </p:nvSpPr>
        <p:spPr>
          <a:xfrm>
            <a:off x="4800600" y="1371600"/>
            <a:ext cx="4038600" cy="4681728"/>
          </a:xfrm>
        </p:spPr>
        <p:txBody>
          <a:bodyPr/>
          <a:lstStyle>
            <a:lvl1pPr>
              <a:defRPr sz="2500"/>
            </a:lvl1p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Tree>
  </p:cSld>
  <p:clrMapOvr>
    <a:overrideClrMapping bg1="lt1" tx1="dk1" bg2="lt2" tx2="dk2" accent1="accent1" accent2="accent2" accent3="accent3" accent4="accent4" accent5="accent5" accent6="accent6" hlink="hlink" folHlink="folHlink"/>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type="twoTxTwoObj" preserve="1">
  <p:cSld name="Comparison">
    <p:bg>
      <p:bgRef idx="1001">
        <a:schemeClr val="bg2"/>
      </p:bgRef>
    </p:bg>
    <p:spTree>
      <p:nvGrpSpPr>
        <p:cNvPr id="1" name=""/>
        <p:cNvGrpSpPr/>
        <p:nvPr/>
      </p:nvGrpSpPr>
      <p:grpSpPr>
        <a:xfrm>
          <a:off x="0" y="0"/>
          <a:ext cx="0" cy="0"/>
          <a:chOff x="0" y="0"/>
          <a:chExt cx="0" cy="0"/>
        </a:xfrm>
      </p:grpSpPr>
      <p:sp>
        <p:nvSpPr>
          <p:cNvPr id="10" name="Straight Connector 9"/>
          <p:cNvSpPr>
            <a:spLocks noChangeShapeType="1"/>
          </p:cNvSpPr>
          <p:nvPr/>
        </p:nvSpPr>
        <p:spPr bwMode="auto">
          <a:xfrm flipV="1">
            <a:off x="4572000" y="2200275"/>
            <a:ext cx="0" cy="4187952"/>
          </a:xfrm>
          <a:prstGeom prst="line">
            <a:avLst/>
          </a:prstGeom>
          <a:noFill/>
          <a:ln w="9525" cap="flat" cmpd="sng" algn="ctr">
            <a:solidFill>
              <a:schemeClr val="tx2"/>
            </a:solidFill>
            <a:prstDash val="sysDash"/>
            <a:round/>
            <a:headEnd type="none" w="med" len="med"/>
            <a:tailEnd type="none" w="med" len="med"/>
          </a:ln>
          <a:effectLst/>
        </p:spPr>
        <p:txBody>
          <a:bodyPr vert="horz" wrap="none" lIns="91440" tIns="45720" rIns="91440" bIns="45720" anchor="ctr" compatLnSpc="1"/>
          <a:lstStyle/>
          <a:p>
            <a:endParaRPr kumimoji="0" lang="en-US"/>
          </a:p>
        </p:txBody>
      </p:sp>
      <p:sp>
        <p:nvSpPr>
          <p:cNvPr id="20" name="Rectangle 19"/>
          <p:cNvSpPr>
            <a:spLocks noChangeArrowheads="1"/>
          </p:cNvSpPr>
          <p:nvPr/>
        </p:nvSpPr>
        <p:spPr bwMode="white">
          <a:xfrm>
            <a:off x="0" y="0"/>
            <a:ext cx="9144000" cy="14478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9" name="Rectangle 18"/>
          <p:cNvSpPr>
            <a:spLocks noChangeArrowheads="1"/>
          </p:cNvSpPr>
          <p:nvPr/>
        </p:nvSpPr>
        <p:spPr bwMode="white">
          <a:xfrm>
            <a:off x="0" y="6705600"/>
            <a:ext cx="9144000" cy="1524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21" name="Rectangle 20"/>
          <p:cNvSpPr>
            <a:spLocks noChangeArrowheads="1"/>
          </p:cNvSpPr>
          <p:nvPr/>
        </p:nvSpPr>
        <p:spPr bwMode="white">
          <a:xfrm>
            <a:off x="0" y="0"/>
            <a:ext cx="152400" cy="68580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22" name="Rectangle 21"/>
          <p:cNvSpPr>
            <a:spLocks noChangeArrowheads="1"/>
          </p:cNvSpPr>
          <p:nvPr/>
        </p:nvSpPr>
        <p:spPr bwMode="white">
          <a:xfrm>
            <a:off x="8991600" y="0"/>
            <a:ext cx="152400" cy="68580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1" name="Rectangle 10"/>
          <p:cNvSpPr/>
          <p:nvPr/>
        </p:nvSpPr>
        <p:spPr>
          <a:xfrm>
            <a:off x="152400" y="1371600"/>
            <a:ext cx="8833104" cy="914400"/>
          </a:xfrm>
          <a:prstGeom prst="rect">
            <a:avLst/>
          </a:prstGeom>
          <a:solidFill>
            <a:schemeClr val="accent1"/>
          </a:solidFill>
          <a:ln w="15875"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3" name="Rectangle 12"/>
          <p:cNvSpPr>
            <a:spLocks noChangeArrowheads="1"/>
          </p:cNvSpPr>
          <p:nvPr/>
        </p:nvSpPr>
        <p:spPr bwMode="auto">
          <a:xfrm>
            <a:off x="145923" y="6391656"/>
            <a:ext cx="8833104" cy="310896"/>
          </a:xfrm>
          <a:prstGeom prst="rect">
            <a:avLst/>
          </a:prstGeom>
          <a:solidFill>
            <a:schemeClr val="accent3"/>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3" name="Text Placeholder 2"/>
          <p:cNvSpPr>
            <a:spLocks noGrp="1"/>
          </p:cNvSpPr>
          <p:nvPr>
            <p:ph type="body" idx="1"/>
          </p:nvPr>
        </p:nvSpPr>
        <p:spPr>
          <a:xfrm>
            <a:off x="301752" y="1524000"/>
            <a:ext cx="4040188" cy="732974"/>
          </a:xfrm>
          <a:noFill/>
          <a:ln w="15875" cap="rnd" cmpd="sng" algn="ctr">
            <a:noFill/>
            <a:prstDash val="solid"/>
          </a:ln>
        </p:spPr>
        <p:style>
          <a:lnRef idx="3">
            <a:schemeClr val="lt1"/>
          </a:lnRef>
          <a:fillRef idx="1">
            <a:schemeClr val="accent1"/>
          </a:fillRef>
          <a:effectRef idx="1">
            <a:schemeClr val="accent1"/>
          </a:effectRef>
          <a:fontRef idx="minor">
            <a:schemeClr val="lt1"/>
          </a:fontRef>
        </p:style>
        <p:txBody>
          <a:bodyPr anchor="ctr">
            <a:noAutofit/>
          </a:bodyPr>
          <a:lstStyle>
            <a:lvl1pPr marL="0" indent="0">
              <a:buNone/>
              <a:defRPr lang="en-US" sz="2200" b="1" dirty="0" smtClean="0">
                <a:solidFill>
                  <a:srgbClr val="FFFFFF"/>
                </a:solidFill>
              </a:defRPr>
            </a:lvl1pPr>
            <a:lvl2pPr>
              <a:buNone/>
              <a:defRPr sz="2000" b="1"/>
            </a:lvl2pPr>
            <a:lvl3pPr>
              <a:buNone/>
              <a:defRPr sz="1800" b="1"/>
            </a:lvl3pPr>
            <a:lvl4pPr>
              <a:buNone/>
              <a:defRPr sz="1600" b="1"/>
            </a:lvl4pPr>
            <a:lvl5pPr>
              <a:buNone/>
              <a:defRPr sz="1600" b="1"/>
            </a:lvl5pPr>
          </a:lstStyle>
          <a:p>
            <a:pPr lvl="0" eaLnBrk="1" latinLnBrk="0" hangingPunct="1"/>
            <a:r>
              <a:rPr kumimoji="0" lang="en-US" smtClean="0"/>
              <a:t>Click to edit Master text styles</a:t>
            </a:r>
          </a:p>
        </p:txBody>
      </p:sp>
      <p:sp>
        <p:nvSpPr>
          <p:cNvPr id="4" name="Text Placeholder 3"/>
          <p:cNvSpPr>
            <a:spLocks noGrp="1"/>
          </p:cNvSpPr>
          <p:nvPr>
            <p:ph type="body" sz="half" idx="3"/>
          </p:nvPr>
        </p:nvSpPr>
        <p:spPr>
          <a:xfrm>
            <a:off x="4791330" y="1524000"/>
            <a:ext cx="4041775" cy="731520"/>
          </a:xfrm>
          <a:noFill/>
          <a:ln w="15875" cap="rnd" cmpd="sng" algn="ctr">
            <a:noFill/>
            <a:prstDash val="solid"/>
          </a:ln>
        </p:spPr>
        <p:style>
          <a:lnRef idx="3">
            <a:schemeClr val="lt1"/>
          </a:lnRef>
          <a:fillRef idx="1">
            <a:schemeClr val="accent2"/>
          </a:fillRef>
          <a:effectRef idx="1">
            <a:schemeClr val="accent2"/>
          </a:effectRef>
          <a:fontRef idx="minor">
            <a:schemeClr val="lt1"/>
          </a:fontRef>
        </p:style>
        <p:txBody>
          <a:bodyPr anchor="ctr">
            <a:noAutofit/>
          </a:bodyPr>
          <a:lstStyle>
            <a:lvl1pPr marL="0" indent="0">
              <a:buNone/>
              <a:defRPr sz="2200" b="1"/>
            </a:lvl1pPr>
            <a:lvl2pPr>
              <a:buNone/>
              <a:defRPr sz="2000" b="1"/>
            </a:lvl2pPr>
            <a:lvl3pPr>
              <a:buNone/>
              <a:defRPr sz="1800" b="1"/>
            </a:lvl3pPr>
            <a:lvl4pPr>
              <a:buNone/>
              <a:defRPr sz="1600" b="1"/>
            </a:lvl4pPr>
            <a:lvl5pPr>
              <a:buNone/>
              <a:defRPr sz="1600" b="1"/>
            </a:lvl5pPr>
          </a:lstStyle>
          <a:p>
            <a:pPr lvl="0" eaLnBrk="1" latinLnBrk="0" hangingPunct="1"/>
            <a:r>
              <a:rPr kumimoji="0" lang="en-US" smtClean="0"/>
              <a:t>Click to edit Master text styles</a:t>
            </a:r>
          </a:p>
        </p:txBody>
      </p:sp>
      <p:sp>
        <p:nvSpPr>
          <p:cNvPr id="7" name="Date Placeholder 6"/>
          <p:cNvSpPr>
            <a:spLocks noGrp="1"/>
          </p:cNvSpPr>
          <p:nvPr>
            <p:ph type="dt" sz="half" idx="10"/>
          </p:nvPr>
        </p:nvSpPr>
        <p:spPr/>
        <p:txBody>
          <a:bodyPr/>
          <a:lstStyle/>
          <a:p>
            <a:fld id="{E6600821-2143-4142-9E55-7DA1D6B81816}" type="datetime1">
              <a:rPr lang="en-US" smtClean="0"/>
              <a:pPr/>
              <a:t>3/3/2016</a:t>
            </a:fld>
            <a:endParaRPr lang="en-US"/>
          </a:p>
        </p:txBody>
      </p:sp>
      <p:sp>
        <p:nvSpPr>
          <p:cNvPr id="8" name="Footer Placeholder 7"/>
          <p:cNvSpPr>
            <a:spLocks noGrp="1"/>
          </p:cNvSpPr>
          <p:nvPr>
            <p:ph type="ftr" sz="quarter" idx="11"/>
          </p:nvPr>
        </p:nvSpPr>
        <p:spPr>
          <a:xfrm>
            <a:off x="304800" y="6409944"/>
            <a:ext cx="3581400" cy="365760"/>
          </a:xfrm>
        </p:spPr>
        <p:txBody>
          <a:bodyPr/>
          <a:lstStyle/>
          <a:p>
            <a:endParaRPr lang="en-US"/>
          </a:p>
        </p:txBody>
      </p:sp>
      <p:sp>
        <p:nvSpPr>
          <p:cNvPr id="15" name="Straight Connector 14"/>
          <p:cNvSpPr>
            <a:spLocks noChangeShapeType="1"/>
          </p:cNvSpPr>
          <p:nvPr/>
        </p:nvSpPr>
        <p:spPr bwMode="auto">
          <a:xfrm>
            <a:off x="152400" y="1280160"/>
            <a:ext cx="8833104" cy="0"/>
          </a:xfrm>
          <a:prstGeom prst="line">
            <a:avLst/>
          </a:prstGeom>
          <a:noFill/>
          <a:ln w="11430" cap="flat" cmpd="sng" algn="ctr">
            <a:solidFill>
              <a:schemeClr val="accent3">
                <a:shade val="75000"/>
              </a:schemeClr>
            </a:solidFill>
            <a:prstDash val="sysDash"/>
            <a:round/>
            <a:headEnd type="none" w="med" len="med"/>
            <a:tailEnd type="none" w="med" len="med"/>
          </a:ln>
          <a:effectLst/>
        </p:spPr>
        <p:txBody>
          <a:bodyPr vert="horz" wrap="none" lIns="91440" tIns="45720" rIns="91440" bIns="45720" anchor="ctr" compatLnSpc="1"/>
          <a:lstStyle/>
          <a:p>
            <a:endParaRPr kumimoji="0" lang="en-US"/>
          </a:p>
        </p:txBody>
      </p:sp>
      <p:sp>
        <p:nvSpPr>
          <p:cNvPr id="18" name="Rectangle 17"/>
          <p:cNvSpPr>
            <a:spLocks noChangeArrowheads="1"/>
          </p:cNvSpPr>
          <p:nvPr/>
        </p:nvSpPr>
        <p:spPr bwMode="auto">
          <a:xfrm>
            <a:off x="152400" y="155448"/>
            <a:ext cx="8833104" cy="6547104"/>
          </a:xfrm>
          <a:prstGeom prst="rect">
            <a:avLst/>
          </a:prstGeom>
          <a:noFill/>
          <a:ln w="9525" cap="flat" cmpd="sng" algn="ctr">
            <a:solidFill>
              <a:schemeClr val="accent3">
                <a:shade val="75000"/>
              </a:schemeClr>
            </a:solidFill>
            <a:prstDash val="solid"/>
            <a:miter lim="800000"/>
            <a:headEnd type="none" w="med" len="med"/>
            <a:tailEnd type="none" w="med" len="med"/>
          </a:ln>
          <a:effectLst/>
        </p:spPr>
        <p:txBody>
          <a:bodyPr vert="horz" wrap="none" lIns="91440" tIns="45720" rIns="91440" bIns="45720" anchor="ctr" compatLnSpc="1"/>
          <a:lstStyle/>
          <a:p>
            <a:endParaRPr kumimoji="0" lang="en-US" dirty="0"/>
          </a:p>
        </p:txBody>
      </p:sp>
      <p:sp>
        <p:nvSpPr>
          <p:cNvPr id="24" name="Content Placeholder 23"/>
          <p:cNvSpPr>
            <a:spLocks noGrp="1"/>
          </p:cNvSpPr>
          <p:nvPr>
            <p:ph sz="quarter" idx="2"/>
          </p:nvPr>
        </p:nvSpPr>
        <p:spPr>
          <a:xfrm>
            <a:off x="301752" y="2471383"/>
            <a:ext cx="4041648" cy="3818404"/>
          </a:xfrm>
        </p:spPr>
        <p:txBody>
          <a:body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26" name="Content Placeholder 25"/>
          <p:cNvSpPr>
            <a:spLocks noGrp="1"/>
          </p:cNvSpPr>
          <p:nvPr>
            <p:ph sz="quarter" idx="4"/>
          </p:nvPr>
        </p:nvSpPr>
        <p:spPr>
          <a:xfrm>
            <a:off x="4800600" y="2471383"/>
            <a:ext cx="4038600" cy="3822192"/>
          </a:xfrm>
        </p:spPr>
        <p:txBody>
          <a:body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25" name="Oval 24"/>
          <p:cNvSpPr/>
          <p:nvPr/>
        </p:nvSpPr>
        <p:spPr>
          <a:xfrm>
            <a:off x="4267200" y="956036"/>
            <a:ext cx="609600" cy="609600"/>
          </a:xfrm>
          <a:prstGeom prst="ellipse">
            <a:avLst/>
          </a:prstGeom>
          <a:solidFill>
            <a:srgbClr val="FFFFFF"/>
          </a:solidFill>
          <a:ln w="15875"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27" name="Oval 26"/>
          <p:cNvSpPr/>
          <p:nvPr/>
        </p:nvSpPr>
        <p:spPr>
          <a:xfrm>
            <a:off x="4361688" y="1050524"/>
            <a:ext cx="420624" cy="420624"/>
          </a:xfrm>
          <a:prstGeom prst="ellipse">
            <a:avLst/>
          </a:prstGeom>
          <a:solidFill>
            <a:srgbClr val="FFFFFF"/>
          </a:solidFill>
          <a:ln w="50800" cap="rnd" cmpd="dbl" algn="ctr">
            <a:solidFill>
              <a:schemeClr val="accent3">
                <a:shade val="75000"/>
              </a:schemeClr>
            </a:solid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9" name="Slide Number Placeholder 8"/>
          <p:cNvSpPr>
            <a:spLocks noGrp="1"/>
          </p:cNvSpPr>
          <p:nvPr>
            <p:ph type="sldNum" sz="quarter" idx="12"/>
          </p:nvPr>
        </p:nvSpPr>
        <p:spPr>
          <a:xfrm>
            <a:off x="4343400" y="1042416"/>
            <a:ext cx="457200" cy="441325"/>
          </a:xfrm>
        </p:spPr>
        <p:txBody>
          <a:bodyPr/>
          <a:lstStyle>
            <a:lvl1pPr algn="ctr">
              <a:defRPr/>
            </a:lvl1pPr>
          </a:lstStyle>
          <a:p>
            <a:fld id="{B9EEE2D2-4F2F-4409-B5B5-225B73E010AB}" type="slidenum">
              <a:rPr lang="en-US" smtClean="0"/>
              <a:pPr/>
              <a:t>‹#›</a:t>
            </a:fld>
            <a:endParaRPr lang="en-US"/>
          </a:p>
        </p:txBody>
      </p:sp>
      <p:sp>
        <p:nvSpPr>
          <p:cNvPr id="23" name="Title 22"/>
          <p:cNvSpPr>
            <a:spLocks noGrp="1"/>
          </p:cNvSpPr>
          <p:nvPr>
            <p:ph type="title"/>
          </p:nvPr>
        </p:nvSpPr>
        <p:spPr/>
        <p:txBody>
          <a:bodyPr rtlCol="0" anchor="b" anchorCtr="0"/>
          <a:lstStyle/>
          <a:p>
            <a:r>
              <a:rPr kumimoji="0" lang="en-US" smtClean="0"/>
              <a:t>Click to edit Master title style</a:t>
            </a:r>
            <a:endParaRPr kumimoji="0" lang="en-US"/>
          </a:p>
        </p:txBody>
      </p:sp>
    </p:spTree>
  </p:cSld>
  <p:clrMapOvr>
    <a:overrideClrMapping bg1="lt1" tx1="dk1" bg2="lt2" tx2="dk2" accent1="accent1" accent2="accent2" accent3="accent3" accent4="accent4" accent5="accent5" accent6="accent6" hlink="hlink" folHlink="folHlink"/>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smtClean="0"/>
              <a:t>Click to edit Master title style</a:t>
            </a:r>
            <a:endParaRPr kumimoji="0" lang="en-US"/>
          </a:p>
        </p:txBody>
      </p:sp>
      <p:sp>
        <p:nvSpPr>
          <p:cNvPr id="3" name="Date Placeholder 2"/>
          <p:cNvSpPr>
            <a:spLocks noGrp="1"/>
          </p:cNvSpPr>
          <p:nvPr>
            <p:ph type="dt" sz="half" idx="10"/>
          </p:nvPr>
        </p:nvSpPr>
        <p:spPr/>
        <p:txBody>
          <a:bodyPr/>
          <a:lstStyle/>
          <a:p>
            <a:fld id="{949AA81B-3E3A-4B7B-9892-0D187285B36D}" type="datetime1">
              <a:rPr lang="en-US" smtClean="0"/>
              <a:pPr/>
              <a:t>3/3/2016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a:xfrm>
            <a:off x="4343400" y="1036020"/>
            <a:ext cx="457200" cy="441325"/>
          </a:xfrm>
        </p:spPr>
        <p:txBody>
          <a:bodyPr/>
          <a:lstStyle/>
          <a:p>
            <a:fld id="{B9EEE2D2-4F2F-4409-B5B5-225B73E010A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7" name="Rectangle 6"/>
          <p:cNvSpPr>
            <a:spLocks noChangeArrowheads="1"/>
          </p:cNvSpPr>
          <p:nvPr/>
        </p:nvSpPr>
        <p:spPr bwMode="white">
          <a:xfrm>
            <a:off x="0" y="6705600"/>
            <a:ext cx="9144000" cy="1524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8" name="Rectangle 7"/>
          <p:cNvSpPr>
            <a:spLocks noChangeArrowheads="1"/>
          </p:cNvSpPr>
          <p:nvPr/>
        </p:nvSpPr>
        <p:spPr bwMode="white">
          <a:xfrm>
            <a:off x="0" y="0"/>
            <a:ext cx="9144000" cy="155448"/>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0" name="Rectangle 9"/>
          <p:cNvSpPr>
            <a:spLocks noChangeArrowheads="1"/>
          </p:cNvSpPr>
          <p:nvPr/>
        </p:nvSpPr>
        <p:spPr bwMode="white">
          <a:xfrm>
            <a:off x="8991600" y="0"/>
            <a:ext cx="152400" cy="68580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9" name="Rectangle 8"/>
          <p:cNvSpPr>
            <a:spLocks noChangeArrowheads="1"/>
          </p:cNvSpPr>
          <p:nvPr/>
        </p:nvSpPr>
        <p:spPr bwMode="white">
          <a:xfrm>
            <a:off x="0" y="0"/>
            <a:ext cx="152400" cy="68580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5" name="Rectangle 4"/>
          <p:cNvSpPr>
            <a:spLocks noChangeArrowheads="1"/>
          </p:cNvSpPr>
          <p:nvPr/>
        </p:nvSpPr>
        <p:spPr bwMode="auto">
          <a:xfrm>
            <a:off x="146304" y="6391656"/>
            <a:ext cx="8833104" cy="309563"/>
          </a:xfrm>
          <a:prstGeom prst="rect">
            <a:avLst/>
          </a:prstGeom>
          <a:solidFill>
            <a:schemeClr val="accent3"/>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6" name="Rectangle 5"/>
          <p:cNvSpPr>
            <a:spLocks noChangeArrowheads="1"/>
          </p:cNvSpPr>
          <p:nvPr/>
        </p:nvSpPr>
        <p:spPr bwMode="auto">
          <a:xfrm>
            <a:off x="152400" y="158496"/>
            <a:ext cx="8833104" cy="6547104"/>
          </a:xfrm>
          <a:prstGeom prst="rect">
            <a:avLst/>
          </a:prstGeom>
          <a:noFill/>
          <a:ln w="9525" cap="flat" cmpd="sng" algn="ctr">
            <a:solidFill>
              <a:schemeClr val="accent3">
                <a:shade val="75000"/>
              </a:schemeClr>
            </a:solidFill>
            <a:prstDash val="solid"/>
            <a:miter lim="800000"/>
            <a:headEnd type="none" w="med" len="med"/>
            <a:tailEnd type="none" w="med" len="med"/>
          </a:ln>
          <a:effectLst/>
        </p:spPr>
        <p:txBody>
          <a:bodyPr vert="horz" wrap="none" lIns="91440" tIns="45720" rIns="91440" bIns="45720" anchor="ctr" compatLnSpc="1"/>
          <a:lstStyle/>
          <a:p>
            <a:endParaRPr kumimoji="0" lang="en-US" dirty="0"/>
          </a:p>
        </p:txBody>
      </p:sp>
      <p:sp>
        <p:nvSpPr>
          <p:cNvPr id="2" name="Date Placeholder 1"/>
          <p:cNvSpPr>
            <a:spLocks noGrp="1"/>
          </p:cNvSpPr>
          <p:nvPr>
            <p:ph type="dt" sz="half" idx="10"/>
          </p:nvPr>
        </p:nvSpPr>
        <p:spPr/>
        <p:txBody>
          <a:bodyPr/>
          <a:lstStyle/>
          <a:p>
            <a:fld id="{78AA8653-1EC2-428A-9042-38FCD4E6F34A}" type="datetime1">
              <a:rPr lang="en-US" smtClean="0"/>
              <a:pPr/>
              <a:t>3/3/2016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a:xfrm>
            <a:off x="4267200" y="6324600"/>
            <a:ext cx="609600" cy="441324"/>
          </a:xfrm>
        </p:spPr>
        <p:txBody>
          <a:bodyPr/>
          <a:lstStyle>
            <a:lvl1pPr>
              <a:defRPr>
                <a:solidFill>
                  <a:srgbClr val="FFFFFF"/>
                </a:solidFill>
              </a:defRPr>
            </a:lvl1pPr>
          </a:lstStyle>
          <a:p>
            <a:fld id="{B9EEE2D2-4F2F-4409-B5B5-225B73E010A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bg>
      <p:bgRef idx="1001">
        <a:schemeClr val="bg1"/>
      </p:bgRef>
    </p:bg>
    <p:spTree>
      <p:nvGrpSpPr>
        <p:cNvPr id="1" name=""/>
        <p:cNvGrpSpPr/>
        <p:nvPr/>
      </p:nvGrpSpPr>
      <p:grpSpPr>
        <a:xfrm>
          <a:off x="0" y="0"/>
          <a:ext cx="0" cy="0"/>
          <a:chOff x="0" y="0"/>
          <a:chExt cx="0" cy="0"/>
        </a:xfrm>
      </p:grpSpPr>
      <p:sp>
        <p:nvSpPr>
          <p:cNvPr id="19" name="Rectangle 18"/>
          <p:cNvSpPr>
            <a:spLocks noChangeArrowheads="1"/>
          </p:cNvSpPr>
          <p:nvPr/>
        </p:nvSpPr>
        <p:spPr bwMode="auto">
          <a:xfrm>
            <a:off x="152400" y="152400"/>
            <a:ext cx="8833104" cy="304800"/>
          </a:xfrm>
          <a:prstGeom prst="rect">
            <a:avLst/>
          </a:prstGeom>
          <a:solidFill>
            <a:schemeClr val="accent3"/>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5" name="Rectangle 14"/>
          <p:cNvSpPr>
            <a:spLocks noChangeArrowheads="1"/>
          </p:cNvSpPr>
          <p:nvPr/>
        </p:nvSpPr>
        <p:spPr bwMode="white">
          <a:xfrm>
            <a:off x="0" y="6705600"/>
            <a:ext cx="9144000" cy="1524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8" name="Rectangle 17"/>
          <p:cNvSpPr>
            <a:spLocks noChangeArrowheads="1"/>
          </p:cNvSpPr>
          <p:nvPr/>
        </p:nvSpPr>
        <p:spPr bwMode="white">
          <a:xfrm>
            <a:off x="8991600" y="0"/>
            <a:ext cx="152400" cy="68580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6" name="Rectangle 15"/>
          <p:cNvSpPr>
            <a:spLocks noChangeArrowheads="1"/>
          </p:cNvSpPr>
          <p:nvPr/>
        </p:nvSpPr>
        <p:spPr bwMode="white">
          <a:xfrm>
            <a:off x="0" y="0"/>
            <a:ext cx="9144000" cy="118872"/>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7" name="Rectangle 16"/>
          <p:cNvSpPr>
            <a:spLocks noChangeArrowheads="1"/>
          </p:cNvSpPr>
          <p:nvPr/>
        </p:nvSpPr>
        <p:spPr bwMode="white">
          <a:xfrm>
            <a:off x="0" y="0"/>
            <a:ext cx="152400" cy="68580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3" name="Rectangle 12"/>
          <p:cNvSpPr/>
          <p:nvPr/>
        </p:nvSpPr>
        <p:spPr>
          <a:xfrm>
            <a:off x="152400" y="609600"/>
            <a:ext cx="2743200" cy="5867400"/>
          </a:xfrm>
          <a:prstGeom prst="rect">
            <a:avLst/>
          </a:prstGeom>
          <a:solidFill>
            <a:schemeClr val="accent1"/>
          </a:solidFill>
          <a:ln w="15875"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2" name="Title 1"/>
          <p:cNvSpPr>
            <a:spLocks noGrp="1"/>
          </p:cNvSpPr>
          <p:nvPr>
            <p:ph type="title"/>
          </p:nvPr>
        </p:nvSpPr>
        <p:spPr>
          <a:xfrm>
            <a:off x="381000" y="914400"/>
            <a:ext cx="2362200" cy="990600"/>
          </a:xfrm>
        </p:spPr>
        <p:txBody>
          <a:bodyPr anchor="b">
            <a:noAutofit/>
          </a:bodyPr>
          <a:lstStyle>
            <a:lvl1pPr algn="l">
              <a:buNone/>
              <a:defRPr sz="2200" b="1">
                <a:solidFill>
                  <a:srgbClr val="FFFFFF"/>
                </a:solidFill>
              </a:defRPr>
            </a:lvl1pPr>
          </a:lstStyle>
          <a:p>
            <a:r>
              <a:rPr kumimoji="0" lang="en-US" smtClean="0"/>
              <a:t>Click to edit Master title style</a:t>
            </a:r>
            <a:endParaRPr kumimoji="0" lang="en-US"/>
          </a:p>
        </p:txBody>
      </p:sp>
      <p:sp>
        <p:nvSpPr>
          <p:cNvPr id="3" name="Text Placeholder 2"/>
          <p:cNvSpPr>
            <a:spLocks noGrp="1"/>
          </p:cNvSpPr>
          <p:nvPr>
            <p:ph type="body" idx="2"/>
          </p:nvPr>
        </p:nvSpPr>
        <p:spPr>
          <a:xfrm>
            <a:off x="381000" y="1981200"/>
            <a:ext cx="2362200" cy="4144963"/>
          </a:xfrm>
        </p:spPr>
        <p:txBody>
          <a:bodyPr/>
          <a:lstStyle>
            <a:lvl1pPr marL="0" indent="0">
              <a:spcAft>
                <a:spcPts val="1000"/>
              </a:spcAft>
              <a:buNone/>
              <a:defRPr sz="1600">
                <a:solidFill>
                  <a:srgbClr val="FFFFFF"/>
                </a:solidFill>
              </a:defRPr>
            </a:lvl1pPr>
            <a:lvl2pPr>
              <a:buNone/>
              <a:defRPr sz="1200"/>
            </a:lvl2pPr>
            <a:lvl3pPr>
              <a:buNone/>
              <a:defRPr sz="1000"/>
            </a:lvl3pPr>
            <a:lvl4pPr>
              <a:buNone/>
              <a:defRPr sz="900"/>
            </a:lvl4pPr>
            <a:lvl5pPr>
              <a:buNone/>
              <a:defRPr sz="900"/>
            </a:lvl5pPr>
          </a:lstStyle>
          <a:p>
            <a:pPr lvl="0" eaLnBrk="1" latinLnBrk="0" hangingPunct="1"/>
            <a:r>
              <a:rPr kumimoji="0" lang="en-US" smtClean="0"/>
              <a:t>Click to edit Master text styles</a:t>
            </a:r>
          </a:p>
        </p:txBody>
      </p:sp>
      <p:sp>
        <p:nvSpPr>
          <p:cNvPr id="8" name="Rectangle 7"/>
          <p:cNvSpPr>
            <a:spLocks noChangeArrowheads="1"/>
          </p:cNvSpPr>
          <p:nvPr/>
        </p:nvSpPr>
        <p:spPr bwMode="auto">
          <a:xfrm>
            <a:off x="152400" y="152400"/>
            <a:ext cx="8833104" cy="6547104"/>
          </a:xfrm>
          <a:prstGeom prst="rect">
            <a:avLst/>
          </a:prstGeom>
          <a:noFill/>
          <a:ln w="9525" cap="flat" cmpd="sng" algn="ctr">
            <a:solidFill>
              <a:schemeClr val="accent3">
                <a:shade val="75000"/>
              </a:schemeClr>
            </a:solidFill>
            <a:prstDash val="solid"/>
            <a:miter lim="800000"/>
            <a:headEnd type="none" w="med" len="med"/>
            <a:tailEnd type="none" w="med" len="med"/>
          </a:ln>
          <a:effectLst/>
        </p:spPr>
        <p:txBody>
          <a:bodyPr vert="horz" wrap="none" lIns="91440" tIns="45720" rIns="91440" bIns="45720" anchor="ctr" compatLnSpc="1"/>
          <a:lstStyle/>
          <a:p>
            <a:endParaRPr kumimoji="0" lang="en-US" dirty="0"/>
          </a:p>
        </p:txBody>
      </p:sp>
      <p:sp>
        <p:nvSpPr>
          <p:cNvPr id="9" name="Straight Connector 8"/>
          <p:cNvSpPr>
            <a:spLocks noChangeShapeType="1"/>
          </p:cNvSpPr>
          <p:nvPr/>
        </p:nvSpPr>
        <p:spPr bwMode="auto">
          <a:xfrm>
            <a:off x="152400" y="533400"/>
            <a:ext cx="8833104" cy="0"/>
          </a:xfrm>
          <a:prstGeom prst="line">
            <a:avLst/>
          </a:prstGeom>
          <a:noFill/>
          <a:ln w="11430" cap="flat" cmpd="sng" algn="ctr">
            <a:solidFill>
              <a:schemeClr val="accent3">
                <a:shade val="75000"/>
              </a:schemeClr>
            </a:solidFill>
            <a:prstDash val="sysDash"/>
            <a:round/>
            <a:headEnd type="none" w="med" len="med"/>
            <a:tailEnd type="none" w="med" len="med"/>
          </a:ln>
          <a:effectLst/>
        </p:spPr>
        <p:txBody>
          <a:bodyPr vert="horz" wrap="none" lIns="91440" tIns="45720" rIns="91440" bIns="45720" anchor="ctr" compatLnSpc="1"/>
          <a:lstStyle/>
          <a:p>
            <a:endParaRPr kumimoji="0" lang="en-US"/>
          </a:p>
        </p:txBody>
      </p:sp>
      <p:sp>
        <p:nvSpPr>
          <p:cNvPr id="20" name="Content Placeholder 19"/>
          <p:cNvSpPr>
            <a:spLocks noGrp="1"/>
          </p:cNvSpPr>
          <p:nvPr>
            <p:ph sz="quarter" idx="1"/>
          </p:nvPr>
        </p:nvSpPr>
        <p:spPr>
          <a:xfrm>
            <a:off x="3124200" y="685800"/>
            <a:ext cx="5638800" cy="5410200"/>
          </a:xfrm>
        </p:spPr>
        <p:txBody>
          <a:body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10" name="Oval 9"/>
          <p:cNvSpPr/>
          <p:nvPr/>
        </p:nvSpPr>
        <p:spPr>
          <a:xfrm>
            <a:off x="1295400" y="228600"/>
            <a:ext cx="609600" cy="609600"/>
          </a:xfrm>
          <a:prstGeom prst="ellipse">
            <a:avLst/>
          </a:prstGeom>
          <a:solidFill>
            <a:srgbClr val="FFFFFF"/>
          </a:solidFill>
          <a:ln w="15875"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1" name="Oval 10"/>
          <p:cNvSpPr/>
          <p:nvPr/>
        </p:nvSpPr>
        <p:spPr>
          <a:xfrm>
            <a:off x="1389888" y="323088"/>
            <a:ext cx="420624" cy="420624"/>
          </a:xfrm>
          <a:prstGeom prst="ellipse">
            <a:avLst/>
          </a:prstGeom>
          <a:solidFill>
            <a:srgbClr val="FFFFFF"/>
          </a:solidFill>
          <a:ln w="50800" cap="rnd" cmpd="dbl" algn="ctr">
            <a:solidFill>
              <a:schemeClr val="accent3">
                <a:shade val="75000"/>
              </a:schemeClr>
            </a:solid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7" name="Slide Number Placeholder 6"/>
          <p:cNvSpPr>
            <a:spLocks noGrp="1"/>
          </p:cNvSpPr>
          <p:nvPr>
            <p:ph type="sldNum" sz="quarter" idx="12"/>
          </p:nvPr>
        </p:nvSpPr>
        <p:spPr>
          <a:xfrm>
            <a:off x="1371600" y="312738"/>
            <a:ext cx="457200" cy="441325"/>
          </a:xfrm>
        </p:spPr>
        <p:txBody>
          <a:bodyPr/>
          <a:lstStyle>
            <a:lvl1pPr>
              <a:defRPr>
                <a:solidFill>
                  <a:schemeClr val="accent3">
                    <a:shade val="75000"/>
                  </a:schemeClr>
                </a:solidFill>
              </a:defRPr>
            </a:lvl1pPr>
          </a:lstStyle>
          <a:p>
            <a:fld id="{B9EEE2D2-4F2F-4409-B5B5-225B73E010AB}" type="slidenum">
              <a:rPr lang="en-US" smtClean="0"/>
              <a:pPr/>
              <a:t>‹#›</a:t>
            </a:fld>
            <a:endParaRPr lang="en-US"/>
          </a:p>
        </p:txBody>
      </p:sp>
      <p:sp>
        <p:nvSpPr>
          <p:cNvPr id="21" name="Rectangle 20"/>
          <p:cNvSpPr>
            <a:spLocks noChangeArrowheads="1"/>
          </p:cNvSpPr>
          <p:nvPr/>
        </p:nvSpPr>
        <p:spPr bwMode="auto">
          <a:xfrm>
            <a:off x="149352" y="6388385"/>
            <a:ext cx="8833104" cy="309563"/>
          </a:xfrm>
          <a:prstGeom prst="rect">
            <a:avLst/>
          </a:prstGeom>
          <a:solidFill>
            <a:schemeClr val="accent3"/>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5" name="Date Placeholder 4"/>
          <p:cNvSpPr>
            <a:spLocks noGrp="1"/>
          </p:cNvSpPr>
          <p:nvPr>
            <p:ph type="dt" sz="half" idx="10"/>
          </p:nvPr>
        </p:nvSpPr>
        <p:spPr/>
        <p:txBody>
          <a:bodyPr/>
          <a:lstStyle/>
          <a:p>
            <a:fld id="{984EB2EB-0EAC-4BFB-A1F3-22F79BF841A3}" type="datetime1">
              <a:rPr lang="en-US" smtClean="0"/>
              <a:pPr/>
              <a:t>3/3/2016</a:t>
            </a:fld>
            <a:endParaRPr lang="en-US"/>
          </a:p>
        </p:txBody>
      </p:sp>
      <p:sp>
        <p:nvSpPr>
          <p:cNvPr id="6" name="Footer Placeholder 5"/>
          <p:cNvSpPr>
            <a:spLocks noGrp="1"/>
          </p:cNvSpPr>
          <p:nvPr>
            <p:ph type="ftr" sz="quarter" idx="11"/>
          </p:nvPr>
        </p:nvSpPr>
        <p:spPr>
          <a:xfrm>
            <a:off x="301752" y="6410848"/>
            <a:ext cx="3383280" cy="365760"/>
          </a:xfrm>
        </p:spPr>
        <p:txBody>
          <a:bodyPr/>
          <a:lstStyle/>
          <a:p>
            <a:endParaRPr lang="en-US"/>
          </a:p>
        </p:txBody>
      </p:sp>
    </p:spTree>
  </p:cSld>
  <p:clrMapOvr>
    <a:overrideClrMapping bg1="lt1" tx1="dk1" bg2="lt2" tx2="dk2" accent1="accent1" accent2="accent2" accent3="accent3" accent4="accent4" accent5="accent5" accent6="accent6" hlink="hlink" folHlink="folHlink"/>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21" name="Straight Connector 20"/>
          <p:cNvSpPr>
            <a:spLocks noChangeShapeType="1"/>
          </p:cNvSpPr>
          <p:nvPr/>
        </p:nvSpPr>
        <p:spPr bwMode="auto">
          <a:xfrm>
            <a:off x="152400" y="533400"/>
            <a:ext cx="8833104" cy="0"/>
          </a:xfrm>
          <a:prstGeom prst="line">
            <a:avLst/>
          </a:prstGeom>
          <a:noFill/>
          <a:ln w="11430" cap="flat" cmpd="sng" algn="ctr">
            <a:solidFill>
              <a:schemeClr val="accent3">
                <a:shade val="75000"/>
              </a:schemeClr>
            </a:solidFill>
            <a:prstDash val="sysDash"/>
            <a:round/>
            <a:headEnd type="none" w="med" len="med"/>
            <a:tailEnd type="none" w="med" len="med"/>
          </a:ln>
          <a:effectLst/>
        </p:spPr>
        <p:txBody>
          <a:bodyPr vert="horz" wrap="none" lIns="91440" tIns="45720" rIns="91440" bIns="45720" anchor="ctr" compatLnSpc="1"/>
          <a:lstStyle/>
          <a:p>
            <a:endParaRPr kumimoji="0" lang="en-US"/>
          </a:p>
        </p:txBody>
      </p:sp>
      <p:sp>
        <p:nvSpPr>
          <p:cNvPr id="19" name="Rectangle 18"/>
          <p:cNvSpPr>
            <a:spLocks noChangeArrowheads="1"/>
          </p:cNvSpPr>
          <p:nvPr/>
        </p:nvSpPr>
        <p:spPr bwMode="white">
          <a:xfrm>
            <a:off x="0" y="6705600"/>
            <a:ext cx="9144000" cy="1524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6" name="Rectangle 15"/>
          <p:cNvSpPr>
            <a:spLocks noChangeArrowheads="1"/>
          </p:cNvSpPr>
          <p:nvPr/>
        </p:nvSpPr>
        <p:spPr bwMode="white">
          <a:xfrm>
            <a:off x="8991600" y="0"/>
            <a:ext cx="152400" cy="68580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7" name="Rectangle 16"/>
          <p:cNvSpPr>
            <a:spLocks noChangeArrowheads="1"/>
          </p:cNvSpPr>
          <p:nvPr/>
        </p:nvSpPr>
        <p:spPr bwMode="white">
          <a:xfrm>
            <a:off x="0" y="0"/>
            <a:ext cx="9144000" cy="1524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8" name="Rectangle 17"/>
          <p:cNvSpPr>
            <a:spLocks noChangeArrowheads="1"/>
          </p:cNvSpPr>
          <p:nvPr/>
        </p:nvSpPr>
        <p:spPr bwMode="white">
          <a:xfrm>
            <a:off x="0" y="0"/>
            <a:ext cx="152400" cy="68580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dirty="0"/>
          </a:p>
        </p:txBody>
      </p:sp>
      <p:sp>
        <p:nvSpPr>
          <p:cNvPr id="20" name="Rectangle 19"/>
          <p:cNvSpPr>
            <a:spLocks noChangeArrowheads="1"/>
          </p:cNvSpPr>
          <p:nvPr/>
        </p:nvSpPr>
        <p:spPr bwMode="auto">
          <a:xfrm>
            <a:off x="152400" y="152400"/>
            <a:ext cx="8833104" cy="301752"/>
          </a:xfrm>
          <a:prstGeom prst="rect">
            <a:avLst/>
          </a:prstGeom>
          <a:solidFill>
            <a:schemeClr val="accent3"/>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8" name="Rectangle 7"/>
          <p:cNvSpPr/>
          <p:nvPr/>
        </p:nvSpPr>
        <p:spPr>
          <a:xfrm>
            <a:off x="152400" y="609600"/>
            <a:ext cx="2743200" cy="5867400"/>
          </a:xfrm>
          <a:prstGeom prst="rect">
            <a:avLst/>
          </a:prstGeom>
          <a:solidFill>
            <a:schemeClr val="accent1"/>
          </a:solidFill>
          <a:ln w="15875"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5" name="Rectangle 14"/>
          <p:cNvSpPr>
            <a:spLocks noChangeArrowheads="1"/>
          </p:cNvSpPr>
          <p:nvPr/>
        </p:nvSpPr>
        <p:spPr bwMode="auto">
          <a:xfrm>
            <a:off x="152400" y="155448"/>
            <a:ext cx="8833104" cy="6547104"/>
          </a:xfrm>
          <a:prstGeom prst="rect">
            <a:avLst/>
          </a:prstGeom>
          <a:noFill/>
          <a:ln w="9525" cap="flat" cmpd="sng" algn="ctr">
            <a:solidFill>
              <a:schemeClr val="accent3">
                <a:shade val="75000"/>
              </a:schemeClr>
            </a:solidFill>
            <a:prstDash val="solid"/>
            <a:miter lim="800000"/>
            <a:headEnd type="none" w="med" len="med"/>
            <a:tailEnd type="none" w="med" len="med"/>
          </a:ln>
          <a:effectLst/>
        </p:spPr>
        <p:txBody>
          <a:bodyPr vert="horz" wrap="none" lIns="91440" tIns="45720" rIns="91440" bIns="45720" anchor="ctr" compatLnSpc="1"/>
          <a:lstStyle/>
          <a:p>
            <a:endParaRPr kumimoji="0" lang="en-US" dirty="0"/>
          </a:p>
        </p:txBody>
      </p:sp>
      <p:sp>
        <p:nvSpPr>
          <p:cNvPr id="12" name="Oval 11"/>
          <p:cNvSpPr/>
          <p:nvPr/>
        </p:nvSpPr>
        <p:spPr>
          <a:xfrm>
            <a:off x="1295400" y="228600"/>
            <a:ext cx="609600" cy="609600"/>
          </a:xfrm>
          <a:prstGeom prst="ellipse">
            <a:avLst/>
          </a:prstGeom>
          <a:solidFill>
            <a:srgbClr val="FFFFFF"/>
          </a:solidFill>
          <a:ln w="15875"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3" name="Oval 12"/>
          <p:cNvSpPr/>
          <p:nvPr/>
        </p:nvSpPr>
        <p:spPr>
          <a:xfrm>
            <a:off x="1389888" y="323088"/>
            <a:ext cx="420624" cy="420624"/>
          </a:xfrm>
          <a:prstGeom prst="ellipse">
            <a:avLst/>
          </a:prstGeom>
          <a:solidFill>
            <a:srgbClr val="FFFFFF"/>
          </a:solidFill>
          <a:ln w="50800" cap="rnd" cmpd="dbl" algn="ctr">
            <a:solidFill>
              <a:schemeClr val="accent3">
                <a:shade val="75000"/>
              </a:schemeClr>
            </a:solid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7" name="Slide Number Placeholder 6"/>
          <p:cNvSpPr>
            <a:spLocks noGrp="1"/>
          </p:cNvSpPr>
          <p:nvPr>
            <p:ph type="sldNum" sz="quarter" idx="12"/>
          </p:nvPr>
        </p:nvSpPr>
        <p:spPr>
          <a:xfrm>
            <a:off x="1371600" y="312738"/>
            <a:ext cx="457200" cy="441325"/>
          </a:xfrm>
        </p:spPr>
        <p:txBody>
          <a:bodyPr/>
          <a:lstStyle/>
          <a:p>
            <a:fld id="{B9EEE2D2-4F2F-4409-B5B5-225B73E010AB}" type="slidenum">
              <a:rPr lang="en-US" smtClean="0"/>
              <a:pPr/>
              <a:t>‹#›</a:t>
            </a:fld>
            <a:endParaRPr lang="en-US"/>
          </a:p>
        </p:txBody>
      </p:sp>
      <p:sp>
        <p:nvSpPr>
          <p:cNvPr id="2" name="Title 1"/>
          <p:cNvSpPr>
            <a:spLocks noGrp="1"/>
          </p:cNvSpPr>
          <p:nvPr>
            <p:ph type="title"/>
          </p:nvPr>
        </p:nvSpPr>
        <p:spPr>
          <a:xfrm>
            <a:off x="3000375" y="5029200"/>
            <a:ext cx="5867400" cy="1219200"/>
          </a:xfrm>
        </p:spPr>
        <p:txBody>
          <a:bodyPr anchor="t">
            <a:noAutofit/>
          </a:bodyPr>
          <a:lstStyle>
            <a:lvl1pPr algn="l">
              <a:buNone/>
              <a:defRPr sz="2400" b="1">
                <a:solidFill>
                  <a:schemeClr val="tx2"/>
                </a:solidFill>
              </a:defRPr>
            </a:lvl1pPr>
          </a:lstStyle>
          <a:p>
            <a:r>
              <a:rPr kumimoji="0" lang="en-US" smtClean="0"/>
              <a:t>Click to edit Master title style</a:t>
            </a:r>
            <a:endParaRPr kumimoji="0" lang="en-US"/>
          </a:p>
        </p:txBody>
      </p:sp>
      <p:sp>
        <p:nvSpPr>
          <p:cNvPr id="3" name="Picture Placeholder 2"/>
          <p:cNvSpPr>
            <a:spLocks noGrp="1"/>
          </p:cNvSpPr>
          <p:nvPr>
            <p:ph type="pic" idx="1"/>
          </p:nvPr>
        </p:nvSpPr>
        <p:spPr>
          <a:xfrm>
            <a:off x="3000375" y="609600"/>
            <a:ext cx="5867400" cy="4267200"/>
          </a:xfrm>
        </p:spPr>
        <p:txBody>
          <a:bodyPr/>
          <a:lstStyle>
            <a:lvl1pPr marL="0" indent="0">
              <a:buNone/>
              <a:defRPr sz="3200"/>
            </a:lvl1pPr>
          </a:lstStyle>
          <a:p>
            <a:r>
              <a:rPr kumimoji="0" lang="en-US" smtClean="0"/>
              <a:t>Click icon to add picture</a:t>
            </a:r>
            <a:endParaRPr kumimoji="0" lang="en-US" dirty="0"/>
          </a:p>
        </p:txBody>
      </p:sp>
      <p:sp>
        <p:nvSpPr>
          <p:cNvPr id="4" name="Text Placeholder 3"/>
          <p:cNvSpPr>
            <a:spLocks noGrp="1"/>
          </p:cNvSpPr>
          <p:nvPr>
            <p:ph type="body" sz="half" idx="2"/>
          </p:nvPr>
        </p:nvSpPr>
        <p:spPr>
          <a:xfrm>
            <a:off x="381000" y="990600"/>
            <a:ext cx="2438400" cy="5257800"/>
          </a:xfrm>
        </p:spPr>
        <p:txBody>
          <a:bodyPr/>
          <a:lstStyle>
            <a:lvl1pPr marL="0" indent="0">
              <a:spcAft>
                <a:spcPts val="1000"/>
              </a:spcAft>
              <a:buFontTx/>
              <a:buNone/>
              <a:defRPr sz="1600">
                <a:solidFill>
                  <a:srgbClr val="FFFFFF"/>
                </a:solidFill>
              </a:defRPr>
            </a:lvl1pPr>
            <a:lvl2pPr>
              <a:defRPr sz="1200"/>
            </a:lvl2pPr>
            <a:lvl3pPr>
              <a:defRPr sz="1000"/>
            </a:lvl3pPr>
            <a:lvl4pPr>
              <a:defRPr sz="900"/>
            </a:lvl4pPr>
            <a:lvl5pPr>
              <a:defRPr sz="900"/>
            </a:lvl5pPr>
          </a:lstStyle>
          <a:p>
            <a:pPr lvl="0" eaLnBrk="1" latinLnBrk="0" hangingPunct="1"/>
            <a:r>
              <a:rPr kumimoji="0" lang="en-US" smtClean="0"/>
              <a:t>Click to edit Master text styles</a:t>
            </a:r>
          </a:p>
        </p:txBody>
      </p:sp>
      <p:sp>
        <p:nvSpPr>
          <p:cNvPr id="22" name="Rectangle 21"/>
          <p:cNvSpPr>
            <a:spLocks noChangeArrowheads="1"/>
          </p:cNvSpPr>
          <p:nvPr/>
        </p:nvSpPr>
        <p:spPr bwMode="auto">
          <a:xfrm>
            <a:off x="149352" y="6388385"/>
            <a:ext cx="8833104" cy="309563"/>
          </a:xfrm>
          <a:prstGeom prst="rect">
            <a:avLst/>
          </a:prstGeom>
          <a:solidFill>
            <a:schemeClr val="accent3"/>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5" name="Date Placeholder 4"/>
          <p:cNvSpPr>
            <a:spLocks noGrp="1"/>
          </p:cNvSpPr>
          <p:nvPr>
            <p:ph type="dt" sz="half" idx="10"/>
          </p:nvPr>
        </p:nvSpPr>
        <p:spPr>
          <a:xfrm>
            <a:off x="5788152" y="6404984"/>
            <a:ext cx="3044952" cy="365760"/>
          </a:xfrm>
        </p:spPr>
        <p:txBody>
          <a:bodyPr/>
          <a:lstStyle/>
          <a:p>
            <a:fld id="{FA5C9A11-B569-4DB8-BE8D-C8D6785BE6FA}" type="datetime1">
              <a:rPr lang="en-US" smtClean="0"/>
              <a:pPr/>
              <a:t>3/3/2016</a:t>
            </a:fld>
            <a:endParaRPr lang="en-US"/>
          </a:p>
        </p:txBody>
      </p:sp>
      <p:sp>
        <p:nvSpPr>
          <p:cNvPr id="6" name="Footer Placeholder 5"/>
          <p:cNvSpPr>
            <a:spLocks noGrp="1"/>
          </p:cNvSpPr>
          <p:nvPr>
            <p:ph type="ftr" sz="quarter" idx="11"/>
          </p:nvPr>
        </p:nvSpPr>
        <p:spPr>
          <a:xfrm>
            <a:off x="301752" y="6410848"/>
            <a:ext cx="3584448" cy="365760"/>
          </a:xfrm>
        </p:spPr>
        <p:txBody>
          <a:bodyPr/>
          <a:lstStyle/>
          <a:p>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bg>
      <p:bgRef idx="1001">
        <a:schemeClr val="bg2"/>
      </p:bgRef>
    </p:bg>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smtClean="0"/>
              <a:t>Click to edit Master title style</a:t>
            </a:r>
            <a:endParaRPr kumimoji="0" lang="en-US"/>
          </a:p>
        </p:txBody>
      </p:sp>
      <p:sp>
        <p:nvSpPr>
          <p:cNvPr id="3" name="Vertical Text Placeholder 2"/>
          <p:cNvSpPr>
            <a:spLocks noGrp="1"/>
          </p:cNvSpPr>
          <p:nvPr>
            <p:ph type="body" orient="vert" idx="1"/>
          </p:nvPr>
        </p:nvSpPr>
        <p:spPr/>
        <p:txBody>
          <a:bodyPr vert="eaVer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Date Placeholder 3"/>
          <p:cNvSpPr>
            <a:spLocks noGrp="1"/>
          </p:cNvSpPr>
          <p:nvPr>
            <p:ph type="dt" sz="half" idx="10"/>
          </p:nvPr>
        </p:nvSpPr>
        <p:spPr/>
        <p:txBody>
          <a:bodyPr/>
          <a:lstStyle/>
          <a:p>
            <a:fld id="{01C06982-8585-4389-9419-022B753A0E72}" type="datetime1">
              <a:rPr lang="en-US" smtClean="0"/>
              <a:pPr/>
              <a:t>3/3/2016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9EEE2D2-4F2F-4409-B5B5-225B73E010AB}" type="slidenum">
              <a:rPr lang="en-US" smtClean="0"/>
              <a:pPr/>
              <a:t>‹#›</a:t>
            </a:fld>
            <a:endParaRPr lang="en-US"/>
          </a:p>
        </p:txBody>
      </p:sp>
    </p:spTree>
  </p:cSld>
  <p:clrMapOvr>
    <a:overrideClrMapping bg1="lt1" tx1="dk1" bg2="lt2" tx2="dk2" accent1="accent1" accent2="accent2" accent3="accent3" accent4="accent4" accent5="accent5" accent6="accent6" hlink="hlink" folHlink="folHlink"/>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bg>
      <p:bgRef idx="1001">
        <a:schemeClr val="bg2"/>
      </p:bgRef>
    </p:bg>
    <p:spTree>
      <p:nvGrpSpPr>
        <p:cNvPr id="1" name=""/>
        <p:cNvGrpSpPr/>
        <p:nvPr/>
      </p:nvGrpSpPr>
      <p:grpSpPr>
        <a:xfrm>
          <a:off x="0" y="0"/>
          <a:ext cx="0" cy="0"/>
          <a:chOff x="0" y="0"/>
          <a:chExt cx="0" cy="0"/>
        </a:xfrm>
      </p:grpSpPr>
      <p:sp>
        <p:nvSpPr>
          <p:cNvPr id="7" name="Rectangle 6"/>
          <p:cNvSpPr>
            <a:spLocks noChangeArrowheads="1"/>
          </p:cNvSpPr>
          <p:nvPr/>
        </p:nvSpPr>
        <p:spPr bwMode="white">
          <a:xfrm>
            <a:off x="0" y="6705600"/>
            <a:ext cx="9144000" cy="1524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8" name="Rectangle 7"/>
          <p:cNvSpPr>
            <a:spLocks noChangeArrowheads="1"/>
          </p:cNvSpPr>
          <p:nvPr/>
        </p:nvSpPr>
        <p:spPr bwMode="white">
          <a:xfrm>
            <a:off x="7010400" y="0"/>
            <a:ext cx="2133600" cy="68580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9" name="Rectangle 8"/>
          <p:cNvSpPr>
            <a:spLocks noChangeArrowheads="1"/>
          </p:cNvSpPr>
          <p:nvPr/>
        </p:nvSpPr>
        <p:spPr bwMode="white">
          <a:xfrm>
            <a:off x="0" y="0"/>
            <a:ext cx="9144000" cy="155448"/>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0" name="Rectangle 9"/>
          <p:cNvSpPr>
            <a:spLocks noChangeArrowheads="1"/>
          </p:cNvSpPr>
          <p:nvPr/>
        </p:nvSpPr>
        <p:spPr bwMode="white">
          <a:xfrm>
            <a:off x="0" y="0"/>
            <a:ext cx="152400" cy="68580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1" name="Rectangle 10"/>
          <p:cNvSpPr>
            <a:spLocks noChangeArrowheads="1"/>
          </p:cNvSpPr>
          <p:nvPr/>
        </p:nvSpPr>
        <p:spPr bwMode="auto">
          <a:xfrm>
            <a:off x="146304" y="6391656"/>
            <a:ext cx="8833104" cy="309563"/>
          </a:xfrm>
          <a:prstGeom prst="rect">
            <a:avLst/>
          </a:prstGeom>
          <a:solidFill>
            <a:schemeClr val="accent3"/>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2" name="Rectangle 11"/>
          <p:cNvSpPr>
            <a:spLocks noChangeArrowheads="1"/>
          </p:cNvSpPr>
          <p:nvPr/>
        </p:nvSpPr>
        <p:spPr bwMode="auto">
          <a:xfrm>
            <a:off x="152400" y="155448"/>
            <a:ext cx="8833104" cy="6547104"/>
          </a:xfrm>
          <a:prstGeom prst="rect">
            <a:avLst/>
          </a:prstGeom>
          <a:noFill/>
          <a:ln w="9525" cap="flat" cmpd="sng" algn="ctr">
            <a:solidFill>
              <a:schemeClr val="accent3">
                <a:shade val="75000"/>
              </a:schemeClr>
            </a:solidFill>
            <a:prstDash val="solid"/>
            <a:miter lim="800000"/>
            <a:headEnd type="none" w="med" len="med"/>
            <a:tailEnd type="none" w="med" len="med"/>
          </a:ln>
          <a:effectLst/>
        </p:spPr>
        <p:txBody>
          <a:bodyPr vert="horz" wrap="none" lIns="91440" tIns="45720" rIns="91440" bIns="45720" anchor="ctr" compatLnSpc="1"/>
          <a:lstStyle/>
          <a:p>
            <a:endParaRPr kumimoji="0" lang="en-US" dirty="0"/>
          </a:p>
        </p:txBody>
      </p:sp>
      <p:sp>
        <p:nvSpPr>
          <p:cNvPr id="13" name="Straight Connector 12"/>
          <p:cNvSpPr>
            <a:spLocks noChangeShapeType="1"/>
          </p:cNvSpPr>
          <p:nvPr/>
        </p:nvSpPr>
        <p:spPr bwMode="auto">
          <a:xfrm rot="5400000">
            <a:off x="4021836" y="3278124"/>
            <a:ext cx="6245352" cy="0"/>
          </a:xfrm>
          <a:prstGeom prst="line">
            <a:avLst/>
          </a:prstGeom>
          <a:noFill/>
          <a:ln w="9525" cap="flat" cmpd="sng" algn="ctr">
            <a:solidFill>
              <a:schemeClr val="accent3">
                <a:shade val="75000"/>
              </a:schemeClr>
            </a:solidFill>
            <a:prstDash val="sysDash"/>
            <a:round/>
            <a:headEnd type="none" w="med" len="med"/>
            <a:tailEnd type="none" w="med" len="med"/>
          </a:ln>
          <a:effectLst/>
        </p:spPr>
        <p:txBody>
          <a:bodyPr vert="horz" wrap="none" lIns="91440" tIns="45720" rIns="91440" bIns="45720" anchor="ctr" compatLnSpc="1"/>
          <a:lstStyle/>
          <a:p>
            <a:endParaRPr kumimoji="0" lang="en-US"/>
          </a:p>
        </p:txBody>
      </p:sp>
      <p:sp>
        <p:nvSpPr>
          <p:cNvPr id="14" name="Oval 13"/>
          <p:cNvSpPr/>
          <p:nvPr/>
        </p:nvSpPr>
        <p:spPr>
          <a:xfrm>
            <a:off x="6839712" y="2925763"/>
            <a:ext cx="609600" cy="609600"/>
          </a:xfrm>
          <a:prstGeom prst="ellipse">
            <a:avLst/>
          </a:prstGeom>
          <a:solidFill>
            <a:srgbClr val="FFFFFF"/>
          </a:solidFill>
          <a:ln w="15875"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5" name="Oval 14"/>
          <p:cNvSpPr/>
          <p:nvPr/>
        </p:nvSpPr>
        <p:spPr>
          <a:xfrm>
            <a:off x="6934200" y="3020251"/>
            <a:ext cx="420624" cy="420624"/>
          </a:xfrm>
          <a:prstGeom prst="ellipse">
            <a:avLst/>
          </a:prstGeom>
          <a:solidFill>
            <a:srgbClr val="FFFFFF"/>
          </a:solidFill>
          <a:ln w="50800" cap="rnd" cmpd="dbl" algn="ctr">
            <a:solidFill>
              <a:schemeClr val="accent3">
                <a:shade val="75000"/>
              </a:schemeClr>
            </a:solid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6" name="Slide Number Placeholder 5"/>
          <p:cNvSpPr>
            <a:spLocks noGrp="1"/>
          </p:cNvSpPr>
          <p:nvPr>
            <p:ph type="sldNum" sz="quarter" idx="12"/>
          </p:nvPr>
        </p:nvSpPr>
        <p:spPr>
          <a:xfrm>
            <a:off x="6915912" y="3009901"/>
            <a:ext cx="457200" cy="441325"/>
          </a:xfrm>
        </p:spPr>
        <p:txBody>
          <a:bodyPr/>
          <a:lstStyle/>
          <a:p>
            <a:fld id="{B9EEE2D2-4F2F-4409-B5B5-225B73E010AB}" type="slidenum">
              <a:rPr lang="en-US" smtClean="0"/>
              <a:pPr/>
              <a:t>‹#›</a:t>
            </a:fld>
            <a:endParaRPr lang="en-US"/>
          </a:p>
        </p:txBody>
      </p:sp>
      <p:sp>
        <p:nvSpPr>
          <p:cNvPr id="3" name="Vertical Text Placeholder 2"/>
          <p:cNvSpPr>
            <a:spLocks noGrp="1"/>
          </p:cNvSpPr>
          <p:nvPr>
            <p:ph type="body" orient="vert" idx="1"/>
          </p:nvPr>
        </p:nvSpPr>
        <p:spPr>
          <a:xfrm>
            <a:off x="304800" y="304800"/>
            <a:ext cx="6553200" cy="5821366"/>
          </a:xfrm>
        </p:spPr>
        <p:txBody>
          <a:bodyPr vert="eaVer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Date Placeholder 3"/>
          <p:cNvSpPr>
            <a:spLocks noGrp="1"/>
          </p:cNvSpPr>
          <p:nvPr>
            <p:ph type="dt" sz="half" idx="10"/>
          </p:nvPr>
        </p:nvSpPr>
        <p:spPr/>
        <p:txBody>
          <a:bodyPr/>
          <a:lstStyle/>
          <a:p>
            <a:fld id="{DC8DCB2F-9489-48B5-A9C0-090963445D52}" type="datetime1">
              <a:rPr lang="en-US" smtClean="0"/>
              <a:pPr/>
              <a:t>3/3/2016</a:t>
            </a:fld>
            <a:endParaRPr lang="en-US"/>
          </a:p>
        </p:txBody>
      </p:sp>
      <p:sp>
        <p:nvSpPr>
          <p:cNvPr id="5" name="Footer Placeholder 4"/>
          <p:cNvSpPr>
            <a:spLocks noGrp="1"/>
          </p:cNvSpPr>
          <p:nvPr>
            <p:ph type="ftr" sz="quarter" idx="11"/>
          </p:nvPr>
        </p:nvSpPr>
        <p:spPr/>
        <p:txBody>
          <a:bodyPr/>
          <a:lstStyle/>
          <a:p>
            <a:endParaRPr lang="en-US"/>
          </a:p>
        </p:txBody>
      </p:sp>
      <p:sp>
        <p:nvSpPr>
          <p:cNvPr id="2" name="Vertical Title 1"/>
          <p:cNvSpPr>
            <a:spLocks noGrp="1"/>
          </p:cNvSpPr>
          <p:nvPr>
            <p:ph type="title" orient="vert"/>
          </p:nvPr>
        </p:nvSpPr>
        <p:spPr>
          <a:xfrm>
            <a:off x="7391400" y="304801"/>
            <a:ext cx="1447800" cy="5851525"/>
          </a:xfrm>
        </p:spPr>
        <p:txBody>
          <a:bodyPr vert="eaVert"/>
          <a:lstStyle/>
          <a:p>
            <a:r>
              <a:rPr kumimoji="0" lang="en-US" smtClean="0"/>
              <a:t>Click to edit Master title style</a:t>
            </a:r>
            <a:endParaRPr kumimoji="0" lang="en-US"/>
          </a:p>
        </p:txBody>
      </p:sp>
    </p:spTree>
  </p:cSld>
  <p:clrMapOvr>
    <a:overrideClrMapping bg1="lt1" tx1="dk1" bg2="lt2" tx2="dk2" accent1="accent1" accent2="accent2" accent3="accent3" accent4="accent4" accent5="accent5" accent6="accent6" hlink="hlink" folHlink="folHlink"/>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7" name="Rectangle 16"/>
          <p:cNvSpPr>
            <a:spLocks noChangeArrowheads="1"/>
          </p:cNvSpPr>
          <p:nvPr/>
        </p:nvSpPr>
        <p:spPr bwMode="white">
          <a:xfrm>
            <a:off x="0" y="6705600"/>
            <a:ext cx="9144000" cy="1524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6" name="Rectangle 15"/>
          <p:cNvSpPr>
            <a:spLocks noChangeArrowheads="1"/>
          </p:cNvSpPr>
          <p:nvPr/>
        </p:nvSpPr>
        <p:spPr bwMode="white">
          <a:xfrm>
            <a:off x="0" y="0"/>
            <a:ext cx="9144000" cy="1393371"/>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8" name="Rectangle 17"/>
          <p:cNvSpPr>
            <a:spLocks noChangeArrowheads="1"/>
          </p:cNvSpPr>
          <p:nvPr/>
        </p:nvSpPr>
        <p:spPr bwMode="white">
          <a:xfrm>
            <a:off x="0" y="0"/>
            <a:ext cx="152400" cy="68580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9" name="Rectangle 18"/>
          <p:cNvSpPr>
            <a:spLocks noChangeArrowheads="1"/>
          </p:cNvSpPr>
          <p:nvPr/>
        </p:nvSpPr>
        <p:spPr bwMode="white">
          <a:xfrm>
            <a:off x="8991600" y="0"/>
            <a:ext cx="152400" cy="68580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9" name="Rectangle 8"/>
          <p:cNvSpPr>
            <a:spLocks noChangeArrowheads="1"/>
          </p:cNvSpPr>
          <p:nvPr/>
        </p:nvSpPr>
        <p:spPr bwMode="auto">
          <a:xfrm>
            <a:off x="149352" y="6388385"/>
            <a:ext cx="8833104" cy="309563"/>
          </a:xfrm>
          <a:prstGeom prst="rect">
            <a:avLst/>
          </a:prstGeom>
          <a:solidFill>
            <a:schemeClr val="accent3"/>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4" name="Date Placeholder 13"/>
          <p:cNvSpPr>
            <a:spLocks noGrp="1"/>
          </p:cNvSpPr>
          <p:nvPr>
            <p:ph type="dt" sz="half" idx="2"/>
          </p:nvPr>
        </p:nvSpPr>
        <p:spPr>
          <a:xfrm>
            <a:off x="5791200" y="6404984"/>
            <a:ext cx="3044952" cy="365760"/>
          </a:xfrm>
          <a:prstGeom prst="rect">
            <a:avLst/>
          </a:prstGeom>
        </p:spPr>
        <p:txBody>
          <a:bodyPr vert="horz"/>
          <a:lstStyle>
            <a:lvl1pPr algn="r" eaLnBrk="1" latinLnBrk="0" hangingPunct="1">
              <a:defRPr kumimoji="0" sz="1400">
                <a:solidFill>
                  <a:srgbClr val="FFFFFF"/>
                </a:solidFill>
              </a:defRPr>
            </a:lvl1pPr>
          </a:lstStyle>
          <a:p>
            <a:fld id="{FB0E6D04-F14F-4339-B035-4754F094ACFA}" type="datetime1">
              <a:rPr lang="en-US" smtClean="0"/>
              <a:pPr/>
              <a:t>3/3/2016</a:t>
            </a:fld>
            <a:endParaRPr lang="en-US"/>
          </a:p>
        </p:txBody>
      </p:sp>
      <p:sp>
        <p:nvSpPr>
          <p:cNvPr id="3" name="Footer Placeholder 2"/>
          <p:cNvSpPr>
            <a:spLocks noGrp="1"/>
          </p:cNvSpPr>
          <p:nvPr>
            <p:ph type="ftr" sz="quarter" idx="3"/>
          </p:nvPr>
        </p:nvSpPr>
        <p:spPr>
          <a:xfrm>
            <a:off x="304800" y="6410848"/>
            <a:ext cx="3581400" cy="365760"/>
          </a:xfrm>
          <a:prstGeom prst="rect">
            <a:avLst/>
          </a:prstGeom>
        </p:spPr>
        <p:txBody>
          <a:bodyPr vert="horz"/>
          <a:lstStyle>
            <a:lvl1pPr algn="l" eaLnBrk="1" latinLnBrk="0" hangingPunct="1">
              <a:defRPr kumimoji="0" sz="1200">
                <a:solidFill>
                  <a:srgbClr val="FFFFFF"/>
                </a:solidFill>
              </a:defRPr>
            </a:lvl1pPr>
          </a:lstStyle>
          <a:p>
            <a:endParaRPr lang="en-US"/>
          </a:p>
        </p:txBody>
      </p:sp>
      <p:sp>
        <p:nvSpPr>
          <p:cNvPr id="8" name="Rectangle 7"/>
          <p:cNvSpPr>
            <a:spLocks noChangeArrowheads="1"/>
          </p:cNvSpPr>
          <p:nvPr/>
        </p:nvSpPr>
        <p:spPr bwMode="auto">
          <a:xfrm>
            <a:off x="152400" y="155448"/>
            <a:ext cx="8833104" cy="6547104"/>
          </a:xfrm>
          <a:prstGeom prst="rect">
            <a:avLst/>
          </a:prstGeom>
          <a:noFill/>
          <a:ln w="9525" cap="flat" cmpd="sng" algn="ctr">
            <a:solidFill>
              <a:schemeClr val="accent3">
                <a:shade val="75000"/>
              </a:schemeClr>
            </a:solidFill>
            <a:prstDash val="solid"/>
            <a:miter lim="800000"/>
            <a:headEnd type="none" w="med" len="med"/>
            <a:tailEnd type="none" w="med" len="med"/>
          </a:ln>
          <a:effectLst/>
        </p:spPr>
        <p:txBody>
          <a:bodyPr vert="horz" wrap="none" lIns="91440" tIns="45720" rIns="91440" bIns="45720" anchor="ctr" compatLnSpc="1"/>
          <a:lstStyle/>
          <a:p>
            <a:endParaRPr kumimoji="0" lang="en-US" dirty="0"/>
          </a:p>
        </p:txBody>
      </p:sp>
      <p:sp>
        <p:nvSpPr>
          <p:cNvPr id="10" name="Straight Connector 9"/>
          <p:cNvSpPr>
            <a:spLocks noChangeShapeType="1"/>
          </p:cNvSpPr>
          <p:nvPr/>
        </p:nvSpPr>
        <p:spPr bwMode="auto">
          <a:xfrm>
            <a:off x="152400" y="1276743"/>
            <a:ext cx="8833104" cy="0"/>
          </a:xfrm>
          <a:prstGeom prst="line">
            <a:avLst/>
          </a:prstGeom>
          <a:noFill/>
          <a:ln w="9525" cap="flat" cmpd="sng" algn="ctr">
            <a:solidFill>
              <a:schemeClr val="accent3">
                <a:shade val="75000"/>
              </a:schemeClr>
            </a:solidFill>
            <a:prstDash val="sysDash"/>
            <a:round/>
            <a:headEnd type="none" w="med" len="med"/>
            <a:tailEnd type="none" w="med" len="med"/>
          </a:ln>
          <a:effectLst/>
        </p:spPr>
        <p:txBody>
          <a:bodyPr vert="horz" wrap="none" lIns="91440" tIns="45720" rIns="91440" bIns="45720" anchor="ctr" compatLnSpc="1"/>
          <a:lstStyle/>
          <a:p>
            <a:endParaRPr kumimoji="0" lang="en-US"/>
          </a:p>
        </p:txBody>
      </p:sp>
      <p:sp>
        <p:nvSpPr>
          <p:cNvPr id="12" name="Oval 11"/>
          <p:cNvSpPr/>
          <p:nvPr/>
        </p:nvSpPr>
        <p:spPr>
          <a:xfrm>
            <a:off x="4267200" y="956036"/>
            <a:ext cx="609600" cy="609600"/>
          </a:xfrm>
          <a:prstGeom prst="ellipse">
            <a:avLst/>
          </a:prstGeom>
          <a:solidFill>
            <a:srgbClr val="FFFFFF"/>
          </a:solidFill>
          <a:ln w="15875"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5" name="Oval 14"/>
          <p:cNvSpPr/>
          <p:nvPr/>
        </p:nvSpPr>
        <p:spPr>
          <a:xfrm>
            <a:off x="4361688" y="1050524"/>
            <a:ext cx="420624" cy="420624"/>
          </a:xfrm>
          <a:prstGeom prst="ellipse">
            <a:avLst/>
          </a:prstGeom>
          <a:solidFill>
            <a:srgbClr val="FFFFFF"/>
          </a:solidFill>
          <a:ln w="50800" cap="rnd" cmpd="dbl" algn="ctr">
            <a:solidFill>
              <a:schemeClr val="accent3">
                <a:shade val="75000"/>
              </a:schemeClr>
            </a:solid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23" name="Slide Number Placeholder 22"/>
          <p:cNvSpPr>
            <a:spLocks noGrp="1"/>
          </p:cNvSpPr>
          <p:nvPr>
            <p:ph type="sldNum" sz="quarter" idx="4"/>
          </p:nvPr>
        </p:nvSpPr>
        <p:spPr>
          <a:xfrm>
            <a:off x="4343400" y="1040174"/>
            <a:ext cx="457200" cy="441325"/>
          </a:xfrm>
          <a:prstGeom prst="rect">
            <a:avLst/>
          </a:prstGeom>
        </p:spPr>
        <p:txBody>
          <a:bodyPr vert="horz" lIns="45720" rIns="45720" anchor="ctr">
            <a:normAutofit/>
          </a:bodyPr>
          <a:lstStyle>
            <a:lvl1pPr algn="ctr" eaLnBrk="1" latinLnBrk="0" hangingPunct="1">
              <a:defRPr kumimoji="0" sz="1600">
                <a:solidFill>
                  <a:schemeClr val="accent3">
                    <a:shade val="75000"/>
                  </a:schemeClr>
                </a:solidFill>
              </a:defRPr>
            </a:lvl1pPr>
          </a:lstStyle>
          <a:p>
            <a:fld id="{B9EEE2D2-4F2F-4409-B5B5-225B73E010AB}" type="slidenum">
              <a:rPr lang="en-US" smtClean="0"/>
              <a:pPr/>
              <a:t>‹#›</a:t>
            </a:fld>
            <a:endParaRPr lang="en-US"/>
          </a:p>
        </p:txBody>
      </p:sp>
      <p:sp>
        <p:nvSpPr>
          <p:cNvPr id="22" name="Title Placeholder 21"/>
          <p:cNvSpPr>
            <a:spLocks noGrp="1"/>
          </p:cNvSpPr>
          <p:nvPr>
            <p:ph type="title"/>
          </p:nvPr>
        </p:nvSpPr>
        <p:spPr>
          <a:xfrm>
            <a:off x="301752" y="228600"/>
            <a:ext cx="8534400" cy="758952"/>
          </a:xfrm>
          <a:prstGeom prst="rect">
            <a:avLst/>
          </a:prstGeom>
        </p:spPr>
        <p:txBody>
          <a:bodyPr vert="horz" anchor="b">
            <a:normAutofit/>
          </a:bodyPr>
          <a:lstStyle/>
          <a:p>
            <a:r>
              <a:rPr kumimoji="0" lang="en-US" smtClean="0"/>
              <a:t>Click to edit Master title style</a:t>
            </a:r>
            <a:endParaRPr kumimoji="0" lang="en-US"/>
          </a:p>
        </p:txBody>
      </p:sp>
      <p:sp>
        <p:nvSpPr>
          <p:cNvPr id="13" name="Text Placeholder 12"/>
          <p:cNvSpPr>
            <a:spLocks noGrp="1"/>
          </p:cNvSpPr>
          <p:nvPr>
            <p:ph type="body" idx="1"/>
          </p:nvPr>
        </p:nvSpPr>
        <p:spPr>
          <a:xfrm>
            <a:off x="301752" y="1524000"/>
            <a:ext cx="8534400" cy="4599432"/>
          </a:xfrm>
          <a:prstGeom prst="rect">
            <a:avLst/>
          </a:prstGeom>
        </p:spPr>
        <p:txBody>
          <a:bodyPr vert="horz">
            <a:normAutofit/>
          </a:bodyPr>
          <a:lstStyle/>
          <a:p>
            <a:pPr lvl="0" eaLnBrk="1" latinLnBrk="0" hangingPunct="1"/>
            <a:r>
              <a:rPr kumimoji="0" lang="en-US" smtClean="0"/>
              <a:t>Click to edit Master text styles</a:t>
            </a:r>
          </a:p>
          <a:p>
            <a:pPr lvl="1" eaLnBrk="1" latinLnBrk="0" hangingPunct="1"/>
            <a:r>
              <a:rPr kumimoji="0" lang="en-US" smtClean="0"/>
              <a:t>Second level</a:t>
            </a:r>
          </a:p>
          <a:p>
            <a:pPr lvl="2" eaLnBrk="1" latinLnBrk="0" hangingPunct="1"/>
            <a:r>
              <a:rPr kumimoji="0" lang="en-US" smtClean="0"/>
              <a:t>Third level</a:t>
            </a:r>
          </a:p>
          <a:p>
            <a:pPr lvl="3" eaLnBrk="1" latinLnBrk="0" hangingPunct="1"/>
            <a:r>
              <a:rPr kumimoji="0" lang="en-US" smtClean="0"/>
              <a:t>Fourth level</a:t>
            </a:r>
          </a:p>
          <a:p>
            <a:pPr lvl="4" eaLnBrk="1" latinLnBrk="0" hangingPunct="1"/>
            <a:r>
              <a:rPr kumimoji="0" lang="en-US" smtClean="0"/>
              <a:t>Fifth level</a:t>
            </a:r>
            <a:endParaRPr kumimoji="0" lang="en-US"/>
          </a:p>
        </p:txBody>
      </p:sp>
    </p:spTree>
  </p:cSld>
  <p:clrMap bg1="lt1" tx1="dk1" bg2="lt2" tx2="dk2" accent1="accent1" accent2="accent2" accent3="accent3" accent4="accent4" accent5="accent5" accent6="accent6" hlink="hlink" folHlink="folHlink"/>
  <p:sldLayoutIdLst>
    <p:sldLayoutId id="2147483733" r:id="rId1"/>
    <p:sldLayoutId id="2147483734" r:id="rId2"/>
    <p:sldLayoutId id="2147483735" r:id="rId3"/>
    <p:sldLayoutId id="2147483736" r:id="rId4"/>
    <p:sldLayoutId id="2147483737" r:id="rId5"/>
    <p:sldLayoutId id="2147483738" r:id="rId6"/>
    <p:sldLayoutId id="2147483739" r:id="rId7"/>
    <p:sldLayoutId id="2147483740" r:id="rId8"/>
    <p:sldLayoutId id="2147483741" r:id="rId9"/>
    <p:sldLayoutId id="2147483742" r:id="rId10"/>
    <p:sldLayoutId id="2147483743" r:id="rId11"/>
  </p:sldLayoutIdLst>
  <p:hf hdr="0" ftr="0" dt="0"/>
  <p:txStyles>
    <p:titleStyle>
      <a:lvl1pPr algn="ctr" rtl="0" eaLnBrk="1" latinLnBrk="0" hangingPunct="1">
        <a:spcBef>
          <a:spcPct val="0"/>
        </a:spcBef>
        <a:buNone/>
        <a:defRPr kumimoji="0" sz="3300" kern="1200">
          <a:solidFill>
            <a:schemeClr val="accent3">
              <a:shade val="75000"/>
            </a:schemeClr>
          </a:solidFill>
          <a:latin typeface="+mj-lt"/>
          <a:ea typeface="+mj-ea"/>
          <a:cs typeface="+mj-cs"/>
        </a:defRPr>
      </a:lvl1pPr>
    </p:titleStyle>
    <p:bodyStyle>
      <a:lvl1pPr marL="274320" indent="-274320" algn="l" rtl="0" eaLnBrk="1" latinLnBrk="0" hangingPunct="1">
        <a:spcBef>
          <a:spcPct val="20000"/>
        </a:spcBef>
        <a:buClr>
          <a:schemeClr val="accent1"/>
        </a:buClr>
        <a:buSzPct val="85000"/>
        <a:buFont typeface="Wingdings 2"/>
        <a:buChar char=""/>
        <a:defRPr kumimoji="0" sz="2700" kern="1200">
          <a:solidFill>
            <a:schemeClr val="tx1"/>
          </a:solidFill>
          <a:latin typeface="+mn-lt"/>
          <a:ea typeface="+mn-ea"/>
          <a:cs typeface="+mn-cs"/>
        </a:defRPr>
      </a:lvl1pPr>
      <a:lvl2pPr marL="548640" indent="-274320" algn="l" rtl="0" eaLnBrk="1" latinLnBrk="0" hangingPunct="1">
        <a:spcBef>
          <a:spcPct val="20000"/>
        </a:spcBef>
        <a:buClr>
          <a:schemeClr val="accent2"/>
        </a:buClr>
        <a:buSzPct val="70000"/>
        <a:buFont typeface="Wingdings"/>
        <a:buChar char=""/>
        <a:defRPr kumimoji="0" sz="2200" kern="1200">
          <a:solidFill>
            <a:schemeClr val="tx2"/>
          </a:solidFill>
          <a:latin typeface="+mn-lt"/>
          <a:ea typeface="+mn-ea"/>
          <a:cs typeface="+mn-cs"/>
        </a:defRPr>
      </a:lvl2pPr>
      <a:lvl3pPr marL="822960" indent="-228600" algn="l" rtl="0" eaLnBrk="1" latinLnBrk="0" hangingPunct="1">
        <a:spcBef>
          <a:spcPct val="20000"/>
        </a:spcBef>
        <a:buClr>
          <a:schemeClr val="accent3"/>
        </a:buClr>
        <a:buSzPct val="75000"/>
        <a:buFont typeface="Wingdings 2"/>
        <a:buChar char=""/>
        <a:defRPr kumimoji="0" sz="2000" kern="1200">
          <a:solidFill>
            <a:schemeClr val="tx1"/>
          </a:solidFill>
          <a:latin typeface="+mn-lt"/>
          <a:ea typeface="+mn-ea"/>
          <a:cs typeface="+mn-cs"/>
        </a:defRPr>
      </a:lvl3pPr>
      <a:lvl4pPr marL="1097280" indent="-228600" algn="l" rtl="0" eaLnBrk="1" latinLnBrk="0" hangingPunct="1">
        <a:spcBef>
          <a:spcPct val="20000"/>
        </a:spcBef>
        <a:buClr>
          <a:schemeClr val="accent4"/>
        </a:buClr>
        <a:buSzPct val="70000"/>
        <a:buFont typeface="Wingdings"/>
        <a:buChar char=""/>
        <a:defRPr kumimoji="0" sz="2000" kern="1200">
          <a:solidFill>
            <a:schemeClr val="tx2"/>
          </a:solidFill>
          <a:latin typeface="+mn-lt"/>
          <a:ea typeface="+mn-ea"/>
          <a:cs typeface="+mn-cs"/>
        </a:defRPr>
      </a:lvl4pPr>
      <a:lvl5pPr marL="1371600" indent="-228600" algn="l" rtl="0" eaLnBrk="1" latinLnBrk="0" hangingPunct="1">
        <a:spcBef>
          <a:spcPct val="20000"/>
        </a:spcBef>
        <a:buClr>
          <a:schemeClr val="accent5"/>
        </a:buClr>
        <a:buFontTx/>
        <a:buChar char="•"/>
        <a:defRPr kumimoji="0" sz="1800" kern="1200">
          <a:solidFill>
            <a:schemeClr val="tx1"/>
          </a:solidFill>
          <a:latin typeface="+mn-lt"/>
          <a:ea typeface="+mn-ea"/>
          <a:cs typeface="+mn-cs"/>
        </a:defRPr>
      </a:lvl5pPr>
      <a:lvl6pPr marL="1645920" indent="-182880" algn="l" rtl="0" eaLnBrk="1" latinLnBrk="0" hangingPunct="1">
        <a:spcBef>
          <a:spcPct val="20000"/>
        </a:spcBef>
        <a:buClr>
          <a:schemeClr val="accent6"/>
        </a:buClr>
        <a:buSzPct val="80000"/>
        <a:buFont typeface="Wingdings 2"/>
        <a:buChar char=""/>
        <a:defRPr kumimoji="0" sz="1800" kern="1200">
          <a:solidFill>
            <a:schemeClr val="tx1"/>
          </a:solidFill>
          <a:latin typeface="+mn-lt"/>
          <a:ea typeface="+mn-ea"/>
          <a:cs typeface="+mn-cs"/>
        </a:defRPr>
      </a:lvl6pPr>
      <a:lvl7pPr marL="1920240" indent="-182880" algn="l" rtl="0" eaLnBrk="1" latinLnBrk="0" hangingPunct="1">
        <a:spcBef>
          <a:spcPct val="20000"/>
        </a:spcBef>
        <a:buClr>
          <a:schemeClr val="accent1">
            <a:shade val="75000"/>
          </a:schemeClr>
        </a:buClr>
        <a:buSzPct val="90000"/>
        <a:buChar char="•"/>
        <a:defRPr kumimoji="0" sz="1600" kern="1200" baseline="0">
          <a:solidFill>
            <a:schemeClr val="tx1"/>
          </a:solidFill>
          <a:latin typeface="+mn-lt"/>
          <a:ea typeface="+mn-ea"/>
          <a:cs typeface="+mn-cs"/>
        </a:defRPr>
      </a:lvl7pPr>
      <a:lvl8pPr marL="2103120" indent="-182880" algn="l" rtl="0" eaLnBrk="1" latinLnBrk="0" hangingPunct="1">
        <a:spcBef>
          <a:spcPct val="20000"/>
        </a:spcBef>
        <a:buClr>
          <a:schemeClr val="accent4">
            <a:shade val="75000"/>
          </a:schemeClr>
        </a:buClr>
        <a:buChar char="•"/>
        <a:defRPr kumimoji="0" sz="1600" kern="1200">
          <a:solidFill>
            <a:schemeClr val="tx1"/>
          </a:solidFill>
          <a:latin typeface="+mn-lt"/>
          <a:ea typeface="+mn-ea"/>
          <a:cs typeface="+mn-cs"/>
        </a:defRPr>
      </a:lvl8pPr>
      <a:lvl9pPr marL="2377440" indent="-182880" algn="l" rtl="0" eaLnBrk="1" latinLnBrk="0" hangingPunct="1">
        <a:spcBef>
          <a:spcPct val="20000"/>
        </a:spcBef>
        <a:buClr>
          <a:schemeClr val="accent2">
            <a:shade val="75000"/>
          </a:schemeClr>
        </a:buClr>
        <a:buSzPct val="90000"/>
        <a:buChar char="•"/>
        <a:defRPr kumimoji="0" sz="1400" kern="1200" cap="all" baseline="0">
          <a:solidFill>
            <a:schemeClr val="tx1"/>
          </a:solidFill>
          <a:latin typeface="+mn-lt"/>
          <a:ea typeface="+mn-ea"/>
          <a:cs typeface="+mn-cs"/>
        </a:defRPr>
      </a:lvl9pPr>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457200" y="457200"/>
            <a:ext cx="8001000" cy="2301240"/>
          </a:xfrm>
        </p:spPr>
        <p:txBody>
          <a:bodyPr>
            <a:normAutofit fontScale="90000"/>
          </a:bodyPr>
          <a:lstStyle/>
          <a:p>
            <a:r>
              <a:rPr lang="en-US" sz="6000" b="1" dirty="0" smtClean="0">
                <a:solidFill>
                  <a:srgbClr val="002060"/>
                </a:solidFill>
              </a:rPr>
              <a:t>Push Recovery For Humanoid Robot</a:t>
            </a:r>
            <a:r>
              <a:rPr lang="en-US" sz="6000" dirty="0" smtClean="0"/>
              <a:t/>
            </a:r>
            <a:br>
              <a:rPr lang="en-US" sz="6000" dirty="0" smtClean="0"/>
            </a:br>
            <a:endParaRPr lang="en-US" sz="6000" dirty="0"/>
          </a:p>
        </p:txBody>
      </p:sp>
      <p:sp>
        <p:nvSpPr>
          <p:cNvPr id="4" name="Slide Number Placeholder 3"/>
          <p:cNvSpPr>
            <a:spLocks noGrp="1"/>
          </p:cNvSpPr>
          <p:nvPr>
            <p:ph type="sldNum" sz="quarter" idx="12"/>
          </p:nvPr>
        </p:nvSpPr>
        <p:spPr/>
        <p:txBody>
          <a:bodyPr/>
          <a:lstStyle/>
          <a:p>
            <a:fld id="{B9EEE2D2-4F2F-4409-B5B5-225B73E010AB}" type="slidenum">
              <a:rPr lang="en-US" smtClean="0"/>
              <a:pPr/>
              <a:t>1</a:t>
            </a:fld>
            <a:endParaRPr lang="en-US"/>
          </a:p>
        </p:txBody>
      </p:sp>
      <p:sp>
        <p:nvSpPr>
          <p:cNvPr id="5" name="Rectangle 4"/>
          <p:cNvSpPr/>
          <p:nvPr/>
        </p:nvSpPr>
        <p:spPr>
          <a:xfrm>
            <a:off x="228600" y="4114800"/>
            <a:ext cx="8610600" cy="1477328"/>
          </a:xfrm>
          <a:prstGeom prst="rect">
            <a:avLst/>
          </a:prstGeom>
        </p:spPr>
        <p:txBody>
          <a:bodyPr wrap="square">
            <a:spAutoFit/>
          </a:bodyPr>
          <a:lstStyle/>
          <a:p>
            <a:pPr lvl="0" indent="-152400" algn="ctr">
              <a:buClr>
                <a:srgbClr val="CCCCCC"/>
              </a:buClr>
              <a:buSzPct val="100000"/>
            </a:pPr>
            <a:r>
              <a:rPr lang="en-IN" sz="3000" kern="0" dirty="0" smtClean="0">
                <a:latin typeface="Arial"/>
                <a:cs typeface="Arial"/>
                <a:sym typeface="Arial"/>
              </a:rPr>
              <a:t>By</a:t>
            </a:r>
          </a:p>
          <a:p>
            <a:pPr lvl="0" indent="-152400" algn="ctr">
              <a:buClr>
                <a:srgbClr val="CCCCCC"/>
              </a:buClr>
              <a:buSzPct val="100000"/>
            </a:pPr>
            <a:r>
              <a:rPr lang="en-IN" sz="3000" kern="0" dirty="0" smtClean="0">
                <a:latin typeface="Arial"/>
                <a:cs typeface="Arial"/>
                <a:sym typeface="Arial"/>
              </a:rPr>
              <a:t> </a:t>
            </a:r>
            <a:r>
              <a:rPr lang="en-IN" sz="3000" kern="0" dirty="0" err="1" smtClean="0">
                <a:latin typeface="Arial"/>
                <a:cs typeface="Arial"/>
                <a:sym typeface="Arial"/>
              </a:rPr>
              <a:t>Anubha</a:t>
            </a:r>
            <a:r>
              <a:rPr lang="en-IN" sz="3000" kern="0" dirty="0" smtClean="0">
                <a:latin typeface="Arial"/>
                <a:cs typeface="Arial"/>
                <a:sym typeface="Arial"/>
              </a:rPr>
              <a:t> </a:t>
            </a:r>
            <a:r>
              <a:rPr lang="en-IN" sz="3000" kern="0" dirty="0" err="1" smtClean="0">
                <a:latin typeface="Arial"/>
                <a:cs typeface="Arial"/>
                <a:sym typeface="Arial"/>
              </a:rPr>
              <a:t>Parashar</a:t>
            </a:r>
            <a:endParaRPr lang="en-IN" sz="3000" kern="0" dirty="0" smtClean="0">
              <a:latin typeface="Arial"/>
              <a:cs typeface="Arial"/>
              <a:sym typeface="Arial"/>
            </a:endParaRPr>
          </a:p>
          <a:p>
            <a:pPr lvl="0" indent="-152400" algn="ctr">
              <a:buClr>
                <a:srgbClr val="CCCCCC"/>
              </a:buClr>
              <a:buSzPct val="100000"/>
            </a:pPr>
            <a:r>
              <a:rPr lang="en-IN" sz="3000" kern="0" dirty="0" err="1" smtClean="0">
                <a:latin typeface="Arial"/>
                <a:cs typeface="Arial"/>
                <a:sym typeface="Arial"/>
              </a:rPr>
              <a:t>Vaish</a:t>
            </a:r>
            <a:r>
              <a:rPr lang="en-IN" sz="3000" kern="0" dirty="0" smtClean="0">
                <a:latin typeface="Arial"/>
                <a:cs typeface="Arial"/>
                <a:sym typeface="Arial"/>
              </a:rPr>
              <a:t> College Of </a:t>
            </a:r>
            <a:r>
              <a:rPr lang="en-IN" sz="3000" kern="0" dirty="0" err="1" smtClean="0">
                <a:latin typeface="Arial"/>
                <a:cs typeface="Arial"/>
                <a:sym typeface="Arial"/>
              </a:rPr>
              <a:t>Engineering,Rohtak,Haryana</a:t>
            </a:r>
            <a:r>
              <a:rPr lang="en-IN" sz="3000" kern="0" dirty="0" smtClean="0">
                <a:latin typeface="Arial"/>
                <a:cs typeface="Arial"/>
                <a:sym typeface="Arial"/>
              </a:rPr>
              <a:t>.</a:t>
            </a:r>
            <a:endParaRPr lang="en-IN" sz="3000" kern="0" dirty="0">
              <a:latin typeface="Arial"/>
              <a:cs typeface="Arial"/>
              <a:sym typeface="Arial"/>
            </a:endParaRPr>
          </a:p>
        </p:txBody>
      </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28600" y="381000"/>
            <a:ext cx="8534400" cy="758952"/>
          </a:xfrm>
        </p:spPr>
        <p:txBody>
          <a:bodyPr>
            <a:noAutofit/>
          </a:bodyPr>
          <a:lstStyle/>
          <a:p>
            <a:r>
              <a:rPr lang="en" sz="3200" dirty="0" smtClean="0"/>
              <a:t>What are we going to learn? (and why it’s important to learn now).</a:t>
            </a:r>
            <a:endParaRPr lang="en-US" sz="3200" b="1" dirty="0"/>
          </a:p>
        </p:txBody>
      </p:sp>
      <p:sp>
        <p:nvSpPr>
          <p:cNvPr id="3" name="Content Placeholder 2"/>
          <p:cNvSpPr>
            <a:spLocks noGrp="1"/>
          </p:cNvSpPr>
          <p:nvPr>
            <p:ph sz="quarter" idx="1"/>
          </p:nvPr>
        </p:nvSpPr>
        <p:spPr/>
        <p:txBody>
          <a:bodyPr>
            <a:normAutofit lnSpcReduction="10000"/>
          </a:bodyPr>
          <a:lstStyle/>
          <a:p>
            <a:pPr lvl="0"/>
            <a:endParaRPr lang="en-US" sz="2400" dirty="0" smtClean="0"/>
          </a:p>
          <a:p>
            <a:pPr lvl="0"/>
            <a:r>
              <a:rPr lang="en-US" sz="2400" dirty="0" smtClean="0"/>
              <a:t>Introduction 					                                  </a:t>
            </a:r>
          </a:p>
          <a:p>
            <a:r>
              <a:rPr lang="en-US" sz="2400" dirty="0" smtClean="0"/>
              <a:t>The problem			                                 </a:t>
            </a:r>
          </a:p>
          <a:p>
            <a:r>
              <a:rPr lang="en-US" sz="2400" dirty="0" smtClean="0"/>
              <a:t>The Goal Of Paper				                                 </a:t>
            </a:r>
          </a:p>
          <a:p>
            <a:r>
              <a:rPr lang="en-US" sz="2400" dirty="0" smtClean="0"/>
              <a:t>Strategy	                         </a:t>
            </a:r>
          </a:p>
          <a:p>
            <a:r>
              <a:rPr lang="en-US" sz="2400" dirty="0" smtClean="0"/>
              <a:t>Proposed System 				                                </a:t>
            </a:r>
          </a:p>
          <a:p>
            <a:pPr lvl="0"/>
            <a:r>
              <a:rPr lang="en-US" sz="2400" dirty="0" smtClean="0"/>
              <a:t>Solution</a:t>
            </a:r>
          </a:p>
          <a:p>
            <a:r>
              <a:rPr lang="en-US" sz="2400" dirty="0" smtClean="0"/>
              <a:t>Methodology	</a:t>
            </a:r>
          </a:p>
          <a:p>
            <a:r>
              <a:rPr lang="en-US" sz="2400" dirty="0" smtClean="0"/>
              <a:t>Results</a:t>
            </a:r>
          </a:p>
          <a:p>
            <a:r>
              <a:rPr lang="en-US" sz="2400" dirty="0" smtClean="0"/>
              <a:t>Conclusion</a:t>
            </a:r>
            <a:r>
              <a:rPr lang="en-US" dirty="0" smtClean="0"/>
              <a:t>				                                </a:t>
            </a:r>
          </a:p>
          <a:p>
            <a:pPr>
              <a:buNone/>
            </a:pPr>
            <a:r>
              <a:rPr lang="en-US" b="1" dirty="0" smtClean="0"/>
              <a:t> </a:t>
            </a:r>
            <a:endParaRPr lang="en-US" dirty="0" smtClean="0"/>
          </a:p>
          <a:p>
            <a:endParaRPr lang="en-US" dirty="0"/>
          </a:p>
        </p:txBody>
      </p:sp>
      <p:sp>
        <p:nvSpPr>
          <p:cNvPr id="4" name="Slide Number Placeholder 3"/>
          <p:cNvSpPr>
            <a:spLocks noGrp="1"/>
          </p:cNvSpPr>
          <p:nvPr>
            <p:ph type="sldNum" sz="quarter" idx="12"/>
          </p:nvPr>
        </p:nvSpPr>
        <p:spPr/>
        <p:txBody>
          <a:bodyPr/>
          <a:lstStyle/>
          <a:p>
            <a:fld id="{B9EEE2D2-4F2F-4409-B5B5-225B73E010AB}" type="slidenum">
              <a:rPr lang="en-US" smtClean="0"/>
              <a:pPr/>
              <a:t>2</a:t>
            </a:fld>
            <a:endParaRPr lang="en-US"/>
          </a:p>
        </p:txBody>
      </p:sp>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ubtitle 1"/>
          <p:cNvSpPr>
            <a:spLocks noGrp="1"/>
          </p:cNvSpPr>
          <p:nvPr>
            <p:ph type="subTitle" idx="1"/>
          </p:nvPr>
        </p:nvSpPr>
        <p:spPr/>
        <p:txBody>
          <a:bodyPr/>
          <a:lstStyle/>
          <a:p>
            <a:endParaRPr lang="en-IN" dirty="0"/>
          </a:p>
        </p:txBody>
      </p:sp>
      <p:sp>
        <p:nvSpPr>
          <p:cNvPr id="3" name="Slide Number Placeholder 2"/>
          <p:cNvSpPr>
            <a:spLocks noGrp="1"/>
          </p:cNvSpPr>
          <p:nvPr>
            <p:ph type="sldNum" sz="quarter" idx="12"/>
          </p:nvPr>
        </p:nvSpPr>
        <p:spPr/>
        <p:txBody>
          <a:bodyPr/>
          <a:lstStyle/>
          <a:p>
            <a:fld id="{B9EEE2D2-4F2F-4409-B5B5-225B73E010AB}" type="slidenum">
              <a:rPr lang="en-US" smtClean="0"/>
              <a:pPr/>
              <a:t>3</a:t>
            </a:fld>
            <a:endParaRPr lang="en-US"/>
          </a:p>
        </p:txBody>
      </p:sp>
      <p:sp>
        <p:nvSpPr>
          <p:cNvPr id="4" name="Title 3"/>
          <p:cNvSpPr>
            <a:spLocks noGrp="1"/>
          </p:cNvSpPr>
          <p:nvPr>
            <p:ph type="ctrTitle"/>
          </p:nvPr>
        </p:nvSpPr>
        <p:spPr/>
        <p:txBody>
          <a:bodyPr/>
          <a:lstStyle/>
          <a:p>
            <a:r>
              <a:rPr lang="en" dirty="0" smtClean="0"/>
              <a:t>Why you should listen to me.</a:t>
            </a:r>
            <a:endParaRPr lang="en-IN" dirty="0"/>
          </a:p>
        </p:txBody>
      </p:sp>
    </p:spTree>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t>INTRODUCTION</a:t>
            </a:r>
            <a:endParaRPr lang="en-US" b="1" dirty="0"/>
          </a:p>
        </p:txBody>
      </p:sp>
      <p:sp>
        <p:nvSpPr>
          <p:cNvPr id="3" name="Content Placeholder 2"/>
          <p:cNvSpPr>
            <a:spLocks noGrp="1"/>
          </p:cNvSpPr>
          <p:nvPr>
            <p:ph sz="quarter" idx="1"/>
          </p:nvPr>
        </p:nvSpPr>
        <p:spPr/>
        <p:txBody>
          <a:bodyPr>
            <a:normAutofit fontScale="85000" lnSpcReduction="10000"/>
          </a:bodyPr>
          <a:lstStyle/>
          <a:p>
            <a:r>
              <a:rPr lang="en-US" sz="2000" dirty="0" smtClean="0"/>
              <a:t>Push recovery is prime ability that is essential to be </a:t>
            </a:r>
            <a:r>
              <a:rPr lang="en-IN" sz="2000" dirty="0" smtClean="0">
                <a:latin typeface="Times New Roman"/>
                <a:ea typeface="Calibri"/>
              </a:rPr>
              <a:t>incorporated in order to develop a robust humanoid robot to support bipedalism.</a:t>
            </a:r>
            <a:endParaRPr lang="en-US" sz="2000" dirty="0" smtClean="0"/>
          </a:p>
          <a:p>
            <a:endParaRPr lang="en-US" sz="2000" dirty="0" smtClean="0"/>
          </a:p>
          <a:p>
            <a:r>
              <a:rPr lang="en-IN" sz="2000" dirty="0" smtClean="0"/>
              <a:t>In real environment it is very essential for humanoid robot to maintain balance.</a:t>
            </a:r>
          </a:p>
          <a:p>
            <a:endParaRPr lang="en-US" sz="2000" dirty="0" smtClean="0"/>
          </a:p>
          <a:p>
            <a:r>
              <a:rPr lang="en-US" sz="2000" dirty="0" smtClean="0"/>
              <a:t>We develop human robots to develop human activities.</a:t>
            </a:r>
          </a:p>
          <a:p>
            <a:pPr>
              <a:buNone/>
            </a:pPr>
            <a:endParaRPr lang="en-US" sz="2000" dirty="0" smtClean="0"/>
          </a:p>
          <a:p>
            <a:r>
              <a:rPr lang="en-IN" sz="2000" dirty="0" smtClean="0"/>
              <a:t>Though we can say human locomotion seems effortless but it is exceptionally complex.</a:t>
            </a:r>
          </a:p>
          <a:p>
            <a:endParaRPr lang="en-IN" sz="2000" dirty="0" smtClean="0"/>
          </a:p>
          <a:p>
            <a:r>
              <a:rPr lang="en-US" sz="2000" dirty="0" smtClean="0"/>
              <a:t>When we talk about push recovery features in humanoid robot, we face difficulties as compared to human or animals.</a:t>
            </a:r>
            <a:endParaRPr lang="en-IN" sz="2000" dirty="0" smtClean="0"/>
          </a:p>
          <a:p>
            <a:pPr>
              <a:buNone/>
            </a:pPr>
            <a:endParaRPr lang="en-US" sz="2000" dirty="0" smtClean="0"/>
          </a:p>
          <a:p>
            <a:r>
              <a:rPr lang="en-US" sz="2000" dirty="0" smtClean="0"/>
              <a:t>Difficulty in push recovery of humanoid robot.</a:t>
            </a:r>
          </a:p>
          <a:p>
            <a:pPr>
              <a:buNone/>
            </a:pPr>
            <a:endParaRPr lang="en-US" sz="2000" dirty="0" smtClean="0"/>
          </a:p>
          <a:p>
            <a:r>
              <a:rPr lang="en-US" sz="2000" dirty="0" smtClean="0"/>
              <a:t>Appropriate region  for stepping(Capture region)</a:t>
            </a:r>
          </a:p>
          <a:p>
            <a:endParaRPr lang="en-US" sz="2000" dirty="0" smtClean="0"/>
          </a:p>
          <a:p>
            <a:pPr>
              <a:buNone/>
            </a:pPr>
            <a:endParaRPr lang="en-US" sz="2000" dirty="0" smtClean="0"/>
          </a:p>
        </p:txBody>
      </p:sp>
      <p:sp>
        <p:nvSpPr>
          <p:cNvPr id="4" name="Slide Number Placeholder 3"/>
          <p:cNvSpPr>
            <a:spLocks noGrp="1"/>
          </p:cNvSpPr>
          <p:nvPr>
            <p:ph type="sldNum" sz="quarter" idx="12"/>
          </p:nvPr>
        </p:nvSpPr>
        <p:spPr/>
        <p:txBody>
          <a:bodyPr/>
          <a:lstStyle/>
          <a:p>
            <a:fld id="{B9EEE2D2-4F2F-4409-B5B5-225B73E010AB}" type="slidenum">
              <a:rPr lang="en-US" smtClean="0"/>
              <a:pPr/>
              <a:t>4</a:t>
            </a:fld>
            <a:endParaRPr lang="en-US"/>
          </a:p>
        </p:txBody>
      </p:sp>
    </p:spTree>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r"/>
            <a:r>
              <a:rPr lang="en-US" b="1" dirty="0" err="1" smtClean="0"/>
              <a:t>Contd</a:t>
            </a:r>
            <a:r>
              <a:rPr lang="en-US" b="1" dirty="0" smtClean="0"/>
              <a:t>…</a:t>
            </a:r>
            <a:endParaRPr lang="en-US" dirty="0"/>
          </a:p>
        </p:txBody>
      </p:sp>
      <p:sp>
        <p:nvSpPr>
          <p:cNvPr id="3" name="Content Placeholder 2"/>
          <p:cNvSpPr>
            <a:spLocks noGrp="1"/>
          </p:cNvSpPr>
          <p:nvPr>
            <p:ph sz="quarter" idx="1"/>
          </p:nvPr>
        </p:nvSpPr>
        <p:spPr/>
        <p:txBody>
          <a:bodyPr/>
          <a:lstStyle/>
          <a:p>
            <a:r>
              <a:rPr lang="en-US" sz="2000" b="1" dirty="0" smtClean="0"/>
              <a:t>When to take step</a:t>
            </a:r>
            <a:r>
              <a:rPr lang="en-US" sz="2000" dirty="0" smtClean="0"/>
              <a:t>: the robot is able to recover from the external force without taking step if a capture point is situated within the convex hull of the foot support area.</a:t>
            </a:r>
          </a:p>
          <a:p>
            <a:endParaRPr lang="en-US" sz="2000" dirty="0" smtClean="0"/>
          </a:p>
          <a:p>
            <a:pPr>
              <a:buNone/>
            </a:pPr>
            <a:endParaRPr lang="en-US" sz="2000" dirty="0" smtClean="0"/>
          </a:p>
          <a:p>
            <a:endParaRPr lang="en-US" dirty="0"/>
          </a:p>
        </p:txBody>
      </p:sp>
      <p:pic>
        <p:nvPicPr>
          <p:cNvPr id="6" name="Picture 3"/>
          <p:cNvPicPr>
            <a:picLocks noChangeAspect="1" noChangeArrowheads="1"/>
          </p:cNvPicPr>
          <p:nvPr/>
        </p:nvPicPr>
        <p:blipFill>
          <a:blip r:embed="rId2" cstate="print"/>
          <a:srcRect/>
          <a:stretch>
            <a:fillRect/>
          </a:stretch>
        </p:blipFill>
        <p:spPr bwMode="auto">
          <a:xfrm>
            <a:off x="2514600" y="2895600"/>
            <a:ext cx="4130176" cy="2535238"/>
          </a:xfrm>
          <a:prstGeom prst="rect">
            <a:avLst/>
          </a:prstGeom>
          <a:noFill/>
          <a:ln w="9525">
            <a:noFill/>
            <a:miter lim="800000"/>
            <a:headEnd/>
            <a:tailEnd/>
          </a:ln>
        </p:spPr>
      </p:pic>
      <p:sp>
        <p:nvSpPr>
          <p:cNvPr id="5" name="Slide Number Placeholder 4"/>
          <p:cNvSpPr>
            <a:spLocks noGrp="1"/>
          </p:cNvSpPr>
          <p:nvPr>
            <p:ph type="sldNum" sz="quarter" idx="12"/>
          </p:nvPr>
        </p:nvSpPr>
        <p:spPr/>
        <p:txBody>
          <a:bodyPr/>
          <a:lstStyle/>
          <a:p>
            <a:fld id="{B9EEE2D2-4F2F-4409-B5B5-225B73E010AB}" type="slidenum">
              <a:rPr lang="en-US" smtClean="0"/>
              <a:pPr/>
              <a:t>5</a:t>
            </a:fld>
            <a:endParaRPr lang="en-US"/>
          </a:p>
        </p:txBody>
      </p:sp>
    </p:spTree>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r"/>
            <a:r>
              <a:rPr lang="en-US" b="1" dirty="0" err="1" smtClean="0"/>
              <a:t>Contd</a:t>
            </a:r>
            <a:r>
              <a:rPr lang="en-US" b="1" dirty="0" smtClean="0"/>
              <a:t>…</a:t>
            </a:r>
            <a:endParaRPr lang="en-US" dirty="0"/>
          </a:p>
        </p:txBody>
      </p:sp>
      <p:sp>
        <p:nvSpPr>
          <p:cNvPr id="8" name="Content Placeholder 7"/>
          <p:cNvSpPr>
            <a:spLocks noGrp="1"/>
          </p:cNvSpPr>
          <p:nvPr>
            <p:ph sz="quarter" idx="1"/>
          </p:nvPr>
        </p:nvSpPr>
        <p:spPr>
          <a:xfrm>
            <a:off x="301752" y="1527048"/>
            <a:ext cx="8537448" cy="1514261"/>
          </a:xfrm>
          <a:prstGeom prst="rect">
            <a:avLst/>
          </a:prstGeom>
        </p:spPr>
        <p:txBody>
          <a:bodyPr wrap="square">
            <a:spAutoFit/>
          </a:bodyPr>
          <a:lstStyle/>
          <a:p>
            <a:r>
              <a:rPr lang="en-US" sz="2000" b="1" dirty="0" smtClean="0"/>
              <a:t>Where to take step</a:t>
            </a:r>
            <a:r>
              <a:rPr lang="en-US" sz="2000" dirty="0" smtClean="0"/>
              <a:t>: if the base of support regains an intersection with the capture region after taking a step, robot is able to bring itself to stop.</a:t>
            </a:r>
          </a:p>
          <a:p>
            <a:pPr algn="ctr"/>
            <a:endParaRPr lang="en-US" dirty="0" smtClean="0"/>
          </a:p>
        </p:txBody>
      </p:sp>
      <p:pic>
        <p:nvPicPr>
          <p:cNvPr id="2052" name="Picture 4"/>
          <p:cNvPicPr>
            <a:picLocks noChangeAspect="1" noChangeArrowheads="1"/>
          </p:cNvPicPr>
          <p:nvPr/>
        </p:nvPicPr>
        <p:blipFill>
          <a:blip r:embed="rId2" cstate="print"/>
          <a:srcRect/>
          <a:stretch>
            <a:fillRect/>
          </a:stretch>
        </p:blipFill>
        <p:spPr bwMode="auto">
          <a:xfrm>
            <a:off x="2514600" y="2819400"/>
            <a:ext cx="4272492" cy="2514600"/>
          </a:xfrm>
          <a:prstGeom prst="rect">
            <a:avLst/>
          </a:prstGeom>
          <a:noFill/>
          <a:ln w="9525">
            <a:noFill/>
            <a:miter lim="800000"/>
            <a:headEnd/>
            <a:tailEnd/>
          </a:ln>
        </p:spPr>
      </p:pic>
      <p:sp>
        <p:nvSpPr>
          <p:cNvPr id="5" name="Slide Number Placeholder 4"/>
          <p:cNvSpPr>
            <a:spLocks noGrp="1"/>
          </p:cNvSpPr>
          <p:nvPr>
            <p:ph type="sldNum" sz="quarter" idx="12"/>
          </p:nvPr>
        </p:nvSpPr>
        <p:spPr/>
        <p:txBody>
          <a:bodyPr/>
          <a:lstStyle/>
          <a:p>
            <a:fld id="{B9EEE2D2-4F2F-4409-B5B5-225B73E010AB}" type="slidenum">
              <a:rPr lang="en-US" smtClean="0"/>
              <a:pPr/>
              <a:t>6</a:t>
            </a:fld>
            <a:endParaRPr lang="en-US"/>
          </a:p>
        </p:txBody>
      </p:sp>
    </p:spTree>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b="1" dirty="0" smtClean="0"/>
              <a:t>The problem</a:t>
            </a:r>
            <a:endParaRPr lang="en-US" dirty="0"/>
          </a:p>
        </p:txBody>
      </p:sp>
      <p:sp>
        <p:nvSpPr>
          <p:cNvPr id="3" name="Content Placeholder 2"/>
          <p:cNvSpPr>
            <a:spLocks noGrp="1"/>
          </p:cNvSpPr>
          <p:nvPr>
            <p:ph sz="quarter" idx="1"/>
          </p:nvPr>
        </p:nvSpPr>
        <p:spPr/>
        <p:txBody>
          <a:bodyPr>
            <a:normAutofit fontScale="92500" lnSpcReduction="10000"/>
          </a:bodyPr>
          <a:lstStyle/>
          <a:p>
            <a:r>
              <a:rPr lang="en-US" sz="2000" b="1" dirty="0" smtClean="0"/>
              <a:t>Failure</a:t>
            </a:r>
            <a:r>
              <a:rPr lang="en-US" sz="2000" dirty="0" smtClean="0"/>
              <a:t>: The humanoid will fail to recover from a push in one step if the capture region in its entirety lies outside the kinematic workspace of the swing foot. In this case the robot must take at least two steps in order to stop, if it can stop at all.</a:t>
            </a:r>
          </a:p>
          <a:p>
            <a:endParaRPr lang="en-IN" sz="2000" dirty="0" smtClean="0"/>
          </a:p>
          <a:p>
            <a:endParaRPr lang="en-IN" sz="2000" dirty="0" smtClean="0"/>
          </a:p>
          <a:p>
            <a:endParaRPr lang="en-IN" sz="2000" dirty="0" smtClean="0"/>
          </a:p>
          <a:p>
            <a:endParaRPr lang="en-IN" sz="2000" dirty="0" smtClean="0"/>
          </a:p>
          <a:p>
            <a:endParaRPr lang="en-IN" sz="2000" dirty="0" smtClean="0"/>
          </a:p>
          <a:p>
            <a:endParaRPr lang="en-IN" sz="2000" dirty="0" smtClean="0"/>
          </a:p>
          <a:p>
            <a:endParaRPr lang="en-IN" sz="2000" dirty="0" smtClean="0"/>
          </a:p>
          <a:p>
            <a:endParaRPr lang="en-IN" sz="2000" dirty="0" smtClean="0"/>
          </a:p>
          <a:p>
            <a:r>
              <a:rPr lang="en-IN" sz="2000" dirty="0" smtClean="0"/>
              <a:t>It is troublesome to obtain perfect motion like human gait when there is high Degree of Freedom and variable mechanical structure of a human body.</a:t>
            </a:r>
            <a:endParaRPr lang="en-US" sz="2000" dirty="0" smtClean="0"/>
          </a:p>
          <a:p>
            <a:endParaRPr lang="en-US" dirty="0"/>
          </a:p>
        </p:txBody>
      </p:sp>
      <p:pic>
        <p:nvPicPr>
          <p:cNvPr id="4098" name="Picture 2"/>
          <p:cNvPicPr>
            <a:picLocks noChangeAspect="1" noChangeArrowheads="1"/>
          </p:cNvPicPr>
          <p:nvPr/>
        </p:nvPicPr>
        <p:blipFill>
          <a:blip r:embed="rId2" cstate="print"/>
          <a:srcRect/>
          <a:stretch>
            <a:fillRect/>
          </a:stretch>
        </p:blipFill>
        <p:spPr bwMode="auto">
          <a:xfrm>
            <a:off x="3352800" y="2438400"/>
            <a:ext cx="3717937" cy="2667000"/>
          </a:xfrm>
          <a:prstGeom prst="rect">
            <a:avLst/>
          </a:prstGeom>
          <a:noFill/>
          <a:ln w="9525">
            <a:noFill/>
            <a:miter lim="800000"/>
            <a:headEnd/>
            <a:tailEnd/>
          </a:ln>
        </p:spPr>
      </p:pic>
      <p:sp>
        <p:nvSpPr>
          <p:cNvPr id="5" name="Slide Number Placeholder 4"/>
          <p:cNvSpPr>
            <a:spLocks noGrp="1"/>
          </p:cNvSpPr>
          <p:nvPr>
            <p:ph type="sldNum" sz="quarter" idx="12"/>
          </p:nvPr>
        </p:nvSpPr>
        <p:spPr/>
        <p:txBody>
          <a:bodyPr/>
          <a:lstStyle/>
          <a:p>
            <a:fld id="{B9EEE2D2-4F2F-4409-B5B5-225B73E010AB}" type="slidenum">
              <a:rPr lang="en-US" smtClean="0"/>
              <a:pPr/>
              <a:t>7</a:t>
            </a:fld>
            <a:endParaRPr lang="en-US"/>
          </a:p>
        </p:txBody>
      </p:sp>
    </p:spTree>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b="1" dirty="0" smtClean="0"/>
              <a:t>The Goal Of Paper</a:t>
            </a:r>
            <a:endParaRPr lang="en-US" dirty="0"/>
          </a:p>
        </p:txBody>
      </p:sp>
      <p:sp>
        <p:nvSpPr>
          <p:cNvPr id="3" name="Content Placeholder 2"/>
          <p:cNvSpPr>
            <a:spLocks noGrp="1"/>
          </p:cNvSpPr>
          <p:nvPr>
            <p:ph sz="quarter" idx="1"/>
          </p:nvPr>
        </p:nvSpPr>
        <p:spPr/>
        <p:txBody>
          <a:bodyPr/>
          <a:lstStyle/>
          <a:p>
            <a:r>
              <a:rPr lang="en-IN" sz="2000" dirty="0" smtClean="0"/>
              <a:t>The goal of this paper is to search easy, lucid way for push recovery walking in humanoid robots. </a:t>
            </a:r>
          </a:p>
          <a:p>
            <a:pPr>
              <a:buNone/>
            </a:pPr>
            <a:endParaRPr lang="en-IN" sz="2000" dirty="0" smtClean="0"/>
          </a:p>
          <a:p>
            <a:r>
              <a:rPr lang="en-IN" sz="2000" dirty="0" smtClean="0"/>
              <a:t>So we collect the push data by pushing humanoid robot from behind and we train the system by applying K-Mean algorithm and using crouch as data. </a:t>
            </a:r>
          </a:p>
          <a:p>
            <a:pPr>
              <a:buNone/>
            </a:pPr>
            <a:endParaRPr lang="en-IN" sz="2000" dirty="0" smtClean="0"/>
          </a:p>
          <a:p>
            <a:r>
              <a:rPr lang="en-IN" sz="2000" dirty="0" smtClean="0"/>
              <a:t>Therefore we get a trained system which can analyse and work on any push recovery strategy.</a:t>
            </a:r>
            <a:endParaRPr lang="en-US" dirty="0"/>
          </a:p>
        </p:txBody>
      </p:sp>
      <p:sp>
        <p:nvSpPr>
          <p:cNvPr id="5" name="Slide Number Placeholder 4"/>
          <p:cNvSpPr>
            <a:spLocks noGrp="1"/>
          </p:cNvSpPr>
          <p:nvPr>
            <p:ph type="sldNum" sz="quarter" idx="12"/>
          </p:nvPr>
        </p:nvSpPr>
        <p:spPr/>
        <p:txBody>
          <a:bodyPr/>
          <a:lstStyle/>
          <a:p>
            <a:fld id="{B9EEE2D2-4F2F-4409-B5B5-225B73E010AB}" type="slidenum">
              <a:rPr lang="en-US" smtClean="0"/>
              <a:pPr/>
              <a:t>8</a:t>
            </a:fld>
            <a:endParaRPr lang="en-US"/>
          </a:p>
        </p:txBody>
      </p:sp>
    </p:spTree>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b="1" dirty="0" smtClean="0"/>
              <a:t>Strategy</a:t>
            </a:r>
            <a:endParaRPr lang="en-US" dirty="0"/>
          </a:p>
        </p:txBody>
      </p:sp>
      <p:sp>
        <p:nvSpPr>
          <p:cNvPr id="3" name="Content Placeholder 2"/>
          <p:cNvSpPr>
            <a:spLocks noGrp="1"/>
          </p:cNvSpPr>
          <p:nvPr>
            <p:ph sz="quarter" idx="1"/>
          </p:nvPr>
        </p:nvSpPr>
        <p:spPr/>
        <p:txBody>
          <a:bodyPr>
            <a:normAutofit/>
          </a:bodyPr>
          <a:lstStyle/>
          <a:p>
            <a:r>
              <a:rPr lang="en-IN" sz="2000" dirty="0" smtClean="0"/>
              <a:t>Before humanoid robot can react to a push it needs to be detected.</a:t>
            </a:r>
          </a:p>
          <a:p>
            <a:r>
              <a:rPr lang="en-US" sz="2000" dirty="0" smtClean="0"/>
              <a:t>Through accelerometer we can sense the dynamic of bipedal robot.</a:t>
            </a:r>
          </a:p>
          <a:p>
            <a:r>
              <a:rPr lang="en-IN" sz="2000" dirty="0" smtClean="0"/>
              <a:t>From an accelerometer we can read the linear acceleration data, which can be integrated to obtain the velocity data.</a:t>
            </a:r>
          </a:p>
          <a:p>
            <a:r>
              <a:rPr lang="en-IN" sz="2000" dirty="0" smtClean="0"/>
              <a:t>After the push is detected, the controller needs to remove the excessive momentum induced by the push so that the robot may continue to walk steadily.</a:t>
            </a:r>
          </a:p>
          <a:p>
            <a:r>
              <a:rPr lang="en-IN" sz="2000" dirty="0" smtClean="0"/>
              <a:t>The approximate number of steps to recover is derived using the Linear Inverted Pendulum Model.</a:t>
            </a:r>
          </a:p>
          <a:p>
            <a:r>
              <a:rPr lang="en-IN" sz="2000" dirty="0" smtClean="0"/>
              <a:t>The Centre of Mass trajectory is generated using the ZMP preview controller.</a:t>
            </a:r>
          </a:p>
          <a:p>
            <a:r>
              <a:rPr lang="en-IN" sz="2000" dirty="0" smtClean="0"/>
              <a:t>The ZMP preview controller generates the COM trajectory based on the ZMP reference.</a:t>
            </a:r>
          </a:p>
          <a:p>
            <a:endParaRPr lang="en-US" sz="2000" dirty="0" smtClean="0"/>
          </a:p>
          <a:p>
            <a:endParaRPr lang="en-IN" sz="2000" dirty="0"/>
          </a:p>
        </p:txBody>
      </p:sp>
      <p:sp>
        <p:nvSpPr>
          <p:cNvPr id="5" name="Slide Number Placeholder 4"/>
          <p:cNvSpPr>
            <a:spLocks noGrp="1"/>
          </p:cNvSpPr>
          <p:nvPr>
            <p:ph type="sldNum" sz="quarter" idx="12"/>
          </p:nvPr>
        </p:nvSpPr>
        <p:spPr/>
        <p:txBody>
          <a:bodyPr/>
          <a:lstStyle/>
          <a:p>
            <a:fld id="{B9EEE2D2-4F2F-4409-B5B5-225B73E010AB}" type="slidenum">
              <a:rPr lang="en-US" smtClean="0"/>
              <a:pPr/>
              <a:t>9</a:t>
            </a:fld>
            <a:endParaRPr lang="en-US"/>
          </a:p>
        </p:txBody>
      </p:sp>
    </p:spTree>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04800" y="304800"/>
            <a:ext cx="8534400" cy="758952"/>
          </a:xfrm>
        </p:spPr>
        <p:txBody>
          <a:bodyPr>
            <a:normAutofit fontScale="90000"/>
          </a:bodyPr>
          <a:lstStyle/>
          <a:p>
            <a:r>
              <a:rPr lang="en-US" b="1" dirty="0" smtClean="0"/>
              <a:t>Proposed System</a:t>
            </a:r>
            <a:br>
              <a:rPr lang="en-US" b="1" dirty="0" smtClean="0"/>
            </a:br>
            <a:r>
              <a:rPr lang="en-US" sz="2000" b="1" dirty="0" smtClean="0"/>
              <a:t>Push recovery Controller</a:t>
            </a:r>
            <a:endParaRPr lang="en-US" sz="2000" dirty="0"/>
          </a:p>
        </p:txBody>
      </p:sp>
      <p:sp>
        <p:nvSpPr>
          <p:cNvPr id="5" name="Slide Number Placeholder 4"/>
          <p:cNvSpPr>
            <a:spLocks noGrp="1"/>
          </p:cNvSpPr>
          <p:nvPr>
            <p:ph type="sldNum" sz="quarter" idx="12"/>
          </p:nvPr>
        </p:nvSpPr>
        <p:spPr/>
        <p:txBody>
          <a:bodyPr/>
          <a:lstStyle/>
          <a:p>
            <a:fld id="{B9EEE2D2-4F2F-4409-B5B5-225B73E010AB}" type="slidenum">
              <a:rPr lang="en-US" smtClean="0"/>
              <a:pPr/>
              <a:t>10</a:t>
            </a:fld>
            <a:endParaRPr lang="en-US"/>
          </a:p>
        </p:txBody>
      </p:sp>
      <p:pic>
        <p:nvPicPr>
          <p:cNvPr id="6" name="Content Placeholder 5" descr="C:\Users\Anubha\Desktop\10.png"/>
          <p:cNvPicPr>
            <a:picLocks noGrp="1"/>
          </p:cNvPicPr>
          <p:nvPr>
            <p:ph sz="quarter" idx="1"/>
          </p:nvPr>
        </p:nvPicPr>
        <p:blipFill>
          <a:blip r:embed="rId2"/>
          <a:srcRect/>
          <a:stretch>
            <a:fillRect/>
          </a:stretch>
        </p:blipFill>
        <p:spPr bwMode="auto">
          <a:xfrm>
            <a:off x="2514600" y="1524000"/>
            <a:ext cx="4153439" cy="4784442"/>
          </a:xfrm>
          <a:prstGeom prst="rect">
            <a:avLst/>
          </a:prstGeom>
          <a:noFill/>
          <a:ln w="9525">
            <a:solidFill>
              <a:schemeClr val="tx1"/>
            </a:solidFill>
            <a:miter lim="800000"/>
            <a:headEnd/>
            <a:tailEnd/>
          </a:ln>
        </p:spPr>
      </p:pic>
    </p:spTree>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b="1" dirty="0" smtClean="0"/>
              <a:t>Push Recovery Controller</a:t>
            </a:r>
            <a:endParaRPr lang="en-US" dirty="0"/>
          </a:p>
        </p:txBody>
      </p:sp>
      <p:sp>
        <p:nvSpPr>
          <p:cNvPr id="3" name="Content Placeholder 2"/>
          <p:cNvSpPr>
            <a:spLocks noGrp="1"/>
          </p:cNvSpPr>
          <p:nvPr>
            <p:ph sz="quarter" idx="1"/>
          </p:nvPr>
        </p:nvSpPr>
        <p:spPr>
          <a:xfrm>
            <a:off x="301752" y="1527048"/>
            <a:ext cx="8503920" cy="4797552"/>
          </a:xfrm>
        </p:spPr>
        <p:txBody>
          <a:bodyPr>
            <a:normAutofit fontScale="62500" lnSpcReduction="20000"/>
          </a:bodyPr>
          <a:lstStyle/>
          <a:p>
            <a:pPr>
              <a:buNone/>
            </a:pPr>
            <a:r>
              <a:rPr lang="en-IN" sz="3200" b="1" dirty="0" smtClean="0"/>
              <a:t>Push Recovery Controller</a:t>
            </a:r>
          </a:p>
          <a:p>
            <a:pPr>
              <a:buNone/>
            </a:pPr>
            <a:endParaRPr lang="en-IN" sz="3200" dirty="0" smtClean="0"/>
          </a:p>
          <a:p>
            <a:r>
              <a:rPr lang="en-IN" sz="2600" dirty="0" smtClean="0"/>
              <a:t>The work of Push Recovery Controller is to remove anxiety raised because of external disturbances or modelling error.</a:t>
            </a:r>
          </a:p>
          <a:p>
            <a:pPr>
              <a:buNone/>
            </a:pPr>
            <a:endParaRPr lang="en-IN" sz="2600" dirty="0" smtClean="0"/>
          </a:p>
          <a:p>
            <a:r>
              <a:rPr lang="en-IN" sz="2600" dirty="0" smtClean="0"/>
              <a:t> On uneven surface chances of perturbations is very high so PRC is more required.PRC can be categorised into 3 categories.</a:t>
            </a:r>
          </a:p>
          <a:p>
            <a:endParaRPr lang="en-US" sz="3200" b="1" dirty="0" smtClean="0">
              <a:ea typeface="+mj-ea"/>
              <a:cs typeface="+mj-cs"/>
            </a:endParaRPr>
          </a:p>
          <a:p>
            <a:pPr>
              <a:buNone/>
            </a:pPr>
            <a:r>
              <a:rPr lang="en-US" sz="3200" b="1" dirty="0" smtClean="0">
                <a:ea typeface="+mj-ea"/>
                <a:cs typeface="+mj-cs"/>
              </a:rPr>
              <a:t>Types of Controller</a:t>
            </a:r>
            <a:endParaRPr lang="en-IN" sz="3200" dirty="0" smtClean="0"/>
          </a:p>
          <a:p>
            <a:r>
              <a:rPr lang="en-IN" i="1" dirty="0" smtClean="0"/>
              <a:t>1.) Ankle Controller: </a:t>
            </a:r>
            <a:r>
              <a:rPr lang="en-IN" dirty="0" smtClean="0"/>
              <a:t>To keep COM within the base support the torque is applied on the ankle joints by the ankle controller.</a:t>
            </a:r>
          </a:p>
          <a:p>
            <a:endParaRPr lang="en-IN" dirty="0" smtClean="0"/>
          </a:p>
          <a:p>
            <a:r>
              <a:rPr lang="en-IN" i="1" dirty="0" smtClean="0"/>
              <a:t>2.) Step Controller: </a:t>
            </a:r>
            <a:r>
              <a:rPr lang="en-IN" dirty="0" smtClean="0"/>
              <a:t>It controls the moves of the base to support in taking steps. With the relative target foot position a new step is inserted by overriding the step controller as x </a:t>
            </a:r>
            <a:r>
              <a:rPr lang="en-IN" baseline="-25000" dirty="0" smtClean="0"/>
              <a:t>capture.</a:t>
            </a:r>
            <a:endParaRPr lang="en-IN" dirty="0" smtClean="0"/>
          </a:p>
          <a:p>
            <a:pPr>
              <a:buNone/>
            </a:pPr>
            <a:r>
              <a:rPr lang="en-IN" i="1" dirty="0" smtClean="0"/>
              <a:t> </a:t>
            </a:r>
            <a:endParaRPr lang="en-IN" dirty="0" smtClean="0"/>
          </a:p>
          <a:p>
            <a:r>
              <a:rPr lang="en-IN" i="1" dirty="0" smtClean="0"/>
              <a:t>3.) Hip Controller: </a:t>
            </a:r>
            <a:r>
              <a:rPr lang="en-IN" dirty="0" smtClean="0"/>
              <a:t>It puts the angular acceleration of torso and limbs in use to create backward ground reaction force to pull COM back towards base support.</a:t>
            </a:r>
            <a:endParaRPr lang="en-US" dirty="0"/>
          </a:p>
        </p:txBody>
      </p:sp>
      <p:sp>
        <p:nvSpPr>
          <p:cNvPr id="5" name="Slide Number Placeholder 4"/>
          <p:cNvSpPr>
            <a:spLocks noGrp="1"/>
          </p:cNvSpPr>
          <p:nvPr>
            <p:ph type="sldNum" sz="quarter" idx="12"/>
          </p:nvPr>
        </p:nvSpPr>
        <p:spPr/>
        <p:txBody>
          <a:bodyPr/>
          <a:lstStyle/>
          <a:p>
            <a:fld id="{B9EEE2D2-4F2F-4409-B5B5-225B73E010AB}" type="slidenum">
              <a:rPr lang="en-US" smtClean="0"/>
              <a:pPr/>
              <a:t>11</a:t>
            </a:fld>
            <a:endParaRPr lang="en-US"/>
          </a:p>
        </p:txBody>
      </p:sp>
    </p:spTree>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52400" y="381000"/>
            <a:ext cx="8534400" cy="758952"/>
          </a:xfrm>
        </p:spPr>
        <p:txBody>
          <a:bodyPr/>
          <a:lstStyle/>
          <a:p>
            <a:pPr algn="r"/>
            <a:r>
              <a:rPr lang="en-US" b="1" dirty="0" err="1" smtClean="0"/>
              <a:t>Contd</a:t>
            </a:r>
            <a:r>
              <a:rPr lang="en-US" b="1" dirty="0" smtClean="0"/>
              <a:t>…</a:t>
            </a:r>
            <a:endParaRPr lang="en-US" dirty="0"/>
          </a:p>
        </p:txBody>
      </p:sp>
      <p:pic>
        <p:nvPicPr>
          <p:cNvPr id="4" name="Content Placeholder 3"/>
          <p:cNvPicPr>
            <a:picLocks noGrp="1"/>
          </p:cNvPicPr>
          <p:nvPr>
            <p:ph sz="quarter" idx="1"/>
          </p:nvPr>
        </p:nvPicPr>
        <p:blipFill>
          <a:blip r:embed="rId2" cstate="print"/>
          <a:srcRect/>
          <a:stretch>
            <a:fillRect/>
          </a:stretch>
        </p:blipFill>
        <p:spPr bwMode="auto">
          <a:xfrm>
            <a:off x="1981200" y="2209800"/>
            <a:ext cx="4876800" cy="2286000"/>
          </a:xfrm>
          <a:prstGeom prst="rect">
            <a:avLst/>
          </a:prstGeom>
          <a:noFill/>
          <a:ln w="9525">
            <a:noFill/>
            <a:miter lim="800000"/>
            <a:headEnd/>
            <a:tailEnd/>
          </a:ln>
        </p:spPr>
      </p:pic>
      <p:sp>
        <p:nvSpPr>
          <p:cNvPr id="6" name="Content Placeholder 4"/>
          <p:cNvSpPr txBox="1">
            <a:spLocks/>
          </p:cNvSpPr>
          <p:nvPr/>
        </p:nvSpPr>
        <p:spPr>
          <a:xfrm>
            <a:off x="301752" y="1527048"/>
            <a:ext cx="8503920" cy="4572000"/>
          </a:xfrm>
          <a:prstGeom prst="rect">
            <a:avLst/>
          </a:prstGeom>
        </p:spPr>
        <p:txBody>
          <a:bodyPr vert="horz">
            <a:normAutofit/>
          </a:bodyPr>
          <a:lstStyle/>
          <a:p>
            <a:pPr marL="274320" marR="0" lvl="0" indent="-274320" algn="l" defTabSz="914400" rtl="0" eaLnBrk="1" fontAlgn="auto" latinLnBrk="0" hangingPunct="1">
              <a:lnSpc>
                <a:spcPct val="100000"/>
              </a:lnSpc>
              <a:spcBef>
                <a:spcPct val="20000"/>
              </a:spcBef>
              <a:spcAft>
                <a:spcPts val="0"/>
              </a:spcAft>
              <a:buClr>
                <a:schemeClr val="accent1"/>
              </a:buClr>
              <a:buSzPct val="85000"/>
              <a:buFont typeface="Wingdings" pitchFamily="2" charset="2"/>
              <a:buChar char="Ø"/>
              <a:tabLst/>
              <a:defRPr/>
            </a:pPr>
            <a:r>
              <a:rPr kumimoji="0" lang="en-US" sz="2400" b="0" i="0" u="none" strike="noStrike" kern="1200" cap="none" spc="0" normalizeH="0" baseline="0" noProof="0" dirty="0" smtClean="0">
                <a:ln>
                  <a:noFill/>
                </a:ln>
                <a:solidFill>
                  <a:schemeClr val="tx1"/>
                </a:solidFill>
                <a:effectLst/>
                <a:uLnTx/>
                <a:uFillTx/>
                <a:latin typeface="+mn-lt"/>
                <a:ea typeface="+mn-ea"/>
                <a:cs typeface="+mn-cs"/>
              </a:rPr>
              <a:t>  Recovery</a:t>
            </a:r>
            <a:r>
              <a:rPr kumimoji="0" lang="en-US" sz="2400" b="0" i="0" u="none" strike="noStrike" kern="1200" cap="none" spc="0" normalizeH="0" noProof="0" dirty="0" smtClean="0">
                <a:ln>
                  <a:noFill/>
                </a:ln>
                <a:solidFill>
                  <a:schemeClr val="tx1"/>
                </a:solidFill>
                <a:effectLst/>
                <a:uLnTx/>
                <a:uFillTx/>
                <a:latin typeface="+mn-lt"/>
                <a:ea typeface="+mn-ea"/>
                <a:cs typeface="+mn-cs"/>
              </a:rPr>
              <a:t> </a:t>
            </a:r>
            <a:r>
              <a:rPr kumimoji="0" lang="en-US" sz="2400" b="0" i="0" u="none" strike="noStrike" kern="1200" cap="none" spc="0" normalizeH="0" baseline="0" noProof="0" dirty="0" smtClean="0">
                <a:ln>
                  <a:noFill/>
                </a:ln>
                <a:solidFill>
                  <a:schemeClr val="tx1"/>
                </a:solidFill>
                <a:effectLst/>
                <a:uLnTx/>
                <a:uFillTx/>
                <a:latin typeface="+mn-lt"/>
                <a:ea typeface="+mn-ea"/>
                <a:cs typeface="+mn-cs"/>
              </a:rPr>
              <a:t>Strategies </a:t>
            </a:r>
            <a:r>
              <a:rPr kumimoji="0" lang="en-US" sz="2800" b="0" i="0" u="none" strike="noStrike" kern="1200" cap="none" spc="0" normalizeH="0" baseline="0" noProof="0" dirty="0" smtClean="0">
                <a:ln>
                  <a:noFill/>
                </a:ln>
                <a:solidFill>
                  <a:schemeClr val="tx1"/>
                </a:solidFill>
                <a:effectLst/>
                <a:uLnTx/>
                <a:uFillTx/>
                <a:latin typeface="+mn-lt"/>
                <a:ea typeface="+mn-ea"/>
                <a:cs typeface="+mn-cs"/>
              </a:rPr>
              <a:t>:</a:t>
            </a:r>
          </a:p>
          <a:p>
            <a:pPr marL="274320" marR="0" lvl="0" indent="-274320" algn="l" defTabSz="914400" rtl="0" eaLnBrk="1" fontAlgn="auto" latinLnBrk="0" hangingPunct="1">
              <a:lnSpc>
                <a:spcPct val="100000"/>
              </a:lnSpc>
              <a:spcBef>
                <a:spcPct val="20000"/>
              </a:spcBef>
              <a:spcAft>
                <a:spcPts val="0"/>
              </a:spcAft>
              <a:buClr>
                <a:schemeClr val="accent1"/>
              </a:buClr>
              <a:buSzPct val="85000"/>
              <a:tabLst/>
              <a:defRPr/>
            </a:pPr>
            <a:endParaRPr kumimoji="0" lang="en-US" sz="2700" b="0" i="0" u="none" strike="noStrike" kern="1200" cap="none" spc="0" normalizeH="0" baseline="0" noProof="0" dirty="0" smtClean="0">
              <a:ln>
                <a:noFill/>
              </a:ln>
              <a:solidFill>
                <a:schemeClr val="tx1"/>
              </a:solidFill>
              <a:effectLst/>
              <a:uLnTx/>
              <a:uFillTx/>
              <a:latin typeface="+mn-lt"/>
              <a:ea typeface="+mn-ea"/>
              <a:cs typeface="+mn-cs"/>
            </a:endParaRPr>
          </a:p>
          <a:p>
            <a:pPr marL="274320" lvl="0" indent="-274320">
              <a:spcBef>
                <a:spcPct val="20000"/>
              </a:spcBef>
              <a:buClr>
                <a:schemeClr val="accent1"/>
              </a:buClr>
              <a:buSzPct val="85000"/>
              <a:buFont typeface="Wingdings 2"/>
              <a:buChar char=""/>
            </a:pPr>
            <a:endParaRPr lang="en-US" sz="2000" dirty="0" smtClean="0"/>
          </a:p>
          <a:p>
            <a:pPr marL="274320" lvl="0" indent="-274320">
              <a:spcBef>
                <a:spcPct val="20000"/>
              </a:spcBef>
              <a:buClr>
                <a:schemeClr val="accent1"/>
              </a:buClr>
              <a:buSzPct val="85000"/>
              <a:buFont typeface="Wingdings 2"/>
              <a:buChar char=""/>
            </a:pPr>
            <a:endParaRPr lang="en-US" sz="2000" dirty="0"/>
          </a:p>
          <a:p>
            <a:pPr marL="274320" lvl="0" indent="-274320">
              <a:spcBef>
                <a:spcPct val="20000"/>
              </a:spcBef>
              <a:buClr>
                <a:schemeClr val="accent1"/>
              </a:buClr>
              <a:buSzPct val="85000"/>
              <a:buFont typeface="Wingdings 2"/>
              <a:buChar char=""/>
            </a:pPr>
            <a:endParaRPr lang="en-US" sz="2000" dirty="0" smtClean="0"/>
          </a:p>
          <a:p>
            <a:pPr marL="274320" lvl="0" indent="-274320">
              <a:spcBef>
                <a:spcPct val="20000"/>
              </a:spcBef>
              <a:buClr>
                <a:schemeClr val="accent1"/>
              </a:buClr>
              <a:buSzPct val="85000"/>
              <a:buFont typeface="Wingdings 2"/>
              <a:buChar char=""/>
            </a:pPr>
            <a:endParaRPr lang="en-US" sz="2000" dirty="0"/>
          </a:p>
          <a:p>
            <a:pPr marL="274320" lvl="0" indent="-274320">
              <a:spcBef>
                <a:spcPct val="20000"/>
              </a:spcBef>
              <a:buClr>
                <a:schemeClr val="accent1"/>
              </a:buClr>
              <a:buSzPct val="85000"/>
              <a:buFont typeface="Wingdings 2"/>
              <a:buChar char=""/>
            </a:pPr>
            <a:endParaRPr lang="en-US" sz="2000" dirty="0" smtClean="0"/>
          </a:p>
          <a:p>
            <a:pPr marL="274320" lvl="0" indent="-274320">
              <a:spcBef>
                <a:spcPct val="20000"/>
              </a:spcBef>
              <a:buClr>
                <a:schemeClr val="accent1"/>
              </a:buClr>
              <a:buSzPct val="85000"/>
              <a:buFont typeface="Wingdings 2"/>
              <a:buChar char=""/>
            </a:pPr>
            <a:endParaRPr lang="en-US" sz="2000" dirty="0" smtClean="0"/>
          </a:p>
          <a:p>
            <a:pPr marL="274320" lvl="0" indent="-274320">
              <a:spcBef>
                <a:spcPct val="20000"/>
              </a:spcBef>
              <a:buClr>
                <a:schemeClr val="accent1"/>
              </a:buClr>
              <a:buSzPct val="85000"/>
              <a:buFont typeface="Wingdings 2"/>
              <a:buChar char=""/>
            </a:pPr>
            <a:r>
              <a:rPr lang="en-US" sz="2000" dirty="0" smtClean="0"/>
              <a:t>Ankle Strategy</a:t>
            </a:r>
          </a:p>
          <a:p>
            <a:pPr marL="274320" indent="-274320">
              <a:spcBef>
                <a:spcPct val="20000"/>
              </a:spcBef>
              <a:buClr>
                <a:schemeClr val="accent1"/>
              </a:buClr>
              <a:buSzPct val="85000"/>
              <a:buFont typeface="Wingdings 2"/>
              <a:buChar char=""/>
            </a:pPr>
            <a:r>
              <a:rPr lang="en-US" sz="2000" dirty="0" smtClean="0"/>
              <a:t>Hip Strategy</a:t>
            </a:r>
          </a:p>
          <a:p>
            <a:pPr marL="274320" indent="-274320">
              <a:spcBef>
                <a:spcPct val="20000"/>
              </a:spcBef>
              <a:buClr>
                <a:schemeClr val="accent1"/>
              </a:buClr>
              <a:buSzPct val="85000"/>
              <a:buFont typeface="Wingdings 2"/>
              <a:buChar char=""/>
            </a:pPr>
            <a:r>
              <a:rPr lang="en-US" sz="2000" dirty="0" smtClean="0"/>
              <a:t>Stepping strategy</a:t>
            </a:r>
            <a:endParaRPr lang="en-US" sz="2000" dirty="0"/>
          </a:p>
          <a:p>
            <a:pPr marL="274320" indent="-274320">
              <a:spcBef>
                <a:spcPct val="20000"/>
              </a:spcBef>
              <a:buClr>
                <a:schemeClr val="accent1"/>
              </a:buClr>
              <a:buSzPct val="85000"/>
              <a:buFont typeface="Wingdings 2"/>
              <a:buChar char=""/>
            </a:pPr>
            <a:endParaRPr lang="en-US" sz="2000" dirty="0"/>
          </a:p>
          <a:p>
            <a:pPr marL="274320" lvl="0" indent="-274320">
              <a:spcBef>
                <a:spcPct val="20000"/>
              </a:spcBef>
              <a:buClr>
                <a:schemeClr val="accent1"/>
              </a:buClr>
              <a:buSzPct val="85000"/>
              <a:buFont typeface="Wingdings 2"/>
              <a:buChar char=""/>
            </a:pPr>
            <a:endParaRPr kumimoji="0" lang="en-US" sz="2000" i="0" u="none" strike="noStrike" kern="1200" cap="none" spc="0" normalizeH="0" baseline="0" noProof="0" dirty="0">
              <a:ln>
                <a:noFill/>
              </a:ln>
              <a:solidFill>
                <a:schemeClr val="tx1"/>
              </a:solidFill>
              <a:effectLst/>
              <a:uLnTx/>
              <a:uFillTx/>
              <a:latin typeface="+mn-lt"/>
              <a:ea typeface="+mn-ea"/>
              <a:cs typeface="+mn-cs"/>
            </a:endParaRPr>
          </a:p>
        </p:txBody>
      </p:sp>
      <p:sp>
        <p:nvSpPr>
          <p:cNvPr id="5" name="Slide Number Placeholder 4"/>
          <p:cNvSpPr>
            <a:spLocks noGrp="1"/>
          </p:cNvSpPr>
          <p:nvPr>
            <p:ph type="sldNum" sz="quarter" idx="12"/>
          </p:nvPr>
        </p:nvSpPr>
        <p:spPr/>
        <p:txBody>
          <a:bodyPr/>
          <a:lstStyle/>
          <a:p>
            <a:fld id="{B9EEE2D2-4F2F-4409-B5B5-225B73E010AB}" type="slidenum">
              <a:rPr lang="en-US" smtClean="0"/>
              <a:pPr/>
              <a:t>12</a:t>
            </a:fld>
            <a:endParaRPr lang="en-US"/>
          </a:p>
        </p:txBody>
      </p:sp>
    </p:spTree>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b="1" dirty="0" smtClean="0"/>
              <a:t>SOLUTION</a:t>
            </a:r>
            <a:endParaRPr lang="en-US" dirty="0"/>
          </a:p>
        </p:txBody>
      </p:sp>
      <p:sp>
        <p:nvSpPr>
          <p:cNvPr id="3" name="Content Placeholder 2"/>
          <p:cNvSpPr>
            <a:spLocks noGrp="1"/>
          </p:cNvSpPr>
          <p:nvPr>
            <p:ph sz="quarter" idx="1"/>
          </p:nvPr>
        </p:nvSpPr>
        <p:spPr/>
        <p:txBody>
          <a:bodyPr>
            <a:normAutofit/>
          </a:bodyPr>
          <a:lstStyle/>
          <a:p>
            <a:r>
              <a:rPr lang="en-IN" sz="2000" b="1" dirty="0" smtClean="0"/>
              <a:t>In the context of this paper</a:t>
            </a:r>
            <a:r>
              <a:rPr lang="en-IN" sz="2000" dirty="0" smtClean="0"/>
              <a:t> first stage involves to analyse the push recovery pattern. </a:t>
            </a:r>
            <a:endParaRPr lang="en-IN" sz="2000" dirty="0" smtClean="0"/>
          </a:p>
          <a:p>
            <a:endParaRPr lang="en-IN" sz="2000" dirty="0" smtClean="0"/>
          </a:p>
          <a:p>
            <a:r>
              <a:rPr lang="en-IN" sz="2000" dirty="0" smtClean="0"/>
              <a:t> Push recovery pattern can be analysed by collecting different data</a:t>
            </a:r>
            <a:r>
              <a:rPr lang="en-IN" sz="2000" dirty="0" smtClean="0"/>
              <a:t>.</a:t>
            </a:r>
          </a:p>
          <a:p>
            <a:endParaRPr lang="en-IN" sz="2000" dirty="0" smtClean="0"/>
          </a:p>
          <a:p>
            <a:r>
              <a:rPr lang="en-IN" sz="2000" dirty="0" smtClean="0"/>
              <a:t> To find this pattern we need machine learning Technique. </a:t>
            </a:r>
            <a:endParaRPr lang="en-IN" sz="2000" dirty="0" smtClean="0"/>
          </a:p>
          <a:p>
            <a:endParaRPr lang="en-IN" sz="2000" dirty="0" smtClean="0"/>
          </a:p>
          <a:p>
            <a:r>
              <a:rPr lang="en-IN" sz="2000" dirty="0" smtClean="0"/>
              <a:t>In second stage we gather the data of humanoid robot by pushing it from a rigid ball from behind. </a:t>
            </a:r>
            <a:endParaRPr lang="en-IN" sz="2000" dirty="0" smtClean="0"/>
          </a:p>
          <a:p>
            <a:endParaRPr lang="en-IN" sz="2000" dirty="0" smtClean="0"/>
          </a:p>
          <a:p>
            <a:r>
              <a:rPr lang="en-IN" sz="2000" dirty="0" smtClean="0"/>
              <a:t>In third stage we calculate leg joint angles using inverse kinematics </a:t>
            </a:r>
            <a:r>
              <a:rPr lang="en-IN" sz="2000" dirty="0" smtClean="0"/>
              <a:t>.</a:t>
            </a:r>
            <a:endParaRPr lang="en-IN" sz="2000" dirty="0" smtClean="0"/>
          </a:p>
        </p:txBody>
      </p:sp>
      <p:sp>
        <p:nvSpPr>
          <p:cNvPr id="5" name="Slide Number Placeholder 4"/>
          <p:cNvSpPr>
            <a:spLocks noGrp="1"/>
          </p:cNvSpPr>
          <p:nvPr>
            <p:ph type="sldNum" sz="quarter" idx="12"/>
          </p:nvPr>
        </p:nvSpPr>
        <p:spPr/>
        <p:txBody>
          <a:bodyPr/>
          <a:lstStyle/>
          <a:p>
            <a:fld id="{B9EEE2D2-4F2F-4409-B5B5-225B73E010AB}" type="slidenum">
              <a:rPr lang="en-US" smtClean="0"/>
              <a:pPr/>
              <a:t>13</a:t>
            </a:fld>
            <a:endParaRPr lang="en-US"/>
          </a:p>
        </p:txBody>
      </p:sp>
    </p:spTree>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b="1" dirty="0" smtClean="0"/>
              <a:t>SOLUTION</a:t>
            </a:r>
            <a:endParaRPr lang="en-US" dirty="0"/>
          </a:p>
        </p:txBody>
      </p:sp>
      <p:sp>
        <p:nvSpPr>
          <p:cNvPr id="3" name="Content Placeholder 2"/>
          <p:cNvSpPr>
            <a:spLocks noGrp="1"/>
          </p:cNvSpPr>
          <p:nvPr>
            <p:ph sz="quarter" idx="1"/>
          </p:nvPr>
        </p:nvSpPr>
        <p:spPr/>
        <p:txBody>
          <a:bodyPr>
            <a:normAutofit/>
          </a:bodyPr>
          <a:lstStyle/>
          <a:p>
            <a:r>
              <a:rPr lang="en-IN" sz="2000" dirty="0" smtClean="0"/>
              <a:t> In fourth stage we train the system using KNN classification and crouch data is tested on it. </a:t>
            </a:r>
          </a:p>
          <a:p>
            <a:endParaRPr lang="en-IN" sz="2000" dirty="0" smtClean="0"/>
          </a:p>
          <a:p>
            <a:r>
              <a:rPr lang="en-IN" sz="2000" dirty="0" smtClean="0"/>
              <a:t>In </a:t>
            </a:r>
            <a:r>
              <a:rPr lang="en-IN" sz="2000" dirty="0" smtClean="0"/>
              <a:t>fifth stage we find out the push recovery strategy of humanoid robot on given training system to get better results or push recovery</a:t>
            </a:r>
            <a:r>
              <a:rPr lang="en-IN" sz="2000" dirty="0" smtClean="0"/>
              <a:t>.</a:t>
            </a:r>
          </a:p>
          <a:p>
            <a:endParaRPr lang="en-IN" sz="2000" dirty="0" smtClean="0"/>
          </a:p>
          <a:p>
            <a:r>
              <a:rPr lang="en-IN" sz="2000" dirty="0" smtClean="0"/>
              <a:t> Then from the classifier we see whether the ZMP lie in safe region or not. If it doesn’t fall in safe region, we make the humanoid robot learn by modifying the algorithm and to sustain its walking. </a:t>
            </a:r>
          </a:p>
        </p:txBody>
      </p:sp>
      <p:sp>
        <p:nvSpPr>
          <p:cNvPr id="5" name="Slide Number Placeholder 4"/>
          <p:cNvSpPr>
            <a:spLocks noGrp="1"/>
          </p:cNvSpPr>
          <p:nvPr>
            <p:ph type="sldNum" sz="quarter" idx="12"/>
          </p:nvPr>
        </p:nvSpPr>
        <p:spPr/>
        <p:txBody>
          <a:bodyPr/>
          <a:lstStyle/>
          <a:p>
            <a:fld id="{B9EEE2D2-4F2F-4409-B5B5-225B73E010AB}" type="slidenum">
              <a:rPr lang="en-US" smtClean="0"/>
              <a:pPr/>
              <a:t>14</a:t>
            </a:fld>
            <a:endParaRPr lang="en-US"/>
          </a:p>
        </p:txBody>
      </p:sp>
    </p:spTree>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IN" b="1" dirty="0" smtClean="0"/>
              <a:t>METHODOLOGY</a:t>
            </a:r>
            <a:endParaRPr lang="en-US" b="1" dirty="0"/>
          </a:p>
        </p:txBody>
      </p:sp>
      <p:sp>
        <p:nvSpPr>
          <p:cNvPr id="3" name="Content Placeholder 2"/>
          <p:cNvSpPr>
            <a:spLocks noGrp="1"/>
          </p:cNvSpPr>
          <p:nvPr>
            <p:ph sz="quarter" idx="1"/>
          </p:nvPr>
        </p:nvSpPr>
        <p:spPr/>
        <p:txBody>
          <a:bodyPr>
            <a:normAutofit/>
          </a:bodyPr>
          <a:lstStyle/>
          <a:p>
            <a:pPr>
              <a:buNone/>
            </a:pPr>
            <a:r>
              <a:rPr lang="en-US" sz="2000" b="1" dirty="0" smtClean="0"/>
              <a:t> TO GATHER DATA AND EXTRACT FEATURE</a:t>
            </a:r>
            <a:endParaRPr lang="en-IN" sz="2000" b="1" dirty="0" smtClean="0"/>
          </a:p>
          <a:p>
            <a:r>
              <a:rPr lang="en-IN" sz="2000" dirty="0" smtClean="0"/>
              <a:t>Data is captured using body sensor based Human Motion Capture Device (HMCD) and potentiometer.</a:t>
            </a:r>
          </a:p>
          <a:p>
            <a:pPr lvl="0">
              <a:buNone/>
            </a:pPr>
            <a:r>
              <a:rPr lang="en-US" sz="2000" dirty="0" smtClean="0"/>
              <a:t>                      </a:t>
            </a:r>
          </a:p>
          <a:p>
            <a:pPr>
              <a:buNone/>
            </a:pPr>
            <a:endParaRPr lang="en-US" dirty="0" smtClean="0"/>
          </a:p>
          <a:p>
            <a:pPr>
              <a:buNone/>
            </a:pPr>
            <a:endParaRPr lang="en-US" dirty="0" smtClean="0"/>
          </a:p>
          <a:p>
            <a:pPr>
              <a:buNone/>
            </a:pPr>
            <a:endParaRPr lang="en-US" dirty="0" smtClean="0"/>
          </a:p>
          <a:p>
            <a:pPr>
              <a:buNone/>
            </a:pPr>
            <a:endParaRPr lang="en-IN" dirty="0" smtClean="0"/>
          </a:p>
          <a:p>
            <a:r>
              <a:rPr lang="en-US" sz="2000" dirty="0" smtClean="0"/>
              <a:t>Push data is also collected.</a:t>
            </a:r>
          </a:p>
          <a:p>
            <a:endParaRPr lang="en-US" sz="2000" dirty="0" smtClean="0"/>
          </a:p>
          <a:p>
            <a:endParaRPr lang="en-IN" sz="2000" dirty="0" smtClean="0"/>
          </a:p>
        </p:txBody>
      </p:sp>
      <p:sp>
        <p:nvSpPr>
          <p:cNvPr id="5" name="Slide Number Placeholder 4"/>
          <p:cNvSpPr>
            <a:spLocks noGrp="1"/>
          </p:cNvSpPr>
          <p:nvPr>
            <p:ph type="sldNum" sz="quarter" idx="12"/>
          </p:nvPr>
        </p:nvSpPr>
        <p:spPr/>
        <p:txBody>
          <a:bodyPr/>
          <a:lstStyle/>
          <a:p>
            <a:fld id="{B9EEE2D2-4F2F-4409-B5B5-225B73E010AB}" type="slidenum">
              <a:rPr lang="en-US" smtClean="0"/>
              <a:pPr/>
              <a:t>15</a:t>
            </a:fld>
            <a:endParaRPr lang="en-US"/>
          </a:p>
        </p:txBody>
      </p:sp>
      <p:pic>
        <p:nvPicPr>
          <p:cNvPr id="6" name="Picture 5" descr="Pic.png"/>
          <p:cNvPicPr/>
          <p:nvPr/>
        </p:nvPicPr>
        <p:blipFill>
          <a:blip r:embed="rId2"/>
          <a:srcRect b="20370"/>
          <a:stretch>
            <a:fillRect/>
          </a:stretch>
        </p:blipFill>
        <p:spPr bwMode="auto">
          <a:xfrm>
            <a:off x="533400" y="2667000"/>
            <a:ext cx="2438400" cy="1905000"/>
          </a:xfrm>
          <a:prstGeom prst="rect">
            <a:avLst/>
          </a:prstGeom>
          <a:noFill/>
          <a:ln w="9525">
            <a:noFill/>
            <a:miter lim="800000"/>
            <a:headEnd/>
            <a:tailEnd/>
          </a:ln>
        </p:spPr>
      </p:pic>
      <p:pic>
        <p:nvPicPr>
          <p:cNvPr id="7" name="Picture 6" descr="C:\Users\Anubha\Desktop\11.png"/>
          <p:cNvPicPr/>
          <p:nvPr/>
        </p:nvPicPr>
        <p:blipFill>
          <a:blip r:embed="rId3" cstate="print"/>
          <a:srcRect r="12582"/>
          <a:stretch>
            <a:fillRect/>
          </a:stretch>
        </p:blipFill>
        <p:spPr bwMode="auto">
          <a:xfrm>
            <a:off x="4419600" y="3276600"/>
            <a:ext cx="4449433" cy="3043947"/>
          </a:xfrm>
          <a:prstGeom prst="rect">
            <a:avLst/>
          </a:prstGeom>
          <a:noFill/>
          <a:ln w="9525">
            <a:solidFill>
              <a:schemeClr val="tx1"/>
            </a:solidFill>
            <a:miter lim="800000"/>
            <a:headEnd/>
            <a:tailEnd/>
          </a:ln>
        </p:spPr>
      </p:pic>
    </p:spTree>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IN" b="1" dirty="0" smtClean="0"/>
              <a:t>METHODOLOGY</a:t>
            </a:r>
            <a:endParaRPr lang="en-US" dirty="0"/>
          </a:p>
        </p:txBody>
      </p:sp>
      <p:sp>
        <p:nvSpPr>
          <p:cNvPr id="3" name="Content Placeholder 2"/>
          <p:cNvSpPr>
            <a:spLocks noGrp="1"/>
          </p:cNvSpPr>
          <p:nvPr>
            <p:ph sz="quarter" idx="1"/>
          </p:nvPr>
        </p:nvSpPr>
        <p:spPr/>
        <p:txBody>
          <a:bodyPr>
            <a:normAutofit/>
          </a:bodyPr>
          <a:lstStyle/>
          <a:p>
            <a:pPr>
              <a:buNone/>
            </a:pPr>
            <a:r>
              <a:rPr lang="en-US" sz="2000" b="1" dirty="0" smtClean="0"/>
              <a:t> TRAINING</a:t>
            </a:r>
          </a:p>
          <a:p>
            <a:r>
              <a:rPr lang="en-US" sz="2000" dirty="0" smtClean="0"/>
              <a:t>The system is trained using K-mean algorithm which is an unsupervised classification technique.</a:t>
            </a:r>
          </a:p>
          <a:p>
            <a:pPr>
              <a:buNone/>
            </a:pPr>
            <a:endParaRPr lang="en-IN" sz="2000" dirty="0" smtClean="0"/>
          </a:p>
          <a:p>
            <a:r>
              <a:rPr lang="en-IN" sz="2000" dirty="0" smtClean="0"/>
              <a:t>Now K-mean algorithm is framed in order to classify the push data and then classification is done.</a:t>
            </a:r>
          </a:p>
          <a:p>
            <a:endParaRPr lang="en-US" sz="2000" b="1" dirty="0" smtClean="0"/>
          </a:p>
          <a:p>
            <a:pPr>
              <a:buNone/>
            </a:pPr>
            <a:r>
              <a:rPr lang="en-US" sz="2000" b="1" dirty="0" smtClean="0"/>
              <a:t>CLASSIFICATION</a:t>
            </a:r>
          </a:p>
          <a:p>
            <a:r>
              <a:rPr lang="en-US" sz="2000" dirty="0" smtClean="0"/>
              <a:t>where classification is done on the data set. </a:t>
            </a:r>
          </a:p>
          <a:p>
            <a:pPr>
              <a:buNone/>
            </a:pPr>
            <a:endParaRPr lang="en-IN" sz="2000" dirty="0" smtClean="0"/>
          </a:p>
          <a:p>
            <a:r>
              <a:rPr lang="en-US" sz="2000" dirty="0" smtClean="0"/>
              <a:t>It classifies the gait data where a set of data is already given.</a:t>
            </a:r>
          </a:p>
          <a:p>
            <a:pPr>
              <a:buNone/>
            </a:pPr>
            <a:endParaRPr lang="en-US" sz="2200" dirty="0" smtClean="0"/>
          </a:p>
          <a:p>
            <a:endParaRPr lang="en-IN" dirty="0" smtClean="0"/>
          </a:p>
          <a:p>
            <a:endParaRPr lang="en-US" b="1" dirty="0"/>
          </a:p>
        </p:txBody>
      </p:sp>
      <p:sp>
        <p:nvSpPr>
          <p:cNvPr id="5" name="Slide Number Placeholder 4"/>
          <p:cNvSpPr>
            <a:spLocks noGrp="1"/>
          </p:cNvSpPr>
          <p:nvPr>
            <p:ph type="sldNum" sz="quarter" idx="12"/>
          </p:nvPr>
        </p:nvSpPr>
        <p:spPr/>
        <p:txBody>
          <a:bodyPr/>
          <a:lstStyle/>
          <a:p>
            <a:fld id="{B9EEE2D2-4F2F-4409-B5B5-225B73E010AB}" type="slidenum">
              <a:rPr lang="en-US" smtClean="0"/>
              <a:pPr/>
              <a:t>16</a:t>
            </a:fld>
            <a:endParaRPr lang="en-US"/>
          </a:p>
        </p:txBody>
      </p:sp>
    </p:spTree>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IN" b="1" dirty="0" smtClean="0"/>
              <a:t>METHODOLOGY</a:t>
            </a:r>
            <a:endParaRPr lang="en-US" dirty="0"/>
          </a:p>
        </p:txBody>
      </p:sp>
      <p:sp>
        <p:nvSpPr>
          <p:cNvPr id="3" name="Content Placeholder 2"/>
          <p:cNvSpPr>
            <a:spLocks noGrp="1"/>
          </p:cNvSpPr>
          <p:nvPr>
            <p:ph sz="quarter" idx="1"/>
          </p:nvPr>
        </p:nvSpPr>
        <p:spPr/>
        <p:txBody>
          <a:bodyPr/>
          <a:lstStyle/>
          <a:p>
            <a:r>
              <a:rPr lang="en-US" sz="2000" dirty="0" smtClean="0"/>
              <a:t>Then k-mean algorithm is framed in order to classify the trajectories of humanoid robot so as to find out which trajectories is safe push and which trajectory is not.</a:t>
            </a:r>
          </a:p>
          <a:p>
            <a:endParaRPr lang="en-IN" sz="2000" dirty="0" smtClean="0"/>
          </a:p>
          <a:p>
            <a:r>
              <a:rPr lang="en-IN" sz="2000" dirty="0" smtClean="0"/>
              <a:t>Now the classification data is compared with human gait data and then push recovery data can be trained accordingly to give better results.</a:t>
            </a:r>
          </a:p>
          <a:p>
            <a:endParaRPr lang="en-US" sz="2000" dirty="0" smtClean="0"/>
          </a:p>
          <a:p>
            <a:r>
              <a:rPr lang="en-US" sz="2000" dirty="0" smtClean="0"/>
              <a:t>Once this is done, now the trajectories of push data is classified in order to check whether the humanoid robot lies in safe region or the humanoid robot cannot recover from the push.</a:t>
            </a:r>
            <a:endParaRPr lang="en-US" dirty="0"/>
          </a:p>
        </p:txBody>
      </p:sp>
      <p:sp>
        <p:nvSpPr>
          <p:cNvPr id="5" name="Slide Number Placeholder 4"/>
          <p:cNvSpPr>
            <a:spLocks noGrp="1"/>
          </p:cNvSpPr>
          <p:nvPr>
            <p:ph type="sldNum" sz="quarter" idx="12"/>
          </p:nvPr>
        </p:nvSpPr>
        <p:spPr/>
        <p:txBody>
          <a:bodyPr/>
          <a:lstStyle/>
          <a:p>
            <a:fld id="{B9EEE2D2-4F2F-4409-B5B5-225B73E010AB}" type="slidenum">
              <a:rPr lang="en-US" smtClean="0"/>
              <a:pPr/>
              <a:t>17</a:t>
            </a:fld>
            <a:endParaRPr lang="en-US"/>
          </a:p>
        </p:txBody>
      </p:sp>
    </p:spTree>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b="1" dirty="0" smtClean="0"/>
              <a:t>RESULTS</a:t>
            </a:r>
            <a:endParaRPr lang="en-US" dirty="0"/>
          </a:p>
        </p:txBody>
      </p:sp>
      <p:sp>
        <p:nvSpPr>
          <p:cNvPr id="3" name="Content Placeholder 2"/>
          <p:cNvSpPr>
            <a:spLocks noGrp="1"/>
          </p:cNvSpPr>
          <p:nvPr>
            <p:ph sz="quarter" idx="1"/>
          </p:nvPr>
        </p:nvSpPr>
        <p:spPr/>
        <p:txBody>
          <a:bodyPr>
            <a:normAutofit lnSpcReduction="10000"/>
          </a:bodyPr>
          <a:lstStyle/>
          <a:p>
            <a:r>
              <a:rPr lang="en-IN" sz="2000" dirty="0" smtClean="0"/>
              <a:t>The simulation is done in WEBOTS, where the humanoid robot is equipped with accelerometer in the pelvic. </a:t>
            </a:r>
          </a:p>
          <a:p>
            <a:endParaRPr lang="en-IN" sz="2000" dirty="0" smtClean="0"/>
          </a:p>
          <a:p>
            <a:r>
              <a:rPr lang="en-IN" sz="2000" dirty="0" smtClean="0"/>
              <a:t>In the experiment, similar motion of the simulation is produced to intensify the push force by modifying the COM position.</a:t>
            </a:r>
          </a:p>
          <a:p>
            <a:endParaRPr lang="en-IN" sz="2000" dirty="0" smtClean="0"/>
          </a:p>
          <a:p>
            <a:r>
              <a:rPr lang="en-IN" sz="2000" dirty="0" smtClean="0"/>
              <a:t> We keep changing the pushing force and push data is analysed using classifier.</a:t>
            </a:r>
          </a:p>
          <a:p>
            <a:endParaRPr lang="en-IN" sz="2000" dirty="0" smtClean="0"/>
          </a:p>
          <a:p>
            <a:r>
              <a:rPr lang="en-IN" sz="2000" dirty="0" smtClean="0"/>
              <a:t> As the data is collected by humanoid robot it is passed through the proposed algorithm and it shows the learning pattern of push recovery. </a:t>
            </a:r>
          </a:p>
          <a:p>
            <a:endParaRPr lang="en-IN" sz="2000" dirty="0" smtClean="0"/>
          </a:p>
          <a:p>
            <a:r>
              <a:rPr lang="en-IN" sz="2000" dirty="0" smtClean="0"/>
              <a:t>When the classification of data is done the overall accuracy obtained is 60% .</a:t>
            </a:r>
            <a:endParaRPr lang="en-US" dirty="0"/>
          </a:p>
        </p:txBody>
      </p:sp>
      <p:sp>
        <p:nvSpPr>
          <p:cNvPr id="5" name="Slide Number Placeholder 4"/>
          <p:cNvSpPr>
            <a:spLocks noGrp="1"/>
          </p:cNvSpPr>
          <p:nvPr>
            <p:ph type="sldNum" sz="quarter" idx="12"/>
          </p:nvPr>
        </p:nvSpPr>
        <p:spPr/>
        <p:txBody>
          <a:bodyPr/>
          <a:lstStyle/>
          <a:p>
            <a:fld id="{B9EEE2D2-4F2F-4409-B5B5-225B73E010AB}" type="slidenum">
              <a:rPr lang="en-US" smtClean="0"/>
              <a:pPr/>
              <a:t>18</a:t>
            </a:fld>
            <a:endParaRPr lang="en-US"/>
          </a:p>
        </p:txBody>
      </p:sp>
    </p:spTree>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b="1" dirty="0" smtClean="0"/>
              <a:t>CONCLUSION</a:t>
            </a:r>
            <a:endParaRPr lang="en-US" dirty="0"/>
          </a:p>
        </p:txBody>
      </p:sp>
      <p:sp>
        <p:nvSpPr>
          <p:cNvPr id="3" name="Content Placeholder 2"/>
          <p:cNvSpPr>
            <a:spLocks noGrp="1"/>
          </p:cNvSpPr>
          <p:nvPr>
            <p:ph sz="quarter" idx="1"/>
          </p:nvPr>
        </p:nvSpPr>
        <p:spPr/>
        <p:txBody>
          <a:bodyPr>
            <a:normAutofit/>
          </a:bodyPr>
          <a:lstStyle/>
          <a:p>
            <a:r>
              <a:rPr lang="en-IN" sz="2000" dirty="0" smtClean="0"/>
              <a:t>When the push is applied then the performance of proposed system is best and its impact lies near COM.</a:t>
            </a:r>
          </a:p>
          <a:p>
            <a:endParaRPr lang="en-IN" sz="2000" dirty="0" smtClean="0"/>
          </a:p>
          <a:p>
            <a:r>
              <a:rPr lang="en-IN" sz="2000" dirty="0" smtClean="0"/>
              <a:t> As the pushes occur away from COM the angular momentum will be greater and the performance of system will degrade and it becomes difficult for humanoid robot to recover. </a:t>
            </a:r>
          </a:p>
          <a:p>
            <a:endParaRPr lang="en-US" sz="2000" dirty="0" smtClean="0"/>
          </a:p>
          <a:p>
            <a:r>
              <a:rPr lang="en-IN" sz="2000" dirty="0" smtClean="0"/>
              <a:t>So the proposed method can be used to reduce anxiety up to large extend this approach can be used in the motion rules for humanoid robot walking and running.</a:t>
            </a:r>
          </a:p>
          <a:p>
            <a:endParaRPr lang="en-US" dirty="0"/>
          </a:p>
        </p:txBody>
      </p:sp>
      <p:sp>
        <p:nvSpPr>
          <p:cNvPr id="5" name="Slide Number Placeholder 4"/>
          <p:cNvSpPr>
            <a:spLocks noGrp="1"/>
          </p:cNvSpPr>
          <p:nvPr>
            <p:ph type="sldNum" sz="quarter" idx="12"/>
          </p:nvPr>
        </p:nvSpPr>
        <p:spPr/>
        <p:txBody>
          <a:bodyPr/>
          <a:lstStyle/>
          <a:p>
            <a:fld id="{B9EEE2D2-4F2F-4409-B5B5-225B73E010AB}" type="slidenum">
              <a:rPr lang="en-US" smtClean="0"/>
              <a:pPr/>
              <a:t>19</a:t>
            </a:fld>
            <a:endParaRPr lang="en-US"/>
          </a:p>
        </p:txBody>
      </p:sp>
    </p:spTree>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sz="quarter" idx="1"/>
          </p:nvPr>
        </p:nvSpPr>
        <p:spPr/>
        <p:txBody>
          <a:bodyPr>
            <a:normAutofit/>
          </a:bodyPr>
          <a:lstStyle/>
          <a:p>
            <a:pPr algn="ctr">
              <a:buNone/>
            </a:pPr>
            <a:endParaRPr lang="en-US" sz="8000" dirty="0" smtClean="0"/>
          </a:p>
          <a:p>
            <a:pPr algn="ctr">
              <a:buNone/>
            </a:pPr>
            <a:r>
              <a:rPr lang="en-US" sz="8000" dirty="0" smtClean="0"/>
              <a:t>Queries…</a:t>
            </a:r>
            <a:endParaRPr lang="en-US" sz="8000" dirty="0"/>
          </a:p>
        </p:txBody>
      </p:sp>
      <p:sp>
        <p:nvSpPr>
          <p:cNvPr id="4" name="Slide Number Placeholder 3"/>
          <p:cNvSpPr>
            <a:spLocks noGrp="1"/>
          </p:cNvSpPr>
          <p:nvPr>
            <p:ph type="sldNum" sz="quarter" idx="12"/>
          </p:nvPr>
        </p:nvSpPr>
        <p:spPr/>
        <p:txBody>
          <a:bodyPr/>
          <a:lstStyle/>
          <a:p>
            <a:fld id="{B9EEE2D2-4F2F-4409-B5B5-225B73E010AB}" type="slidenum">
              <a:rPr lang="en-US" smtClean="0"/>
              <a:pPr/>
              <a:t>20</a:t>
            </a:fld>
            <a:endParaRPr lang="en-US"/>
          </a:p>
        </p:txBody>
      </p:sp>
    </p:spTree>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sz="quarter" idx="1"/>
          </p:nvPr>
        </p:nvSpPr>
        <p:spPr>
          <a:xfrm>
            <a:off x="304800" y="1371600"/>
            <a:ext cx="8503920" cy="4572000"/>
          </a:xfrm>
        </p:spPr>
        <p:txBody>
          <a:bodyPr>
            <a:normAutofit/>
          </a:bodyPr>
          <a:lstStyle/>
          <a:p>
            <a:pPr algn="ctr">
              <a:buNone/>
            </a:pPr>
            <a:endParaRPr lang="en-US" sz="5400" dirty="0" smtClean="0"/>
          </a:p>
          <a:p>
            <a:pPr algn="ctr">
              <a:buNone/>
            </a:pPr>
            <a:endParaRPr lang="en-US" sz="5400" dirty="0" smtClean="0"/>
          </a:p>
          <a:p>
            <a:pPr algn="ctr">
              <a:buNone/>
            </a:pPr>
            <a:r>
              <a:rPr lang="en-US" sz="5400" dirty="0" smtClean="0"/>
              <a:t>  THANK  YOU</a:t>
            </a:r>
            <a:endParaRPr lang="en-US" sz="5400" dirty="0"/>
          </a:p>
        </p:txBody>
      </p:sp>
      <p:sp>
        <p:nvSpPr>
          <p:cNvPr id="4" name="Slide Number Placeholder 3"/>
          <p:cNvSpPr>
            <a:spLocks noGrp="1"/>
          </p:cNvSpPr>
          <p:nvPr>
            <p:ph type="sldNum" sz="quarter" idx="12"/>
          </p:nvPr>
        </p:nvSpPr>
        <p:spPr/>
        <p:txBody>
          <a:bodyPr/>
          <a:lstStyle/>
          <a:p>
            <a:fld id="{B9EEE2D2-4F2F-4409-B5B5-225B73E010AB}" type="slidenum">
              <a:rPr lang="en-US" smtClean="0"/>
              <a:pPr/>
              <a:t>21</a:t>
            </a:fld>
            <a:endParaRPr lang="en-US"/>
          </a:p>
        </p:txBody>
      </p:sp>
    </p:spTree>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b="1" dirty="0" smtClean="0"/>
              <a:t>r</a:t>
            </a:r>
            <a:endParaRPr lang="en-US" dirty="0"/>
          </a:p>
        </p:txBody>
      </p:sp>
      <p:sp>
        <p:nvSpPr>
          <p:cNvPr id="3" name="Content Placeholder 2"/>
          <p:cNvSpPr>
            <a:spLocks noGrp="1"/>
          </p:cNvSpPr>
          <p:nvPr>
            <p:ph sz="quarter" idx="1"/>
          </p:nvPr>
        </p:nvSpPr>
        <p:spPr/>
        <p:txBody>
          <a:bodyPr/>
          <a:lstStyle/>
          <a:p>
            <a:r>
              <a:rPr lang="en-IN" sz="2000" dirty="0" smtClean="0"/>
              <a:t>.</a:t>
            </a:r>
            <a:endParaRPr lang="en-US" dirty="0"/>
          </a:p>
        </p:txBody>
      </p:sp>
      <p:sp>
        <p:nvSpPr>
          <p:cNvPr id="5" name="Slide Number Placeholder 4"/>
          <p:cNvSpPr>
            <a:spLocks noGrp="1"/>
          </p:cNvSpPr>
          <p:nvPr>
            <p:ph type="sldNum" sz="quarter" idx="12"/>
          </p:nvPr>
        </p:nvSpPr>
        <p:spPr/>
        <p:txBody>
          <a:bodyPr/>
          <a:lstStyle/>
          <a:p>
            <a:fld id="{B9EEE2D2-4F2F-4409-B5B5-225B73E010AB}" type="slidenum">
              <a:rPr lang="en-US" smtClean="0"/>
              <a:pPr/>
              <a:t>22</a:t>
            </a:fld>
            <a:endParaRPr lang="en-US"/>
          </a:p>
        </p:txBody>
      </p:sp>
    </p:spTree>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t>LITERATURE REVIEW</a:t>
            </a:r>
            <a:endParaRPr lang="en-US" b="1" dirty="0"/>
          </a:p>
        </p:txBody>
      </p:sp>
      <p:sp>
        <p:nvSpPr>
          <p:cNvPr id="3" name="Content Placeholder 2"/>
          <p:cNvSpPr>
            <a:spLocks noGrp="1"/>
          </p:cNvSpPr>
          <p:nvPr>
            <p:ph sz="quarter" idx="1"/>
          </p:nvPr>
        </p:nvSpPr>
        <p:spPr>
          <a:xfrm>
            <a:off x="301752" y="1524000"/>
            <a:ext cx="8503920" cy="4575048"/>
          </a:xfrm>
        </p:spPr>
        <p:txBody>
          <a:bodyPr>
            <a:normAutofit/>
          </a:bodyPr>
          <a:lstStyle/>
          <a:p>
            <a:pPr>
              <a:buFont typeface="Wingdings" pitchFamily="2" charset="2"/>
              <a:buChar char="Ø"/>
            </a:pPr>
            <a:r>
              <a:rPr lang="en-US" sz="2400" dirty="0" smtClean="0"/>
              <a:t> Linear Inverted Pendulum (LIP) with Fly Wheel model[1]: </a:t>
            </a:r>
          </a:p>
          <a:p>
            <a:endParaRPr lang="en-US" dirty="0" smtClean="0"/>
          </a:p>
          <a:p>
            <a:pPr>
              <a:buNone/>
            </a:pPr>
            <a:endParaRPr lang="en-US" dirty="0" smtClean="0"/>
          </a:p>
          <a:p>
            <a:endParaRPr lang="en-US" dirty="0" smtClean="0"/>
          </a:p>
          <a:p>
            <a:endParaRPr lang="en-US" dirty="0" smtClean="0"/>
          </a:p>
          <a:p>
            <a:pPr>
              <a:buNone/>
            </a:pPr>
            <a:endParaRPr lang="en-US" dirty="0" smtClean="0"/>
          </a:p>
          <a:p>
            <a:endParaRPr lang="en-US" dirty="0" smtClean="0"/>
          </a:p>
        </p:txBody>
      </p:sp>
      <p:pic>
        <p:nvPicPr>
          <p:cNvPr id="4" name="Picture 3"/>
          <p:cNvPicPr/>
          <p:nvPr/>
        </p:nvPicPr>
        <p:blipFill>
          <a:blip r:embed="rId2" cstate="print"/>
          <a:srcRect/>
          <a:stretch>
            <a:fillRect/>
          </a:stretch>
        </p:blipFill>
        <p:spPr bwMode="auto">
          <a:xfrm>
            <a:off x="6019800" y="2743200"/>
            <a:ext cx="2590800" cy="2590800"/>
          </a:xfrm>
          <a:prstGeom prst="rect">
            <a:avLst/>
          </a:prstGeom>
          <a:noFill/>
          <a:ln w="9525">
            <a:noFill/>
            <a:miter lim="800000"/>
            <a:headEnd/>
            <a:tailEnd/>
          </a:ln>
        </p:spPr>
      </p:pic>
      <p:sp>
        <p:nvSpPr>
          <p:cNvPr id="8" name="Title 1"/>
          <p:cNvSpPr txBox="1">
            <a:spLocks/>
          </p:cNvSpPr>
          <p:nvPr/>
        </p:nvSpPr>
        <p:spPr>
          <a:xfrm>
            <a:off x="533400" y="2590800"/>
            <a:ext cx="5334000" cy="2515277"/>
          </a:xfrm>
          <a:prstGeom prst="rect">
            <a:avLst/>
          </a:prstGeom>
        </p:spPr>
        <p:txBody>
          <a:bodyPr vert="horz" anchor="b">
            <a:normAutofit/>
          </a:bodyPr>
          <a:lstStyle/>
          <a:p>
            <a:pPr algn="just">
              <a:spcBef>
                <a:spcPct val="0"/>
              </a:spcBef>
            </a:pPr>
            <a:r>
              <a:rPr lang="en-US" sz="2000" dirty="0" smtClean="0"/>
              <a:t>This model included flywheel in LIP  to  add effect of generating angular momentum so as to implement lunging technique, the way humans do.</a:t>
            </a:r>
          </a:p>
          <a:p>
            <a:pPr marL="0" marR="0" lvl="0" indent="0" algn="ctr" defTabSz="914400" rtl="0" eaLnBrk="1" fontAlgn="auto" latinLnBrk="0" hangingPunct="1">
              <a:lnSpc>
                <a:spcPct val="100000"/>
              </a:lnSpc>
              <a:spcBef>
                <a:spcPct val="0"/>
              </a:spcBef>
              <a:spcAft>
                <a:spcPts val="0"/>
              </a:spcAft>
              <a:buClrTx/>
              <a:buSzTx/>
              <a:buFontTx/>
              <a:buNone/>
              <a:tabLst/>
              <a:defRPr/>
            </a:pPr>
            <a:endParaRPr kumimoji="0" lang="en-US" sz="3300" b="1" i="0" u="none" strike="noStrike" kern="1200" cap="none" spc="0" normalizeH="0" baseline="0" noProof="0" dirty="0">
              <a:ln>
                <a:noFill/>
              </a:ln>
              <a:solidFill>
                <a:schemeClr val="accent3">
                  <a:shade val="75000"/>
                </a:schemeClr>
              </a:solidFill>
              <a:effectLst/>
              <a:uLnTx/>
              <a:uFillTx/>
              <a:latin typeface="+mj-lt"/>
              <a:ea typeface="+mj-ea"/>
              <a:cs typeface="+mj-cs"/>
            </a:endParaRPr>
          </a:p>
        </p:txBody>
      </p:sp>
      <p:sp>
        <p:nvSpPr>
          <p:cNvPr id="6" name="Slide Number Placeholder 5"/>
          <p:cNvSpPr>
            <a:spLocks noGrp="1"/>
          </p:cNvSpPr>
          <p:nvPr>
            <p:ph type="sldNum" sz="quarter" idx="12"/>
          </p:nvPr>
        </p:nvSpPr>
        <p:spPr/>
        <p:txBody>
          <a:bodyPr/>
          <a:lstStyle/>
          <a:p>
            <a:fld id="{B9EEE2D2-4F2F-4409-B5B5-225B73E010AB}" type="slidenum">
              <a:rPr lang="en-US" smtClean="0"/>
              <a:pPr/>
              <a:t>23</a:t>
            </a:fld>
            <a:endParaRPr lang="en-US"/>
          </a:p>
        </p:txBody>
      </p:sp>
    </p:spTree>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t>                                                             </a:t>
            </a:r>
            <a:r>
              <a:rPr lang="en-US" b="1" dirty="0" err="1" smtClean="0"/>
              <a:t>Contd</a:t>
            </a:r>
            <a:r>
              <a:rPr lang="en-US" b="1" dirty="0" smtClean="0"/>
              <a:t>…</a:t>
            </a:r>
            <a:endParaRPr lang="en-US" dirty="0"/>
          </a:p>
        </p:txBody>
      </p:sp>
      <p:sp>
        <p:nvSpPr>
          <p:cNvPr id="3" name="Content Placeholder 2"/>
          <p:cNvSpPr>
            <a:spLocks noGrp="1"/>
          </p:cNvSpPr>
          <p:nvPr>
            <p:ph sz="quarter" idx="1"/>
          </p:nvPr>
        </p:nvSpPr>
        <p:spPr/>
        <p:txBody>
          <a:bodyPr>
            <a:normAutofit/>
          </a:bodyPr>
          <a:lstStyle/>
          <a:p>
            <a:pPr>
              <a:buFont typeface="Wingdings" pitchFamily="2" charset="2"/>
              <a:buChar char="Ø"/>
            </a:pPr>
            <a:r>
              <a:rPr lang="en-US" sz="2800" dirty="0" smtClean="0"/>
              <a:t> 3-</a:t>
            </a:r>
            <a:r>
              <a:rPr lang="en-US" sz="2400" dirty="0" smtClean="0"/>
              <a:t>D Linear Inverted Pendulum Model[2]: </a:t>
            </a:r>
            <a:endParaRPr lang="en-US" sz="2400" dirty="0"/>
          </a:p>
        </p:txBody>
      </p:sp>
      <p:pic>
        <p:nvPicPr>
          <p:cNvPr id="6" name="Picture 2"/>
          <p:cNvPicPr>
            <a:picLocks noChangeAspect="1" noChangeArrowheads="1"/>
          </p:cNvPicPr>
          <p:nvPr/>
        </p:nvPicPr>
        <p:blipFill>
          <a:blip r:embed="rId2" cstate="print"/>
          <a:srcRect/>
          <a:stretch>
            <a:fillRect/>
          </a:stretch>
        </p:blipFill>
        <p:spPr bwMode="auto">
          <a:xfrm>
            <a:off x="5334000" y="2590800"/>
            <a:ext cx="3330575" cy="3024522"/>
          </a:xfrm>
          <a:prstGeom prst="rect">
            <a:avLst/>
          </a:prstGeom>
          <a:noFill/>
          <a:ln w="9525">
            <a:noFill/>
            <a:miter lim="800000"/>
            <a:headEnd/>
            <a:tailEnd/>
          </a:ln>
        </p:spPr>
      </p:pic>
      <p:sp>
        <p:nvSpPr>
          <p:cNvPr id="5" name="Title 1"/>
          <p:cNvSpPr txBox="1">
            <a:spLocks/>
          </p:cNvSpPr>
          <p:nvPr/>
        </p:nvSpPr>
        <p:spPr>
          <a:xfrm>
            <a:off x="381000" y="2057400"/>
            <a:ext cx="4876800" cy="2667000"/>
          </a:xfrm>
          <a:prstGeom prst="rect">
            <a:avLst/>
          </a:prstGeom>
        </p:spPr>
        <p:txBody>
          <a:bodyPr vert="horz" anchor="b">
            <a:normAutofit/>
          </a:bodyPr>
          <a:lstStyle/>
          <a:p>
            <a:pPr algn="just">
              <a:spcBef>
                <a:spcPct val="0"/>
              </a:spcBef>
            </a:pPr>
            <a:r>
              <a:rPr lang="en-US" sz="2000" dirty="0" smtClean="0"/>
              <a:t>This model was implemented with the approach of capturing the pelvis joint trajectory in sagittal and frontal plane.</a:t>
            </a:r>
          </a:p>
          <a:p>
            <a:pPr marL="0" marR="0" lvl="0" indent="0" algn="ctr" defTabSz="914400" rtl="0" eaLnBrk="1" fontAlgn="auto" latinLnBrk="0" hangingPunct="1">
              <a:lnSpc>
                <a:spcPct val="100000"/>
              </a:lnSpc>
              <a:spcBef>
                <a:spcPct val="0"/>
              </a:spcBef>
              <a:spcAft>
                <a:spcPts val="0"/>
              </a:spcAft>
              <a:buClrTx/>
              <a:buSzTx/>
              <a:buFontTx/>
              <a:buNone/>
              <a:tabLst/>
              <a:defRPr/>
            </a:pPr>
            <a:endParaRPr kumimoji="0" lang="en-US" sz="3300" b="1" i="0" u="none" strike="noStrike" kern="1200" cap="none" spc="0" normalizeH="0" baseline="0" noProof="0" dirty="0">
              <a:ln>
                <a:noFill/>
              </a:ln>
              <a:solidFill>
                <a:schemeClr val="accent3">
                  <a:shade val="75000"/>
                </a:schemeClr>
              </a:solidFill>
              <a:effectLst/>
              <a:uLnTx/>
              <a:uFillTx/>
              <a:latin typeface="+mj-lt"/>
              <a:ea typeface="+mj-ea"/>
              <a:cs typeface="+mj-cs"/>
            </a:endParaRPr>
          </a:p>
        </p:txBody>
      </p:sp>
      <p:sp>
        <p:nvSpPr>
          <p:cNvPr id="7" name="Slide Number Placeholder 6"/>
          <p:cNvSpPr>
            <a:spLocks noGrp="1"/>
          </p:cNvSpPr>
          <p:nvPr>
            <p:ph type="sldNum" sz="quarter" idx="12"/>
          </p:nvPr>
        </p:nvSpPr>
        <p:spPr/>
        <p:txBody>
          <a:bodyPr/>
          <a:lstStyle/>
          <a:p>
            <a:fld id="{B9EEE2D2-4F2F-4409-B5B5-225B73E010AB}" type="slidenum">
              <a:rPr lang="en-US" smtClean="0"/>
              <a:pPr/>
              <a:t>24</a:t>
            </a:fld>
            <a:endParaRPr lang="en-US"/>
          </a:p>
        </p:txBody>
      </p:sp>
    </p:spTree>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r"/>
            <a:r>
              <a:rPr lang="en-US" b="1" dirty="0" err="1" smtClean="0"/>
              <a:t>Contd</a:t>
            </a:r>
            <a:r>
              <a:rPr lang="en-US" b="1" dirty="0" smtClean="0"/>
              <a:t>…</a:t>
            </a:r>
            <a:endParaRPr lang="en-US" dirty="0"/>
          </a:p>
        </p:txBody>
      </p:sp>
      <p:sp>
        <p:nvSpPr>
          <p:cNvPr id="5" name="Content Placeholder 4"/>
          <p:cNvSpPr>
            <a:spLocks noGrp="1"/>
          </p:cNvSpPr>
          <p:nvPr>
            <p:ph sz="quarter" idx="1"/>
          </p:nvPr>
        </p:nvSpPr>
        <p:spPr/>
        <p:txBody>
          <a:bodyPr>
            <a:normAutofit/>
          </a:bodyPr>
          <a:lstStyle/>
          <a:p>
            <a:pPr>
              <a:buFont typeface="Wingdings" pitchFamily="2" charset="2"/>
              <a:buChar char="Ø"/>
            </a:pPr>
            <a:r>
              <a:rPr lang="en-US" sz="2400" dirty="0" smtClean="0"/>
              <a:t>  Linear Inverted Biped Model (LIBM)[3]: </a:t>
            </a:r>
          </a:p>
          <a:p>
            <a:endParaRPr lang="en-US" sz="2400" dirty="0"/>
          </a:p>
        </p:txBody>
      </p:sp>
      <p:pic>
        <p:nvPicPr>
          <p:cNvPr id="6" name="Picture 5"/>
          <p:cNvPicPr/>
          <p:nvPr/>
        </p:nvPicPr>
        <p:blipFill>
          <a:blip r:embed="rId2" cstate="print"/>
          <a:srcRect/>
          <a:stretch>
            <a:fillRect/>
          </a:stretch>
        </p:blipFill>
        <p:spPr bwMode="auto">
          <a:xfrm>
            <a:off x="1219200" y="2362200"/>
            <a:ext cx="2819400" cy="2286000"/>
          </a:xfrm>
          <a:prstGeom prst="rect">
            <a:avLst/>
          </a:prstGeom>
          <a:noFill/>
          <a:ln w="9525">
            <a:noFill/>
            <a:miter lim="800000"/>
            <a:headEnd/>
            <a:tailEnd/>
          </a:ln>
        </p:spPr>
      </p:pic>
      <p:pic>
        <p:nvPicPr>
          <p:cNvPr id="7" name="Picture 6"/>
          <p:cNvPicPr/>
          <p:nvPr/>
        </p:nvPicPr>
        <p:blipFill>
          <a:blip r:embed="rId3" cstate="print"/>
          <a:srcRect/>
          <a:stretch>
            <a:fillRect/>
          </a:stretch>
        </p:blipFill>
        <p:spPr bwMode="auto">
          <a:xfrm>
            <a:off x="4800600" y="2362200"/>
            <a:ext cx="2743200" cy="2286000"/>
          </a:xfrm>
          <a:prstGeom prst="rect">
            <a:avLst/>
          </a:prstGeom>
          <a:noFill/>
          <a:ln w="9525">
            <a:noFill/>
            <a:miter lim="800000"/>
            <a:headEnd/>
            <a:tailEnd/>
          </a:ln>
        </p:spPr>
      </p:pic>
      <p:sp>
        <p:nvSpPr>
          <p:cNvPr id="8" name="Title 1"/>
          <p:cNvSpPr txBox="1">
            <a:spLocks/>
          </p:cNvSpPr>
          <p:nvPr/>
        </p:nvSpPr>
        <p:spPr>
          <a:xfrm>
            <a:off x="533400" y="2362200"/>
            <a:ext cx="5074898" cy="2971800"/>
          </a:xfrm>
          <a:prstGeom prst="rect">
            <a:avLst/>
          </a:prstGeom>
        </p:spPr>
        <p:txBody>
          <a:bodyPr vert="horz" anchor="b">
            <a:normAutofit/>
          </a:bodyPr>
          <a:lstStyle/>
          <a:p>
            <a:pPr marL="0" marR="0" lvl="0" indent="0" algn="ctr" defTabSz="914400" rtl="0" eaLnBrk="1" fontAlgn="auto" latinLnBrk="0" hangingPunct="1">
              <a:lnSpc>
                <a:spcPct val="100000"/>
              </a:lnSpc>
              <a:spcBef>
                <a:spcPct val="0"/>
              </a:spcBef>
              <a:spcAft>
                <a:spcPts val="0"/>
              </a:spcAft>
              <a:buClrTx/>
              <a:buSzTx/>
              <a:buFontTx/>
              <a:buNone/>
              <a:tabLst/>
              <a:defRPr/>
            </a:pPr>
            <a:endParaRPr kumimoji="0" lang="en-US" sz="3300" b="1" i="0" u="none" strike="noStrike" kern="1200" cap="none" spc="0" normalizeH="0" baseline="0" noProof="0" dirty="0">
              <a:ln>
                <a:noFill/>
              </a:ln>
              <a:solidFill>
                <a:schemeClr val="accent3">
                  <a:shade val="75000"/>
                </a:schemeClr>
              </a:solidFill>
              <a:effectLst/>
              <a:uLnTx/>
              <a:uFillTx/>
              <a:latin typeface="+mj-lt"/>
              <a:ea typeface="+mj-ea"/>
              <a:cs typeface="+mj-cs"/>
            </a:endParaRPr>
          </a:p>
        </p:txBody>
      </p:sp>
      <p:sp>
        <p:nvSpPr>
          <p:cNvPr id="9" name="Title 1"/>
          <p:cNvSpPr txBox="1">
            <a:spLocks/>
          </p:cNvSpPr>
          <p:nvPr/>
        </p:nvSpPr>
        <p:spPr>
          <a:xfrm>
            <a:off x="685800" y="3429000"/>
            <a:ext cx="7391400" cy="2515277"/>
          </a:xfrm>
          <a:prstGeom prst="rect">
            <a:avLst/>
          </a:prstGeom>
        </p:spPr>
        <p:txBody>
          <a:bodyPr vert="horz" anchor="b">
            <a:normAutofit/>
          </a:bodyPr>
          <a:lstStyle/>
          <a:p>
            <a:pPr algn="just">
              <a:spcBef>
                <a:spcPct val="0"/>
              </a:spcBef>
            </a:pPr>
            <a:r>
              <a:rPr lang="en-US" sz="2000" dirty="0" smtClean="0"/>
              <a:t>In this model , 2 LIPM’s were superimposed to imitate human structure , and revealed various concepts that LIPM could not capture.</a:t>
            </a:r>
            <a:endParaRPr kumimoji="0" lang="en-US" sz="2000" b="1" i="0" u="none" strike="noStrike" kern="1200" cap="none" spc="0" normalizeH="0" baseline="0" noProof="0" dirty="0">
              <a:ln>
                <a:noFill/>
              </a:ln>
              <a:solidFill>
                <a:schemeClr val="accent3">
                  <a:shade val="75000"/>
                </a:schemeClr>
              </a:solidFill>
              <a:effectLst/>
              <a:uLnTx/>
              <a:uFillTx/>
              <a:latin typeface="+mj-lt"/>
              <a:ea typeface="+mj-ea"/>
              <a:cs typeface="+mj-cs"/>
            </a:endParaRPr>
          </a:p>
        </p:txBody>
      </p:sp>
      <p:sp>
        <p:nvSpPr>
          <p:cNvPr id="10" name="Slide Number Placeholder 9"/>
          <p:cNvSpPr>
            <a:spLocks noGrp="1"/>
          </p:cNvSpPr>
          <p:nvPr>
            <p:ph type="sldNum" sz="quarter" idx="12"/>
          </p:nvPr>
        </p:nvSpPr>
        <p:spPr/>
        <p:txBody>
          <a:bodyPr/>
          <a:lstStyle/>
          <a:p>
            <a:fld id="{B9EEE2D2-4F2F-4409-B5B5-225B73E010AB}" type="slidenum">
              <a:rPr lang="en-US" smtClean="0"/>
              <a:pPr/>
              <a:t>25</a:t>
            </a:fld>
            <a:endParaRPr lang="en-US"/>
          </a:p>
        </p:txBody>
      </p:sp>
    </p:spTree>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r"/>
            <a:r>
              <a:rPr lang="en-US" b="1" dirty="0" err="1" smtClean="0"/>
              <a:t>Contd</a:t>
            </a:r>
            <a:r>
              <a:rPr lang="en-US" b="1" dirty="0" smtClean="0"/>
              <a:t>…</a:t>
            </a:r>
            <a:endParaRPr lang="en-US" dirty="0"/>
          </a:p>
        </p:txBody>
      </p:sp>
      <p:sp>
        <p:nvSpPr>
          <p:cNvPr id="3" name="Content Placeholder 2"/>
          <p:cNvSpPr>
            <a:spLocks noGrp="1"/>
          </p:cNvSpPr>
          <p:nvPr>
            <p:ph sz="quarter" idx="1"/>
          </p:nvPr>
        </p:nvSpPr>
        <p:spPr/>
        <p:txBody>
          <a:bodyPr>
            <a:normAutofit/>
          </a:bodyPr>
          <a:lstStyle/>
          <a:p>
            <a:pPr>
              <a:buFont typeface="Wingdings" pitchFamily="2" charset="2"/>
              <a:buChar char="Ø"/>
            </a:pPr>
            <a:r>
              <a:rPr lang="en-US" sz="2400" dirty="0" smtClean="0"/>
              <a:t> Concept of Orbital Energy[1]:</a:t>
            </a:r>
          </a:p>
          <a:p>
            <a:endParaRPr lang="en-US" sz="2400" dirty="0" smtClean="0"/>
          </a:p>
          <a:p>
            <a:pPr>
              <a:buNone/>
            </a:pPr>
            <a:endParaRPr lang="en-US" sz="2400" dirty="0" smtClean="0"/>
          </a:p>
          <a:p>
            <a:pPr>
              <a:buNone/>
            </a:pPr>
            <a:endParaRPr lang="en-US" sz="2400" dirty="0" smtClean="0"/>
          </a:p>
          <a:p>
            <a:endParaRPr lang="en-US" sz="2400" dirty="0" smtClean="0"/>
          </a:p>
          <a:p>
            <a:pPr algn="just"/>
            <a:r>
              <a:rPr lang="en-US" sz="2000" dirty="0" smtClean="0"/>
              <a:t>This equation represents a Spring-Mass system with unit-mass and negative-rate spring with a spring constant  – (g/z</a:t>
            </a:r>
            <a:r>
              <a:rPr lang="en-US" sz="2000" baseline="-25000" dirty="0" smtClean="0"/>
              <a:t>0</a:t>
            </a:r>
            <a:r>
              <a:rPr lang="en-US" sz="2000" dirty="0" smtClean="0"/>
              <a:t>). If E</a:t>
            </a:r>
            <a:r>
              <a:rPr lang="en-US" sz="2000" baseline="-25000" dirty="0" smtClean="0"/>
              <a:t>LIP </a:t>
            </a:r>
            <a:r>
              <a:rPr lang="en-US" sz="2000" dirty="0" smtClean="0"/>
              <a:t>&gt;0 then while moving to the foot, the centre of mass will pass over it, If E</a:t>
            </a:r>
            <a:r>
              <a:rPr lang="en-US" sz="2000" baseline="-25000" dirty="0" smtClean="0"/>
              <a:t>LIP </a:t>
            </a:r>
            <a:r>
              <a:rPr lang="en-US" sz="2000" dirty="0" smtClean="0"/>
              <a:t>&lt;0, then COM will move in reverse direction and If E</a:t>
            </a:r>
            <a:r>
              <a:rPr lang="en-US" sz="2000" baseline="-25000" dirty="0" smtClean="0"/>
              <a:t>LIP </a:t>
            </a:r>
            <a:r>
              <a:rPr lang="en-US" sz="2000" dirty="0" smtClean="0"/>
              <a:t>=0, then COM will come to rest over the foot. Orbital Energy will remain constant irrespective of the changes in the co-ordinate axis.</a:t>
            </a:r>
          </a:p>
          <a:p>
            <a:endParaRPr lang="en-US" sz="2400" dirty="0" smtClean="0"/>
          </a:p>
          <a:p>
            <a:pPr>
              <a:buNone/>
            </a:pPr>
            <a:endParaRPr lang="en-US" sz="2400" dirty="0" smtClean="0"/>
          </a:p>
          <a:p>
            <a:endParaRPr lang="en-US" dirty="0"/>
          </a:p>
        </p:txBody>
      </p:sp>
      <p:pic>
        <p:nvPicPr>
          <p:cNvPr id="4" name="Picture 3"/>
          <p:cNvPicPr/>
          <p:nvPr/>
        </p:nvPicPr>
        <p:blipFill>
          <a:blip r:embed="rId2" cstate="print"/>
          <a:srcRect/>
          <a:stretch>
            <a:fillRect/>
          </a:stretch>
        </p:blipFill>
        <p:spPr bwMode="auto">
          <a:xfrm>
            <a:off x="2286000" y="2209800"/>
            <a:ext cx="4267200" cy="1066800"/>
          </a:xfrm>
          <a:prstGeom prst="rect">
            <a:avLst/>
          </a:prstGeom>
          <a:noFill/>
          <a:ln w="9525">
            <a:noFill/>
            <a:miter lim="800000"/>
            <a:headEnd/>
            <a:tailEnd/>
          </a:ln>
        </p:spPr>
      </p:pic>
      <p:sp>
        <p:nvSpPr>
          <p:cNvPr id="5" name="Slide Number Placeholder 4"/>
          <p:cNvSpPr>
            <a:spLocks noGrp="1"/>
          </p:cNvSpPr>
          <p:nvPr>
            <p:ph type="sldNum" sz="quarter" idx="12"/>
          </p:nvPr>
        </p:nvSpPr>
        <p:spPr/>
        <p:txBody>
          <a:bodyPr/>
          <a:lstStyle/>
          <a:p>
            <a:fld id="{B9EEE2D2-4F2F-4409-B5B5-225B73E010AB}" type="slidenum">
              <a:rPr lang="en-US" smtClean="0"/>
              <a:pPr/>
              <a:t>26</a:t>
            </a:fld>
            <a:endParaRPr lang="en-US"/>
          </a:p>
        </p:txBody>
      </p:sp>
    </p:spTree>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r"/>
            <a:r>
              <a:rPr lang="en-US" b="1" dirty="0" err="1" smtClean="0"/>
              <a:t>Contd</a:t>
            </a:r>
            <a:r>
              <a:rPr lang="en-US" b="1" dirty="0" smtClean="0"/>
              <a:t>…</a:t>
            </a:r>
            <a:endParaRPr lang="en-US" b="1" dirty="0"/>
          </a:p>
        </p:txBody>
      </p:sp>
      <p:sp>
        <p:nvSpPr>
          <p:cNvPr id="3" name="Content Placeholder 2"/>
          <p:cNvSpPr>
            <a:spLocks noGrp="1"/>
          </p:cNvSpPr>
          <p:nvPr>
            <p:ph sz="quarter" idx="1"/>
          </p:nvPr>
        </p:nvSpPr>
        <p:spPr/>
        <p:txBody>
          <a:bodyPr/>
          <a:lstStyle/>
          <a:p>
            <a:pPr>
              <a:buFont typeface="Wingdings" pitchFamily="2" charset="2"/>
              <a:buChar char="Ø"/>
            </a:pPr>
            <a:r>
              <a:rPr lang="en-US" sz="2400" dirty="0" smtClean="0"/>
              <a:t> Concept of Centroidal Angular Momentum[1]:</a:t>
            </a:r>
          </a:p>
          <a:p>
            <a:endParaRPr lang="en-US" sz="2800" dirty="0" smtClean="0"/>
          </a:p>
          <a:p>
            <a:r>
              <a:rPr lang="en-US" sz="2000" dirty="0" smtClean="0"/>
              <a:t> This Fly wheel generates reverse torque which is similar to the Hip strategy humans use.</a:t>
            </a:r>
          </a:p>
          <a:p>
            <a:endParaRPr lang="en-US" sz="2800" dirty="0" smtClean="0"/>
          </a:p>
          <a:p>
            <a:endParaRPr lang="en-US" sz="2800" dirty="0" smtClean="0"/>
          </a:p>
          <a:p>
            <a:endParaRPr lang="en-US" sz="2800" dirty="0" smtClean="0"/>
          </a:p>
          <a:p>
            <a:endParaRPr lang="en-US" sz="2800" dirty="0" smtClean="0"/>
          </a:p>
          <a:p>
            <a:endParaRPr lang="en-US" sz="2800" dirty="0" smtClean="0"/>
          </a:p>
          <a:p>
            <a:endParaRPr lang="en-US" dirty="0"/>
          </a:p>
        </p:txBody>
      </p:sp>
      <p:pic>
        <p:nvPicPr>
          <p:cNvPr id="4" name="Picture 3"/>
          <p:cNvPicPr/>
          <p:nvPr/>
        </p:nvPicPr>
        <p:blipFill>
          <a:blip r:embed="rId2" cstate="print"/>
          <a:srcRect/>
          <a:stretch>
            <a:fillRect/>
          </a:stretch>
        </p:blipFill>
        <p:spPr bwMode="auto">
          <a:xfrm>
            <a:off x="4343400" y="3048000"/>
            <a:ext cx="3276600" cy="3048000"/>
          </a:xfrm>
          <a:prstGeom prst="rect">
            <a:avLst/>
          </a:prstGeom>
          <a:noFill/>
          <a:ln w="9525">
            <a:noFill/>
            <a:miter lim="800000"/>
            <a:headEnd/>
            <a:tailEnd/>
          </a:ln>
        </p:spPr>
      </p:pic>
      <p:sp>
        <p:nvSpPr>
          <p:cNvPr id="5" name="Slide Number Placeholder 4"/>
          <p:cNvSpPr>
            <a:spLocks noGrp="1"/>
          </p:cNvSpPr>
          <p:nvPr>
            <p:ph type="sldNum" sz="quarter" idx="12"/>
          </p:nvPr>
        </p:nvSpPr>
        <p:spPr/>
        <p:txBody>
          <a:bodyPr/>
          <a:lstStyle/>
          <a:p>
            <a:fld id="{B9EEE2D2-4F2F-4409-B5B5-225B73E010AB}" type="slidenum">
              <a:rPr lang="en-US" smtClean="0"/>
              <a:pPr/>
              <a:t>27</a:t>
            </a:fld>
            <a:endParaRPr lang="en-US"/>
          </a:p>
        </p:txBody>
      </p:sp>
    </p:spTree>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r"/>
            <a:r>
              <a:rPr lang="en-US" b="1" dirty="0" err="1" smtClean="0"/>
              <a:t>Contd</a:t>
            </a:r>
            <a:r>
              <a:rPr lang="en-US" b="1" dirty="0" smtClean="0"/>
              <a:t>…</a:t>
            </a:r>
            <a:endParaRPr lang="en-US" dirty="0"/>
          </a:p>
        </p:txBody>
      </p:sp>
      <p:sp>
        <p:nvSpPr>
          <p:cNvPr id="3" name="Content Placeholder 2"/>
          <p:cNvSpPr>
            <a:spLocks noGrp="1"/>
          </p:cNvSpPr>
          <p:nvPr>
            <p:ph sz="quarter" idx="1"/>
          </p:nvPr>
        </p:nvSpPr>
        <p:spPr/>
        <p:txBody>
          <a:bodyPr/>
          <a:lstStyle/>
          <a:p>
            <a:pPr>
              <a:buFont typeface="Wingdings" pitchFamily="2" charset="2"/>
              <a:buChar char="Ø"/>
            </a:pPr>
            <a:r>
              <a:rPr lang="en-US" sz="2400" dirty="0" smtClean="0"/>
              <a:t>  Concept of LIBM[3]:</a:t>
            </a:r>
          </a:p>
          <a:p>
            <a:pPr>
              <a:buNone/>
            </a:pPr>
            <a:endParaRPr lang="en-US" sz="2000" dirty="0" smtClean="0"/>
          </a:p>
          <a:p>
            <a:r>
              <a:rPr lang="en-US" sz="2000" dirty="0" smtClean="0"/>
              <a:t>Reverse torques at each foot is applied to maintain stability that resembles Ankle strategy human use. This is very useful in recovering from the impact of small forces. </a:t>
            </a:r>
          </a:p>
          <a:p>
            <a:pPr>
              <a:buNone/>
            </a:pPr>
            <a:endParaRPr lang="en-US" sz="2800" dirty="0" smtClean="0"/>
          </a:p>
          <a:p>
            <a:endParaRPr lang="en-US" dirty="0"/>
          </a:p>
        </p:txBody>
      </p:sp>
      <p:pic>
        <p:nvPicPr>
          <p:cNvPr id="5" name="Picture 4"/>
          <p:cNvPicPr/>
          <p:nvPr/>
        </p:nvPicPr>
        <p:blipFill>
          <a:blip r:embed="rId2" cstate="print"/>
          <a:srcRect/>
          <a:stretch>
            <a:fillRect/>
          </a:stretch>
        </p:blipFill>
        <p:spPr bwMode="auto">
          <a:xfrm>
            <a:off x="4800600" y="3352800"/>
            <a:ext cx="2667000" cy="2590800"/>
          </a:xfrm>
          <a:prstGeom prst="rect">
            <a:avLst/>
          </a:prstGeom>
          <a:noFill/>
          <a:ln w="9525">
            <a:noFill/>
            <a:miter lim="800000"/>
            <a:headEnd/>
            <a:tailEnd/>
          </a:ln>
        </p:spPr>
      </p:pic>
      <p:sp>
        <p:nvSpPr>
          <p:cNvPr id="6" name="Slide Number Placeholder 5"/>
          <p:cNvSpPr>
            <a:spLocks noGrp="1"/>
          </p:cNvSpPr>
          <p:nvPr>
            <p:ph type="sldNum" sz="quarter" idx="12"/>
          </p:nvPr>
        </p:nvSpPr>
        <p:spPr/>
        <p:txBody>
          <a:bodyPr/>
          <a:lstStyle/>
          <a:p>
            <a:fld id="{B9EEE2D2-4F2F-4409-B5B5-225B73E010AB}" type="slidenum">
              <a:rPr lang="en-US" smtClean="0"/>
              <a:pPr/>
              <a:t>28</a:t>
            </a:fld>
            <a:endParaRPr lang="en-US"/>
          </a:p>
        </p:txBody>
      </p:sp>
    </p:spTree>
  </p:cSld>
  <p:clrMapOvr>
    <a:masterClrMapping/>
  </p:clrMapOvr>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52400" y="228600"/>
            <a:ext cx="8683752" cy="914400"/>
          </a:xfrm>
        </p:spPr>
        <p:txBody>
          <a:bodyPr/>
          <a:lstStyle/>
          <a:p>
            <a:pPr algn="r"/>
            <a:endParaRPr lang="en-US" dirty="0"/>
          </a:p>
        </p:txBody>
      </p:sp>
      <p:sp>
        <p:nvSpPr>
          <p:cNvPr id="3" name="Content Placeholder 2"/>
          <p:cNvSpPr>
            <a:spLocks noGrp="1"/>
          </p:cNvSpPr>
          <p:nvPr>
            <p:ph sz="quarter" idx="1"/>
          </p:nvPr>
        </p:nvSpPr>
        <p:spPr>
          <a:xfrm>
            <a:off x="304800" y="1524000"/>
            <a:ext cx="8503920" cy="4572000"/>
          </a:xfrm>
        </p:spPr>
        <p:txBody>
          <a:bodyPr>
            <a:normAutofit/>
          </a:bodyPr>
          <a:lstStyle/>
          <a:p>
            <a:pPr>
              <a:buFont typeface="Wingdings" pitchFamily="2" charset="2"/>
              <a:buChar char="Ø"/>
            </a:pPr>
            <a:r>
              <a:rPr lang="en-US" sz="2400" dirty="0" smtClean="0"/>
              <a:t> Concept of Linear and Angular momentum:[Ambarish sir]</a:t>
            </a:r>
          </a:p>
        </p:txBody>
      </p:sp>
      <p:pic>
        <p:nvPicPr>
          <p:cNvPr id="1026" name="Picture 2"/>
          <p:cNvPicPr>
            <a:picLocks noChangeAspect="1" noChangeArrowheads="1"/>
          </p:cNvPicPr>
          <p:nvPr/>
        </p:nvPicPr>
        <p:blipFill>
          <a:blip r:embed="rId2" cstate="print"/>
          <a:srcRect/>
          <a:stretch>
            <a:fillRect/>
          </a:stretch>
        </p:blipFill>
        <p:spPr bwMode="auto">
          <a:xfrm>
            <a:off x="2514600" y="2133600"/>
            <a:ext cx="3276600" cy="1905000"/>
          </a:xfrm>
          <a:prstGeom prst="rect">
            <a:avLst/>
          </a:prstGeom>
          <a:noFill/>
          <a:ln w="9525">
            <a:noFill/>
            <a:miter lim="800000"/>
            <a:headEnd/>
            <a:tailEnd/>
          </a:ln>
        </p:spPr>
      </p:pic>
      <p:sp>
        <p:nvSpPr>
          <p:cNvPr id="5" name="Title 1"/>
          <p:cNvSpPr txBox="1">
            <a:spLocks/>
          </p:cNvSpPr>
          <p:nvPr/>
        </p:nvSpPr>
        <p:spPr>
          <a:xfrm>
            <a:off x="381000" y="3276600"/>
            <a:ext cx="8458200" cy="2819400"/>
          </a:xfrm>
          <a:prstGeom prst="rect">
            <a:avLst/>
          </a:prstGeom>
        </p:spPr>
        <p:txBody>
          <a:bodyPr vert="horz" anchor="b">
            <a:normAutofit/>
          </a:bodyPr>
          <a:lstStyle/>
          <a:p>
            <a:pPr algn="just">
              <a:spcBef>
                <a:spcPct val="0"/>
              </a:spcBef>
            </a:pPr>
            <a:r>
              <a:rPr lang="en-US" sz="2000" noProof="0" dirty="0" smtClean="0"/>
              <a:t>This papers </a:t>
            </a:r>
            <a:r>
              <a:rPr lang="en-US" sz="2000" dirty="0" smtClean="0"/>
              <a:t>proposes a unified strategy  of postural balance and reactive stepping integrated with  momentum based controller. This enables us to control  the angular momentum of humanoid. </a:t>
            </a:r>
          </a:p>
          <a:p>
            <a:pPr algn="just">
              <a:spcBef>
                <a:spcPct val="0"/>
              </a:spcBef>
            </a:pPr>
            <a:r>
              <a:rPr lang="en-US" sz="2000" dirty="0" smtClean="0"/>
              <a:t>This helps robot to maintain balance by making postural adjustments and hence avoid stepping.(a).</a:t>
            </a:r>
            <a:endParaRPr kumimoji="0" lang="en-US" sz="2000" b="1" i="0" u="none" strike="noStrike" kern="1200" cap="none" spc="0" normalizeH="0" baseline="0" noProof="0" dirty="0">
              <a:ln>
                <a:noFill/>
              </a:ln>
              <a:solidFill>
                <a:schemeClr val="accent3">
                  <a:shade val="75000"/>
                </a:schemeClr>
              </a:solidFill>
              <a:effectLst/>
              <a:uLnTx/>
              <a:uFillTx/>
              <a:latin typeface="+mj-lt"/>
              <a:ea typeface="+mj-ea"/>
              <a:cs typeface="+mj-cs"/>
            </a:endParaRPr>
          </a:p>
        </p:txBody>
      </p:sp>
      <p:sp>
        <p:nvSpPr>
          <p:cNvPr id="6" name="Slide Number Placeholder 5"/>
          <p:cNvSpPr>
            <a:spLocks noGrp="1"/>
          </p:cNvSpPr>
          <p:nvPr>
            <p:ph type="sldNum" sz="quarter" idx="12"/>
          </p:nvPr>
        </p:nvSpPr>
        <p:spPr/>
        <p:txBody>
          <a:bodyPr/>
          <a:lstStyle/>
          <a:p>
            <a:fld id="{B9EEE2D2-4F2F-4409-B5B5-225B73E010AB}" type="slidenum">
              <a:rPr lang="en-US" smtClean="0"/>
              <a:pPr/>
              <a:t>29</a:t>
            </a:fld>
            <a:endParaRPr lang="en-US"/>
          </a:p>
        </p:txBody>
      </p:sp>
    </p:spTree>
  </p:cSld>
  <p:clrMapOvr>
    <a:masterClrMapping/>
  </p:clrMapOvr>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3600" b="1" dirty="0" smtClean="0"/>
              <a:t>METHODOLOGY</a:t>
            </a:r>
            <a:endParaRPr lang="en-US" sz="3600" b="1" dirty="0"/>
          </a:p>
        </p:txBody>
      </p:sp>
      <p:sp>
        <p:nvSpPr>
          <p:cNvPr id="3" name="Content Placeholder 2"/>
          <p:cNvSpPr>
            <a:spLocks noGrp="1"/>
          </p:cNvSpPr>
          <p:nvPr>
            <p:ph sz="quarter" idx="1"/>
          </p:nvPr>
        </p:nvSpPr>
        <p:spPr/>
        <p:txBody>
          <a:bodyPr>
            <a:normAutofit/>
          </a:bodyPr>
          <a:lstStyle/>
          <a:p>
            <a:endParaRPr lang="en-US" sz="2000" b="1" dirty="0" smtClean="0"/>
          </a:p>
          <a:p>
            <a:r>
              <a:rPr lang="en-US" sz="2000" b="1" dirty="0" smtClean="0"/>
              <a:t>STEP A</a:t>
            </a:r>
            <a:r>
              <a:rPr lang="en-US" sz="2000" dirty="0" smtClean="0"/>
              <a:t>:  To make a model of linear inverted  biped equivalent to HOAP-2 on WEBOT simulation tool. In this, we have taken parameters of HOAP-2 like mass, center of mass, height, length of leg etc.</a:t>
            </a:r>
          </a:p>
          <a:p>
            <a:endParaRPr lang="en-US" sz="2000" dirty="0" smtClean="0"/>
          </a:p>
          <a:p>
            <a:r>
              <a:rPr lang="en-US" sz="2000" b="1" dirty="0" smtClean="0"/>
              <a:t>STEP B</a:t>
            </a:r>
            <a:r>
              <a:rPr lang="en-US" sz="2000" dirty="0" smtClean="0"/>
              <a:t>: To calculate the D-H Parameters and Inverse forward Kinematics for the Model.</a:t>
            </a:r>
          </a:p>
          <a:p>
            <a:endParaRPr lang="en-US" sz="2000" dirty="0" smtClean="0"/>
          </a:p>
          <a:p>
            <a:r>
              <a:rPr lang="en-US" sz="2000" b="1" dirty="0" smtClean="0"/>
              <a:t>STEP C</a:t>
            </a:r>
            <a:r>
              <a:rPr lang="en-US" sz="2000" dirty="0" smtClean="0"/>
              <a:t>: To calculate the capture point and capture region for our model if external push/pull is applied to that.</a:t>
            </a:r>
          </a:p>
          <a:p>
            <a:endParaRPr lang="en-US" sz="2000" dirty="0" smtClean="0"/>
          </a:p>
          <a:p>
            <a:endParaRPr lang="en-US" sz="2000" dirty="0" smtClean="0"/>
          </a:p>
          <a:p>
            <a:endParaRPr lang="en-US" sz="2000" b="1" dirty="0" smtClean="0"/>
          </a:p>
          <a:p>
            <a:endParaRPr lang="en-US" sz="2000" dirty="0"/>
          </a:p>
        </p:txBody>
      </p:sp>
      <p:sp>
        <p:nvSpPr>
          <p:cNvPr id="4" name="Slide Number Placeholder 3"/>
          <p:cNvSpPr>
            <a:spLocks noGrp="1"/>
          </p:cNvSpPr>
          <p:nvPr>
            <p:ph type="sldNum" sz="quarter" idx="12"/>
          </p:nvPr>
        </p:nvSpPr>
        <p:spPr/>
        <p:txBody>
          <a:bodyPr/>
          <a:lstStyle/>
          <a:p>
            <a:fld id="{B9EEE2D2-4F2F-4409-B5B5-225B73E010AB}" type="slidenum">
              <a:rPr lang="en-US" smtClean="0"/>
              <a:pPr/>
              <a:t>30</a:t>
            </a:fld>
            <a:endParaRPr lang="en-US"/>
          </a:p>
        </p:txBody>
      </p:sp>
    </p:spTree>
  </p:cSld>
  <p:clrMapOvr>
    <a:masterClrMapping/>
  </p:clrMapOvr>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r"/>
            <a:r>
              <a:rPr lang="en-US" sz="3200" b="1" dirty="0" err="1" smtClean="0"/>
              <a:t>Contd</a:t>
            </a:r>
            <a:r>
              <a:rPr lang="en-US" sz="3200" b="1" dirty="0" smtClean="0"/>
              <a:t>… </a:t>
            </a:r>
            <a:endParaRPr lang="en-US" dirty="0"/>
          </a:p>
        </p:txBody>
      </p:sp>
      <p:sp>
        <p:nvSpPr>
          <p:cNvPr id="3" name="Content Placeholder 2"/>
          <p:cNvSpPr>
            <a:spLocks noGrp="1"/>
          </p:cNvSpPr>
          <p:nvPr>
            <p:ph sz="quarter" idx="1"/>
          </p:nvPr>
        </p:nvSpPr>
        <p:spPr/>
        <p:txBody>
          <a:bodyPr>
            <a:normAutofit/>
          </a:bodyPr>
          <a:lstStyle/>
          <a:p>
            <a:endParaRPr lang="en-US" sz="2000" b="1" dirty="0" smtClean="0"/>
          </a:p>
          <a:p>
            <a:r>
              <a:rPr lang="en-US" sz="2000" b="1" dirty="0" smtClean="0"/>
              <a:t>STEP D</a:t>
            </a:r>
            <a:r>
              <a:rPr lang="en-US" sz="2000" dirty="0" smtClean="0"/>
              <a:t>: To design a controller for our model and apply the calculated capture point stepping strategy in </a:t>
            </a:r>
            <a:r>
              <a:rPr lang="en-US" sz="2000" dirty="0" err="1" smtClean="0"/>
              <a:t>Webots</a:t>
            </a:r>
            <a:r>
              <a:rPr lang="en-US" sz="2000" dirty="0" smtClean="0"/>
              <a:t> simulation platform.</a:t>
            </a:r>
          </a:p>
          <a:p>
            <a:pPr>
              <a:buNone/>
            </a:pPr>
            <a:endParaRPr lang="en-US" sz="2000" dirty="0" smtClean="0"/>
          </a:p>
          <a:p>
            <a:r>
              <a:rPr lang="en-US" sz="2000" b="1" dirty="0" smtClean="0"/>
              <a:t>STEP E</a:t>
            </a:r>
            <a:r>
              <a:rPr lang="en-US" sz="2000" dirty="0" smtClean="0"/>
              <a:t>: Apply the strategy to HOAP-2 model in </a:t>
            </a:r>
            <a:r>
              <a:rPr lang="en-US" sz="2000" dirty="0" err="1" smtClean="0"/>
              <a:t>Webots</a:t>
            </a:r>
            <a:r>
              <a:rPr lang="en-US" sz="2000" dirty="0" smtClean="0"/>
              <a:t> Simulation, after getting satisfactory results in our model simulation.</a:t>
            </a:r>
          </a:p>
          <a:p>
            <a:endParaRPr lang="en-US" sz="2000" dirty="0" smtClean="0"/>
          </a:p>
          <a:p>
            <a:r>
              <a:rPr lang="en-US" sz="2000" b="1" dirty="0" smtClean="0"/>
              <a:t>STEP F</a:t>
            </a:r>
            <a:r>
              <a:rPr lang="en-US" sz="2000" dirty="0" smtClean="0"/>
              <a:t>: Finally apply the tested and sufficiently successful strategy, to HOAP-2 humanoid in our laboratory.</a:t>
            </a:r>
          </a:p>
          <a:p>
            <a:endParaRPr lang="en-US" sz="2000" dirty="0"/>
          </a:p>
        </p:txBody>
      </p:sp>
      <p:sp>
        <p:nvSpPr>
          <p:cNvPr id="4" name="Slide Number Placeholder 3"/>
          <p:cNvSpPr>
            <a:spLocks noGrp="1"/>
          </p:cNvSpPr>
          <p:nvPr>
            <p:ph type="sldNum" sz="quarter" idx="12"/>
          </p:nvPr>
        </p:nvSpPr>
        <p:spPr/>
        <p:txBody>
          <a:bodyPr/>
          <a:lstStyle/>
          <a:p>
            <a:fld id="{B9EEE2D2-4F2F-4409-B5B5-225B73E010AB}" type="slidenum">
              <a:rPr lang="en-US" smtClean="0"/>
              <a:pPr/>
              <a:t>31</a:t>
            </a:fld>
            <a:endParaRPr lang="en-US"/>
          </a:p>
        </p:txBody>
      </p:sp>
    </p:spTree>
  </p:cSld>
  <p:clrMapOvr>
    <a:masterClrMapping/>
  </p:clrMapOvr>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t>MODEL DESCRIPTION</a:t>
            </a:r>
            <a:endParaRPr lang="en-US" b="1" dirty="0"/>
          </a:p>
        </p:txBody>
      </p:sp>
      <p:sp>
        <p:nvSpPr>
          <p:cNvPr id="3" name="Content Placeholder 2"/>
          <p:cNvSpPr>
            <a:spLocks noGrp="1"/>
          </p:cNvSpPr>
          <p:nvPr>
            <p:ph sz="quarter" idx="1"/>
          </p:nvPr>
        </p:nvSpPr>
        <p:spPr>
          <a:xfrm>
            <a:off x="304800" y="1752600"/>
            <a:ext cx="8503920" cy="4572000"/>
          </a:xfrm>
        </p:spPr>
        <p:txBody>
          <a:bodyPr/>
          <a:lstStyle/>
          <a:p>
            <a:r>
              <a:rPr lang="en-US" sz="2000" dirty="0" smtClean="0"/>
              <a:t>Our model consists of a sphere surmounted on a disc. The disc is attached with two limbs.</a:t>
            </a:r>
          </a:p>
          <a:p>
            <a:endParaRPr lang="en-US" sz="2000" dirty="0" smtClean="0"/>
          </a:p>
          <a:p>
            <a:r>
              <a:rPr lang="en-US" sz="2000" dirty="0" smtClean="0"/>
              <a:t>Each limb is equipped with 3 servo motors at the hip , one at the knee and two at ankle.</a:t>
            </a:r>
          </a:p>
          <a:p>
            <a:endParaRPr lang="en-US" sz="2000" dirty="0" smtClean="0"/>
          </a:p>
          <a:p>
            <a:r>
              <a:rPr lang="en-US" sz="2000" dirty="0" smtClean="0"/>
              <a:t>The two servos that we have used at the foot do not play any role in moving the leg at any position but do keep the orientation of the feet almost parallel to the ground in swing phase and stance phase. </a:t>
            </a:r>
          </a:p>
          <a:p>
            <a:endParaRPr lang="en-US" dirty="0"/>
          </a:p>
        </p:txBody>
      </p:sp>
      <p:sp>
        <p:nvSpPr>
          <p:cNvPr id="4" name="Slide Number Placeholder 3"/>
          <p:cNvSpPr>
            <a:spLocks noGrp="1"/>
          </p:cNvSpPr>
          <p:nvPr>
            <p:ph type="sldNum" sz="quarter" idx="12"/>
          </p:nvPr>
        </p:nvSpPr>
        <p:spPr/>
        <p:txBody>
          <a:bodyPr/>
          <a:lstStyle/>
          <a:p>
            <a:fld id="{B9EEE2D2-4F2F-4409-B5B5-225B73E010AB}" type="slidenum">
              <a:rPr lang="en-US" smtClean="0"/>
              <a:pPr/>
              <a:t>32</a:t>
            </a:fld>
            <a:endParaRPr lang="en-US"/>
          </a:p>
        </p:txBody>
      </p:sp>
    </p:spTree>
  </p:cSld>
  <p:clrMapOvr>
    <a:masterClrMapping/>
  </p:clrMapOvr>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r"/>
            <a:r>
              <a:rPr lang="en-US" b="1" dirty="0" err="1"/>
              <a:t>Contd</a:t>
            </a:r>
            <a:r>
              <a:rPr lang="en-US" b="1" dirty="0"/>
              <a:t>…</a:t>
            </a:r>
          </a:p>
        </p:txBody>
      </p:sp>
      <p:pic>
        <p:nvPicPr>
          <p:cNvPr id="4" name="Content Placeholder 3"/>
          <p:cNvPicPr>
            <a:picLocks noGrp="1"/>
          </p:cNvPicPr>
          <p:nvPr>
            <p:ph sz="quarter" idx="1"/>
          </p:nvPr>
        </p:nvPicPr>
        <p:blipFill>
          <a:blip r:embed="rId2" cstate="print"/>
          <a:srcRect/>
          <a:stretch>
            <a:fillRect/>
          </a:stretch>
        </p:blipFill>
        <p:spPr bwMode="auto">
          <a:xfrm>
            <a:off x="5257800" y="1600200"/>
            <a:ext cx="3627365" cy="4724400"/>
          </a:xfrm>
          <a:prstGeom prst="rect">
            <a:avLst/>
          </a:prstGeom>
          <a:noFill/>
          <a:ln w="9525">
            <a:noFill/>
            <a:miter lim="800000"/>
            <a:headEnd/>
            <a:tailEnd/>
          </a:ln>
        </p:spPr>
      </p:pic>
      <p:sp>
        <p:nvSpPr>
          <p:cNvPr id="5" name="Title 1"/>
          <p:cNvSpPr txBox="1">
            <a:spLocks/>
          </p:cNvSpPr>
          <p:nvPr/>
        </p:nvSpPr>
        <p:spPr>
          <a:xfrm>
            <a:off x="630684" y="1600200"/>
            <a:ext cx="3276600" cy="1295400"/>
          </a:xfrm>
          <a:prstGeom prst="rect">
            <a:avLst/>
          </a:prstGeom>
        </p:spPr>
        <p:txBody>
          <a:bodyPr vert="horz" numCol="1" anchor="b">
            <a:normAutofit/>
          </a:bodyPr>
          <a:lstStyle>
            <a:lvl1pPr algn="ctr" rtl="0" eaLnBrk="1" latinLnBrk="0" hangingPunct="1">
              <a:spcBef>
                <a:spcPct val="0"/>
              </a:spcBef>
              <a:buNone/>
              <a:defRPr kumimoji="0" sz="3300" kern="1200">
                <a:solidFill>
                  <a:schemeClr val="accent3">
                    <a:shade val="75000"/>
                  </a:schemeClr>
                </a:solidFill>
                <a:latin typeface="+mj-lt"/>
                <a:ea typeface="+mj-ea"/>
                <a:cs typeface="+mj-cs"/>
              </a:defRPr>
            </a:lvl1pPr>
          </a:lstStyle>
          <a:p>
            <a:r>
              <a:rPr lang="en-US" sz="2800" dirty="0" smtClean="0">
                <a:solidFill>
                  <a:schemeClr val="tx1"/>
                </a:solidFill>
              </a:rPr>
              <a:t>SIDE VIEW OF THE MODEL</a:t>
            </a:r>
            <a:endParaRPr lang="en-US" sz="2800" dirty="0">
              <a:solidFill>
                <a:schemeClr val="tx1"/>
              </a:solidFill>
            </a:endParaRPr>
          </a:p>
        </p:txBody>
      </p:sp>
      <p:sp>
        <p:nvSpPr>
          <p:cNvPr id="6" name="Slide Number Placeholder 5"/>
          <p:cNvSpPr>
            <a:spLocks noGrp="1"/>
          </p:cNvSpPr>
          <p:nvPr>
            <p:ph type="sldNum" sz="quarter" idx="12"/>
          </p:nvPr>
        </p:nvSpPr>
        <p:spPr/>
        <p:txBody>
          <a:bodyPr/>
          <a:lstStyle/>
          <a:p>
            <a:fld id="{B9EEE2D2-4F2F-4409-B5B5-225B73E010AB}" type="slidenum">
              <a:rPr lang="en-US" smtClean="0"/>
              <a:pPr/>
              <a:t>33</a:t>
            </a:fld>
            <a:endParaRPr lang="en-US"/>
          </a:p>
        </p:txBody>
      </p:sp>
    </p:spTree>
  </p:cSld>
  <p:clrMapOvr>
    <a:masterClrMapping/>
  </p:clrMapOvr>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r"/>
            <a:r>
              <a:rPr lang="en-US" b="1" dirty="0" err="1" smtClean="0"/>
              <a:t>Contd</a:t>
            </a:r>
            <a:r>
              <a:rPr lang="en-US" b="1" dirty="0" smtClean="0"/>
              <a:t>…</a:t>
            </a:r>
            <a:endParaRPr lang="en-US" dirty="0"/>
          </a:p>
        </p:txBody>
      </p:sp>
      <p:pic>
        <p:nvPicPr>
          <p:cNvPr id="4" name="Content Placeholder 3"/>
          <p:cNvPicPr>
            <a:picLocks noGrp="1"/>
          </p:cNvPicPr>
          <p:nvPr>
            <p:ph sz="quarter" idx="1"/>
          </p:nvPr>
        </p:nvPicPr>
        <p:blipFill>
          <a:blip r:embed="rId2" cstate="print"/>
          <a:srcRect/>
          <a:stretch>
            <a:fillRect/>
          </a:stretch>
        </p:blipFill>
        <p:spPr bwMode="auto">
          <a:xfrm>
            <a:off x="5715000" y="1676400"/>
            <a:ext cx="3103341" cy="4572000"/>
          </a:xfrm>
          <a:prstGeom prst="rect">
            <a:avLst/>
          </a:prstGeom>
          <a:noFill/>
          <a:ln w="9525">
            <a:noFill/>
            <a:miter lim="800000"/>
            <a:headEnd/>
            <a:tailEnd/>
          </a:ln>
        </p:spPr>
      </p:pic>
      <p:sp>
        <p:nvSpPr>
          <p:cNvPr id="5" name="Title 1"/>
          <p:cNvSpPr txBox="1">
            <a:spLocks/>
          </p:cNvSpPr>
          <p:nvPr/>
        </p:nvSpPr>
        <p:spPr>
          <a:xfrm>
            <a:off x="630684" y="1600200"/>
            <a:ext cx="3276600" cy="1295400"/>
          </a:xfrm>
          <a:prstGeom prst="rect">
            <a:avLst/>
          </a:prstGeom>
        </p:spPr>
        <p:txBody>
          <a:bodyPr vert="horz" numCol="1" anchor="b">
            <a:normAutofit/>
          </a:bodyPr>
          <a:lstStyle>
            <a:lvl1pPr algn="ctr" rtl="0" eaLnBrk="1" latinLnBrk="0" hangingPunct="1">
              <a:spcBef>
                <a:spcPct val="0"/>
              </a:spcBef>
              <a:buNone/>
              <a:defRPr kumimoji="0" sz="3300" kern="1200">
                <a:solidFill>
                  <a:schemeClr val="accent3">
                    <a:shade val="75000"/>
                  </a:schemeClr>
                </a:solidFill>
                <a:latin typeface="+mj-lt"/>
                <a:ea typeface="+mj-ea"/>
                <a:cs typeface="+mj-cs"/>
              </a:defRPr>
            </a:lvl1pPr>
          </a:lstStyle>
          <a:p>
            <a:r>
              <a:rPr lang="en-US" sz="2800" dirty="0" smtClean="0">
                <a:solidFill>
                  <a:schemeClr val="tx1"/>
                </a:solidFill>
              </a:rPr>
              <a:t>FRONT VIEW OF THE MODEL</a:t>
            </a:r>
            <a:endParaRPr lang="en-US" sz="2800" dirty="0">
              <a:solidFill>
                <a:schemeClr val="tx1"/>
              </a:solidFill>
            </a:endParaRPr>
          </a:p>
        </p:txBody>
      </p:sp>
      <p:sp>
        <p:nvSpPr>
          <p:cNvPr id="6" name="Slide Number Placeholder 5"/>
          <p:cNvSpPr>
            <a:spLocks noGrp="1"/>
          </p:cNvSpPr>
          <p:nvPr>
            <p:ph type="sldNum" sz="quarter" idx="12"/>
          </p:nvPr>
        </p:nvSpPr>
        <p:spPr/>
        <p:txBody>
          <a:bodyPr/>
          <a:lstStyle/>
          <a:p>
            <a:fld id="{B9EEE2D2-4F2F-4409-B5B5-225B73E010AB}" type="slidenum">
              <a:rPr lang="en-US" smtClean="0"/>
              <a:pPr/>
              <a:t>34</a:t>
            </a:fld>
            <a:endParaRPr lang="en-US"/>
          </a:p>
        </p:txBody>
      </p:sp>
    </p:spTree>
  </p:cSld>
  <p:clrMapOvr>
    <a:masterClrMapping/>
  </p:clrMapOvr>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r"/>
            <a:r>
              <a:rPr lang="en-US" b="1" dirty="0" err="1" smtClean="0"/>
              <a:t>Contd</a:t>
            </a:r>
            <a:r>
              <a:rPr lang="en-US" b="1" dirty="0" smtClean="0"/>
              <a:t>…</a:t>
            </a:r>
            <a:endParaRPr lang="en-US" b="1" dirty="0"/>
          </a:p>
        </p:txBody>
      </p:sp>
      <p:sp>
        <p:nvSpPr>
          <p:cNvPr id="5" name="Content Placeholder 4"/>
          <p:cNvSpPr>
            <a:spLocks noGrp="1"/>
          </p:cNvSpPr>
          <p:nvPr>
            <p:ph sz="quarter" idx="1"/>
          </p:nvPr>
        </p:nvSpPr>
        <p:spPr/>
        <p:txBody>
          <a:bodyPr/>
          <a:lstStyle/>
          <a:p>
            <a:pPr>
              <a:buNone/>
            </a:pPr>
            <a:r>
              <a:rPr lang="en-US" sz="2400" dirty="0" smtClean="0"/>
              <a:t>  Frame assignment diagram</a:t>
            </a:r>
            <a:r>
              <a:rPr lang="en-US" dirty="0" smtClean="0"/>
              <a:t>:</a:t>
            </a:r>
          </a:p>
          <a:p>
            <a:endParaRPr lang="en-US" dirty="0"/>
          </a:p>
        </p:txBody>
      </p:sp>
      <p:pic>
        <p:nvPicPr>
          <p:cNvPr id="1026" name="Picture 2"/>
          <p:cNvPicPr>
            <a:picLocks noChangeAspect="1" noChangeArrowheads="1"/>
          </p:cNvPicPr>
          <p:nvPr/>
        </p:nvPicPr>
        <p:blipFill>
          <a:blip r:embed="rId2" cstate="print"/>
          <a:srcRect/>
          <a:stretch>
            <a:fillRect/>
          </a:stretch>
        </p:blipFill>
        <p:spPr bwMode="auto">
          <a:xfrm>
            <a:off x="4800600" y="1560684"/>
            <a:ext cx="3962400" cy="4647350"/>
          </a:xfrm>
          <a:prstGeom prst="rect">
            <a:avLst/>
          </a:prstGeom>
          <a:noFill/>
          <a:ln w="9525">
            <a:noFill/>
            <a:miter lim="800000"/>
            <a:headEnd/>
            <a:tailEnd/>
          </a:ln>
        </p:spPr>
      </p:pic>
      <p:sp>
        <p:nvSpPr>
          <p:cNvPr id="6" name="Slide Number Placeholder 5"/>
          <p:cNvSpPr>
            <a:spLocks noGrp="1"/>
          </p:cNvSpPr>
          <p:nvPr>
            <p:ph type="sldNum" sz="quarter" idx="12"/>
          </p:nvPr>
        </p:nvSpPr>
        <p:spPr/>
        <p:txBody>
          <a:bodyPr/>
          <a:lstStyle/>
          <a:p>
            <a:fld id="{B9EEE2D2-4F2F-4409-B5B5-225B73E010AB}" type="slidenum">
              <a:rPr lang="en-US" smtClean="0"/>
              <a:pPr/>
              <a:t>35</a:t>
            </a:fld>
            <a:endParaRPr lang="en-US"/>
          </a:p>
        </p:txBody>
      </p:sp>
    </p:spTree>
  </p:cSld>
  <p:clrMapOvr>
    <a:masterClrMapping/>
  </p:clrMapOvr>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Slide Number Placeholder 2"/>
          <p:cNvSpPr>
            <a:spLocks noGrp="1"/>
          </p:cNvSpPr>
          <p:nvPr>
            <p:ph type="sldNum" sz="quarter" idx="12"/>
          </p:nvPr>
        </p:nvSpPr>
        <p:spPr/>
        <p:txBody>
          <a:bodyPr/>
          <a:lstStyle/>
          <a:p>
            <a:fld id="{B9EEE2D2-4F2F-4409-B5B5-225B73E010AB}" type="slidenum">
              <a:rPr lang="en-US" smtClean="0"/>
              <a:pPr/>
              <a:t>36</a:t>
            </a:fld>
            <a:endParaRPr lang="en-US"/>
          </a:p>
        </p:txBody>
      </p:sp>
      <p:pic>
        <p:nvPicPr>
          <p:cNvPr id="5" name="Picture 2"/>
          <p:cNvPicPr>
            <a:picLocks noGrp="1" noChangeAspect="1" noChangeArrowheads="1"/>
          </p:cNvPicPr>
          <p:nvPr>
            <p:ph sz="quarter" idx="1"/>
          </p:nvPr>
        </p:nvPicPr>
        <p:blipFill>
          <a:blip r:embed="rId2" cstate="print"/>
          <a:srcRect/>
          <a:stretch>
            <a:fillRect/>
          </a:stretch>
        </p:blipFill>
        <p:spPr bwMode="auto">
          <a:xfrm>
            <a:off x="152400" y="152400"/>
            <a:ext cx="8839200" cy="6705600"/>
          </a:xfrm>
          <a:prstGeom prst="rect">
            <a:avLst/>
          </a:prstGeom>
          <a:noFill/>
          <a:ln w="9525">
            <a:noFill/>
            <a:miter lim="800000"/>
            <a:headEnd/>
            <a:tailEnd/>
          </a:ln>
        </p:spPr>
      </p:pic>
    </p:spTree>
    <p:extLst>
      <p:ext uri="{BB962C8B-B14F-4D97-AF65-F5344CB8AC3E}">
        <p14:creationId xmlns="" xmlns:p14="http://schemas.microsoft.com/office/powerpoint/2010/main" val="209550220"/>
      </p:ext>
    </p:extLst>
  </p:cSld>
  <p:clrMapOvr>
    <a:masterClrMapping/>
  </p:clrMapOvr>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r"/>
            <a:r>
              <a:rPr lang="en-US" b="1" dirty="0" err="1" smtClean="0"/>
              <a:t>Contd</a:t>
            </a:r>
            <a:r>
              <a:rPr lang="en-US" b="1" dirty="0" smtClean="0"/>
              <a:t>…</a:t>
            </a:r>
            <a:endParaRPr lang="en-US" b="1" dirty="0"/>
          </a:p>
        </p:txBody>
      </p:sp>
      <p:sp>
        <p:nvSpPr>
          <p:cNvPr id="10" name="Content Placeholder 9"/>
          <p:cNvSpPr>
            <a:spLocks noGrp="1"/>
          </p:cNvSpPr>
          <p:nvPr>
            <p:ph sz="quarter" idx="1"/>
          </p:nvPr>
        </p:nvSpPr>
        <p:spPr>
          <a:xfrm>
            <a:off x="301752" y="1527048"/>
            <a:ext cx="8503920" cy="4572000"/>
          </a:xfrm>
        </p:spPr>
        <p:txBody>
          <a:bodyPr>
            <a:normAutofit/>
          </a:bodyPr>
          <a:lstStyle/>
          <a:p>
            <a:pPr>
              <a:buNone/>
            </a:pPr>
            <a:r>
              <a:rPr lang="en-US" sz="2400" dirty="0" smtClean="0"/>
              <a:t>  D-H Parameters for the model:</a:t>
            </a:r>
            <a:endParaRPr lang="en-US" sz="2400" dirty="0"/>
          </a:p>
        </p:txBody>
      </p:sp>
      <p:pic>
        <p:nvPicPr>
          <p:cNvPr id="2050" name="Picture 2"/>
          <p:cNvPicPr>
            <a:picLocks noChangeAspect="1" noChangeArrowheads="1"/>
          </p:cNvPicPr>
          <p:nvPr/>
        </p:nvPicPr>
        <p:blipFill>
          <a:blip r:embed="rId2" cstate="print"/>
          <a:srcRect/>
          <a:stretch>
            <a:fillRect/>
          </a:stretch>
        </p:blipFill>
        <p:spPr bwMode="auto">
          <a:xfrm>
            <a:off x="762000" y="2514600"/>
            <a:ext cx="7223533" cy="2971800"/>
          </a:xfrm>
          <a:prstGeom prst="rect">
            <a:avLst/>
          </a:prstGeom>
          <a:noFill/>
          <a:ln w="9525">
            <a:noFill/>
            <a:miter lim="800000"/>
            <a:headEnd/>
            <a:tailEnd/>
          </a:ln>
        </p:spPr>
      </p:pic>
      <p:sp>
        <p:nvSpPr>
          <p:cNvPr id="5" name="Slide Number Placeholder 4"/>
          <p:cNvSpPr>
            <a:spLocks noGrp="1"/>
          </p:cNvSpPr>
          <p:nvPr>
            <p:ph type="sldNum" sz="quarter" idx="12"/>
          </p:nvPr>
        </p:nvSpPr>
        <p:spPr/>
        <p:txBody>
          <a:bodyPr/>
          <a:lstStyle/>
          <a:p>
            <a:fld id="{B9EEE2D2-4F2F-4409-B5B5-225B73E010AB}" type="slidenum">
              <a:rPr lang="en-US" smtClean="0"/>
              <a:pPr/>
              <a:t>37</a:t>
            </a:fld>
            <a:endParaRPr lang="en-US"/>
          </a:p>
        </p:txBody>
      </p:sp>
    </p:spTree>
  </p:cSld>
  <p:clrMapOvr>
    <a:masterClrMapping/>
  </p:clrMapOvr>
  <p:timing>
    <p:tnLst>
      <p:par>
        <p:cTn id="1" dur="indefinite" restart="never" nodeType="tmRoot"/>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r"/>
            <a:r>
              <a:rPr lang="en-US" b="1" dirty="0" err="1" smtClean="0"/>
              <a:t>Contd</a:t>
            </a:r>
            <a:r>
              <a:rPr lang="en-US" b="1" dirty="0" smtClean="0"/>
              <a:t>…</a:t>
            </a:r>
            <a:endParaRPr lang="en-US" dirty="0"/>
          </a:p>
        </p:txBody>
      </p:sp>
      <p:sp>
        <p:nvSpPr>
          <p:cNvPr id="7" name="Content Placeholder 6"/>
          <p:cNvSpPr>
            <a:spLocks noGrp="1"/>
          </p:cNvSpPr>
          <p:nvPr>
            <p:ph sz="quarter" idx="1"/>
          </p:nvPr>
        </p:nvSpPr>
        <p:spPr>
          <a:xfrm>
            <a:off x="301752" y="1527048"/>
            <a:ext cx="8308848" cy="4416552"/>
          </a:xfrm>
        </p:spPr>
        <p:txBody>
          <a:bodyPr>
            <a:normAutofit/>
          </a:bodyPr>
          <a:lstStyle/>
          <a:p>
            <a:pPr>
              <a:buNone/>
            </a:pPr>
            <a:r>
              <a:rPr lang="en-US" sz="2400" dirty="0" smtClean="0"/>
              <a:t>Model  dimensions and weight:</a:t>
            </a:r>
            <a:endParaRPr lang="en-US" sz="2400" dirty="0"/>
          </a:p>
        </p:txBody>
      </p:sp>
      <p:pic>
        <p:nvPicPr>
          <p:cNvPr id="8" name="Picture 3"/>
          <p:cNvPicPr>
            <a:picLocks noChangeAspect="1" noChangeArrowheads="1"/>
          </p:cNvPicPr>
          <p:nvPr/>
        </p:nvPicPr>
        <p:blipFill>
          <a:blip r:embed="rId2" cstate="print"/>
          <a:srcRect/>
          <a:stretch>
            <a:fillRect/>
          </a:stretch>
        </p:blipFill>
        <p:spPr bwMode="auto">
          <a:xfrm>
            <a:off x="1667669" y="2217737"/>
            <a:ext cx="5772150" cy="3190875"/>
          </a:xfrm>
          <a:prstGeom prst="rect">
            <a:avLst/>
          </a:prstGeom>
          <a:noFill/>
          <a:ln w="9525">
            <a:noFill/>
            <a:miter lim="800000"/>
            <a:headEnd/>
            <a:tailEnd/>
          </a:ln>
        </p:spPr>
      </p:pic>
      <p:sp>
        <p:nvSpPr>
          <p:cNvPr id="5" name="Slide Number Placeholder 4"/>
          <p:cNvSpPr>
            <a:spLocks noGrp="1"/>
          </p:cNvSpPr>
          <p:nvPr>
            <p:ph type="sldNum" sz="quarter" idx="12"/>
          </p:nvPr>
        </p:nvSpPr>
        <p:spPr/>
        <p:txBody>
          <a:bodyPr/>
          <a:lstStyle/>
          <a:p>
            <a:fld id="{B9EEE2D2-4F2F-4409-B5B5-225B73E010AB}" type="slidenum">
              <a:rPr lang="en-US" smtClean="0"/>
              <a:pPr/>
              <a:t>38</a:t>
            </a:fld>
            <a:endParaRPr lang="en-US" dirty="0"/>
          </a:p>
        </p:txBody>
      </p:sp>
    </p:spTree>
  </p:cSld>
  <p:clrMapOvr>
    <a:masterClrMapping/>
  </p:clrMapOvr>
  <p:timing>
    <p:tnLst>
      <p:par>
        <p:cTn id="1" dur="indefinite" restart="never" nodeType="tmRoot"/>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04800" y="228600"/>
            <a:ext cx="8534400" cy="758952"/>
          </a:xfrm>
        </p:spPr>
        <p:txBody>
          <a:bodyPr/>
          <a:lstStyle/>
          <a:p>
            <a:pPr algn="r"/>
            <a:r>
              <a:rPr lang="en-US" dirty="0" smtClean="0"/>
              <a:t> </a:t>
            </a:r>
            <a:r>
              <a:rPr lang="en-US" b="1" dirty="0" err="1"/>
              <a:t>Contd</a:t>
            </a:r>
            <a:r>
              <a:rPr lang="en-US" b="1" dirty="0"/>
              <a:t>…</a:t>
            </a:r>
            <a:endParaRPr lang="en-US" dirty="0"/>
          </a:p>
        </p:txBody>
      </p:sp>
      <p:sp>
        <p:nvSpPr>
          <p:cNvPr id="3" name="Content Placeholder 2"/>
          <p:cNvSpPr>
            <a:spLocks noGrp="1"/>
          </p:cNvSpPr>
          <p:nvPr>
            <p:ph sz="quarter" idx="1"/>
          </p:nvPr>
        </p:nvSpPr>
        <p:spPr/>
        <p:txBody>
          <a:bodyPr/>
          <a:lstStyle/>
          <a:p>
            <a:pPr>
              <a:buNone/>
            </a:pPr>
            <a:r>
              <a:rPr lang="en-US" dirty="0" smtClean="0"/>
              <a:t>  DEMO  IN   WEBOTS</a:t>
            </a:r>
            <a:endParaRPr lang="en-US" dirty="0"/>
          </a:p>
        </p:txBody>
      </p:sp>
      <p:pic>
        <p:nvPicPr>
          <p:cNvPr id="1026" name="Picture 2" descr="C:\Users\comp\Desktop\shruti mam\Nao_-_Webots.png"/>
          <p:cNvPicPr>
            <a:picLocks noChangeAspect="1" noChangeArrowheads="1"/>
          </p:cNvPicPr>
          <p:nvPr/>
        </p:nvPicPr>
        <p:blipFill>
          <a:blip r:embed="rId2" cstate="print">
            <a:extLst>
              <a:ext uri="{28A0092B-C50C-407E-A947-70E740481C1C}">
                <a14:useLocalDpi xmlns="" xmlns:a14="http://schemas.microsoft.com/office/drawing/2010/main" val="0"/>
              </a:ext>
            </a:extLst>
          </a:blip>
          <a:srcRect/>
          <a:stretch>
            <a:fillRect/>
          </a:stretch>
        </p:blipFill>
        <p:spPr bwMode="auto">
          <a:xfrm>
            <a:off x="2286000" y="2209800"/>
            <a:ext cx="4335236" cy="3833262"/>
          </a:xfrm>
          <a:prstGeom prst="rect">
            <a:avLst/>
          </a:prstGeom>
          <a:noFill/>
          <a:extLst>
            <a:ext uri="{909E8E84-426E-40DD-AFC4-6F175D3DCCD1}">
              <a14:hiddenFill xmlns="" xmlns:a14="http://schemas.microsoft.com/office/drawing/2010/main">
                <a:solidFill>
                  <a:srgbClr val="FFFFFF"/>
                </a:solidFill>
              </a14:hiddenFill>
            </a:ext>
          </a:extLst>
        </p:spPr>
      </p:pic>
      <p:sp>
        <p:nvSpPr>
          <p:cNvPr id="5" name="Slide Number Placeholder 4"/>
          <p:cNvSpPr>
            <a:spLocks noGrp="1"/>
          </p:cNvSpPr>
          <p:nvPr>
            <p:ph type="sldNum" sz="quarter" idx="12"/>
          </p:nvPr>
        </p:nvSpPr>
        <p:spPr/>
        <p:txBody>
          <a:bodyPr/>
          <a:lstStyle/>
          <a:p>
            <a:fld id="{B9EEE2D2-4F2F-4409-B5B5-225B73E010AB}" type="slidenum">
              <a:rPr lang="en-US" smtClean="0"/>
              <a:pPr/>
              <a:t>39</a:t>
            </a:fld>
            <a:endParaRPr lang="en-US"/>
          </a:p>
        </p:txBody>
      </p:sp>
    </p:spTree>
  </p:cSld>
  <p:clrMapOvr>
    <a:masterClrMapping/>
  </p:clrMapOvr>
  <p:timing>
    <p:tnLst>
      <p:par>
        <p:cTn id="1" dur="indefinite" restart="never" nodeType="tmRoot"/>
      </p:par>
    </p:tnLst>
  </p:timing>
</p:sld>
</file>

<file path=ppt/theme/_rels/theme1.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image" Target="../media/image1.jpeg"/></Relationships>
</file>

<file path=ppt/theme/theme1.xml><?xml version="1.0" encoding="utf-8"?>
<a:theme xmlns:a="http://schemas.openxmlformats.org/drawingml/2006/main" name="Civic">
  <a:themeElements>
    <a:clrScheme name="Trek">
      <a:dk1>
        <a:sysClr val="windowText" lastClr="000000"/>
      </a:dk1>
      <a:lt1>
        <a:sysClr val="window" lastClr="FFFFFF"/>
      </a:lt1>
      <a:dk2>
        <a:srgbClr val="4E3B30"/>
      </a:dk2>
      <a:lt2>
        <a:srgbClr val="FBEEC9"/>
      </a:lt2>
      <a:accent1>
        <a:srgbClr val="F0A22E"/>
      </a:accent1>
      <a:accent2>
        <a:srgbClr val="A5644E"/>
      </a:accent2>
      <a:accent3>
        <a:srgbClr val="B58B80"/>
      </a:accent3>
      <a:accent4>
        <a:srgbClr val="C3986D"/>
      </a:accent4>
      <a:accent5>
        <a:srgbClr val="A19574"/>
      </a:accent5>
      <a:accent6>
        <a:srgbClr val="C17529"/>
      </a:accent6>
      <a:hlink>
        <a:srgbClr val="AD1F1F"/>
      </a:hlink>
      <a:folHlink>
        <a:srgbClr val="FFC42F"/>
      </a:folHlink>
    </a:clrScheme>
    <a:fontScheme name="Civic">
      <a:majorFont>
        <a:latin typeface="Georgia"/>
        <a:ea typeface=""/>
        <a:cs typeface=""/>
        <a:font script="Jpan" typeface="ＭＳ Ｐゴシック"/>
        <a:font script="Hang" typeface="돋움"/>
        <a:font script="Hans" typeface="方正舒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ajorFont>
      <a:minorFont>
        <a:latin typeface="Georgia"/>
        <a:ea typeface=""/>
        <a:cs typeface=""/>
        <a:font script="Jpan" typeface="ＭＳ Ｐ明朝"/>
        <a:font script="Hang" typeface="바탕"/>
        <a:font script="Hans" typeface="方正舒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inorFont>
    </a:fontScheme>
    <a:fmtScheme name="Civic">
      <a:fillStyleLst>
        <a:solidFill>
          <a:schemeClr val="phClr"/>
        </a:solidFill>
        <a:solidFill>
          <a:schemeClr val="phClr">
            <a:tint val="45000"/>
          </a:schemeClr>
        </a:solidFill>
        <a:solidFill>
          <a:schemeClr val="phClr">
            <a:tint val="95000"/>
          </a:schemeClr>
        </a:solidFill>
      </a:fillStyleLst>
      <a:lnStyleLst>
        <a:ln w="9525" cap="flat" cmpd="sng" algn="ctr">
          <a:solidFill>
            <a:schemeClr val="phClr"/>
          </a:solidFill>
          <a:prstDash val="solid"/>
        </a:ln>
        <a:ln w="11429" cap="flat" cmpd="sng" algn="ctr">
          <a:solidFill>
            <a:schemeClr val="phClr"/>
          </a:solidFill>
          <a:prstDash val="sysDash"/>
        </a:ln>
        <a:ln w="20000" cap="flat" cmpd="sng" algn="ctr">
          <a:solidFill>
            <a:schemeClr val="phClr"/>
          </a:solidFill>
          <a:prstDash val="solid"/>
        </a:ln>
      </a:lnStyleLst>
      <a:effectStyleLst>
        <a:effectStyle>
          <a:effectLst>
            <a:outerShdw blurRad="50800" dist="25400" dir="5400000" rotWithShape="0">
              <a:srgbClr val="000000">
                <a:alpha val="35000"/>
              </a:srgbClr>
            </a:outerShdw>
          </a:effectLst>
        </a:effectStyle>
        <a:effectStyle>
          <a:effectLst>
            <a:outerShdw blurRad="50800" dist="25400" dir="5400000" rotWithShape="0">
              <a:srgbClr val="000000">
                <a:alpha val="45000"/>
              </a:srgbClr>
            </a:outerShdw>
          </a:effectLst>
          <a:scene3d>
            <a:camera prst="orthographicFront" fov="0">
              <a:rot lat="0" lon="0" rev="0"/>
            </a:camera>
            <a:lightRig rig="threePt" dir="t">
              <a:rot lat="0" lon="0" rev="0"/>
            </a:lightRig>
          </a:scene3d>
          <a:sp3d contourW="9525" prstMaterial="matte">
            <a:bevelT w="0" h="0"/>
            <a:contourClr>
              <a:schemeClr val="phClr">
                <a:shade val="70000"/>
                <a:satMod val="105000"/>
              </a:schemeClr>
            </a:contourClr>
          </a:sp3d>
        </a:effectStyle>
        <a:effectStyle>
          <a:effectLst>
            <a:outerShdw blurRad="50800" dist="25400" dir="5400000" rotWithShape="0">
              <a:srgbClr val="000000">
                <a:alpha val="45000"/>
              </a:srgbClr>
            </a:outerShdw>
          </a:effectLst>
          <a:scene3d>
            <a:camera prst="orthographicFront" fov="0">
              <a:rot lat="0" lon="0" rev="0"/>
            </a:camera>
            <a:lightRig rig="soft" dir="b">
              <a:rot lat="0" lon="0" rev="0"/>
            </a:lightRig>
          </a:scene3d>
          <a:sp3d prstMaterial="dkEdge">
            <a:bevelT w="63500" h="63500" prst="cross"/>
            <a:contourClr>
              <a:schemeClr val="phClr"/>
            </a:contourClr>
          </a:sp3d>
        </a:effectStyle>
      </a:effectStyleLst>
      <a:bgFillStyleLst>
        <a:solidFill>
          <a:schemeClr val="phClr"/>
        </a:solidFill>
        <a:blipFill>
          <a:blip xmlns:r="http://schemas.openxmlformats.org/officeDocument/2006/relationships" r:embed="rId1">
            <a:duotone>
              <a:schemeClr val="phClr">
                <a:shade val="70000"/>
                <a:satMod val="115000"/>
              </a:schemeClr>
              <a:schemeClr val="phClr">
                <a:tint val="85000"/>
              </a:schemeClr>
            </a:duotone>
          </a:blip>
          <a:tile tx="0" ty="0" sx="85000" sy="85000" flip="none" algn="tl"/>
        </a:blipFill>
        <a:blipFill>
          <a:blip xmlns:r="http://schemas.openxmlformats.org/officeDocument/2006/relationships" r:embed="rId2">
            <a:duotone>
              <a:schemeClr val="phClr">
                <a:shade val="65000"/>
                <a:satMod val="115000"/>
              </a:schemeClr>
              <a:schemeClr val="phClr">
                <a:tint val="85000"/>
              </a:schemeClr>
            </a:duotone>
          </a:blip>
          <a:tile tx="0" ty="0" sx="65000" sy="65000" flip="none" algn="tl"/>
        </a:blip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Civic</Template>
  <TotalTime>5016</TotalTime>
  <Words>1751</Words>
  <Application>Microsoft Office PowerPoint</Application>
  <PresentationFormat>On-screen Show (4:3)</PresentationFormat>
  <Paragraphs>262</Paragraphs>
  <Slides>39</Slides>
  <Notes>1</Notes>
  <HiddenSlides>0</HiddenSlides>
  <MMClips>0</MMClips>
  <ScaleCrop>false</ScaleCrop>
  <HeadingPairs>
    <vt:vector size="4" baseType="variant">
      <vt:variant>
        <vt:lpstr>Theme</vt:lpstr>
      </vt:variant>
      <vt:variant>
        <vt:i4>1</vt:i4>
      </vt:variant>
      <vt:variant>
        <vt:lpstr>Slide Titles</vt:lpstr>
      </vt:variant>
      <vt:variant>
        <vt:i4>39</vt:i4>
      </vt:variant>
    </vt:vector>
  </HeadingPairs>
  <TitlesOfParts>
    <vt:vector size="40" baseType="lpstr">
      <vt:lpstr>Civic</vt:lpstr>
      <vt:lpstr>Push Recovery For Humanoid Robot </vt:lpstr>
      <vt:lpstr>What are we going to learn? (and why it’s important to learn now).</vt:lpstr>
      <vt:lpstr>Why you should listen to me.</vt:lpstr>
      <vt:lpstr>INTRODUCTION</vt:lpstr>
      <vt:lpstr>Contd…</vt:lpstr>
      <vt:lpstr>Contd…</vt:lpstr>
      <vt:lpstr>The problem</vt:lpstr>
      <vt:lpstr>The Goal Of Paper</vt:lpstr>
      <vt:lpstr>Strategy</vt:lpstr>
      <vt:lpstr>Proposed System Push recovery Controller</vt:lpstr>
      <vt:lpstr>Push Recovery Controller</vt:lpstr>
      <vt:lpstr>Contd…</vt:lpstr>
      <vt:lpstr>SOLUTION</vt:lpstr>
      <vt:lpstr>SOLUTION</vt:lpstr>
      <vt:lpstr>METHODOLOGY</vt:lpstr>
      <vt:lpstr>METHODOLOGY</vt:lpstr>
      <vt:lpstr>METHODOLOGY</vt:lpstr>
      <vt:lpstr>RESULTS</vt:lpstr>
      <vt:lpstr>CONCLUSION</vt:lpstr>
      <vt:lpstr>Slide 20</vt:lpstr>
      <vt:lpstr>Slide 21</vt:lpstr>
      <vt:lpstr>r</vt:lpstr>
      <vt:lpstr>LITERATURE REVIEW</vt:lpstr>
      <vt:lpstr>                                                             Contd…</vt:lpstr>
      <vt:lpstr>Contd…</vt:lpstr>
      <vt:lpstr>Contd…</vt:lpstr>
      <vt:lpstr>Contd…</vt:lpstr>
      <vt:lpstr>Contd…</vt:lpstr>
      <vt:lpstr>Slide 29</vt:lpstr>
      <vt:lpstr>METHODOLOGY</vt:lpstr>
      <vt:lpstr>Contd… </vt:lpstr>
      <vt:lpstr>MODEL DESCRIPTION</vt:lpstr>
      <vt:lpstr>Contd…</vt:lpstr>
      <vt:lpstr>Contd…</vt:lpstr>
      <vt:lpstr>Contd…</vt:lpstr>
      <vt:lpstr>Slide 36</vt:lpstr>
      <vt:lpstr>Contd…</vt:lpstr>
      <vt:lpstr>Contd…</vt:lpstr>
      <vt:lpstr> Contd…</vt:lpstr>
    </vt:vector>
  </TitlesOfParts>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Push recovery  </dc:title>
  <dc:creator>Vibhav</dc:creator>
  <cp:lastModifiedBy>Anubha</cp:lastModifiedBy>
  <cp:revision>536</cp:revision>
  <dcterms:created xsi:type="dcterms:W3CDTF">2011-09-21T11:19:19Z</dcterms:created>
  <dcterms:modified xsi:type="dcterms:W3CDTF">2016-03-03T00:39:02Z</dcterms:modified>
</cp:coreProperties>
</file>