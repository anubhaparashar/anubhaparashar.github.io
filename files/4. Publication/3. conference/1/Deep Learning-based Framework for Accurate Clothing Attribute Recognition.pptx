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handoutMasterIdLst>
    <p:handoutMasterId r:id="rId25"/>
  </p:handoutMasterIdLst>
  <p:sldIdLst>
    <p:sldId id="256" r:id="rId5"/>
    <p:sldId id="257" r:id="rId6"/>
    <p:sldId id="258" r:id="rId7"/>
    <p:sldId id="273" r:id="rId8"/>
    <p:sldId id="275" r:id="rId9"/>
    <p:sldId id="276" r:id="rId10"/>
    <p:sldId id="280" r:id="rId11"/>
    <p:sldId id="281" r:id="rId12"/>
    <p:sldId id="282" r:id="rId13"/>
    <p:sldId id="283" r:id="rId14"/>
    <p:sldId id="284" r:id="rId15"/>
    <p:sldId id="277" r:id="rId16"/>
    <p:sldId id="285" r:id="rId17"/>
    <p:sldId id="286" r:id="rId18"/>
    <p:sldId id="287" r:id="rId19"/>
    <p:sldId id="279" r:id="rId20"/>
    <p:sldId id="266" r:id="rId21"/>
    <p:sldId id="288"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704" autoAdjust="0"/>
  </p:normalViewPr>
  <p:slideViewPr>
    <p:cSldViewPr snapToGrid="0">
      <p:cViewPr varScale="1">
        <p:scale>
          <a:sx n="67" d="100"/>
          <a:sy n="67" d="100"/>
        </p:scale>
        <p:origin x="644"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6/8/2023</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6/8/2023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49.png"/><Relationship Id="rId2" Type="http://schemas.openxmlformats.org/officeDocument/2006/relationships/image" Target="../media/image26.png"/><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5.png"/><Relationship Id="rId24" Type="http://schemas.openxmlformats.org/officeDocument/2006/relationships/image" Target="../media/image48.pn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238125" y="5244465"/>
            <a:ext cx="11791949" cy="1122202"/>
          </a:xfrm>
        </p:spPr>
        <p:txBody>
          <a:bodyPr/>
          <a:lstStyle/>
          <a:p>
            <a:r>
              <a:rPr lang="en-US" dirty="0">
                <a:effectLst/>
              </a:rPr>
              <a:t>Deep Learning-based Framework for Accurate Clothing Attribute Recognition and Style Navigation for Gait Recognition</a:t>
            </a:r>
            <a:endParaRPr lang="en-US" dirty="0"/>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8530591" y="6381750"/>
            <a:ext cx="2661284" cy="506675"/>
          </a:xfrm>
        </p:spPr>
        <p:txBody>
          <a:bodyPr>
            <a:normAutofit fontScale="92500"/>
          </a:bodyPr>
          <a:lstStyle/>
          <a:p>
            <a:r>
              <a:rPr lang="en-US" sz="2400" dirty="0"/>
              <a:t>Dr. Anubha Parashar</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333500" y="512921"/>
            <a:ext cx="2895600" cy="593408"/>
          </a:xfrm>
        </p:spPr>
        <p:txBody>
          <a:bodyPr>
            <a:normAutofit/>
          </a:bodyPr>
          <a:lstStyle/>
          <a:p>
            <a:r>
              <a:rPr lang="en-US" sz="3200" dirty="0"/>
              <a:t>Contents</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1333500" y="1647825"/>
            <a:ext cx="2895600" cy="4400550"/>
          </a:xfrm>
        </p:spPr>
        <p:txBody>
          <a:bodyPr>
            <a:normAutofit lnSpcReduction="10000"/>
          </a:bodyPr>
          <a:lstStyle/>
          <a:p>
            <a:r>
              <a:rPr lang="en-US" sz="2400" dirty="0"/>
              <a:t>Introduction</a:t>
            </a:r>
          </a:p>
          <a:p>
            <a:r>
              <a:rPr lang="en-US" sz="2400" dirty="0"/>
              <a:t>Literature Review</a:t>
            </a:r>
          </a:p>
          <a:p>
            <a:r>
              <a:rPr lang="en-US" sz="2400" dirty="0"/>
              <a:t>Objectives</a:t>
            </a:r>
          </a:p>
          <a:p>
            <a:r>
              <a:rPr lang="en-US" sz="2400" dirty="0"/>
              <a:t>Methodology</a:t>
            </a:r>
          </a:p>
          <a:p>
            <a:r>
              <a:rPr lang="en-US" sz="2400" dirty="0"/>
              <a:t>Results</a:t>
            </a:r>
          </a:p>
          <a:p>
            <a:r>
              <a:rPr lang="en-US" sz="2400" dirty="0"/>
              <a:t>Conclusion</a:t>
            </a:r>
          </a:p>
          <a:p>
            <a:r>
              <a:rPr lang="en-US" sz="2400" dirty="0"/>
              <a:t>References</a:t>
            </a:r>
          </a:p>
        </p:txBody>
      </p:sp>
      <p:sp>
        <p:nvSpPr>
          <p:cNvPr id="6" name="Slide Number Placeholder 5">
            <a:extLst>
              <a:ext uri="{FF2B5EF4-FFF2-40B4-BE49-F238E27FC236}">
                <a16:creationId xmlns:a16="http://schemas.microsoft.com/office/drawing/2014/main" id="{7C991F00-87A7-45A6-8029-B097FA72498D}"/>
              </a:ext>
            </a:extLst>
          </p:cNvPr>
          <p:cNvSpPr>
            <a:spLocks noGrp="1"/>
          </p:cNvSpPr>
          <p:nvPr>
            <p:ph type="sldNum" sz="quarter" idx="12"/>
          </p:nvPr>
        </p:nvSpPr>
        <p:spPr>
          <a:xfrm>
            <a:off x="5536305" y="6356350"/>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dirty="0"/>
              <a:t>INTRODUCTION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295400" y="2108198"/>
            <a:ext cx="6315076" cy="3435352"/>
          </a:xfrm>
        </p:spPr>
        <p:txBody>
          <a:bodyPr>
            <a:normAutofit/>
          </a:bodyPr>
          <a:lstStyle/>
          <a:p>
            <a:pPr marL="285750" indent="-285750" algn="just">
              <a:buFont typeface="Arial" panose="020B0604020202020204" pitchFamily="34" charset="0"/>
              <a:buChar char="•"/>
            </a:pPr>
            <a:r>
              <a:rPr lang="en-US" sz="1800" dirty="0"/>
              <a:t>Extraction of information has become more constant due to availability of large amounts of image data and e-commerce. </a:t>
            </a:r>
          </a:p>
          <a:p>
            <a:pPr marL="285750" indent="-285750" algn="just">
              <a:buFont typeface="Arial" panose="020B0604020202020204" pitchFamily="34" charset="0"/>
              <a:buChar char="•"/>
            </a:pPr>
            <a:r>
              <a:rPr lang="en-US" sz="1800" dirty="0"/>
              <a:t>Recognizing attributes in an image is gaining recognition to forecast tasks. </a:t>
            </a:r>
          </a:p>
          <a:p>
            <a:pPr marL="285750" indent="-285750" algn="just">
              <a:buFont typeface="Arial" panose="020B0604020202020204" pitchFamily="34" charset="0"/>
              <a:buChar char="•"/>
            </a:pPr>
            <a:r>
              <a:rPr lang="en-US" sz="1800" dirty="0"/>
              <a:t>Our paper mainly focuses on recognizing attributes related to clothing which are built using Deep CNN. </a:t>
            </a:r>
          </a:p>
          <a:p>
            <a:pPr marL="285750" indent="-285750" algn="just">
              <a:buFont typeface="Arial" panose="020B0604020202020204" pitchFamily="34" charset="0"/>
              <a:buChar char="•"/>
            </a:pPr>
            <a:r>
              <a:rPr lang="en-US" sz="1800" dirty="0"/>
              <a:t>Our framework has a lot of applications like retrieving and navigating on basis of style, labeling of clothing pieces according to personalized style.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dirty="0"/>
              <a:t>Literature Review</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295400" y="2108198"/>
            <a:ext cx="6315076" cy="3435352"/>
          </a:xfrm>
        </p:spPr>
        <p:txBody>
          <a:bodyPr>
            <a:normAutofit/>
          </a:bodyPr>
          <a:lstStyle/>
          <a:p>
            <a:pPr marL="285750" indent="-285750" algn="just">
              <a:buFont typeface="Arial" panose="020B0604020202020204" pitchFamily="34" charset="0"/>
              <a:buChar char="•"/>
            </a:pPr>
            <a:r>
              <a:rPr lang="en-US" sz="1800" dirty="0"/>
              <a:t>Studies prior to our paper were mainly concerned with textures and their distribution in pattern, color of the theme in low features which were based on pixels to search for connection. They were unable to apprehend the characteristics of visual aspect to identify the attributes of clothing.</a:t>
            </a:r>
          </a:p>
          <a:p>
            <a:pPr marL="285750" indent="-285750" algn="just">
              <a:buFont typeface="Arial" panose="020B0604020202020204" pitchFamily="34" charset="0"/>
              <a:buChar char="•"/>
            </a:pPr>
            <a:r>
              <a:rPr lang="en-US" sz="1800" dirty="0"/>
              <a:t>In order to resolve these issues, we are presenting a method based on </a:t>
            </a:r>
            <a:r>
              <a:rPr lang="en-US" sz="1800" dirty="0" err="1"/>
              <a:t>ResNet</a:t>
            </a:r>
            <a:r>
              <a:rPr lang="en-US" sz="1800" dirty="0"/>
              <a:t> to identify various clothing attributes like waists, collars, front buttons, lengths, and sleeves.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2976420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Objectives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295400" y="2108198"/>
            <a:ext cx="6315076" cy="3435352"/>
          </a:xfrm>
        </p:spPr>
        <p:txBody>
          <a:bodyPr>
            <a:normAutofit/>
          </a:bodyPr>
          <a:lstStyle/>
          <a:p>
            <a:pPr marL="285750" indent="-285750" algn="just">
              <a:buFont typeface="Arial" panose="020B0604020202020204" pitchFamily="34" charset="0"/>
              <a:buChar char="•"/>
            </a:pPr>
            <a:r>
              <a:rPr lang="en-US" sz="2000" dirty="0"/>
              <a:t>To make the selective search algorithm more efficient in extracting main parts of clothing, we make changes to improve the methods for calculating texture and color similarity. </a:t>
            </a:r>
          </a:p>
          <a:p>
            <a:pPr marL="285750" indent="-285750" algn="just">
              <a:buFont typeface="Arial" panose="020B0604020202020204" pitchFamily="34" charset="0"/>
              <a:buChar char="•"/>
            </a:pPr>
            <a:r>
              <a:rPr lang="en-US" sz="2000" dirty="0"/>
              <a:t>To classify features from region of candidates using a classifier which works on L-</a:t>
            </a:r>
            <a:r>
              <a:rPr lang="en-US" sz="2000" dirty="0" err="1"/>
              <a:t>softmax</a:t>
            </a:r>
            <a:r>
              <a:rPr lang="en-US" sz="2000" dirty="0"/>
              <a:t> loss, sparse CNN. </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3364257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3.jpeg">
            <a:extLst>
              <a:ext uri="{FF2B5EF4-FFF2-40B4-BE49-F238E27FC236}">
                <a16:creationId xmlns:a16="http://schemas.microsoft.com/office/drawing/2014/main" id="{E328F6AC-A797-2A6D-A57F-72310C1FDC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2572" y="1752600"/>
            <a:ext cx="7495711" cy="4267200"/>
          </a:xfrm>
          <a:prstGeom prst="rect">
            <a:avLst/>
          </a:prstGeom>
        </p:spPr>
      </p:pic>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Methodology</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2740547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Methodology</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7</a:t>
            </a:fld>
            <a:endParaRPr lang="en-US" dirty="0"/>
          </a:p>
        </p:txBody>
      </p:sp>
      <p:pic>
        <p:nvPicPr>
          <p:cNvPr id="3" name="Picture 2">
            <a:extLst>
              <a:ext uri="{FF2B5EF4-FFF2-40B4-BE49-F238E27FC236}">
                <a16:creationId xmlns:a16="http://schemas.microsoft.com/office/drawing/2014/main" id="{687093AA-A939-24DB-6093-0428381F71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8301" y="1563706"/>
            <a:ext cx="3691571" cy="4975206"/>
          </a:xfrm>
          <a:prstGeom prst="rect">
            <a:avLst/>
          </a:prstGeom>
          <a:noFill/>
          <a:ln>
            <a:noFill/>
          </a:ln>
        </p:spPr>
      </p:pic>
    </p:spTree>
    <p:extLst>
      <p:ext uri="{BB962C8B-B14F-4D97-AF65-F5344CB8AC3E}">
        <p14:creationId xmlns:p14="http://schemas.microsoft.com/office/powerpoint/2010/main" val="2757235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Dataset</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8</a:t>
            </a:fld>
            <a:endParaRPr lang="en-US" dirty="0"/>
          </a:p>
        </p:txBody>
      </p:sp>
      <p:pic>
        <p:nvPicPr>
          <p:cNvPr id="3" name="image21.png">
            <a:extLst>
              <a:ext uri="{FF2B5EF4-FFF2-40B4-BE49-F238E27FC236}">
                <a16:creationId xmlns:a16="http://schemas.microsoft.com/office/drawing/2014/main" id="{90B5038B-AD6B-3482-967D-4B9CE17216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3604"/>
          <a:stretch/>
        </p:blipFill>
        <p:spPr bwMode="auto">
          <a:xfrm>
            <a:off x="1426471" y="1743075"/>
            <a:ext cx="6447371" cy="34004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75493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Dataset</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9</a:t>
            </a:fld>
            <a:endParaRPr lang="en-US" dirty="0"/>
          </a:p>
        </p:txBody>
      </p:sp>
      <p:pic>
        <p:nvPicPr>
          <p:cNvPr id="3" name="image22.png">
            <a:extLst>
              <a:ext uri="{FF2B5EF4-FFF2-40B4-BE49-F238E27FC236}">
                <a16:creationId xmlns:a16="http://schemas.microsoft.com/office/drawing/2014/main" id="{161724DC-3FFE-DB69-E89D-798EECEE32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0174" y="1600199"/>
            <a:ext cx="6172201" cy="3943351"/>
          </a:xfrm>
          <a:prstGeom prst="rect">
            <a:avLst/>
          </a:prstGeom>
        </p:spPr>
      </p:pic>
    </p:spTree>
    <p:extLst>
      <p:ext uri="{BB962C8B-B14F-4D97-AF65-F5344CB8AC3E}">
        <p14:creationId xmlns:p14="http://schemas.microsoft.com/office/powerpoint/2010/main" val="883815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Algorithm</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10</a:t>
            </a:fld>
            <a:endParaRPr lang="en-US" dirty="0"/>
          </a:p>
        </p:txBody>
      </p:sp>
      <p:sp>
        <p:nvSpPr>
          <p:cNvPr id="4" name="TextBox 3">
            <a:extLst>
              <a:ext uri="{FF2B5EF4-FFF2-40B4-BE49-F238E27FC236}">
                <a16:creationId xmlns:a16="http://schemas.microsoft.com/office/drawing/2014/main" id="{CF78C5B1-ACDD-F7C6-5B60-F7CD99DE9117}"/>
              </a:ext>
            </a:extLst>
          </p:cNvPr>
          <p:cNvSpPr txBox="1"/>
          <p:nvPr/>
        </p:nvSpPr>
        <p:spPr>
          <a:xfrm>
            <a:off x="1050131" y="1859983"/>
            <a:ext cx="6100762" cy="3716210"/>
          </a:xfrm>
          <a:prstGeom prst="rect">
            <a:avLst/>
          </a:prstGeom>
          <a:noFill/>
        </p:spPr>
        <p:txBody>
          <a:bodyPr wrap="square">
            <a:spAutoFit/>
          </a:bodyPr>
          <a:lstStyle/>
          <a:p>
            <a:pPr marL="204470" marR="0">
              <a:lnSpc>
                <a:spcPct val="107000"/>
              </a:lnSpc>
              <a:spcBef>
                <a:spcPts val="0"/>
              </a:spcBef>
              <a:spcAft>
                <a:spcPts val="800"/>
              </a:spcAft>
            </a:pPr>
            <a:r>
              <a:rPr lang="en-IN" dirty="0">
                <a:effectLst/>
                <a:latin typeface="Calibri" panose="020F0502020204030204" pitchFamily="34" charset="0"/>
                <a:ea typeface="Calibri" panose="020F0502020204030204" pitchFamily="34" charset="0"/>
                <a:cs typeface="Times New Roman" panose="02020603050405020304" pitchFamily="18" charset="0"/>
              </a:rPr>
              <a:t>Steps for input of images are as follows,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204470" marR="71120" algn="just">
              <a:lnSpc>
                <a:spcPct val="98000"/>
              </a:lnSpc>
              <a:spcBef>
                <a:spcPts val="10"/>
              </a:spcBef>
              <a:spcAft>
                <a:spcPts val="0"/>
              </a:spcAft>
              <a:tabLst>
                <a:tab pos="350520" algn="l"/>
              </a:tabLst>
            </a:pPr>
            <a:r>
              <a:rPr lang="en-IN"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5052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R = {r1, r2 · · ·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is the set which is used to acquire initial region with the use of segmentation procedures built on graphs.</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6195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size,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color</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and texture resemblance are stored in a set S are used for similarity calculation.</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61950" algn="l"/>
              </a:tabLst>
            </a:pP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Rq</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rp</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are combined inn set R to produce rt and similarity between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rq</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rp</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is deleted.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6195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Rt was stored in R set to calculate resemblance between regions adjacent and rt.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6195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last two steps are iterated till set S is empty.</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marR="71120" lvl="1" indent="-285750" algn="just">
              <a:lnSpc>
                <a:spcPct val="98000"/>
              </a:lnSpc>
              <a:spcBef>
                <a:spcPts val="10"/>
              </a:spcBef>
              <a:spcAft>
                <a:spcPts val="0"/>
              </a:spcAft>
              <a:buSzPts val="1000"/>
              <a:buFont typeface="Times New Roman" panose="02020603050405020304" pitchFamily="18" charset="0"/>
              <a:buAutoNum type="arabicParenR"/>
              <a:tabLst>
                <a:tab pos="36195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Candidate packs are filtered according to size.</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814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11</a:t>
            </a:fld>
            <a:endParaRPr lang="en-US" dirty="0"/>
          </a:p>
        </p:txBody>
      </p:sp>
      <p:grpSp>
        <p:nvGrpSpPr>
          <p:cNvPr id="110" name="Group 109">
            <a:extLst>
              <a:ext uri="{FF2B5EF4-FFF2-40B4-BE49-F238E27FC236}">
                <a16:creationId xmlns:a16="http://schemas.microsoft.com/office/drawing/2014/main" id="{FDE1993B-4787-2B48-906E-4ACFC8C0E592}"/>
              </a:ext>
            </a:extLst>
          </p:cNvPr>
          <p:cNvGrpSpPr>
            <a:grpSpLocks/>
          </p:cNvGrpSpPr>
          <p:nvPr/>
        </p:nvGrpSpPr>
        <p:grpSpPr bwMode="auto">
          <a:xfrm>
            <a:off x="1295400" y="1727854"/>
            <a:ext cx="6398845" cy="2815572"/>
            <a:chOff x="14" y="14"/>
            <a:chExt cx="4759" cy="2012"/>
          </a:xfrm>
        </p:grpSpPr>
        <p:grpSp>
          <p:nvGrpSpPr>
            <p:cNvPr id="111" name="Group 110">
              <a:extLst>
                <a:ext uri="{FF2B5EF4-FFF2-40B4-BE49-F238E27FC236}">
                  <a16:creationId xmlns:a16="http://schemas.microsoft.com/office/drawing/2014/main" id="{CDCE8D3D-24F5-9E05-61E6-29A0FA2C3428}"/>
                </a:ext>
              </a:extLst>
            </p:cNvPr>
            <p:cNvGrpSpPr>
              <a:grpSpLocks/>
            </p:cNvGrpSpPr>
            <p:nvPr/>
          </p:nvGrpSpPr>
          <p:grpSpPr bwMode="auto">
            <a:xfrm>
              <a:off x="449" y="81"/>
              <a:ext cx="341" cy="120"/>
              <a:chOff x="449" y="81"/>
              <a:chExt cx="341" cy="120"/>
            </a:xfrm>
          </p:grpSpPr>
          <p:sp>
            <p:nvSpPr>
              <p:cNvPr id="196" name="Freeform 3065">
                <a:extLst>
                  <a:ext uri="{FF2B5EF4-FFF2-40B4-BE49-F238E27FC236}">
                    <a16:creationId xmlns:a16="http://schemas.microsoft.com/office/drawing/2014/main" id="{ECECB3AD-6FCB-A8FD-1789-EAB25BAB3283}"/>
                  </a:ext>
                </a:extLst>
              </p:cNvPr>
              <p:cNvSpPr>
                <a:spLocks/>
              </p:cNvSpPr>
              <p:nvPr/>
            </p:nvSpPr>
            <p:spPr bwMode="auto">
              <a:xfrm>
                <a:off x="449" y="81"/>
                <a:ext cx="341" cy="120"/>
              </a:xfrm>
              <a:custGeom>
                <a:avLst/>
                <a:gdLst>
                  <a:gd name="T0" fmla="+- 0 496 449"/>
                  <a:gd name="T1" fmla="*/ T0 w 341"/>
                  <a:gd name="T2" fmla="+- 0 115 81"/>
                  <a:gd name="T3" fmla="*/ 115 h 120"/>
                  <a:gd name="T4" fmla="+- 0 475 449"/>
                  <a:gd name="T5" fmla="*/ T4 w 341"/>
                  <a:gd name="T6" fmla="+- 0 115 81"/>
                  <a:gd name="T7" fmla="*/ 115 h 120"/>
                  <a:gd name="T8" fmla="+- 0 465 449"/>
                  <a:gd name="T9" fmla="*/ T8 w 341"/>
                  <a:gd name="T10" fmla="+- 0 120 81"/>
                  <a:gd name="T11" fmla="*/ 120 h 120"/>
                  <a:gd name="T12" fmla="+- 0 452 449"/>
                  <a:gd name="T13" fmla="*/ T12 w 341"/>
                  <a:gd name="T14" fmla="+- 0 139 81"/>
                  <a:gd name="T15" fmla="*/ 139 h 120"/>
                  <a:gd name="T16" fmla="+- 0 449 449"/>
                  <a:gd name="T17" fmla="*/ T16 w 341"/>
                  <a:gd name="T18" fmla="+- 0 149 81"/>
                  <a:gd name="T19" fmla="*/ 149 h 120"/>
                  <a:gd name="T20" fmla="+- 0 449 449"/>
                  <a:gd name="T21" fmla="*/ T20 w 341"/>
                  <a:gd name="T22" fmla="+- 0 171 81"/>
                  <a:gd name="T23" fmla="*/ 171 h 120"/>
                  <a:gd name="T24" fmla="+- 0 453 449"/>
                  <a:gd name="T25" fmla="*/ T24 w 341"/>
                  <a:gd name="T26" fmla="+- 0 181 81"/>
                  <a:gd name="T27" fmla="*/ 181 h 120"/>
                  <a:gd name="T28" fmla="+- 0 465 449"/>
                  <a:gd name="T29" fmla="*/ T28 w 341"/>
                  <a:gd name="T30" fmla="+- 0 197 81"/>
                  <a:gd name="T31" fmla="*/ 197 h 120"/>
                  <a:gd name="T32" fmla="+- 0 474 449"/>
                  <a:gd name="T33" fmla="*/ T32 w 341"/>
                  <a:gd name="T34" fmla="+- 0 201 81"/>
                  <a:gd name="T35" fmla="*/ 201 h 120"/>
                  <a:gd name="T36" fmla="+- 0 491 449"/>
                  <a:gd name="T37" fmla="*/ T36 w 341"/>
                  <a:gd name="T38" fmla="+- 0 201 81"/>
                  <a:gd name="T39" fmla="*/ 201 h 120"/>
                  <a:gd name="T40" fmla="+- 0 497 449"/>
                  <a:gd name="T41" fmla="*/ T40 w 341"/>
                  <a:gd name="T42" fmla="+- 0 199 81"/>
                  <a:gd name="T43" fmla="*/ 199 h 120"/>
                  <a:gd name="T44" fmla="+- 0 509 449"/>
                  <a:gd name="T45" fmla="*/ T44 w 341"/>
                  <a:gd name="T46" fmla="+- 0 192 81"/>
                  <a:gd name="T47" fmla="*/ 192 h 120"/>
                  <a:gd name="T48" fmla="+- 0 513 449"/>
                  <a:gd name="T49" fmla="*/ T48 w 341"/>
                  <a:gd name="T50" fmla="+- 0 187 81"/>
                  <a:gd name="T51" fmla="*/ 187 h 120"/>
                  <a:gd name="T52" fmla="+- 0 493 449"/>
                  <a:gd name="T53" fmla="*/ T52 w 341"/>
                  <a:gd name="T54" fmla="+- 0 187 81"/>
                  <a:gd name="T55" fmla="*/ 187 h 120"/>
                  <a:gd name="T56" fmla="+- 0 489 449"/>
                  <a:gd name="T57" fmla="*/ T56 w 341"/>
                  <a:gd name="T58" fmla="+- 0 186 81"/>
                  <a:gd name="T59" fmla="*/ 186 h 120"/>
                  <a:gd name="T60" fmla="+- 0 473 449"/>
                  <a:gd name="T61" fmla="*/ T60 w 341"/>
                  <a:gd name="T62" fmla="+- 0 154 81"/>
                  <a:gd name="T63" fmla="*/ 154 h 120"/>
                  <a:gd name="T64" fmla="+- 0 473 449"/>
                  <a:gd name="T65" fmla="*/ T64 w 341"/>
                  <a:gd name="T66" fmla="+- 0 137 81"/>
                  <a:gd name="T67" fmla="*/ 137 h 120"/>
                  <a:gd name="T68" fmla="+- 0 474 449"/>
                  <a:gd name="T69" fmla="*/ T68 w 341"/>
                  <a:gd name="T70" fmla="+- 0 130 81"/>
                  <a:gd name="T71" fmla="*/ 130 h 120"/>
                  <a:gd name="T72" fmla="+- 0 479 449"/>
                  <a:gd name="T73" fmla="*/ T72 w 341"/>
                  <a:gd name="T74" fmla="+- 0 123 81"/>
                  <a:gd name="T75" fmla="*/ 123 h 120"/>
                  <a:gd name="T76" fmla="+- 0 482 449"/>
                  <a:gd name="T77" fmla="*/ T76 w 341"/>
                  <a:gd name="T78" fmla="+- 0 121 81"/>
                  <a:gd name="T79" fmla="*/ 121 h 120"/>
                  <a:gd name="T80" fmla="+- 0 507 449"/>
                  <a:gd name="T81" fmla="*/ T80 w 341"/>
                  <a:gd name="T82" fmla="+- 0 121 81"/>
                  <a:gd name="T83" fmla="*/ 121 h 120"/>
                  <a:gd name="T84" fmla="+- 0 503 449"/>
                  <a:gd name="T85" fmla="*/ T84 w 341"/>
                  <a:gd name="T86" fmla="+- 0 117 81"/>
                  <a:gd name="T87" fmla="*/ 117 h 120"/>
                  <a:gd name="T88" fmla="+- 0 496 449"/>
                  <a:gd name="T89" fmla="*/ T88 w 341"/>
                  <a:gd name="T90" fmla="+- 0 115 81"/>
                  <a:gd name="T91"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1" h="120">
                    <a:moveTo>
                      <a:pt x="47" y="34"/>
                    </a:moveTo>
                    <a:lnTo>
                      <a:pt x="26" y="34"/>
                    </a:lnTo>
                    <a:lnTo>
                      <a:pt x="16" y="39"/>
                    </a:lnTo>
                    <a:lnTo>
                      <a:pt x="3" y="58"/>
                    </a:lnTo>
                    <a:lnTo>
                      <a:pt x="0" y="68"/>
                    </a:lnTo>
                    <a:lnTo>
                      <a:pt x="0" y="90"/>
                    </a:lnTo>
                    <a:lnTo>
                      <a:pt x="4" y="100"/>
                    </a:lnTo>
                    <a:lnTo>
                      <a:pt x="16" y="116"/>
                    </a:lnTo>
                    <a:lnTo>
                      <a:pt x="25" y="120"/>
                    </a:lnTo>
                    <a:lnTo>
                      <a:pt x="42" y="120"/>
                    </a:lnTo>
                    <a:lnTo>
                      <a:pt x="48" y="118"/>
                    </a:lnTo>
                    <a:lnTo>
                      <a:pt x="60" y="111"/>
                    </a:lnTo>
                    <a:lnTo>
                      <a:pt x="64" y="106"/>
                    </a:lnTo>
                    <a:lnTo>
                      <a:pt x="44" y="106"/>
                    </a:lnTo>
                    <a:lnTo>
                      <a:pt x="40" y="105"/>
                    </a:lnTo>
                    <a:lnTo>
                      <a:pt x="24" y="73"/>
                    </a:lnTo>
                    <a:lnTo>
                      <a:pt x="24" y="56"/>
                    </a:lnTo>
                    <a:lnTo>
                      <a:pt x="25" y="49"/>
                    </a:lnTo>
                    <a:lnTo>
                      <a:pt x="30" y="42"/>
                    </a:lnTo>
                    <a:lnTo>
                      <a:pt x="33" y="40"/>
                    </a:lnTo>
                    <a:lnTo>
                      <a:pt x="58" y="40"/>
                    </a:lnTo>
                    <a:lnTo>
                      <a:pt x="54" y="36"/>
                    </a:lnTo>
                    <a:lnTo>
                      <a:pt x="47"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97" name="Freeform 3066">
                <a:extLst>
                  <a:ext uri="{FF2B5EF4-FFF2-40B4-BE49-F238E27FC236}">
                    <a16:creationId xmlns:a16="http://schemas.microsoft.com/office/drawing/2014/main" id="{A9A76059-B1FA-2D12-0956-0543541D23EE}"/>
                  </a:ext>
                </a:extLst>
              </p:cNvPr>
              <p:cNvSpPr>
                <a:spLocks/>
              </p:cNvSpPr>
              <p:nvPr/>
            </p:nvSpPr>
            <p:spPr bwMode="auto">
              <a:xfrm>
                <a:off x="449" y="81"/>
                <a:ext cx="341" cy="120"/>
              </a:xfrm>
              <a:custGeom>
                <a:avLst/>
                <a:gdLst>
                  <a:gd name="T0" fmla="+- 0 515 449"/>
                  <a:gd name="T1" fmla="*/ T0 w 341"/>
                  <a:gd name="T2" fmla="+- 0 178 81"/>
                  <a:gd name="T3" fmla="*/ 178 h 120"/>
                  <a:gd name="T4" fmla="+- 0 511 449"/>
                  <a:gd name="T5" fmla="*/ T4 w 341"/>
                  <a:gd name="T6" fmla="+- 0 182 81"/>
                  <a:gd name="T7" fmla="*/ 182 h 120"/>
                  <a:gd name="T8" fmla="+- 0 508 449"/>
                  <a:gd name="T9" fmla="*/ T8 w 341"/>
                  <a:gd name="T10" fmla="+- 0 184 81"/>
                  <a:gd name="T11" fmla="*/ 184 h 120"/>
                  <a:gd name="T12" fmla="+- 0 503 449"/>
                  <a:gd name="T13" fmla="*/ T12 w 341"/>
                  <a:gd name="T14" fmla="+- 0 187 81"/>
                  <a:gd name="T15" fmla="*/ 187 h 120"/>
                  <a:gd name="T16" fmla="+- 0 500 449"/>
                  <a:gd name="T17" fmla="*/ T16 w 341"/>
                  <a:gd name="T18" fmla="+- 0 187 81"/>
                  <a:gd name="T19" fmla="*/ 187 h 120"/>
                  <a:gd name="T20" fmla="+- 0 513 449"/>
                  <a:gd name="T21" fmla="*/ T20 w 341"/>
                  <a:gd name="T22" fmla="+- 0 187 81"/>
                  <a:gd name="T23" fmla="*/ 187 h 120"/>
                  <a:gd name="T24" fmla="+- 0 514 449"/>
                  <a:gd name="T25" fmla="*/ T24 w 341"/>
                  <a:gd name="T26" fmla="+- 0 187 81"/>
                  <a:gd name="T27" fmla="*/ 187 h 120"/>
                  <a:gd name="T28" fmla="+- 0 517 449"/>
                  <a:gd name="T29" fmla="*/ T28 w 341"/>
                  <a:gd name="T30" fmla="+- 0 180 81"/>
                  <a:gd name="T31" fmla="*/ 180 h 120"/>
                  <a:gd name="T32" fmla="+- 0 515 449"/>
                  <a:gd name="T33" fmla="*/ T32 w 341"/>
                  <a:gd name="T34" fmla="+- 0 178 81"/>
                  <a:gd name="T35" fmla="*/ 178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1" h="120">
                    <a:moveTo>
                      <a:pt x="66" y="97"/>
                    </a:moveTo>
                    <a:lnTo>
                      <a:pt x="62" y="101"/>
                    </a:lnTo>
                    <a:lnTo>
                      <a:pt x="59" y="103"/>
                    </a:lnTo>
                    <a:lnTo>
                      <a:pt x="54" y="106"/>
                    </a:lnTo>
                    <a:lnTo>
                      <a:pt x="51" y="106"/>
                    </a:lnTo>
                    <a:lnTo>
                      <a:pt x="64" y="106"/>
                    </a:lnTo>
                    <a:lnTo>
                      <a:pt x="65" y="106"/>
                    </a:lnTo>
                    <a:lnTo>
                      <a:pt x="68" y="99"/>
                    </a:lnTo>
                    <a:lnTo>
                      <a:pt x="6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98" name="Freeform 3067">
                <a:extLst>
                  <a:ext uri="{FF2B5EF4-FFF2-40B4-BE49-F238E27FC236}">
                    <a16:creationId xmlns:a16="http://schemas.microsoft.com/office/drawing/2014/main" id="{218C340B-621B-F382-42D6-4010CBAC80C7}"/>
                  </a:ext>
                </a:extLst>
              </p:cNvPr>
              <p:cNvSpPr>
                <a:spLocks/>
              </p:cNvSpPr>
              <p:nvPr/>
            </p:nvSpPr>
            <p:spPr bwMode="auto">
              <a:xfrm>
                <a:off x="449" y="81"/>
                <a:ext cx="341" cy="120"/>
              </a:xfrm>
              <a:custGeom>
                <a:avLst/>
                <a:gdLst>
                  <a:gd name="T0" fmla="+- 0 507 449"/>
                  <a:gd name="T1" fmla="*/ T0 w 341"/>
                  <a:gd name="T2" fmla="+- 0 121 81"/>
                  <a:gd name="T3" fmla="*/ 121 h 120"/>
                  <a:gd name="T4" fmla="+- 0 486 449"/>
                  <a:gd name="T5" fmla="*/ T4 w 341"/>
                  <a:gd name="T6" fmla="+- 0 121 81"/>
                  <a:gd name="T7" fmla="*/ 121 h 120"/>
                  <a:gd name="T8" fmla="+- 0 488 449"/>
                  <a:gd name="T9" fmla="*/ T8 w 341"/>
                  <a:gd name="T10" fmla="+- 0 122 81"/>
                  <a:gd name="T11" fmla="*/ 122 h 120"/>
                  <a:gd name="T12" fmla="+- 0 490 449"/>
                  <a:gd name="T13" fmla="*/ T12 w 341"/>
                  <a:gd name="T14" fmla="+- 0 125 81"/>
                  <a:gd name="T15" fmla="*/ 125 h 120"/>
                  <a:gd name="T16" fmla="+- 0 491 449"/>
                  <a:gd name="T17" fmla="*/ T16 w 341"/>
                  <a:gd name="T18" fmla="+- 0 128 81"/>
                  <a:gd name="T19" fmla="*/ 128 h 120"/>
                  <a:gd name="T20" fmla="+- 0 492 449"/>
                  <a:gd name="T21" fmla="*/ T20 w 341"/>
                  <a:gd name="T22" fmla="+- 0 137 81"/>
                  <a:gd name="T23" fmla="*/ 137 h 120"/>
                  <a:gd name="T24" fmla="+- 0 493 449"/>
                  <a:gd name="T25" fmla="*/ T24 w 341"/>
                  <a:gd name="T26" fmla="+- 0 141 81"/>
                  <a:gd name="T27" fmla="*/ 141 h 120"/>
                  <a:gd name="T28" fmla="+- 0 498 449"/>
                  <a:gd name="T29" fmla="*/ T28 w 341"/>
                  <a:gd name="T30" fmla="+- 0 145 81"/>
                  <a:gd name="T31" fmla="*/ 145 h 120"/>
                  <a:gd name="T32" fmla="+- 0 501 449"/>
                  <a:gd name="T33" fmla="*/ T32 w 341"/>
                  <a:gd name="T34" fmla="+- 0 147 81"/>
                  <a:gd name="T35" fmla="*/ 147 h 120"/>
                  <a:gd name="T36" fmla="+- 0 507 449"/>
                  <a:gd name="T37" fmla="*/ T36 w 341"/>
                  <a:gd name="T38" fmla="+- 0 147 81"/>
                  <a:gd name="T39" fmla="*/ 147 h 120"/>
                  <a:gd name="T40" fmla="+- 0 510 449"/>
                  <a:gd name="T41" fmla="*/ T40 w 341"/>
                  <a:gd name="T42" fmla="+- 0 146 81"/>
                  <a:gd name="T43" fmla="*/ 146 h 120"/>
                  <a:gd name="T44" fmla="+- 0 514 449"/>
                  <a:gd name="T45" fmla="*/ T44 w 341"/>
                  <a:gd name="T46" fmla="+- 0 142 81"/>
                  <a:gd name="T47" fmla="*/ 142 h 120"/>
                  <a:gd name="T48" fmla="+- 0 515 449"/>
                  <a:gd name="T49" fmla="*/ T48 w 341"/>
                  <a:gd name="T50" fmla="+- 0 139 81"/>
                  <a:gd name="T51" fmla="*/ 139 h 120"/>
                  <a:gd name="T52" fmla="+- 0 515 449"/>
                  <a:gd name="T53" fmla="*/ T52 w 341"/>
                  <a:gd name="T54" fmla="+- 0 130 81"/>
                  <a:gd name="T55" fmla="*/ 130 h 120"/>
                  <a:gd name="T56" fmla="+- 0 512 449"/>
                  <a:gd name="T57" fmla="*/ T56 w 341"/>
                  <a:gd name="T58" fmla="+- 0 126 81"/>
                  <a:gd name="T59" fmla="*/ 126 h 120"/>
                  <a:gd name="T60" fmla="+- 0 507 449"/>
                  <a:gd name="T61" fmla="*/ T60 w 341"/>
                  <a:gd name="T62" fmla="+- 0 121 81"/>
                  <a:gd name="T63" fmla="*/ 121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341" h="120">
                    <a:moveTo>
                      <a:pt x="58" y="40"/>
                    </a:moveTo>
                    <a:lnTo>
                      <a:pt x="37" y="40"/>
                    </a:lnTo>
                    <a:lnTo>
                      <a:pt x="39" y="41"/>
                    </a:lnTo>
                    <a:lnTo>
                      <a:pt x="41" y="44"/>
                    </a:lnTo>
                    <a:lnTo>
                      <a:pt x="42" y="47"/>
                    </a:lnTo>
                    <a:lnTo>
                      <a:pt x="43" y="56"/>
                    </a:lnTo>
                    <a:lnTo>
                      <a:pt x="44" y="60"/>
                    </a:lnTo>
                    <a:lnTo>
                      <a:pt x="49" y="64"/>
                    </a:lnTo>
                    <a:lnTo>
                      <a:pt x="52" y="66"/>
                    </a:lnTo>
                    <a:lnTo>
                      <a:pt x="58" y="66"/>
                    </a:lnTo>
                    <a:lnTo>
                      <a:pt x="61" y="65"/>
                    </a:lnTo>
                    <a:lnTo>
                      <a:pt x="65" y="61"/>
                    </a:lnTo>
                    <a:lnTo>
                      <a:pt x="66" y="58"/>
                    </a:lnTo>
                    <a:lnTo>
                      <a:pt x="66" y="49"/>
                    </a:lnTo>
                    <a:lnTo>
                      <a:pt x="63" y="45"/>
                    </a:lnTo>
                    <a:lnTo>
                      <a:pt x="58"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99" name="Freeform 3068">
                <a:extLst>
                  <a:ext uri="{FF2B5EF4-FFF2-40B4-BE49-F238E27FC236}">
                    <a16:creationId xmlns:a16="http://schemas.microsoft.com/office/drawing/2014/main" id="{DA52AE50-14E6-C1A5-9EA1-C17F8FD25604}"/>
                  </a:ext>
                </a:extLst>
              </p:cNvPr>
              <p:cNvSpPr>
                <a:spLocks/>
              </p:cNvSpPr>
              <p:nvPr/>
            </p:nvSpPr>
            <p:spPr bwMode="auto">
              <a:xfrm>
                <a:off x="449" y="81"/>
                <a:ext cx="341" cy="120"/>
              </a:xfrm>
              <a:custGeom>
                <a:avLst/>
                <a:gdLst>
                  <a:gd name="T0" fmla="+- 0 558 449"/>
                  <a:gd name="T1" fmla="*/ T0 w 341"/>
                  <a:gd name="T2" fmla="+- 0 81 81"/>
                  <a:gd name="T3" fmla="*/ 81 h 120"/>
                  <a:gd name="T4" fmla="+- 0 524 449"/>
                  <a:gd name="T5" fmla="*/ T4 w 341"/>
                  <a:gd name="T6" fmla="+- 0 81 81"/>
                  <a:gd name="T7" fmla="*/ 81 h 120"/>
                  <a:gd name="T8" fmla="+- 0 524 449"/>
                  <a:gd name="T9" fmla="*/ T8 w 341"/>
                  <a:gd name="T10" fmla="+- 0 84 81"/>
                  <a:gd name="T11" fmla="*/ 84 h 120"/>
                  <a:gd name="T12" fmla="+- 0 528 449"/>
                  <a:gd name="T13" fmla="*/ T12 w 341"/>
                  <a:gd name="T14" fmla="+- 0 85 81"/>
                  <a:gd name="T15" fmla="*/ 85 h 120"/>
                  <a:gd name="T16" fmla="+- 0 531 449"/>
                  <a:gd name="T17" fmla="*/ T16 w 341"/>
                  <a:gd name="T18" fmla="+- 0 86 81"/>
                  <a:gd name="T19" fmla="*/ 86 h 120"/>
                  <a:gd name="T20" fmla="+- 0 533 449"/>
                  <a:gd name="T21" fmla="*/ T20 w 341"/>
                  <a:gd name="T22" fmla="+- 0 89 81"/>
                  <a:gd name="T23" fmla="*/ 89 h 120"/>
                  <a:gd name="T24" fmla="+- 0 534 449"/>
                  <a:gd name="T25" fmla="*/ T24 w 341"/>
                  <a:gd name="T26" fmla="+- 0 92 81"/>
                  <a:gd name="T27" fmla="*/ 92 h 120"/>
                  <a:gd name="T28" fmla="+- 0 534 449"/>
                  <a:gd name="T29" fmla="*/ T28 w 341"/>
                  <a:gd name="T30" fmla="+- 0 188 81"/>
                  <a:gd name="T31" fmla="*/ 188 h 120"/>
                  <a:gd name="T32" fmla="+- 0 533 449"/>
                  <a:gd name="T33" fmla="*/ T32 w 341"/>
                  <a:gd name="T34" fmla="+- 0 191 81"/>
                  <a:gd name="T35" fmla="*/ 191 h 120"/>
                  <a:gd name="T36" fmla="+- 0 531 449"/>
                  <a:gd name="T37" fmla="*/ T36 w 341"/>
                  <a:gd name="T38" fmla="+- 0 195 81"/>
                  <a:gd name="T39" fmla="*/ 195 h 120"/>
                  <a:gd name="T40" fmla="+- 0 528 449"/>
                  <a:gd name="T41" fmla="*/ T40 w 341"/>
                  <a:gd name="T42" fmla="+- 0 196 81"/>
                  <a:gd name="T43" fmla="*/ 196 h 120"/>
                  <a:gd name="T44" fmla="+- 0 524 449"/>
                  <a:gd name="T45" fmla="*/ T44 w 341"/>
                  <a:gd name="T46" fmla="+- 0 196 81"/>
                  <a:gd name="T47" fmla="*/ 196 h 120"/>
                  <a:gd name="T48" fmla="+- 0 524 449"/>
                  <a:gd name="T49" fmla="*/ T48 w 341"/>
                  <a:gd name="T50" fmla="+- 0 199 81"/>
                  <a:gd name="T51" fmla="*/ 199 h 120"/>
                  <a:gd name="T52" fmla="+- 0 568 449"/>
                  <a:gd name="T53" fmla="*/ T52 w 341"/>
                  <a:gd name="T54" fmla="+- 0 199 81"/>
                  <a:gd name="T55" fmla="*/ 199 h 120"/>
                  <a:gd name="T56" fmla="+- 0 568 449"/>
                  <a:gd name="T57" fmla="*/ T56 w 341"/>
                  <a:gd name="T58" fmla="+- 0 196 81"/>
                  <a:gd name="T59" fmla="*/ 196 h 120"/>
                  <a:gd name="T60" fmla="+- 0 564 449"/>
                  <a:gd name="T61" fmla="*/ T60 w 341"/>
                  <a:gd name="T62" fmla="+- 0 195 81"/>
                  <a:gd name="T63" fmla="*/ 195 h 120"/>
                  <a:gd name="T64" fmla="+- 0 562 449"/>
                  <a:gd name="T65" fmla="*/ T64 w 341"/>
                  <a:gd name="T66" fmla="+- 0 195 81"/>
                  <a:gd name="T67" fmla="*/ 195 h 120"/>
                  <a:gd name="T68" fmla="+- 0 559 449"/>
                  <a:gd name="T69" fmla="*/ T68 w 341"/>
                  <a:gd name="T70" fmla="+- 0 191 81"/>
                  <a:gd name="T71" fmla="*/ 191 h 120"/>
                  <a:gd name="T72" fmla="+- 0 558 449"/>
                  <a:gd name="T73" fmla="*/ T72 w 341"/>
                  <a:gd name="T74" fmla="+- 0 188 81"/>
                  <a:gd name="T75" fmla="*/ 188 h 120"/>
                  <a:gd name="T76" fmla="+- 0 558 449"/>
                  <a:gd name="T77" fmla="*/ T76 w 341"/>
                  <a:gd name="T78" fmla="+- 0 81 81"/>
                  <a:gd name="T79" fmla="*/ 81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341" h="120">
                    <a:moveTo>
                      <a:pt x="109" y="0"/>
                    </a:moveTo>
                    <a:lnTo>
                      <a:pt x="75" y="0"/>
                    </a:lnTo>
                    <a:lnTo>
                      <a:pt x="75" y="3"/>
                    </a:lnTo>
                    <a:lnTo>
                      <a:pt x="79" y="4"/>
                    </a:lnTo>
                    <a:lnTo>
                      <a:pt x="82" y="5"/>
                    </a:lnTo>
                    <a:lnTo>
                      <a:pt x="84" y="8"/>
                    </a:lnTo>
                    <a:lnTo>
                      <a:pt x="85" y="11"/>
                    </a:lnTo>
                    <a:lnTo>
                      <a:pt x="85" y="107"/>
                    </a:lnTo>
                    <a:lnTo>
                      <a:pt x="84" y="110"/>
                    </a:lnTo>
                    <a:lnTo>
                      <a:pt x="82" y="114"/>
                    </a:lnTo>
                    <a:lnTo>
                      <a:pt x="79" y="115"/>
                    </a:lnTo>
                    <a:lnTo>
                      <a:pt x="75" y="115"/>
                    </a:lnTo>
                    <a:lnTo>
                      <a:pt x="75" y="118"/>
                    </a:lnTo>
                    <a:lnTo>
                      <a:pt x="119" y="118"/>
                    </a:lnTo>
                    <a:lnTo>
                      <a:pt x="119" y="115"/>
                    </a:lnTo>
                    <a:lnTo>
                      <a:pt x="115" y="114"/>
                    </a:lnTo>
                    <a:lnTo>
                      <a:pt x="113" y="114"/>
                    </a:lnTo>
                    <a:lnTo>
                      <a:pt x="110" y="110"/>
                    </a:lnTo>
                    <a:lnTo>
                      <a:pt x="109" y="107"/>
                    </a:lnTo>
                    <a:lnTo>
                      <a:pt x="10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0" name="Freeform 3069">
                <a:extLst>
                  <a:ext uri="{FF2B5EF4-FFF2-40B4-BE49-F238E27FC236}">
                    <a16:creationId xmlns:a16="http://schemas.microsoft.com/office/drawing/2014/main" id="{47087655-A6DD-0634-82CE-710F1E564715}"/>
                  </a:ext>
                </a:extLst>
              </p:cNvPr>
              <p:cNvSpPr>
                <a:spLocks/>
              </p:cNvSpPr>
              <p:nvPr/>
            </p:nvSpPr>
            <p:spPr bwMode="auto">
              <a:xfrm>
                <a:off x="449" y="81"/>
                <a:ext cx="341" cy="120"/>
              </a:xfrm>
              <a:custGeom>
                <a:avLst/>
                <a:gdLst>
                  <a:gd name="T0" fmla="+- 0 637 449"/>
                  <a:gd name="T1" fmla="*/ T0 w 341"/>
                  <a:gd name="T2" fmla="+- 0 122 81"/>
                  <a:gd name="T3" fmla="*/ 122 h 120"/>
                  <a:gd name="T4" fmla="+- 0 612 449"/>
                  <a:gd name="T5" fmla="*/ T4 w 341"/>
                  <a:gd name="T6" fmla="+- 0 122 81"/>
                  <a:gd name="T7" fmla="*/ 122 h 120"/>
                  <a:gd name="T8" fmla="+- 0 614 449"/>
                  <a:gd name="T9" fmla="*/ T8 w 341"/>
                  <a:gd name="T10" fmla="+- 0 123 81"/>
                  <a:gd name="T11" fmla="*/ 123 h 120"/>
                  <a:gd name="T12" fmla="+- 0 618 449"/>
                  <a:gd name="T13" fmla="*/ T12 w 341"/>
                  <a:gd name="T14" fmla="+- 0 125 81"/>
                  <a:gd name="T15" fmla="*/ 125 h 120"/>
                  <a:gd name="T16" fmla="+- 0 621 449"/>
                  <a:gd name="T17" fmla="*/ T16 w 341"/>
                  <a:gd name="T18" fmla="+- 0 148 81"/>
                  <a:gd name="T19" fmla="*/ 148 h 120"/>
                  <a:gd name="T20" fmla="+- 0 603 449"/>
                  <a:gd name="T21" fmla="*/ T20 w 341"/>
                  <a:gd name="T22" fmla="+- 0 156 81"/>
                  <a:gd name="T23" fmla="*/ 156 h 120"/>
                  <a:gd name="T24" fmla="+- 0 591 449"/>
                  <a:gd name="T25" fmla="*/ T24 w 341"/>
                  <a:gd name="T26" fmla="+- 0 162 81"/>
                  <a:gd name="T27" fmla="*/ 162 h 120"/>
                  <a:gd name="T28" fmla="+- 0 581 449"/>
                  <a:gd name="T29" fmla="*/ T28 w 341"/>
                  <a:gd name="T30" fmla="+- 0 172 81"/>
                  <a:gd name="T31" fmla="*/ 172 h 120"/>
                  <a:gd name="T32" fmla="+- 0 578 449"/>
                  <a:gd name="T33" fmla="*/ T32 w 341"/>
                  <a:gd name="T34" fmla="+- 0 178 81"/>
                  <a:gd name="T35" fmla="*/ 178 h 120"/>
                  <a:gd name="T36" fmla="+- 0 578 449"/>
                  <a:gd name="T37" fmla="*/ T36 w 341"/>
                  <a:gd name="T38" fmla="+- 0 189 81"/>
                  <a:gd name="T39" fmla="*/ 189 h 120"/>
                  <a:gd name="T40" fmla="+- 0 579 449"/>
                  <a:gd name="T41" fmla="*/ T40 w 341"/>
                  <a:gd name="T42" fmla="+- 0 192 81"/>
                  <a:gd name="T43" fmla="*/ 192 h 120"/>
                  <a:gd name="T44" fmla="+- 0 586 449"/>
                  <a:gd name="T45" fmla="*/ T44 w 341"/>
                  <a:gd name="T46" fmla="+- 0 198 81"/>
                  <a:gd name="T47" fmla="*/ 198 h 120"/>
                  <a:gd name="T48" fmla="+- 0 589 449"/>
                  <a:gd name="T49" fmla="*/ T48 w 341"/>
                  <a:gd name="T50" fmla="+- 0 200 81"/>
                  <a:gd name="T51" fmla="*/ 200 h 120"/>
                  <a:gd name="T52" fmla="+- 0 602 449"/>
                  <a:gd name="T53" fmla="*/ T52 w 341"/>
                  <a:gd name="T54" fmla="+- 0 200 81"/>
                  <a:gd name="T55" fmla="*/ 200 h 120"/>
                  <a:gd name="T56" fmla="+- 0 611 449"/>
                  <a:gd name="T57" fmla="*/ T56 w 341"/>
                  <a:gd name="T58" fmla="+- 0 196 81"/>
                  <a:gd name="T59" fmla="*/ 196 h 120"/>
                  <a:gd name="T60" fmla="+- 0 621 449"/>
                  <a:gd name="T61" fmla="*/ T60 w 341"/>
                  <a:gd name="T62" fmla="+- 0 187 81"/>
                  <a:gd name="T63" fmla="*/ 187 h 120"/>
                  <a:gd name="T64" fmla="+- 0 646 449"/>
                  <a:gd name="T65" fmla="*/ T64 w 341"/>
                  <a:gd name="T66" fmla="+- 0 187 81"/>
                  <a:gd name="T67" fmla="*/ 187 h 120"/>
                  <a:gd name="T68" fmla="+- 0 645 449"/>
                  <a:gd name="T69" fmla="*/ T68 w 341"/>
                  <a:gd name="T70" fmla="+- 0 186 81"/>
                  <a:gd name="T71" fmla="*/ 186 h 120"/>
                  <a:gd name="T72" fmla="+- 0 645 449"/>
                  <a:gd name="T73" fmla="*/ T72 w 341"/>
                  <a:gd name="T74" fmla="+- 0 185 81"/>
                  <a:gd name="T75" fmla="*/ 185 h 120"/>
                  <a:gd name="T76" fmla="+- 0 608 449"/>
                  <a:gd name="T77" fmla="*/ T76 w 341"/>
                  <a:gd name="T78" fmla="+- 0 185 81"/>
                  <a:gd name="T79" fmla="*/ 185 h 120"/>
                  <a:gd name="T80" fmla="+- 0 606 449"/>
                  <a:gd name="T81" fmla="*/ T80 w 341"/>
                  <a:gd name="T82" fmla="+- 0 185 81"/>
                  <a:gd name="T83" fmla="*/ 185 h 120"/>
                  <a:gd name="T84" fmla="+- 0 603 449"/>
                  <a:gd name="T85" fmla="*/ T84 w 341"/>
                  <a:gd name="T86" fmla="+- 0 181 81"/>
                  <a:gd name="T87" fmla="*/ 181 h 120"/>
                  <a:gd name="T88" fmla="+- 0 602 449"/>
                  <a:gd name="T89" fmla="*/ T88 w 341"/>
                  <a:gd name="T90" fmla="+- 0 179 81"/>
                  <a:gd name="T91" fmla="*/ 179 h 120"/>
                  <a:gd name="T92" fmla="+- 0 602 449"/>
                  <a:gd name="T93" fmla="*/ T92 w 341"/>
                  <a:gd name="T94" fmla="+- 0 173 81"/>
                  <a:gd name="T95" fmla="*/ 173 h 120"/>
                  <a:gd name="T96" fmla="+- 0 603 449"/>
                  <a:gd name="T97" fmla="*/ T96 w 341"/>
                  <a:gd name="T98" fmla="+- 0 170 81"/>
                  <a:gd name="T99" fmla="*/ 170 h 120"/>
                  <a:gd name="T100" fmla="+- 0 608 449"/>
                  <a:gd name="T101" fmla="*/ T100 w 341"/>
                  <a:gd name="T102" fmla="+- 0 162 81"/>
                  <a:gd name="T103" fmla="*/ 162 h 120"/>
                  <a:gd name="T104" fmla="+- 0 614 449"/>
                  <a:gd name="T105" fmla="*/ T104 w 341"/>
                  <a:gd name="T106" fmla="+- 0 157 81"/>
                  <a:gd name="T107" fmla="*/ 157 h 120"/>
                  <a:gd name="T108" fmla="+- 0 621 449"/>
                  <a:gd name="T109" fmla="*/ T108 w 341"/>
                  <a:gd name="T110" fmla="+- 0 153 81"/>
                  <a:gd name="T111" fmla="*/ 153 h 120"/>
                  <a:gd name="T112" fmla="+- 0 645 449"/>
                  <a:gd name="T113" fmla="*/ T112 w 341"/>
                  <a:gd name="T114" fmla="+- 0 153 81"/>
                  <a:gd name="T115" fmla="*/ 153 h 120"/>
                  <a:gd name="T116" fmla="+- 0 645 449"/>
                  <a:gd name="T117" fmla="*/ T116 w 341"/>
                  <a:gd name="T118" fmla="+- 0 137 81"/>
                  <a:gd name="T119" fmla="*/ 137 h 120"/>
                  <a:gd name="T120" fmla="+- 0 644 449"/>
                  <a:gd name="T121" fmla="*/ T120 w 341"/>
                  <a:gd name="T122" fmla="+- 0 133 81"/>
                  <a:gd name="T123" fmla="*/ 133 h 120"/>
                  <a:gd name="T124" fmla="+- 0 643 449"/>
                  <a:gd name="T125" fmla="*/ T124 w 341"/>
                  <a:gd name="T126" fmla="+- 0 129 81"/>
                  <a:gd name="T127" fmla="*/ 129 h 120"/>
                  <a:gd name="T128" fmla="+- 0 642 449"/>
                  <a:gd name="T129" fmla="*/ T128 w 341"/>
                  <a:gd name="T130" fmla="+- 0 127 81"/>
                  <a:gd name="T131" fmla="*/ 127 h 120"/>
                  <a:gd name="T132" fmla="+- 0 639 449"/>
                  <a:gd name="T133" fmla="*/ T132 w 341"/>
                  <a:gd name="T134" fmla="+- 0 123 81"/>
                  <a:gd name="T135" fmla="*/ 123 h 120"/>
                  <a:gd name="T136" fmla="+- 0 637 449"/>
                  <a:gd name="T137" fmla="*/ T136 w 341"/>
                  <a:gd name="T138" fmla="+- 0 122 81"/>
                  <a:gd name="T139" fmla="*/ 12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Lst>
                <a:rect l="0" t="0" r="r" b="b"/>
                <a:pathLst>
                  <a:path w="341" h="120">
                    <a:moveTo>
                      <a:pt x="188" y="41"/>
                    </a:moveTo>
                    <a:lnTo>
                      <a:pt x="163" y="41"/>
                    </a:lnTo>
                    <a:lnTo>
                      <a:pt x="165" y="42"/>
                    </a:lnTo>
                    <a:lnTo>
                      <a:pt x="169" y="44"/>
                    </a:lnTo>
                    <a:lnTo>
                      <a:pt x="172" y="67"/>
                    </a:lnTo>
                    <a:lnTo>
                      <a:pt x="154" y="75"/>
                    </a:lnTo>
                    <a:lnTo>
                      <a:pt x="142" y="81"/>
                    </a:lnTo>
                    <a:lnTo>
                      <a:pt x="132" y="91"/>
                    </a:lnTo>
                    <a:lnTo>
                      <a:pt x="129" y="97"/>
                    </a:lnTo>
                    <a:lnTo>
                      <a:pt x="129" y="108"/>
                    </a:lnTo>
                    <a:lnTo>
                      <a:pt x="130" y="111"/>
                    </a:lnTo>
                    <a:lnTo>
                      <a:pt x="137" y="117"/>
                    </a:lnTo>
                    <a:lnTo>
                      <a:pt x="140" y="119"/>
                    </a:lnTo>
                    <a:lnTo>
                      <a:pt x="153" y="119"/>
                    </a:lnTo>
                    <a:lnTo>
                      <a:pt x="162" y="115"/>
                    </a:lnTo>
                    <a:lnTo>
                      <a:pt x="172" y="106"/>
                    </a:lnTo>
                    <a:lnTo>
                      <a:pt x="197" y="106"/>
                    </a:lnTo>
                    <a:lnTo>
                      <a:pt x="196" y="105"/>
                    </a:lnTo>
                    <a:lnTo>
                      <a:pt x="196" y="104"/>
                    </a:lnTo>
                    <a:lnTo>
                      <a:pt x="159" y="104"/>
                    </a:lnTo>
                    <a:lnTo>
                      <a:pt x="157" y="104"/>
                    </a:lnTo>
                    <a:lnTo>
                      <a:pt x="154" y="100"/>
                    </a:lnTo>
                    <a:lnTo>
                      <a:pt x="153" y="98"/>
                    </a:lnTo>
                    <a:lnTo>
                      <a:pt x="153" y="92"/>
                    </a:lnTo>
                    <a:lnTo>
                      <a:pt x="154" y="89"/>
                    </a:lnTo>
                    <a:lnTo>
                      <a:pt x="159" y="81"/>
                    </a:lnTo>
                    <a:lnTo>
                      <a:pt x="165" y="76"/>
                    </a:lnTo>
                    <a:lnTo>
                      <a:pt x="172" y="72"/>
                    </a:lnTo>
                    <a:lnTo>
                      <a:pt x="196" y="72"/>
                    </a:lnTo>
                    <a:lnTo>
                      <a:pt x="196" y="56"/>
                    </a:lnTo>
                    <a:lnTo>
                      <a:pt x="195" y="52"/>
                    </a:lnTo>
                    <a:lnTo>
                      <a:pt x="194" y="48"/>
                    </a:lnTo>
                    <a:lnTo>
                      <a:pt x="193" y="46"/>
                    </a:lnTo>
                    <a:lnTo>
                      <a:pt x="190" y="42"/>
                    </a:lnTo>
                    <a:lnTo>
                      <a:pt x="188"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1" name="Freeform 3070">
                <a:extLst>
                  <a:ext uri="{FF2B5EF4-FFF2-40B4-BE49-F238E27FC236}">
                    <a16:creationId xmlns:a16="http://schemas.microsoft.com/office/drawing/2014/main" id="{8D388F29-C27E-3EB9-2779-F8DDF345B4CA}"/>
                  </a:ext>
                </a:extLst>
              </p:cNvPr>
              <p:cNvSpPr>
                <a:spLocks/>
              </p:cNvSpPr>
              <p:nvPr/>
            </p:nvSpPr>
            <p:spPr bwMode="auto">
              <a:xfrm>
                <a:off x="449" y="81"/>
                <a:ext cx="341" cy="120"/>
              </a:xfrm>
              <a:custGeom>
                <a:avLst/>
                <a:gdLst>
                  <a:gd name="T0" fmla="+- 0 646 449"/>
                  <a:gd name="T1" fmla="*/ T0 w 341"/>
                  <a:gd name="T2" fmla="+- 0 187 81"/>
                  <a:gd name="T3" fmla="*/ 187 h 120"/>
                  <a:gd name="T4" fmla="+- 0 621 449"/>
                  <a:gd name="T5" fmla="*/ T4 w 341"/>
                  <a:gd name="T6" fmla="+- 0 187 81"/>
                  <a:gd name="T7" fmla="*/ 187 h 120"/>
                  <a:gd name="T8" fmla="+- 0 621 449"/>
                  <a:gd name="T9" fmla="*/ T8 w 341"/>
                  <a:gd name="T10" fmla="+- 0 191 81"/>
                  <a:gd name="T11" fmla="*/ 191 h 120"/>
                  <a:gd name="T12" fmla="+- 0 623 449"/>
                  <a:gd name="T13" fmla="*/ T12 w 341"/>
                  <a:gd name="T14" fmla="+- 0 195 81"/>
                  <a:gd name="T15" fmla="*/ 195 h 120"/>
                  <a:gd name="T16" fmla="+- 0 628 449"/>
                  <a:gd name="T17" fmla="*/ T16 w 341"/>
                  <a:gd name="T18" fmla="+- 0 199 81"/>
                  <a:gd name="T19" fmla="*/ 199 h 120"/>
                  <a:gd name="T20" fmla="+- 0 632 449"/>
                  <a:gd name="T21" fmla="*/ T20 w 341"/>
                  <a:gd name="T22" fmla="+- 0 200 81"/>
                  <a:gd name="T23" fmla="*/ 200 h 120"/>
                  <a:gd name="T24" fmla="+- 0 640 449"/>
                  <a:gd name="T25" fmla="*/ T24 w 341"/>
                  <a:gd name="T26" fmla="+- 0 200 81"/>
                  <a:gd name="T27" fmla="*/ 200 h 120"/>
                  <a:gd name="T28" fmla="+- 0 644 449"/>
                  <a:gd name="T29" fmla="*/ T28 w 341"/>
                  <a:gd name="T30" fmla="+- 0 199 81"/>
                  <a:gd name="T31" fmla="*/ 199 h 120"/>
                  <a:gd name="T32" fmla="+- 0 650 449"/>
                  <a:gd name="T33" fmla="*/ T32 w 341"/>
                  <a:gd name="T34" fmla="+- 0 195 81"/>
                  <a:gd name="T35" fmla="*/ 195 h 120"/>
                  <a:gd name="T36" fmla="+- 0 653 449"/>
                  <a:gd name="T37" fmla="*/ T36 w 341"/>
                  <a:gd name="T38" fmla="+- 0 192 81"/>
                  <a:gd name="T39" fmla="*/ 192 h 120"/>
                  <a:gd name="T40" fmla="+- 0 655 449"/>
                  <a:gd name="T41" fmla="*/ T40 w 341"/>
                  <a:gd name="T42" fmla="+- 0 189 81"/>
                  <a:gd name="T43" fmla="*/ 189 h 120"/>
                  <a:gd name="T44" fmla="+- 0 649 449"/>
                  <a:gd name="T45" fmla="*/ T44 w 341"/>
                  <a:gd name="T46" fmla="+- 0 189 81"/>
                  <a:gd name="T47" fmla="*/ 189 h 120"/>
                  <a:gd name="T48" fmla="+- 0 647 449"/>
                  <a:gd name="T49" fmla="*/ T48 w 341"/>
                  <a:gd name="T50" fmla="+- 0 188 81"/>
                  <a:gd name="T51" fmla="*/ 188 h 120"/>
                  <a:gd name="T52" fmla="+- 0 646 449"/>
                  <a:gd name="T53" fmla="*/ T52 w 341"/>
                  <a:gd name="T54" fmla="+- 0 187 81"/>
                  <a:gd name="T55" fmla="*/ 187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41" h="120">
                    <a:moveTo>
                      <a:pt x="197" y="106"/>
                    </a:moveTo>
                    <a:lnTo>
                      <a:pt x="172" y="106"/>
                    </a:lnTo>
                    <a:lnTo>
                      <a:pt x="172" y="110"/>
                    </a:lnTo>
                    <a:lnTo>
                      <a:pt x="174" y="114"/>
                    </a:lnTo>
                    <a:lnTo>
                      <a:pt x="179" y="118"/>
                    </a:lnTo>
                    <a:lnTo>
                      <a:pt x="183" y="119"/>
                    </a:lnTo>
                    <a:lnTo>
                      <a:pt x="191" y="119"/>
                    </a:lnTo>
                    <a:lnTo>
                      <a:pt x="195" y="118"/>
                    </a:lnTo>
                    <a:lnTo>
                      <a:pt x="201" y="114"/>
                    </a:lnTo>
                    <a:lnTo>
                      <a:pt x="204" y="111"/>
                    </a:lnTo>
                    <a:lnTo>
                      <a:pt x="206" y="108"/>
                    </a:lnTo>
                    <a:lnTo>
                      <a:pt x="200" y="108"/>
                    </a:lnTo>
                    <a:lnTo>
                      <a:pt x="198" y="107"/>
                    </a:lnTo>
                    <a:lnTo>
                      <a:pt x="197"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2" name="Freeform 3071">
                <a:extLst>
                  <a:ext uri="{FF2B5EF4-FFF2-40B4-BE49-F238E27FC236}">
                    <a16:creationId xmlns:a16="http://schemas.microsoft.com/office/drawing/2014/main" id="{67D50BE5-8246-B2C5-FFF3-AD386670DB8F}"/>
                  </a:ext>
                </a:extLst>
              </p:cNvPr>
              <p:cNvSpPr>
                <a:spLocks/>
              </p:cNvSpPr>
              <p:nvPr/>
            </p:nvSpPr>
            <p:spPr bwMode="auto">
              <a:xfrm>
                <a:off x="449" y="81"/>
                <a:ext cx="341" cy="120"/>
              </a:xfrm>
              <a:custGeom>
                <a:avLst/>
                <a:gdLst>
                  <a:gd name="T0" fmla="+- 0 653 449"/>
                  <a:gd name="T1" fmla="*/ T0 w 341"/>
                  <a:gd name="T2" fmla="+- 0 186 81"/>
                  <a:gd name="T3" fmla="*/ 186 h 120"/>
                  <a:gd name="T4" fmla="+- 0 652 449"/>
                  <a:gd name="T5" fmla="*/ T4 w 341"/>
                  <a:gd name="T6" fmla="+- 0 188 81"/>
                  <a:gd name="T7" fmla="*/ 188 h 120"/>
                  <a:gd name="T8" fmla="+- 0 650 449"/>
                  <a:gd name="T9" fmla="*/ T8 w 341"/>
                  <a:gd name="T10" fmla="+- 0 189 81"/>
                  <a:gd name="T11" fmla="*/ 189 h 120"/>
                  <a:gd name="T12" fmla="+- 0 655 449"/>
                  <a:gd name="T13" fmla="*/ T12 w 341"/>
                  <a:gd name="T14" fmla="+- 0 189 81"/>
                  <a:gd name="T15" fmla="*/ 189 h 120"/>
                  <a:gd name="T16" fmla="+- 0 656 449"/>
                  <a:gd name="T17" fmla="*/ T16 w 341"/>
                  <a:gd name="T18" fmla="+- 0 188 81"/>
                  <a:gd name="T19" fmla="*/ 188 h 120"/>
                  <a:gd name="T20" fmla="+- 0 653 449"/>
                  <a:gd name="T21" fmla="*/ T20 w 341"/>
                  <a:gd name="T22" fmla="+- 0 186 81"/>
                  <a:gd name="T23" fmla="*/ 186 h 120"/>
                </a:gdLst>
                <a:ahLst/>
                <a:cxnLst>
                  <a:cxn ang="0">
                    <a:pos x="T1" y="T3"/>
                  </a:cxn>
                  <a:cxn ang="0">
                    <a:pos x="T5" y="T7"/>
                  </a:cxn>
                  <a:cxn ang="0">
                    <a:pos x="T9" y="T11"/>
                  </a:cxn>
                  <a:cxn ang="0">
                    <a:pos x="T13" y="T15"/>
                  </a:cxn>
                  <a:cxn ang="0">
                    <a:pos x="T17" y="T19"/>
                  </a:cxn>
                  <a:cxn ang="0">
                    <a:pos x="T21" y="T23"/>
                  </a:cxn>
                </a:cxnLst>
                <a:rect l="0" t="0" r="r" b="b"/>
                <a:pathLst>
                  <a:path w="341" h="120">
                    <a:moveTo>
                      <a:pt x="204" y="105"/>
                    </a:moveTo>
                    <a:lnTo>
                      <a:pt x="203" y="107"/>
                    </a:lnTo>
                    <a:lnTo>
                      <a:pt x="201" y="108"/>
                    </a:lnTo>
                    <a:lnTo>
                      <a:pt x="206" y="108"/>
                    </a:lnTo>
                    <a:lnTo>
                      <a:pt x="207" y="107"/>
                    </a:lnTo>
                    <a:lnTo>
                      <a:pt x="204"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3" name="Freeform 3072">
                <a:extLst>
                  <a:ext uri="{FF2B5EF4-FFF2-40B4-BE49-F238E27FC236}">
                    <a16:creationId xmlns:a16="http://schemas.microsoft.com/office/drawing/2014/main" id="{95DF4B99-A2E9-564A-988D-0C03CEFA734A}"/>
                  </a:ext>
                </a:extLst>
              </p:cNvPr>
              <p:cNvSpPr>
                <a:spLocks/>
              </p:cNvSpPr>
              <p:nvPr/>
            </p:nvSpPr>
            <p:spPr bwMode="auto">
              <a:xfrm>
                <a:off x="449" y="81"/>
                <a:ext cx="341" cy="120"/>
              </a:xfrm>
              <a:custGeom>
                <a:avLst/>
                <a:gdLst>
                  <a:gd name="T0" fmla="+- 0 645 449"/>
                  <a:gd name="T1" fmla="*/ T0 w 341"/>
                  <a:gd name="T2" fmla="+- 0 153 81"/>
                  <a:gd name="T3" fmla="*/ 153 h 120"/>
                  <a:gd name="T4" fmla="+- 0 621 449"/>
                  <a:gd name="T5" fmla="*/ T4 w 341"/>
                  <a:gd name="T6" fmla="+- 0 153 81"/>
                  <a:gd name="T7" fmla="*/ 153 h 120"/>
                  <a:gd name="T8" fmla="+- 0 621 449"/>
                  <a:gd name="T9" fmla="*/ T8 w 341"/>
                  <a:gd name="T10" fmla="+- 0 180 81"/>
                  <a:gd name="T11" fmla="*/ 180 h 120"/>
                  <a:gd name="T12" fmla="+- 0 617 449"/>
                  <a:gd name="T13" fmla="*/ T12 w 341"/>
                  <a:gd name="T14" fmla="+- 0 184 81"/>
                  <a:gd name="T15" fmla="*/ 184 h 120"/>
                  <a:gd name="T16" fmla="+- 0 613 449"/>
                  <a:gd name="T17" fmla="*/ T16 w 341"/>
                  <a:gd name="T18" fmla="+- 0 185 81"/>
                  <a:gd name="T19" fmla="*/ 185 h 120"/>
                  <a:gd name="T20" fmla="+- 0 645 449"/>
                  <a:gd name="T21" fmla="*/ T20 w 341"/>
                  <a:gd name="T22" fmla="+- 0 185 81"/>
                  <a:gd name="T23" fmla="*/ 185 h 120"/>
                  <a:gd name="T24" fmla="+- 0 645 449"/>
                  <a:gd name="T25" fmla="*/ T24 w 341"/>
                  <a:gd name="T26" fmla="+- 0 153 81"/>
                  <a:gd name="T27" fmla="*/ 153 h 120"/>
                </a:gdLst>
                <a:ahLst/>
                <a:cxnLst>
                  <a:cxn ang="0">
                    <a:pos x="T1" y="T3"/>
                  </a:cxn>
                  <a:cxn ang="0">
                    <a:pos x="T5" y="T7"/>
                  </a:cxn>
                  <a:cxn ang="0">
                    <a:pos x="T9" y="T11"/>
                  </a:cxn>
                  <a:cxn ang="0">
                    <a:pos x="T13" y="T15"/>
                  </a:cxn>
                  <a:cxn ang="0">
                    <a:pos x="T17" y="T19"/>
                  </a:cxn>
                  <a:cxn ang="0">
                    <a:pos x="T21" y="T23"/>
                  </a:cxn>
                  <a:cxn ang="0">
                    <a:pos x="T25" y="T27"/>
                  </a:cxn>
                </a:cxnLst>
                <a:rect l="0" t="0" r="r" b="b"/>
                <a:pathLst>
                  <a:path w="341" h="120">
                    <a:moveTo>
                      <a:pt x="196" y="72"/>
                    </a:moveTo>
                    <a:lnTo>
                      <a:pt x="172" y="72"/>
                    </a:lnTo>
                    <a:lnTo>
                      <a:pt x="172" y="99"/>
                    </a:lnTo>
                    <a:lnTo>
                      <a:pt x="168" y="103"/>
                    </a:lnTo>
                    <a:lnTo>
                      <a:pt x="164" y="104"/>
                    </a:lnTo>
                    <a:lnTo>
                      <a:pt x="196" y="104"/>
                    </a:lnTo>
                    <a:lnTo>
                      <a:pt x="19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4" name="Freeform 3073">
                <a:extLst>
                  <a:ext uri="{FF2B5EF4-FFF2-40B4-BE49-F238E27FC236}">
                    <a16:creationId xmlns:a16="http://schemas.microsoft.com/office/drawing/2014/main" id="{FD3CA58E-AFFC-C08F-6A2D-13B5BE9B8503}"/>
                  </a:ext>
                </a:extLst>
              </p:cNvPr>
              <p:cNvSpPr>
                <a:spLocks/>
              </p:cNvSpPr>
              <p:nvPr/>
            </p:nvSpPr>
            <p:spPr bwMode="auto">
              <a:xfrm>
                <a:off x="449" y="81"/>
                <a:ext cx="341" cy="120"/>
              </a:xfrm>
              <a:custGeom>
                <a:avLst/>
                <a:gdLst>
                  <a:gd name="T0" fmla="+- 0 624 449"/>
                  <a:gd name="T1" fmla="*/ T0 w 341"/>
                  <a:gd name="T2" fmla="+- 0 115 81"/>
                  <a:gd name="T3" fmla="*/ 115 h 120"/>
                  <a:gd name="T4" fmla="+- 0 610 449"/>
                  <a:gd name="T5" fmla="*/ T4 w 341"/>
                  <a:gd name="T6" fmla="+- 0 115 81"/>
                  <a:gd name="T7" fmla="*/ 115 h 120"/>
                  <a:gd name="T8" fmla="+- 0 604 449"/>
                  <a:gd name="T9" fmla="*/ T8 w 341"/>
                  <a:gd name="T10" fmla="+- 0 116 81"/>
                  <a:gd name="T11" fmla="*/ 116 h 120"/>
                  <a:gd name="T12" fmla="+- 0 592 449"/>
                  <a:gd name="T13" fmla="*/ T12 w 341"/>
                  <a:gd name="T14" fmla="+- 0 120 81"/>
                  <a:gd name="T15" fmla="*/ 120 h 120"/>
                  <a:gd name="T16" fmla="+- 0 588 449"/>
                  <a:gd name="T17" fmla="*/ T16 w 341"/>
                  <a:gd name="T18" fmla="+- 0 123 81"/>
                  <a:gd name="T19" fmla="*/ 123 h 120"/>
                  <a:gd name="T20" fmla="+- 0 581 449"/>
                  <a:gd name="T21" fmla="*/ T20 w 341"/>
                  <a:gd name="T22" fmla="+- 0 131 81"/>
                  <a:gd name="T23" fmla="*/ 131 h 120"/>
                  <a:gd name="T24" fmla="+- 0 580 449"/>
                  <a:gd name="T25" fmla="*/ T24 w 341"/>
                  <a:gd name="T26" fmla="+- 0 135 81"/>
                  <a:gd name="T27" fmla="*/ 135 h 120"/>
                  <a:gd name="T28" fmla="+- 0 580 449"/>
                  <a:gd name="T29" fmla="*/ T28 w 341"/>
                  <a:gd name="T30" fmla="+- 0 142 81"/>
                  <a:gd name="T31" fmla="*/ 142 h 120"/>
                  <a:gd name="T32" fmla="+- 0 581 449"/>
                  <a:gd name="T33" fmla="*/ T32 w 341"/>
                  <a:gd name="T34" fmla="+- 0 145 81"/>
                  <a:gd name="T35" fmla="*/ 145 h 120"/>
                  <a:gd name="T36" fmla="+- 0 586 449"/>
                  <a:gd name="T37" fmla="*/ T36 w 341"/>
                  <a:gd name="T38" fmla="+- 0 149 81"/>
                  <a:gd name="T39" fmla="*/ 149 h 120"/>
                  <a:gd name="T40" fmla="+- 0 589 449"/>
                  <a:gd name="T41" fmla="*/ T40 w 341"/>
                  <a:gd name="T42" fmla="+- 0 150 81"/>
                  <a:gd name="T43" fmla="*/ 150 h 120"/>
                  <a:gd name="T44" fmla="+- 0 596 449"/>
                  <a:gd name="T45" fmla="*/ T44 w 341"/>
                  <a:gd name="T46" fmla="+- 0 150 81"/>
                  <a:gd name="T47" fmla="*/ 150 h 120"/>
                  <a:gd name="T48" fmla="+- 0 599 449"/>
                  <a:gd name="T49" fmla="*/ T48 w 341"/>
                  <a:gd name="T50" fmla="+- 0 131 81"/>
                  <a:gd name="T51" fmla="*/ 131 h 120"/>
                  <a:gd name="T52" fmla="+- 0 598 449"/>
                  <a:gd name="T53" fmla="*/ T52 w 341"/>
                  <a:gd name="T54" fmla="+- 0 129 81"/>
                  <a:gd name="T55" fmla="*/ 129 h 120"/>
                  <a:gd name="T56" fmla="+- 0 598 449"/>
                  <a:gd name="T57" fmla="*/ T56 w 341"/>
                  <a:gd name="T58" fmla="+- 0 128 81"/>
                  <a:gd name="T59" fmla="*/ 128 h 120"/>
                  <a:gd name="T60" fmla="+- 0 600 449"/>
                  <a:gd name="T61" fmla="*/ T60 w 341"/>
                  <a:gd name="T62" fmla="+- 0 124 81"/>
                  <a:gd name="T63" fmla="*/ 124 h 120"/>
                  <a:gd name="T64" fmla="+- 0 603 449"/>
                  <a:gd name="T65" fmla="*/ T64 w 341"/>
                  <a:gd name="T66" fmla="+- 0 123 81"/>
                  <a:gd name="T67" fmla="*/ 123 h 120"/>
                  <a:gd name="T68" fmla="+- 0 606 449"/>
                  <a:gd name="T69" fmla="*/ T68 w 341"/>
                  <a:gd name="T70" fmla="+- 0 122 81"/>
                  <a:gd name="T71" fmla="*/ 122 h 120"/>
                  <a:gd name="T72" fmla="+- 0 637 449"/>
                  <a:gd name="T73" fmla="*/ T72 w 341"/>
                  <a:gd name="T74" fmla="+- 0 122 81"/>
                  <a:gd name="T75" fmla="*/ 122 h 120"/>
                  <a:gd name="T76" fmla="+- 0 630 449"/>
                  <a:gd name="T77" fmla="*/ T76 w 341"/>
                  <a:gd name="T78" fmla="+- 0 117 81"/>
                  <a:gd name="T79" fmla="*/ 117 h 120"/>
                  <a:gd name="T80" fmla="+- 0 624 449"/>
                  <a:gd name="T81" fmla="*/ T80 w 341"/>
                  <a:gd name="T82" fmla="+- 0 115 81"/>
                  <a:gd name="T83"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Lst>
                <a:rect l="0" t="0" r="r" b="b"/>
                <a:pathLst>
                  <a:path w="341" h="120">
                    <a:moveTo>
                      <a:pt x="175" y="34"/>
                    </a:moveTo>
                    <a:lnTo>
                      <a:pt x="161" y="34"/>
                    </a:lnTo>
                    <a:lnTo>
                      <a:pt x="155" y="35"/>
                    </a:lnTo>
                    <a:lnTo>
                      <a:pt x="143" y="39"/>
                    </a:lnTo>
                    <a:lnTo>
                      <a:pt x="139" y="42"/>
                    </a:lnTo>
                    <a:lnTo>
                      <a:pt x="132" y="50"/>
                    </a:lnTo>
                    <a:lnTo>
                      <a:pt x="131" y="54"/>
                    </a:lnTo>
                    <a:lnTo>
                      <a:pt x="131" y="61"/>
                    </a:lnTo>
                    <a:lnTo>
                      <a:pt x="132" y="64"/>
                    </a:lnTo>
                    <a:lnTo>
                      <a:pt x="137" y="68"/>
                    </a:lnTo>
                    <a:lnTo>
                      <a:pt x="140" y="69"/>
                    </a:lnTo>
                    <a:lnTo>
                      <a:pt x="147" y="69"/>
                    </a:lnTo>
                    <a:lnTo>
                      <a:pt x="150" y="50"/>
                    </a:lnTo>
                    <a:lnTo>
                      <a:pt x="149" y="48"/>
                    </a:lnTo>
                    <a:lnTo>
                      <a:pt x="149" y="47"/>
                    </a:lnTo>
                    <a:lnTo>
                      <a:pt x="151" y="43"/>
                    </a:lnTo>
                    <a:lnTo>
                      <a:pt x="154" y="42"/>
                    </a:lnTo>
                    <a:lnTo>
                      <a:pt x="157" y="41"/>
                    </a:lnTo>
                    <a:lnTo>
                      <a:pt x="188" y="41"/>
                    </a:lnTo>
                    <a:lnTo>
                      <a:pt x="181" y="36"/>
                    </a:lnTo>
                    <a:lnTo>
                      <a:pt x="175"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5" name="Freeform 3074">
                <a:extLst>
                  <a:ext uri="{FF2B5EF4-FFF2-40B4-BE49-F238E27FC236}">
                    <a16:creationId xmlns:a16="http://schemas.microsoft.com/office/drawing/2014/main" id="{E57D29C3-003E-E286-623A-F84D02D1F04B}"/>
                  </a:ext>
                </a:extLst>
              </p:cNvPr>
              <p:cNvSpPr>
                <a:spLocks/>
              </p:cNvSpPr>
              <p:nvPr/>
            </p:nvSpPr>
            <p:spPr bwMode="auto">
              <a:xfrm>
                <a:off x="449" y="81"/>
                <a:ext cx="341" cy="120"/>
              </a:xfrm>
              <a:custGeom>
                <a:avLst/>
                <a:gdLst>
                  <a:gd name="T0" fmla="+- 0 710 449"/>
                  <a:gd name="T1" fmla="*/ T0 w 341"/>
                  <a:gd name="T2" fmla="+- 0 197 81"/>
                  <a:gd name="T3" fmla="*/ 197 h 120"/>
                  <a:gd name="T4" fmla="+- 0 675 449"/>
                  <a:gd name="T5" fmla="*/ T4 w 341"/>
                  <a:gd name="T6" fmla="+- 0 197 81"/>
                  <a:gd name="T7" fmla="*/ 197 h 120"/>
                  <a:gd name="T8" fmla="+- 0 679 449"/>
                  <a:gd name="T9" fmla="*/ T8 w 341"/>
                  <a:gd name="T10" fmla="+- 0 198 81"/>
                  <a:gd name="T11" fmla="*/ 198 h 120"/>
                  <a:gd name="T12" fmla="+- 0 685 449"/>
                  <a:gd name="T13" fmla="*/ T12 w 341"/>
                  <a:gd name="T14" fmla="+- 0 200 81"/>
                  <a:gd name="T15" fmla="*/ 200 h 120"/>
                  <a:gd name="T16" fmla="+- 0 690 449"/>
                  <a:gd name="T17" fmla="*/ T16 w 341"/>
                  <a:gd name="T18" fmla="+- 0 201 81"/>
                  <a:gd name="T19" fmla="*/ 201 h 120"/>
                  <a:gd name="T20" fmla="+- 0 699 449"/>
                  <a:gd name="T21" fmla="*/ T20 w 341"/>
                  <a:gd name="T22" fmla="+- 0 201 81"/>
                  <a:gd name="T23" fmla="*/ 201 h 120"/>
                  <a:gd name="T24" fmla="+- 0 704 449"/>
                  <a:gd name="T25" fmla="*/ T24 w 341"/>
                  <a:gd name="T26" fmla="+- 0 200 81"/>
                  <a:gd name="T27" fmla="*/ 200 h 120"/>
                  <a:gd name="T28" fmla="+- 0 710 449"/>
                  <a:gd name="T29" fmla="*/ T28 w 341"/>
                  <a:gd name="T30" fmla="+- 0 197 81"/>
                  <a:gd name="T31" fmla="*/ 197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1" y="116"/>
                    </a:moveTo>
                    <a:lnTo>
                      <a:pt x="226" y="116"/>
                    </a:lnTo>
                    <a:lnTo>
                      <a:pt x="230" y="117"/>
                    </a:lnTo>
                    <a:lnTo>
                      <a:pt x="236" y="119"/>
                    </a:lnTo>
                    <a:lnTo>
                      <a:pt x="241" y="120"/>
                    </a:lnTo>
                    <a:lnTo>
                      <a:pt x="250" y="120"/>
                    </a:lnTo>
                    <a:lnTo>
                      <a:pt x="255" y="119"/>
                    </a:lnTo>
                    <a:lnTo>
                      <a:pt x="261"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6" name="Freeform 3075">
                <a:extLst>
                  <a:ext uri="{FF2B5EF4-FFF2-40B4-BE49-F238E27FC236}">
                    <a16:creationId xmlns:a16="http://schemas.microsoft.com/office/drawing/2014/main" id="{DE91D108-F112-E030-3CCA-99B4B524D40D}"/>
                  </a:ext>
                </a:extLst>
              </p:cNvPr>
              <p:cNvSpPr>
                <a:spLocks/>
              </p:cNvSpPr>
              <p:nvPr/>
            </p:nvSpPr>
            <p:spPr bwMode="auto">
              <a:xfrm>
                <a:off x="449" y="81"/>
                <a:ext cx="341" cy="120"/>
              </a:xfrm>
              <a:custGeom>
                <a:avLst/>
                <a:gdLst>
                  <a:gd name="T0" fmla="+- 0 669 449"/>
                  <a:gd name="T1" fmla="*/ T0 w 341"/>
                  <a:gd name="T2" fmla="+- 0 172 81"/>
                  <a:gd name="T3" fmla="*/ 172 h 120"/>
                  <a:gd name="T4" fmla="+- 0 666 449"/>
                  <a:gd name="T5" fmla="*/ T4 w 341"/>
                  <a:gd name="T6" fmla="+- 0 172 81"/>
                  <a:gd name="T7" fmla="*/ 172 h 120"/>
                  <a:gd name="T8" fmla="+- 0 667 449"/>
                  <a:gd name="T9" fmla="*/ T8 w 341"/>
                  <a:gd name="T10" fmla="+- 0 201 81"/>
                  <a:gd name="T11" fmla="*/ 201 h 120"/>
                  <a:gd name="T12" fmla="+- 0 670 449"/>
                  <a:gd name="T13" fmla="*/ T12 w 341"/>
                  <a:gd name="T14" fmla="+- 0 201 81"/>
                  <a:gd name="T15" fmla="*/ 201 h 120"/>
                  <a:gd name="T16" fmla="+- 0 671 449"/>
                  <a:gd name="T17" fmla="*/ T16 w 341"/>
                  <a:gd name="T18" fmla="+- 0 198 81"/>
                  <a:gd name="T19" fmla="*/ 198 h 120"/>
                  <a:gd name="T20" fmla="+- 0 673 449"/>
                  <a:gd name="T21" fmla="*/ T20 w 341"/>
                  <a:gd name="T22" fmla="+- 0 197 81"/>
                  <a:gd name="T23" fmla="*/ 197 h 120"/>
                  <a:gd name="T24" fmla="+- 0 710 449"/>
                  <a:gd name="T25" fmla="*/ T24 w 341"/>
                  <a:gd name="T26" fmla="+- 0 197 81"/>
                  <a:gd name="T27" fmla="*/ 197 h 120"/>
                  <a:gd name="T28" fmla="+- 0 712 449"/>
                  <a:gd name="T29" fmla="*/ T28 w 341"/>
                  <a:gd name="T30" fmla="+- 0 195 81"/>
                  <a:gd name="T31" fmla="*/ 195 h 120"/>
                  <a:gd name="T32" fmla="+- 0 712 449"/>
                  <a:gd name="T33" fmla="*/ T32 w 341"/>
                  <a:gd name="T34" fmla="+- 0 195 81"/>
                  <a:gd name="T35" fmla="*/ 195 h 120"/>
                  <a:gd name="T36" fmla="+- 0 688 449"/>
                  <a:gd name="T37" fmla="*/ T36 w 341"/>
                  <a:gd name="T38" fmla="+- 0 195 81"/>
                  <a:gd name="T39" fmla="*/ 195 h 120"/>
                  <a:gd name="T40" fmla="+- 0 684 449"/>
                  <a:gd name="T41" fmla="*/ T40 w 341"/>
                  <a:gd name="T42" fmla="+- 0 193 81"/>
                  <a:gd name="T43" fmla="*/ 193 h 120"/>
                  <a:gd name="T44" fmla="+- 0 675 449"/>
                  <a:gd name="T45" fmla="*/ T44 w 341"/>
                  <a:gd name="T46" fmla="+- 0 185 81"/>
                  <a:gd name="T47" fmla="*/ 185 h 120"/>
                  <a:gd name="T48" fmla="+- 0 672 449"/>
                  <a:gd name="T49" fmla="*/ T48 w 341"/>
                  <a:gd name="T50" fmla="+- 0 179 81"/>
                  <a:gd name="T51" fmla="*/ 179 h 120"/>
                  <a:gd name="T52" fmla="+- 0 669 449"/>
                  <a:gd name="T53" fmla="*/ T52 w 341"/>
                  <a:gd name="T54" fmla="+- 0 172 81"/>
                  <a:gd name="T55" fmla="*/ 17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41" h="120">
                    <a:moveTo>
                      <a:pt x="220" y="91"/>
                    </a:moveTo>
                    <a:lnTo>
                      <a:pt x="217" y="91"/>
                    </a:lnTo>
                    <a:lnTo>
                      <a:pt x="218" y="120"/>
                    </a:lnTo>
                    <a:lnTo>
                      <a:pt x="221" y="120"/>
                    </a:lnTo>
                    <a:lnTo>
                      <a:pt x="222" y="117"/>
                    </a:lnTo>
                    <a:lnTo>
                      <a:pt x="224" y="116"/>
                    </a:lnTo>
                    <a:lnTo>
                      <a:pt x="261" y="116"/>
                    </a:lnTo>
                    <a:lnTo>
                      <a:pt x="263" y="114"/>
                    </a:lnTo>
                    <a:lnTo>
                      <a:pt x="239" y="114"/>
                    </a:lnTo>
                    <a:lnTo>
                      <a:pt x="235" y="112"/>
                    </a:lnTo>
                    <a:lnTo>
                      <a:pt x="226" y="104"/>
                    </a:lnTo>
                    <a:lnTo>
                      <a:pt x="223" y="98"/>
                    </a:lnTo>
                    <a:lnTo>
                      <a:pt x="22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7" name="Freeform 3076">
                <a:extLst>
                  <a:ext uri="{FF2B5EF4-FFF2-40B4-BE49-F238E27FC236}">
                    <a16:creationId xmlns:a16="http://schemas.microsoft.com/office/drawing/2014/main" id="{447B1519-C81A-030D-5021-A92DE5B73FBC}"/>
                  </a:ext>
                </a:extLst>
              </p:cNvPr>
              <p:cNvSpPr>
                <a:spLocks/>
              </p:cNvSpPr>
              <p:nvPr/>
            </p:nvSpPr>
            <p:spPr bwMode="auto">
              <a:xfrm>
                <a:off x="449" y="81"/>
                <a:ext cx="341" cy="120"/>
              </a:xfrm>
              <a:custGeom>
                <a:avLst/>
                <a:gdLst>
                  <a:gd name="T0" fmla="+- 0 694 449"/>
                  <a:gd name="T1" fmla="*/ T0 w 341"/>
                  <a:gd name="T2" fmla="+- 0 115 81"/>
                  <a:gd name="T3" fmla="*/ 115 h 120"/>
                  <a:gd name="T4" fmla="+- 0 682 449"/>
                  <a:gd name="T5" fmla="*/ T4 w 341"/>
                  <a:gd name="T6" fmla="+- 0 115 81"/>
                  <a:gd name="T7" fmla="*/ 115 h 120"/>
                  <a:gd name="T8" fmla="+- 0 676 449"/>
                  <a:gd name="T9" fmla="*/ T8 w 341"/>
                  <a:gd name="T10" fmla="+- 0 118 81"/>
                  <a:gd name="T11" fmla="*/ 118 h 120"/>
                  <a:gd name="T12" fmla="+- 0 667 449"/>
                  <a:gd name="T13" fmla="*/ T12 w 341"/>
                  <a:gd name="T14" fmla="+- 0 128 81"/>
                  <a:gd name="T15" fmla="*/ 128 h 120"/>
                  <a:gd name="T16" fmla="+- 0 665 449"/>
                  <a:gd name="T17" fmla="*/ T16 w 341"/>
                  <a:gd name="T18" fmla="+- 0 134 81"/>
                  <a:gd name="T19" fmla="*/ 134 h 120"/>
                  <a:gd name="T20" fmla="+- 0 665 449"/>
                  <a:gd name="T21" fmla="*/ T20 w 341"/>
                  <a:gd name="T22" fmla="+- 0 146 81"/>
                  <a:gd name="T23" fmla="*/ 146 h 120"/>
                  <a:gd name="T24" fmla="+- 0 694 449"/>
                  <a:gd name="T25" fmla="*/ T24 w 341"/>
                  <a:gd name="T26" fmla="+- 0 174 81"/>
                  <a:gd name="T27" fmla="*/ 174 h 120"/>
                  <a:gd name="T28" fmla="+- 0 698 449"/>
                  <a:gd name="T29" fmla="*/ T28 w 341"/>
                  <a:gd name="T30" fmla="+- 0 177 81"/>
                  <a:gd name="T31" fmla="*/ 177 h 120"/>
                  <a:gd name="T32" fmla="+- 0 701 449"/>
                  <a:gd name="T33" fmla="*/ T32 w 341"/>
                  <a:gd name="T34" fmla="+- 0 181 81"/>
                  <a:gd name="T35" fmla="*/ 181 h 120"/>
                  <a:gd name="T36" fmla="+- 0 702 449"/>
                  <a:gd name="T37" fmla="*/ T36 w 341"/>
                  <a:gd name="T38" fmla="+- 0 183 81"/>
                  <a:gd name="T39" fmla="*/ 183 h 120"/>
                  <a:gd name="T40" fmla="+- 0 702 449"/>
                  <a:gd name="T41" fmla="*/ T40 w 341"/>
                  <a:gd name="T42" fmla="+- 0 188 81"/>
                  <a:gd name="T43" fmla="*/ 188 h 120"/>
                  <a:gd name="T44" fmla="+- 0 701 449"/>
                  <a:gd name="T45" fmla="*/ T44 w 341"/>
                  <a:gd name="T46" fmla="+- 0 190 81"/>
                  <a:gd name="T47" fmla="*/ 190 h 120"/>
                  <a:gd name="T48" fmla="+- 0 698 449"/>
                  <a:gd name="T49" fmla="*/ T48 w 341"/>
                  <a:gd name="T50" fmla="+- 0 194 81"/>
                  <a:gd name="T51" fmla="*/ 194 h 120"/>
                  <a:gd name="T52" fmla="+- 0 695 449"/>
                  <a:gd name="T53" fmla="*/ T52 w 341"/>
                  <a:gd name="T54" fmla="+- 0 195 81"/>
                  <a:gd name="T55" fmla="*/ 195 h 120"/>
                  <a:gd name="T56" fmla="+- 0 712 449"/>
                  <a:gd name="T57" fmla="*/ T56 w 341"/>
                  <a:gd name="T58" fmla="+- 0 195 81"/>
                  <a:gd name="T59" fmla="*/ 195 h 120"/>
                  <a:gd name="T60" fmla="+- 0 715 449"/>
                  <a:gd name="T61" fmla="*/ T60 w 341"/>
                  <a:gd name="T62" fmla="+- 0 192 81"/>
                  <a:gd name="T63" fmla="*/ 192 h 120"/>
                  <a:gd name="T64" fmla="+- 0 719 449"/>
                  <a:gd name="T65" fmla="*/ T64 w 341"/>
                  <a:gd name="T66" fmla="+- 0 183 81"/>
                  <a:gd name="T67" fmla="*/ 183 h 120"/>
                  <a:gd name="T68" fmla="+- 0 720 449"/>
                  <a:gd name="T69" fmla="*/ T68 w 341"/>
                  <a:gd name="T70" fmla="+- 0 179 81"/>
                  <a:gd name="T71" fmla="*/ 179 h 120"/>
                  <a:gd name="T72" fmla="+- 0 721 449"/>
                  <a:gd name="T73" fmla="*/ T72 w 341"/>
                  <a:gd name="T74" fmla="+- 0 170 81"/>
                  <a:gd name="T75" fmla="*/ 170 h 120"/>
                  <a:gd name="T76" fmla="+- 0 719 449"/>
                  <a:gd name="T77" fmla="*/ T76 w 341"/>
                  <a:gd name="T78" fmla="+- 0 165 81"/>
                  <a:gd name="T79" fmla="*/ 165 h 120"/>
                  <a:gd name="T80" fmla="+- 0 714 449"/>
                  <a:gd name="T81" fmla="*/ T80 w 341"/>
                  <a:gd name="T82" fmla="+- 0 157 81"/>
                  <a:gd name="T83" fmla="*/ 157 h 120"/>
                  <a:gd name="T84" fmla="+- 0 708 449"/>
                  <a:gd name="T85" fmla="*/ T84 w 341"/>
                  <a:gd name="T86" fmla="+- 0 152 81"/>
                  <a:gd name="T87" fmla="*/ 152 h 120"/>
                  <a:gd name="T88" fmla="+- 0 691 449"/>
                  <a:gd name="T89" fmla="*/ T88 w 341"/>
                  <a:gd name="T90" fmla="+- 0 141 81"/>
                  <a:gd name="T91" fmla="*/ 141 h 120"/>
                  <a:gd name="T92" fmla="+- 0 686 449"/>
                  <a:gd name="T93" fmla="*/ T92 w 341"/>
                  <a:gd name="T94" fmla="+- 0 137 81"/>
                  <a:gd name="T95" fmla="*/ 137 h 120"/>
                  <a:gd name="T96" fmla="+- 0 684 449"/>
                  <a:gd name="T97" fmla="*/ T96 w 341"/>
                  <a:gd name="T98" fmla="+- 0 134 81"/>
                  <a:gd name="T99" fmla="*/ 134 h 120"/>
                  <a:gd name="T100" fmla="+- 0 683 449"/>
                  <a:gd name="T101" fmla="*/ T100 w 341"/>
                  <a:gd name="T102" fmla="+- 0 130 81"/>
                  <a:gd name="T103" fmla="*/ 130 h 120"/>
                  <a:gd name="T104" fmla="+- 0 683 449"/>
                  <a:gd name="T105" fmla="*/ T104 w 341"/>
                  <a:gd name="T106" fmla="+- 0 128 81"/>
                  <a:gd name="T107" fmla="*/ 128 h 120"/>
                  <a:gd name="T108" fmla="+- 0 683 449"/>
                  <a:gd name="T109" fmla="*/ T108 w 341"/>
                  <a:gd name="T110" fmla="+- 0 126 81"/>
                  <a:gd name="T111" fmla="*/ 126 h 120"/>
                  <a:gd name="T112" fmla="+- 0 687 449"/>
                  <a:gd name="T113" fmla="*/ T112 w 341"/>
                  <a:gd name="T114" fmla="+- 0 123 81"/>
                  <a:gd name="T115" fmla="*/ 123 h 120"/>
                  <a:gd name="T116" fmla="+- 0 689 449"/>
                  <a:gd name="T117" fmla="*/ T116 w 341"/>
                  <a:gd name="T118" fmla="+- 0 122 81"/>
                  <a:gd name="T119" fmla="*/ 122 h 120"/>
                  <a:gd name="T120" fmla="+- 0 715 449"/>
                  <a:gd name="T121" fmla="*/ T120 w 341"/>
                  <a:gd name="T122" fmla="+- 0 122 81"/>
                  <a:gd name="T123" fmla="*/ 122 h 120"/>
                  <a:gd name="T124" fmla="+- 0 715 449"/>
                  <a:gd name="T125" fmla="*/ T124 w 341"/>
                  <a:gd name="T126" fmla="+- 0 120 81"/>
                  <a:gd name="T127" fmla="*/ 120 h 120"/>
                  <a:gd name="T128" fmla="+- 0 707 449"/>
                  <a:gd name="T129" fmla="*/ T128 w 341"/>
                  <a:gd name="T130" fmla="+- 0 120 81"/>
                  <a:gd name="T131" fmla="*/ 120 h 120"/>
                  <a:gd name="T132" fmla="+- 0 703 449"/>
                  <a:gd name="T133" fmla="*/ T132 w 341"/>
                  <a:gd name="T134" fmla="+- 0 119 81"/>
                  <a:gd name="T135" fmla="*/ 119 h 120"/>
                  <a:gd name="T136" fmla="+- 0 699 449"/>
                  <a:gd name="T137" fmla="*/ T136 w 341"/>
                  <a:gd name="T138" fmla="+- 0 116 81"/>
                  <a:gd name="T139" fmla="*/ 116 h 120"/>
                  <a:gd name="T140" fmla="+- 0 694 449"/>
                  <a:gd name="T141" fmla="*/ T140 w 341"/>
                  <a:gd name="T142" fmla="+- 0 115 81"/>
                  <a:gd name="T143"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341" h="120">
                    <a:moveTo>
                      <a:pt x="245" y="34"/>
                    </a:moveTo>
                    <a:lnTo>
                      <a:pt x="233" y="34"/>
                    </a:lnTo>
                    <a:lnTo>
                      <a:pt x="227" y="37"/>
                    </a:lnTo>
                    <a:lnTo>
                      <a:pt x="218" y="47"/>
                    </a:lnTo>
                    <a:lnTo>
                      <a:pt x="216" y="53"/>
                    </a:lnTo>
                    <a:lnTo>
                      <a:pt x="216" y="65"/>
                    </a:lnTo>
                    <a:lnTo>
                      <a:pt x="245" y="93"/>
                    </a:lnTo>
                    <a:lnTo>
                      <a:pt x="249" y="96"/>
                    </a:lnTo>
                    <a:lnTo>
                      <a:pt x="252" y="100"/>
                    </a:lnTo>
                    <a:lnTo>
                      <a:pt x="253" y="102"/>
                    </a:lnTo>
                    <a:lnTo>
                      <a:pt x="253" y="107"/>
                    </a:lnTo>
                    <a:lnTo>
                      <a:pt x="252" y="109"/>
                    </a:lnTo>
                    <a:lnTo>
                      <a:pt x="249" y="113"/>
                    </a:lnTo>
                    <a:lnTo>
                      <a:pt x="246" y="114"/>
                    </a:lnTo>
                    <a:lnTo>
                      <a:pt x="263" y="114"/>
                    </a:lnTo>
                    <a:lnTo>
                      <a:pt x="266" y="111"/>
                    </a:lnTo>
                    <a:lnTo>
                      <a:pt x="270" y="102"/>
                    </a:lnTo>
                    <a:lnTo>
                      <a:pt x="271" y="98"/>
                    </a:lnTo>
                    <a:lnTo>
                      <a:pt x="272" y="89"/>
                    </a:lnTo>
                    <a:lnTo>
                      <a:pt x="270" y="84"/>
                    </a:lnTo>
                    <a:lnTo>
                      <a:pt x="265" y="76"/>
                    </a:lnTo>
                    <a:lnTo>
                      <a:pt x="259" y="71"/>
                    </a:lnTo>
                    <a:lnTo>
                      <a:pt x="242" y="60"/>
                    </a:lnTo>
                    <a:lnTo>
                      <a:pt x="237" y="56"/>
                    </a:lnTo>
                    <a:lnTo>
                      <a:pt x="235" y="53"/>
                    </a:lnTo>
                    <a:lnTo>
                      <a:pt x="234" y="49"/>
                    </a:lnTo>
                    <a:lnTo>
                      <a:pt x="234" y="47"/>
                    </a:lnTo>
                    <a:lnTo>
                      <a:pt x="234" y="45"/>
                    </a:lnTo>
                    <a:lnTo>
                      <a:pt x="238" y="42"/>
                    </a:lnTo>
                    <a:lnTo>
                      <a:pt x="240" y="41"/>
                    </a:lnTo>
                    <a:lnTo>
                      <a:pt x="266" y="41"/>
                    </a:lnTo>
                    <a:lnTo>
                      <a:pt x="266" y="39"/>
                    </a:lnTo>
                    <a:lnTo>
                      <a:pt x="258" y="39"/>
                    </a:lnTo>
                    <a:lnTo>
                      <a:pt x="254" y="38"/>
                    </a:lnTo>
                    <a:lnTo>
                      <a:pt x="250" y="35"/>
                    </a:lnTo>
                    <a:lnTo>
                      <a:pt x="245"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8" name="Freeform 3077">
                <a:extLst>
                  <a:ext uri="{FF2B5EF4-FFF2-40B4-BE49-F238E27FC236}">
                    <a16:creationId xmlns:a16="http://schemas.microsoft.com/office/drawing/2014/main" id="{849A2EFC-7E9C-E7C6-EE62-7B62AE1F0D2E}"/>
                  </a:ext>
                </a:extLst>
              </p:cNvPr>
              <p:cNvSpPr>
                <a:spLocks/>
              </p:cNvSpPr>
              <p:nvPr/>
            </p:nvSpPr>
            <p:spPr bwMode="auto">
              <a:xfrm>
                <a:off x="449" y="81"/>
                <a:ext cx="341" cy="120"/>
              </a:xfrm>
              <a:custGeom>
                <a:avLst/>
                <a:gdLst>
                  <a:gd name="T0" fmla="+- 0 715 449"/>
                  <a:gd name="T1" fmla="*/ T0 w 341"/>
                  <a:gd name="T2" fmla="+- 0 122 81"/>
                  <a:gd name="T3" fmla="*/ 122 h 120"/>
                  <a:gd name="T4" fmla="+- 0 695 449"/>
                  <a:gd name="T5" fmla="*/ T4 w 341"/>
                  <a:gd name="T6" fmla="+- 0 122 81"/>
                  <a:gd name="T7" fmla="*/ 122 h 120"/>
                  <a:gd name="T8" fmla="+- 0 699 449"/>
                  <a:gd name="T9" fmla="*/ T8 w 341"/>
                  <a:gd name="T10" fmla="+- 0 123 81"/>
                  <a:gd name="T11" fmla="*/ 123 h 120"/>
                  <a:gd name="T12" fmla="+- 0 706 449"/>
                  <a:gd name="T13" fmla="*/ T12 w 341"/>
                  <a:gd name="T14" fmla="+- 0 129 81"/>
                  <a:gd name="T15" fmla="*/ 129 h 120"/>
                  <a:gd name="T16" fmla="+- 0 710 449"/>
                  <a:gd name="T17" fmla="*/ T16 w 341"/>
                  <a:gd name="T18" fmla="+- 0 135 81"/>
                  <a:gd name="T19" fmla="*/ 135 h 120"/>
                  <a:gd name="T20" fmla="+- 0 713 449"/>
                  <a:gd name="T21" fmla="*/ T20 w 341"/>
                  <a:gd name="T22" fmla="+- 0 143 81"/>
                  <a:gd name="T23" fmla="*/ 143 h 120"/>
                  <a:gd name="T24" fmla="+- 0 716 449"/>
                  <a:gd name="T25" fmla="*/ T24 w 341"/>
                  <a:gd name="T26" fmla="+- 0 143 81"/>
                  <a:gd name="T27" fmla="*/ 143 h 120"/>
                  <a:gd name="T28" fmla="+- 0 715 449"/>
                  <a:gd name="T29" fmla="*/ T28 w 341"/>
                  <a:gd name="T30" fmla="+- 0 122 81"/>
                  <a:gd name="T31" fmla="*/ 122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6" y="41"/>
                    </a:moveTo>
                    <a:lnTo>
                      <a:pt x="246" y="41"/>
                    </a:lnTo>
                    <a:lnTo>
                      <a:pt x="250" y="42"/>
                    </a:lnTo>
                    <a:lnTo>
                      <a:pt x="257" y="48"/>
                    </a:lnTo>
                    <a:lnTo>
                      <a:pt x="261" y="54"/>
                    </a:lnTo>
                    <a:lnTo>
                      <a:pt x="264" y="62"/>
                    </a:lnTo>
                    <a:lnTo>
                      <a:pt x="267" y="62"/>
                    </a:lnTo>
                    <a:lnTo>
                      <a:pt x="266"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09" name="Freeform 3078">
                <a:extLst>
                  <a:ext uri="{FF2B5EF4-FFF2-40B4-BE49-F238E27FC236}">
                    <a16:creationId xmlns:a16="http://schemas.microsoft.com/office/drawing/2014/main" id="{722BD4DA-E64A-9746-99E7-23050EA75346}"/>
                  </a:ext>
                </a:extLst>
              </p:cNvPr>
              <p:cNvSpPr>
                <a:spLocks/>
              </p:cNvSpPr>
              <p:nvPr/>
            </p:nvSpPr>
            <p:spPr bwMode="auto">
              <a:xfrm>
                <a:off x="449" y="81"/>
                <a:ext cx="341" cy="120"/>
              </a:xfrm>
              <a:custGeom>
                <a:avLst/>
                <a:gdLst>
                  <a:gd name="T0" fmla="+- 0 715 449"/>
                  <a:gd name="T1" fmla="*/ T0 w 341"/>
                  <a:gd name="T2" fmla="+- 0 116 81"/>
                  <a:gd name="T3" fmla="*/ 116 h 120"/>
                  <a:gd name="T4" fmla="+- 0 712 449"/>
                  <a:gd name="T5" fmla="*/ T4 w 341"/>
                  <a:gd name="T6" fmla="+- 0 116 81"/>
                  <a:gd name="T7" fmla="*/ 116 h 120"/>
                  <a:gd name="T8" fmla="+- 0 711 449"/>
                  <a:gd name="T9" fmla="*/ T8 w 341"/>
                  <a:gd name="T10" fmla="+- 0 118 81"/>
                  <a:gd name="T11" fmla="*/ 118 h 120"/>
                  <a:gd name="T12" fmla="+- 0 710 449"/>
                  <a:gd name="T13" fmla="*/ T12 w 341"/>
                  <a:gd name="T14" fmla="+- 0 119 81"/>
                  <a:gd name="T15" fmla="*/ 119 h 120"/>
                  <a:gd name="T16" fmla="+- 0 709 449"/>
                  <a:gd name="T17" fmla="*/ T16 w 341"/>
                  <a:gd name="T18" fmla="+- 0 119 81"/>
                  <a:gd name="T19" fmla="*/ 119 h 120"/>
                  <a:gd name="T20" fmla="+- 0 707 449"/>
                  <a:gd name="T21" fmla="*/ T20 w 341"/>
                  <a:gd name="T22" fmla="+- 0 120 81"/>
                  <a:gd name="T23" fmla="*/ 120 h 120"/>
                  <a:gd name="T24" fmla="+- 0 715 449"/>
                  <a:gd name="T25" fmla="*/ T24 w 341"/>
                  <a:gd name="T26" fmla="+- 0 120 81"/>
                  <a:gd name="T27" fmla="*/ 120 h 120"/>
                  <a:gd name="T28" fmla="+- 0 715 449"/>
                  <a:gd name="T29" fmla="*/ T28 w 341"/>
                  <a:gd name="T30" fmla="+- 0 116 81"/>
                  <a:gd name="T31" fmla="*/ 116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6" y="35"/>
                    </a:moveTo>
                    <a:lnTo>
                      <a:pt x="263" y="35"/>
                    </a:lnTo>
                    <a:lnTo>
                      <a:pt x="262" y="37"/>
                    </a:lnTo>
                    <a:lnTo>
                      <a:pt x="261" y="38"/>
                    </a:lnTo>
                    <a:lnTo>
                      <a:pt x="260" y="38"/>
                    </a:lnTo>
                    <a:lnTo>
                      <a:pt x="258" y="39"/>
                    </a:lnTo>
                    <a:lnTo>
                      <a:pt x="266" y="39"/>
                    </a:lnTo>
                    <a:lnTo>
                      <a:pt x="26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0" name="Freeform 3079">
                <a:extLst>
                  <a:ext uri="{FF2B5EF4-FFF2-40B4-BE49-F238E27FC236}">
                    <a16:creationId xmlns:a16="http://schemas.microsoft.com/office/drawing/2014/main" id="{710FA854-6C69-4ED2-6031-0064B9ED8AFF}"/>
                  </a:ext>
                </a:extLst>
              </p:cNvPr>
              <p:cNvSpPr>
                <a:spLocks/>
              </p:cNvSpPr>
              <p:nvPr/>
            </p:nvSpPr>
            <p:spPr bwMode="auto">
              <a:xfrm>
                <a:off x="449" y="81"/>
                <a:ext cx="341" cy="120"/>
              </a:xfrm>
              <a:custGeom>
                <a:avLst/>
                <a:gdLst>
                  <a:gd name="T0" fmla="+- 0 779 449"/>
                  <a:gd name="T1" fmla="*/ T0 w 341"/>
                  <a:gd name="T2" fmla="+- 0 197 81"/>
                  <a:gd name="T3" fmla="*/ 197 h 120"/>
                  <a:gd name="T4" fmla="+- 0 744 449"/>
                  <a:gd name="T5" fmla="*/ T4 w 341"/>
                  <a:gd name="T6" fmla="+- 0 197 81"/>
                  <a:gd name="T7" fmla="*/ 197 h 120"/>
                  <a:gd name="T8" fmla="+- 0 748 449"/>
                  <a:gd name="T9" fmla="*/ T8 w 341"/>
                  <a:gd name="T10" fmla="+- 0 198 81"/>
                  <a:gd name="T11" fmla="*/ 198 h 120"/>
                  <a:gd name="T12" fmla="+- 0 754 449"/>
                  <a:gd name="T13" fmla="*/ T12 w 341"/>
                  <a:gd name="T14" fmla="+- 0 200 81"/>
                  <a:gd name="T15" fmla="*/ 200 h 120"/>
                  <a:gd name="T16" fmla="+- 0 759 449"/>
                  <a:gd name="T17" fmla="*/ T16 w 341"/>
                  <a:gd name="T18" fmla="+- 0 201 81"/>
                  <a:gd name="T19" fmla="*/ 201 h 120"/>
                  <a:gd name="T20" fmla="+- 0 768 449"/>
                  <a:gd name="T21" fmla="*/ T20 w 341"/>
                  <a:gd name="T22" fmla="+- 0 201 81"/>
                  <a:gd name="T23" fmla="*/ 201 h 120"/>
                  <a:gd name="T24" fmla="+- 0 773 449"/>
                  <a:gd name="T25" fmla="*/ T24 w 341"/>
                  <a:gd name="T26" fmla="+- 0 200 81"/>
                  <a:gd name="T27" fmla="*/ 200 h 120"/>
                  <a:gd name="T28" fmla="+- 0 779 449"/>
                  <a:gd name="T29" fmla="*/ T28 w 341"/>
                  <a:gd name="T30" fmla="+- 0 197 81"/>
                  <a:gd name="T31" fmla="*/ 197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330" y="116"/>
                    </a:moveTo>
                    <a:lnTo>
                      <a:pt x="295" y="116"/>
                    </a:lnTo>
                    <a:lnTo>
                      <a:pt x="299" y="117"/>
                    </a:lnTo>
                    <a:lnTo>
                      <a:pt x="305" y="119"/>
                    </a:lnTo>
                    <a:lnTo>
                      <a:pt x="310" y="120"/>
                    </a:lnTo>
                    <a:lnTo>
                      <a:pt x="319" y="120"/>
                    </a:lnTo>
                    <a:lnTo>
                      <a:pt x="324" y="119"/>
                    </a:lnTo>
                    <a:lnTo>
                      <a:pt x="33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1" name="Freeform 3080">
                <a:extLst>
                  <a:ext uri="{FF2B5EF4-FFF2-40B4-BE49-F238E27FC236}">
                    <a16:creationId xmlns:a16="http://schemas.microsoft.com/office/drawing/2014/main" id="{E35FFF62-3025-F236-0326-BA6783B09649}"/>
                  </a:ext>
                </a:extLst>
              </p:cNvPr>
              <p:cNvSpPr>
                <a:spLocks/>
              </p:cNvSpPr>
              <p:nvPr/>
            </p:nvSpPr>
            <p:spPr bwMode="auto">
              <a:xfrm>
                <a:off x="449" y="81"/>
                <a:ext cx="341" cy="120"/>
              </a:xfrm>
              <a:custGeom>
                <a:avLst/>
                <a:gdLst>
                  <a:gd name="T0" fmla="+- 0 738 449"/>
                  <a:gd name="T1" fmla="*/ T0 w 341"/>
                  <a:gd name="T2" fmla="+- 0 172 81"/>
                  <a:gd name="T3" fmla="*/ 172 h 120"/>
                  <a:gd name="T4" fmla="+- 0 735 449"/>
                  <a:gd name="T5" fmla="*/ T4 w 341"/>
                  <a:gd name="T6" fmla="+- 0 172 81"/>
                  <a:gd name="T7" fmla="*/ 172 h 120"/>
                  <a:gd name="T8" fmla="+- 0 736 449"/>
                  <a:gd name="T9" fmla="*/ T8 w 341"/>
                  <a:gd name="T10" fmla="+- 0 201 81"/>
                  <a:gd name="T11" fmla="*/ 201 h 120"/>
                  <a:gd name="T12" fmla="+- 0 739 449"/>
                  <a:gd name="T13" fmla="*/ T12 w 341"/>
                  <a:gd name="T14" fmla="+- 0 201 81"/>
                  <a:gd name="T15" fmla="*/ 201 h 120"/>
                  <a:gd name="T16" fmla="+- 0 741 449"/>
                  <a:gd name="T17" fmla="*/ T16 w 341"/>
                  <a:gd name="T18" fmla="+- 0 198 81"/>
                  <a:gd name="T19" fmla="*/ 198 h 120"/>
                  <a:gd name="T20" fmla="+- 0 742 449"/>
                  <a:gd name="T21" fmla="*/ T20 w 341"/>
                  <a:gd name="T22" fmla="+- 0 197 81"/>
                  <a:gd name="T23" fmla="*/ 197 h 120"/>
                  <a:gd name="T24" fmla="+- 0 779 449"/>
                  <a:gd name="T25" fmla="*/ T24 w 341"/>
                  <a:gd name="T26" fmla="+- 0 197 81"/>
                  <a:gd name="T27" fmla="*/ 197 h 120"/>
                  <a:gd name="T28" fmla="+- 0 781 449"/>
                  <a:gd name="T29" fmla="*/ T28 w 341"/>
                  <a:gd name="T30" fmla="+- 0 195 81"/>
                  <a:gd name="T31" fmla="*/ 195 h 120"/>
                  <a:gd name="T32" fmla="+- 0 781 449"/>
                  <a:gd name="T33" fmla="*/ T32 w 341"/>
                  <a:gd name="T34" fmla="+- 0 195 81"/>
                  <a:gd name="T35" fmla="*/ 195 h 120"/>
                  <a:gd name="T36" fmla="+- 0 757 449"/>
                  <a:gd name="T37" fmla="*/ T36 w 341"/>
                  <a:gd name="T38" fmla="+- 0 195 81"/>
                  <a:gd name="T39" fmla="*/ 195 h 120"/>
                  <a:gd name="T40" fmla="+- 0 753 449"/>
                  <a:gd name="T41" fmla="*/ T40 w 341"/>
                  <a:gd name="T42" fmla="+- 0 193 81"/>
                  <a:gd name="T43" fmla="*/ 193 h 120"/>
                  <a:gd name="T44" fmla="+- 0 749 449"/>
                  <a:gd name="T45" fmla="*/ T44 w 341"/>
                  <a:gd name="T46" fmla="+- 0 189 81"/>
                  <a:gd name="T47" fmla="*/ 189 h 120"/>
                  <a:gd name="T48" fmla="+- 0 744 449"/>
                  <a:gd name="T49" fmla="*/ T48 w 341"/>
                  <a:gd name="T50" fmla="+- 0 185 81"/>
                  <a:gd name="T51" fmla="*/ 185 h 120"/>
                  <a:gd name="T52" fmla="+- 0 741 449"/>
                  <a:gd name="T53" fmla="*/ T52 w 341"/>
                  <a:gd name="T54" fmla="+- 0 179 81"/>
                  <a:gd name="T55" fmla="*/ 179 h 120"/>
                  <a:gd name="T56" fmla="+- 0 738 449"/>
                  <a:gd name="T57" fmla="*/ T56 w 341"/>
                  <a:gd name="T58" fmla="+- 0 172 81"/>
                  <a:gd name="T59" fmla="*/ 17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1" h="120">
                    <a:moveTo>
                      <a:pt x="289" y="91"/>
                    </a:moveTo>
                    <a:lnTo>
                      <a:pt x="286" y="91"/>
                    </a:lnTo>
                    <a:lnTo>
                      <a:pt x="287" y="120"/>
                    </a:lnTo>
                    <a:lnTo>
                      <a:pt x="290" y="120"/>
                    </a:lnTo>
                    <a:lnTo>
                      <a:pt x="292" y="117"/>
                    </a:lnTo>
                    <a:lnTo>
                      <a:pt x="293" y="116"/>
                    </a:lnTo>
                    <a:lnTo>
                      <a:pt x="330" y="116"/>
                    </a:lnTo>
                    <a:lnTo>
                      <a:pt x="332" y="114"/>
                    </a:lnTo>
                    <a:lnTo>
                      <a:pt x="308" y="114"/>
                    </a:lnTo>
                    <a:lnTo>
                      <a:pt x="304" y="112"/>
                    </a:lnTo>
                    <a:lnTo>
                      <a:pt x="300" y="108"/>
                    </a:lnTo>
                    <a:lnTo>
                      <a:pt x="295" y="104"/>
                    </a:lnTo>
                    <a:lnTo>
                      <a:pt x="292" y="98"/>
                    </a:lnTo>
                    <a:lnTo>
                      <a:pt x="289"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2" name="Freeform 3081">
                <a:extLst>
                  <a:ext uri="{FF2B5EF4-FFF2-40B4-BE49-F238E27FC236}">
                    <a16:creationId xmlns:a16="http://schemas.microsoft.com/office/drawing/2014/main" id="{9ADA7C83-2A33-AF27-FB66-2E3CEEA02706}"/>
                  </a:ext>
                </a:extLst>
              </p:cNvPr>
              <p:cNvSpPr>
                <a:spLocks/>
              </p:cNvSpPr>
              <p:nvPr/>
            </p:nvSpPr>
            <p:spPr bwMode="auto">
              <a:xfrm>
                <a:off x="449" y="81"/>
                <a:ext cx="341" cy="120"/>
              </a:xfrm>
              <a:custGeom>
                <a:avLst/>
                <a:gdLst>
                  <a:gd name="T0" fmla="+- 0 763 449"/>
                  <a:gd name="T1" fmla="*/ T0 w 341"/>
                  <a:gd name="T2" fmla="+- 0 115 81"/>
                  <a:gd name="T3" fmla="*/ 115 h 120"/>
                  <a:gd name="T4" fmla="+- 0 751 449"/>
                  <a:gd name="T5" fmla="*/ T4 w 341"/>
                  <a:gd name="T6" fmla="+- 0 115 81"/>
                  <a:gd name="T7" fmla="*/ 115 h 120"/>
                  <a:gd name="T8" fmla="+- 0 745 449"/>
                  <a:gd name="T9" fmla="*/ T8 w 341"/>
                  <a:gd name="T10" fmla="+- 0 118 81"/>
                  <a:gd name="T11" fmla="*/ 118 h 120"/>
                  <a:gd name="T12" fmla="+- 0 736 449"/>
                  <a:gd name="T13" fmla="*/ T12 w 341"/>
                  <a:gd name="T14" fmla="+- 0 128 81"/>
                  <a:gd name="T15" fmla="*/ 128 h 120"/>
                  <a:gd name="T16" fmla="+- 0 734 449"/>
                  <a:gd name="T17" fmla="*/ T16 w 341"/>
                  <a:gd name="T18" fmla="+- 0 134 81"/>
                  <a:gd name="T19" fmla="*/ 134 h 120"/>
                  <a:gd name="T20" fmla="+- 0 734 449"/>
                  <a:gd name="T21" fmla="*/ T20 w 341"/>
                  <a:gd name="T22" fmla="+- 0 146 81"/>
                  <a:gd name="T23" fmla="*/ 146 h 120"/>
                  <a:gd name="T24" fmla="+- 0 763 449"/>
                  <a:gd name="T25" fmla="*/ T24 w 341"/>
                  <a:gd name="T26" fmla="+- 0 174 81"/>
                  <a:gd name="T27" fmla="*/ 174 h 120"/>
                  <a:gd name="T28" fmla="+- 0 767 449"/>
                  <a:gd name="T29" fmla="*/ T28 w 341"/>
                  <a:gd name="T30" fmla="+- 0 177 81"/>
                  <a:gd name="T31" fmla="*/ 177 h 120"/>
                  <a:gd name="T32" fmla="+- 0 770 449"/>
                  <a:gd name="T33" fmla="*/ T32 w 341"/>
                  <a:gd name="T34" fmla="+- 0 181 81"/>
                  <a:gd name="T35" fmla="*/ 181 h 120"/>
                  <a:gd name="T36" fmla="+- 0 771 449"/>
                  <a:gd name="T37" fmla="*/ T36 w 341"/>
                  <a:gd name="T38" fmla="+- 0 183 81"/>
                  <a:gd name="T39" fmla="*/ 183 h 120"/>
                  <a:gd name="T40" fmla="+- 0 771 449"/>
                  <a:gd name="T41" fmla="*/ T40 w 341"/>
                  <a:gd name="T42" fmla="+- 0 188 81"/>
                  <a:gd name="T43" fmla="*/ 188 h 120"/>
                  <a:gd name="T44" fmla="+- 0 770 449"/>
                  <a:gd name="T45" fmla="*/ T44 w 341"/>
                  <a:gd name="T46" fmla="+- 0 190 81"/>
                  <a:gd name="T47" fmla="*/ 190 h 120"/>
                  <a:gd name="T48" fmla="+- 0 767 449"/>
                  <a:gd name="T49" fmla="*/ T48 w 341"/>
                  <a:gd name="T50" fmla="+- 0 194 81"/>
                  <a:gd name="T51" fmla="*/ 194 h 120"/>
                  <a:gd name="T52" fmla="+- 0 764 449"/>
                  <a:gd name="T53" fmla="*/ T52 w 341"/>
                  <a:gd name="T54" fmla="+- 0 195 81"/>
                  <a:gd name="T55" fmla="*/ 195 h 120"/>
                  <a:gd name="T56" fmla="+- 0 781 449"/>
                  <a:gd name="T57" fmla="*/ T56 w 341"/>
                  <a:gd name="T58" fmla="+- 0 195 81"/>
                  <a:gd name="T59" fmla="*/ 195 h 120"/>
                  <a:gd name="T60" fmla="+- 0 784 449"/>
                  <a:gd name="T61" fmla="*/ T60 w 341"/>
                  <a:gd name="T62" fmla="+- 0 192 81"/>
                  <a:gd name="T63" fmla="*/ 192 h 120"/>
                  <a:gd name="T64" fmla="+- 0 788 449"/>
                  <a:gd name="T65" fmla="*/ T64 w 341"/>
                  <a:gd name="T66" fmla="+- 0 183 81"/>
                  <a:gd name="T67" fmla="*/ 183 h 120"/>
                  <a:gd name="T68" fmla="+- 0 789 449"/>
                  <a:gd name="T69" fmla="*/ T68 w 341"/>
                  <a:gd name="T70" fmla="+- 0 179 81"/>
                  <a:gd name="T71" fmla="*/ 179 h 120"/>
                  <a:gd name="T72" fmla="+- 0 790 449"/>
                  <a:gd name="T73" fmla="*/ T72 w 341"/>
                  <a:gd name="T74" fmla="+- 0 170 81"/>
                  <a:gd name="T75" fmla="*/ 170 h 120"/>
                  <a:gd name="T76" fmla="+- 0 788 449"/>
                  <a:gd name="T77" fmla="*/ T76 w 341"/>
                  <a:gd name="T78" fmla="+- 0 165 81"/>
                  <a:gd name="T79" fmla="*/ 165 h 120"/>
                  <a:gd name="T80" fmla="+- 0 786 449"/>
                  <a:gd name="T81" fmla="*/ T80 w 341"/>
                  <a:gd name="T82" fmla="+- 0 161 81"/>
                  <a:gd name="T83" fmla="*/ 161 h 120"/>
                  <a:gd name="T84" fmla="+- 0 783 449"/>
                  <a:gd name="T85" fmla="*/ T84 w 341"/>
                  <a:gd name="T86" fmla="+- 0 157 81"/>
                  <a:gd name="T87" fmla="*/ 157 h 120"/>
                  <a:gd name="T88" fmla="+- 0 777 449"/>
                  <a:gd name="T89" fmla="*/ T88 w 341"/>
                  <a:gd name="T90" fmla="+- 0 152 81"/>
                  <a:gd name="T91" fmla="*/ 152 h 120"/>
                  <a:gd name="T92" fmla="+- 0 760 449"/>
                  <a:gd name="T93" fmla="*/ T92 w 341"/>
                  <a:gd name="T94" fmla="+- 0 141 81"/>
                  <a:gd name="T95" fmla="*/ 141 h 120"/>
                  <a:gd name="T96" fmla="+- 0 755 449"/>
                  <a:gd name="T97" fmla="*/ T96 w 341"/>
                  <a:gd name="T98" fmla="+- 0 137 81"/>
                  <a:gd name="T99" fmla="*/ 137 h 120"/>
                  <a:gd name="T100" fmla="+- 0 753 449"/>
                  <a:gd name="T101" fmla="*/ T100 w 341"/>
                  <a:gd name="T102" fmla="+- 0 134 81"/>
                  <a:gd name="T103" fmla="*/ 134 h 120"/>
                  <a:gd name="T104" fmla="+- 0 752 449"/>
                  <a:gd name="T105" fmla="*/ T104 w 341"/>
                  <a:gd name="T106" fmla="+- 0 130 81"/>
                  <a:gd name="T107" fmla="*/ 130 h 120"/>
                  <a:gd name="T108" fmla="+- 0 752 449"/>
                  <a:gd name="T109" fmla="*/ T108 w 341"/>
                  <a:gd name="T110" fmla="+- 0 128 81"/>
                  <a:gd name="T111" fmla="*/ 128 h 120"/>
                  <a:gd name="T112" fmla="+- 0 752 449"/>
                  <a:gd name="T113" fmla="*/ T112 w 341"/>
                  <a:gd name="T114" fmla="+- 0 126 81"/>
                  <a:gd name="T115" fmla="*/ 126 h 120"/>
                  <a:gd name="T116" fmla="+- 0 756 449"/>
                  <a:gd name="T117" fmla="*/ T116 w 341"/>
                  <a:gd name="T118" fmla="+- 0 123 81"/>
                  <a:gd name="T119" fmla="*/ 123 h 120"/>
                  <a:gd name="T120" fmla="+- 0 758 449"/>
                  <a:gd name="T121" fmla="*/ T120 w 341"/>
                  <a:gd name="T122" fmla="+- 0 122 81"/>
                  <a:gd name="T123" fmla="*/ 122 h 120"/>
                  <a:gd name="T124" fmla="+- 0 784 449"/>
                  <a:gd name="T125" fmla="*/ T124 w 341"/>
                  <a:gd name="T126" fmla="+- 0 122 81"/>
                  <a:gd name="T127" fmla="*/ 122 h 120"/>
                  <a:gd name="T128" fmla="+- 0 784 449"/>
                  <a:gd name="T129" fmla="*/ T128 w 341"/>
                  <a:gd name="T130" fmla="+- 0 120 81"/>
                  <a:gd name="T131" fmla="*/ 120 h 120"/>
                  <a:gd name="T132" fmla="+- 0 776 449"/>
                  <a:gd name="T133" fmla="*/ T132 w 341"/>
                  <a:gd name="T134" fmla="+- 0 120 81"/>
                  <a:gd name="T135" fmla="*/ 120 h 120"/>
                  <a:gd name="T136" fmla="+- 0 772 449"/>
                  <a:gd name="T137" fmla="*/ T136 w 341"/>
                  <a:gd name="T138" fmla="+- 0 119 81"/>
                  <a:gd name="T139" fmla="*/ 119 h 120"/>
                  <a:gd name="T140" fmla="+- 0 768 449"/>
                  <a:gd name="T141" fmla="*/ T140 w 341"/>
                  <a:gd name="T142" fmla="+- 0 116 81"/>
                  <a:gd name="T143" fmla="*/ 116 h 120"/>
                  <a:gd name="T144" fmla="+- 0 763 449"/>
                  <a:gd name="T145" fmla="*/ T144 w 341"/>
                  <a:gd name="T146" fmla="+- 0 115 81"/>
                  <a:gd name="T147"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341" h="120">
                    <a:moveTo>
                      <a:pt x="314" y="34"/>
                    </a:moveTo>
                    <a:lnTo>
                      <a:pt x="302" y="34"/>
                    </a:lnTo>
                    <a:lnTo>
                      <a:pt x="296" y="37"/>
                    </a:lnTo>
                    <a:lnTo>
                      <a:pt x="287" y="47"/>
                    </a:lnTo>
                    <a:lnTo>
                      <a:pt x="285" y="53"/>
                    </a:lnTo>
                    <a:lnTo>
                      <a:pt x="285" y="65"/>
                    </a:lnTo>
                    <a:lnTo>
                      <a:pt x="314" y="93"/>
                    </a:lnTo>
                    <a:lnTo>
                      <a:pt x="318" y="96"/>
                    </a:lnTo>
                    <a:lnTo>
                      <a:pt x="321" y="100"/>
                    </a:lnTo>
                    <a:lnTo>
                      <a:pt x="322" y="102"/>
                    </a:lnTo>
                    <a:lnTo>
                      <a:pt x="322" y="107"/>
                    </a:lnTo>
                    <a:lnTo>
                      <a:pt x="321" y="109"/>
                    </a:lnTo>
                    <a:lnTo>
                      <a:pt x="318" y="113"/>
                    </a:lnTo>
                    <a:lnTo>
                      <a:pt x="315" y="114"/>
                    </a:lnTo>
                    <a:lnTo>
                      <a:pt x="332" y="114"/>
                    </a:lnTo>
                    <a:lnTo>
                      <a:pt x="335" y="111"/>
                    </a:lnTo>
                    <a:lnTo>
                      <a:pt x="339" y="102"/>
                    </a:lnTo>
                    <a:lnTo>
                      <a:pt x="340" y="98"/>
                    </a:lnTo>
                    <a:lnTo>
                      <a:pt x="341" y="89"/>
                    </a:lnTo>
                    <a:lnTo>
                      <a:pt x="339" y="84"/>
                    </a:lnTo>
                    <a:lnTo>
                      <a:pt x="337" y="80"/>
                    </a:lnTo>
                    <a:lnTo>
                      <a:pt x="334" y="76"/>
                    </a:lnTo>
                    <a:lnTo>
                      <a:pt x="328" y="71"/>
                    </a:lnTo>
                    <a:lnTo>
                      <a:pt x="311" y="60"/>
                    </a:lnTo>
                    <a:lnTo>
                      <a:pt x="306" y="56"/>
                    </a:lnTo>
                    <a:lnTo>
                      <a:pt x="304" y="53"/>
                    </a:lnTo>
                    <a:lnTo>
                      <a:pt x="303" y="49"/>
                    </a:lnTo>
                    <a:lnTo>
                      <a:pt x="303" y="47"/>
                    </a:lnTo>
                    <a:lnTo>
                      <a:pt x="303" y="45"/>
                    </a:lnTo>
                    <a:lnTo>
                      <a:pt x="307" y="42"/>
                    </a:lnTo>
                    <a:lnTo>
                      <a:pt x="309" y="41"/>
                    </a:lnTo>
                    <a:lnTo>
                      <a:pt x="335" y="41"/>
                    </a:lnTo>
                    <a:lnTo>
                      <a:pt x="335" y="39"/>
                    </a:lnTo>
                    <a:lnTo>
                      <a:pt x="327" y="39"/>
                    </a:lnTo>
                    <a:lnTo>
                      <a:pt x="323" y="38"/>
                    </a:lnTo>
                    <a:lnTo>
                      <a:pt x="319" y="35"/>
                    </a:lnTo>
                    <a:lnTo>
                      <a:pt x="314"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3" name="Freeform 3082">
                <a:extLst>
                  <a:ext uri="{FF2B5EF4-FFF2-40B4-BE49-F238E27FC236}">
                    <a16:creationId xmlns:a16="http://schemas.microsoft.com/office/drawing/2014/main" id="{7494A6D8-E7C7-2A7A-2120-0ECC70B38FF6}"/>
                  </a:ext>
                </a:extLst>
              </p:cNvPr>
              <p:cNvSpPr>
                <a:spLocks/>
              </p:cNvSpPr>
              <p:nvPr/>
            </p:nvSpPr>
            <p:spPr bwMode="auto">
              <a:xfrm>
                <a:off x="449" y="81"/>
                <a:ext cx="341" cy="120"/>
              </a:xfrm>
              <a:custGeom>
                <a:avLst/>
                <a:gdLst>
                  <a:gd name="T0" fmla="+- 0 784 449"/>
                  <a:gd name="T1" fmla="*/ T0 w 341"/>
                  <a:gd name="T2" fmla="+- 0 122 81"/>
                  <a:gd name="T3" fmla="*/ 122 h 120"/>
                  <a:gd name="T4" fmla="+- 0 764 449"/>
                  <a:gd name="T5" fmla="*/ T4 w 341"/>
                  <a:gd name="T6" fmla="+- 0 122 81"/>
                  <a:gd name="T7" fmla="*/ 122 h 120"/>
                  <a:gd name="T8" fmla="+- 0 768 449"/>
                  <a:gd name="T9" fmla="*/ T8 w 341"/>
                  <a:gd name="T10" fmla="+- 0 123 81"/>
                  <a:gd name="T11" fmla="*/ 123 h 120"/>
                  <a:gd name="T12" fmla="+- 0 775 449"/>
                  <a:gd name="T13" fmla="*/ T12 w 341"/>
                  <a:gd name="T14" fmla="+- 0 129 81"/>
                  <a:gd name="T15" fmla="*/ 129 h 120"/>
                  <a:gd name="T16" fmla="+- 0 779 449"/>
                  <a:gd name="T17" fmla="*/ T16 w 341"/>
                  <a:gd name="T18" fmla="+- 0 135 81"/>
                  <a:gd name="T19" fmla="*/ 135 h 120"/>
                  <a:gd name="T20" fmla="+- 0 782 449"/>
                  <a:gd name="T21" fmla="*/ T20 w 341"/>
                  <a:gd name="T22" fmla="+- 0 143 81"/>
                  <a:gd name="T23" fmla="*/ 143 h 120"/>
                  <a:gd name="T24" fmla="+- 0 785 449"/>
                  <a:gd name="T25" fmla="*/ T24 w 341"/>
                  <a:gd name="T26" fmla="+- 0 143 81"/>
                  <a:gd name="T27" fmla="*/ 143 h 120"/>
                  <a:gd name="T28" fmla="+- 0 784 449"/>
                  <a:gd name="T29" fmla="*/ T28 w 341"/>
                  <a:gd name="T30" fmla="+- 0 122 81"/>
                  <a:gd name="T31" fmla="*/ 122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335" y="41"/>
                    </a:moveTo>
                    <a:lnTo>
                      <a:pt x="315" y="41"/>
                    </a:lnTo>
                    <a:lnTo>
                      <a:pt x="319" y="42"/>
                    </a:lnTo>
                    <a:lnTo>
                      <a:pt x="326" y="48"/>
                    </a:lnTo>
                    <a:lnTo>
                      <a:pt x="330" y="54"/>
                    </a:lnTo>
                    <a:lnTo>
                      <a:pt x="333" y="62"/>
                    </a:lnTo>
                    <a:lnTo>
                      <a:pt x="336" y="62"/>
                    </a:lnTo>
                    <a:lnTo>
                      <a:pt x="335"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2" name="Group 111">
              <a:extLst>
                <a:ext uri="{FF2B5EF4-FFF2-40B4-BE49-F238E27FC236}">
                  <a16:creationId xmlns:a16="http://schemas.microsoft.com/office/drawing/2014/main" id="{239656C9-1A4D-2318-EB90-9047E1E2B386}"/>
                </a:ext>
              </a:extLst>
            </p:cNvPr>
            <p:cNvGrpSpPr>
              <a:grpSpLocks/>
            </p:cNvGrpSpPr>
            <p:nvPr/>
          </p:nvGrpSpPr>
          <p:grpSpPr bwMode="auto">
            <a:xfrm>
              <a:off x="28" y="14"/>
              <a:ext cx="1186" cy="2"/>
              <a:chOff x="28" y="14"/>
              <a:chExt cx="1186" cy="2"/>
            </a:xfrm>
          </p:grpSpPr>
          <p:sp>
            <p:nvSpPr>
              <p:cNvPr id="195" name="Freeform 3085">
                <a:extLst>
                  <a:ext uri="{FF2B5EF4-FFF2-40B4-BE49-F238E27FC236}">
                    <a16:creationId xmlns:a16="http://schemas.microsoft.com/office/drawing/2014/main" id="{D1C40093-6D5C-0D0C-358A-886615BC8627}"/>
                  </a:ext>
                </a:extLst>
              </p:cNvPr>
              <p:cNvSpPr>
                <a:spLocks/>
              </p:cNvSpPr>
              <p:nvPr/>
            </p:nvSpPr>
            <p:spPr bwMode="auto">
              <a:xfrm>
                <a:off x="28" y="14"/>
                <a:ext cx="1186" cy="2"/>
              </a:xfrm>
              <a:custGeom>
                <a:avLst/>
                <a:gdLst>
                  <a:gd name="T0" fmla="+- 0 28 28"/>
                  <a:gd name="T1" fmla="*/ T0 w 1186"/>
                  <a:gd name="T2" fmla="+- 0 1214 28"/>
                  <a:gd name="T3" fmla="*/ T2 w 1186"/>
                </a:gdLst>
                <a:ahLst/>
                <a:cxnLst>
                  <a:cxn ang="0">
                    <a:pos x="T1" y="0"/>
                  </a:cxn>
                  <a:cxn ang="0">
                    <a:pos x="T3" y="0"/>
                  </a:cxn>
                </a:cxnLst>
                <a:rect l="0" t="0" r="r" b="b"/>
                <a:pathLst>
                  <a:path w="1186">
                    <a:moveTo>
                      <a:pt x="0" y="0"/>
                    </a:moveTo>
                    <a:lnTo>
                      <a:pt x="1186"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13" name="Group 112">
              <a:extLst>
                <a:ext uri="{FF2B5EF4-FFF2-40B4-BE49-F238E27FC236}">
                  <a16:creationId xmlns:a16="http://schemas.microsoft.com/office/drawing/2014/main" id="{24E04D8E-120F-9BEF-4E23-1FB579EE0162}"/>
                </a:ext>
              </a:extLst>
            </p:cNvPr>
            <p:cNvGrpSpPr>
              <a:grpSpLocks/>
            </p:cNvGrpSpPr>
            <p:nvPr/>
          </p:nvGrpSpPr>
          <p:grpSpPr bwMode="auto">
            <a:xfrm>
              <a:off x="1214" y="14"/>
              <a:ext cx="29" cy="2"/>
              <a:chOff x="1214" y="14"/>
              <a:chExt cx="29" cy="2"/>
            </a:xfrm>
          </p:grpSpPr>
          <p:sp>
            <p:nvSpPr>
              <p:cNvPr id="194" name="Freeform 3087">
                <a:extLst>
                  <a:ext uri="{FF2B5EF4-FFF2-40B4-BE49-F238E27FC236}">
                    <a16:creationId xmlns:a16="http://schemas.microsoft.com/office/drawing/2014/main" id="{ECBA05E9-4AD1-D452-68B5-B7BC5C4F1166}"/>
                  </a:ext>
                </a:extLst>
              </p:cNvPr>
              <p:cNvSpPr>
                <a:spLocks/>
              </p:cNvSpPr>
              <p:nvPr/>
            </p:nvSpPr>
            <p:spPr bwMode="auto">
              <a:xfrm>
                <a:off x="1214" y="14"/>
                <a:ext cx="29" cy="2"/>
              </a:xfrm>
              <a:custGeom>
                <a:avLst/>
                <a:gdLst>
                  <a:gd name="T0" fmla="+- 0 1214 1214"/>
                  <a:gd name="T1" fmla="*/ T0 w 29"/>
                  <a:gd name="T2" fmla="+- 0 1242 1214"/>
                  <a:gd name="T3" fmla="*/ T2 w 29"/>
                </a:gdLst>
                <a:ahLst/>
                <a:cxnLst>
                  <a:cxn ang="0">
                    <a:pos x="T1" y="0"/>
                  </a:cxn>
                  <a:cxn ang="0">
                    <a:pos x="T3" y="0"/>
                  </a:cxn>
                </a:cxnLst>
                <a:rect l="0" t="0" r="r" b="b"/>
                <a:pathLst>
                  <a:path w="29">
                    <a:moveTo>
                      <a:pt x="0" y="0"/>
                    </a:moveTo>
                    <a:lnTo>
                      <a:pt x="28"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15" name="Group 114">
              <a:extLst>
                <a:ext uri="{FF2B5EF4-FFF2-40B4-BE49-F238E27FC236}">
                  <a16:creationId xmlns:a16="http://schemas.microsoft.com/office/drawing/2014/main" id="{0E91D091-A6D2-1902-F55D-D18231D3857A}"/>
                </a:ext>
              </a:extLst>
            </p:cNvPr>
            <p:cNvGrpSpPr>
              <a:grpSpLocks/>
            </p:cNvGrpSpPr>
            <p:nvPr/>
          </p:nvGrpSpPr>
          <p:grpSpPr bwMode="auto">
            <a:xfrm>
              <a:off x="1242" y="14"/>
              <a:ext cx="1158" cy="2"/>
              <a:chOff x="1242" y="14"/>
              <a:chExt cx="1158" cy="2"/>
            </a:xfrm>
          </p:grpSpPr>
          <p:sp>
            <p:nvSpPr>
              <p:cNvPr id="185" name="Freeform 3098">
                <a:extLst>
                  <a:ext uri="{FF2B5EF4-FFF2-40B4-BE49-F238E27FC236}">
                    <a16:creationId xmlns:a16="http://schemas.microsoft.com/office/drawing/2014/main" id="{06B5F126-8977-031E-F825-D61ABEFE00ED}"/>
                  </a:ext>
                </a:extLst>
              </p:cNvPr>
              <p:cNvSpPr>
                <a:spLocks/>
              </p:cNvSpPr>
              <p:nvPr/>
            </p:nvSpPr>
            <p:spPr bwMode="auto">
              <a:xfrm>
                <a:off x="1242" y="14"/>
                <a:ext cx="1158" cy="2"/>
              </a:xfrm>
              <a:custGeom>
                <a:avLst/>
                <a:gdLst>
                  <a:gd name="T0" fmla="+- 0 1242 1242"/>
                  <a:gd name="T1" fmla="*/ T0 w 1158"/>
                  <a:gd name="T2" fmla="+- 0 2400 1242"/>
                  <a:gd name="T3" fmla="*/ T2 w 1158"/>
                </a:gdLst>
                <a:ahLst/>
                <a:cxnLst>
                  <a:cxn ang="0">
                    <a:pos x="T1" y="0"/>
                  </a:cxn>
                  <a:cxn ang="0">
                    <a:pos x="T3" y="0"/>
                  </a:cxn>
                </a:cxnLst>
                <a:rect l="0" t="0" r="r" b="b"/>
                <a:pathLst>
                  <a:path w="1158">
                    <a:moveTo>
                      <a:pt x="0" y="0"/>
                    </a:moveTo>
                    <a:lnTo>
                      <a:pt x="1158"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16" name="Group 115">
              <a:extLst>
                <a:ext uri="{FF2B5EF4-FFF2-40B4-BE49-F238E27FC236}">
                  <a16:creationId xmlns:a16="http://schemas.microsoft.com/office/drawing/2014/main" id="{46CB61A3-C8AA-09A6-26E4-A5C09F7D997B}"/>
                </a:ext>
              </a:extLst>
            </p:cNvPr>
            <p:cNvGrpSpPr>
              <a:grpSpLocks/>
            </p:cNvGrpSpPr>
            <p:nvPr/>
          </p:nvGrpSpPr>
          <p:grpSpPr bwMode="auto">
            <a:xfrm>
              <a:off x="2400" y="14"/>
              <a:ext cx="29" cy="2"/>
              <a:chOff x="2400" y="14"/>
              <a:chExt cx="29" cy="2"/>
            </a:xfrm>
          </p:grpSpPr>
          <p:sp>
            <p:nvSpPr>
              <p:cNvPr id="184" name="Freeform 3100">
                <a:extLst>
                  <a:ext uri="{FF2B5EF4-FFF2-40B4-BE49-F238E27FC236}">
                    <a16:creationId xmlns:a16="http://schemas.microsoft.com/office/drawing/2014/main" id="{DD3EF78A-B2DE-6636-E5D7-510865B83874}"/>
                  </a:ext>
                </a:extLst>
              </p:cNvPr>
              <p:cNvSpPr>
                <a:spLocks/>
              </p:cNvSpPr>
              <p:nvPr/>
            </p:nvSpPr>
            <p:spPr bwMode="auto">
              <a:xfrm>
                <a:off x="2400" y="14"/>
                <a:ext cx="29" cy="2"/>
              </a:xfrm>
              <a:custGeom>
                <a:avLst/>
                <a:gdLst>
                  <a:gd name="T0" fmla="+- 0 2400 2400"/>
                  <a:gd name="T1" fmla="*/ T0 w 29"/>
                  <a:gd name="T2" fmla="+- 0 2429 2400"/>
                  <a:gd name="T3" fmla="*/ T2 w 29"/>
                </a:gdLst>
                <a:ahLst/>
                <a:cxnLst>
                  <a:cxn ang="0">
                    <a:pos x="T1" y="0"/>
                  </a:cxn>
                  <a:cxn ang="0">
                    <a:pos x="T3" y="0"/>
                  </a:cxn>
                </a:cxnLst>
                <a:rect l="0" t="0" r="r" b="b"/>
                <a:pathLst>
                  <a:path w="29">
                    <a:moveTo>
                      <a:pt x="0" y="0"/>
                    </a:moveTo>
                    <a:lnTo>
                      <a:pt x="29"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17" name="Group 116">
              <a:extLst>
                <a:ext uri="{FF2B5EF4-FFF2-40B4-BE49-F238E27FC236}">
                  <a16:creationId xmlns:a16="http://schemas.microsoft.com/office/drawing/2014/main" id="{AAC453E1-6B16-03D7-051B-4212AC37BC18}"/>
                </a:ext>
              </a:extLst>
            </p:cNvPr>
            <p:cNvGrpSpPr>
              <a:grpSpLocks/>
            </p:cNvGrpSpPr>
            <p:nvPr/>
          </p:nvGrpSpPr>
          <p:grpSpPr bwMode="auto">
            <a:xfrm>
              <a:off x="2861" y="81"/>
              <a:ext cx="341" cy="120"/>
              <a:chOff x="2861" y="81"/>
              <a:chExt cx="341" cy="120"/>
            </a:xfrm>
          </p:grpSpPr>
          <p:sp>
            <p:nvSpPr>
              <p:cNvPr id="165" name="Freeform 3102">
                <a:extLst>
                  <a:ext uri="{FF2B5EF4-FFF2-40B4-BE49-F238E27FC236}">
                    <a16:creationId xmlns:a16="http://schemas.microsoft.com/office/drawing/2014/main" id="{FBAF4CA1-6B96-B1CE-1399-29DE586DD68A}"/>
                  </a:ext>
                </a:extLst>
              </p:cNvPr>
              <p:cNvSpPr>
                <a:spLocks/>
              </p:cNvSpPr>
              <p:nvPr/>
            </p:nvSpPr>
            <p:spPr bwMode="auto">
              <a:xfrm>
                <a:off x="2861" y="81"/>
                <a:ext cx="341" cy="120"/>
              </a:xfrm>
              <a:custGeom>
                <a:avLst/>
                <a:gdLst>
                  <a:gd name="T0" fmla="+- 0 2908 2861"/>
                  <a:gd name="T1" fmla="*/ T0 w 341"/>
                  <a:gd name="T2" fmla="+- 0 115 81"/>
                  <a:gd name="T3" fmla="*/ 115 h 120"/>
                  <a:gd name="T4" fmla="+- 0 2887 2861"/>
                  <a:gd name="T5" fmla="*/ T4 w 341"/>
                  <a:gd name="T6" fmla="+- 0 115 81"/>
                  <a:gd name="T7" fmla="*/ 115 h 120"/>
                  <a:gd name="T8" fmla="+- 0 2877 2861"/>
                  <a:gd name="T9" fmla="*/ T8 w 341"/>
                  <a:gd name="T10" fmla="+- 0 120 81"/>
                  <a:gd name="T11" fmla="*/ 120 h 120"/>
                  <a:gd name="T12" fmla="+- 0 2864 2861"/>
                  <a:gd name="T13" fmla="*/ T12 w 341"/>
                  <a:gd name="T14" fmla="+- 0 139 81"/>
                  <a:gd name="T15" fmla="*/ 139 h 120"/>
                  <a:gd name="T16" fmla="+- 0 2861 2861"/>
                  <a:gd name="T17" fmla="*/ T16 w 341"/>
                  <a:gd name="T18" fmla="+- 0 149 81"/>
                  <a:gd name="T19" fmla="*/ 149 h 120"/>
                  <a:gd name="T20" fmla="+- 0 2861 2861"/>
                  <a:gd name="T21" fmla="*/ T20 w 341"/>
                  <a:gd name="T22" fmla="+- 0 171 81"/>
                  <a:gd name="T23" fmla="*/ 171 h 120"/>
                  <a:gd name="T24" fmla="+- 0 2865 2861"/>
                  <a:gd name="T25" fmla="*/ T24 w 341"/>
                  <a:gd name="T26" fmla="+- 0 181 81"/>
                  <a:gd name="T27" fmla="*/ 181 h 120"/>
                  <a:gd name="T28" fmla="+- 0 2877 2861"/>
                  <a:gd name="T29" fmla="*/ T28 w 341"/>
                  <a:gd name="T30" fmla="+- 0 197 81"/>
                  <a:gd name="T31" fmla="*/ 197 h 120"/>
                  <a:gd name="T32" fmla="+- 0 2886 2861"/>
                  <a:gd name="T33" fmla="*/ T32 w 341"/>
                  <a:gd name="T34" fmla="+- 0 201 81"/>
                  <a:gd name="T35" fmla="*/ 201 h 120"/>
                  <a:gd name="T36" fmla="+- 0 2903 2861"/>
                  <a:gd name="T37" fmla="*/ T36 w 341"/>
                  <a:gd name="T38" fmla="+- 0 201 81"/>
                  <a:gd name="T39" fmla="*/ 201 h 120"/>
                  <a:gd name="T40" fmla="+- 0 2909 2861"/>
                  <a:gd name="T41" fmla="*/ T40 w 341"/>
                  <a:gd name="T42" fmla="+- 0 199 81"/>
                  <a:gd name="T43" fmla="*/ 199 h 120"/>
                  <a:gd name="T44" fmla="+- 0 2921 2861"/>
                  <a:gd name="T45" fmla="*/ T44 w 341"/>
                  <a:gd name="T46" fmla="+- 0 192 81"/>
                  <a:gd name="T47" fmla="*/ 192 h 120"/>
                  <a:gd name="T48" fmla="+- 0 2925 2861"/>
                  <a:gd name="T49" fmla="*/ T48 w 341"/>
                  <a:gd name="T50" fmla="+- 0 187 81"/>
                  <a:gd name="T51" fmla="*/ 187 h 120"/>
                  <a:gd name="T52" fmla="+- 0 2905 2861"/>
                  <a:gd name="T53" fmla="*/ T52 w 341"/>
                  <a:gd name="T54" fmla="+- 0 187 81"/>
                  <a:gd name="T55" fmla="*/ 187 h 120"/>
                  <a:gd name="T56" fmla="+- 0 2901 2861"/>
                  <a:gd name="T57" fmla="*/ T56 w 341"/>
                  <a:gd name="T58" fmla="+- 0 186 81"/>
                  <a:gd name="T59" fmla="*/ 186 h 120"/>
                  <a:gd name="T60" fmla="+- 0 2885 2861"/>
                  <a:gd name="T61" fmla="*/ T60 w 341"/>
                  <a:gd name="T62" fmla="+- 0 154 81"/>
                  <a:gd name="T63" fmla="*/ 154 h 120"/>
                  <a:gd name="T64" fmla="+- 0 2885 2861"/>
                  <a:gd name="T65" fmla="*/ T64 w 341"/>
                  <a:gd name="T66" fmla="+- 0 137 81"/>
                  <a:gd name="T67" fmla="*/ 137 h 120"/>
                  <a:gd name="T68" fmla="+- 0 2886 2861"/>
                  <a:gd name="T69" fmla="*/ T68 w 341"/>
                  <a:gd name="T70" fmla="+- 0 130 81"/>
                  <a:gd name="T71" fmla="*/ 130 h 120"/>
                  <a:gd name="T72" fmla="+- 0 2891 2861"/>
                  <a:gd name="T73" fmla="*/ T72 w 341"/>
                  <a:gd name="T74" fmla="+- 0 123 81"/>
                  <a:gd name="T75" fmla="*/ 123 h 120"/>
                  <a:gd name="T76" fmla="+- 0 2894 2861"/>
                  <a:gd name="T77" fmla="*/ T76 w 341"/>
                  <a:gd name="T78" fmla="+- 0 121 81"/>
                  <a:gd name="T79" fmla="*/ 121 h 120"/>
                  <a:gd name="T80" fmla="+- 0 2919 2861"/>
                  <a:gd name="T81" fmla="*/ T80 w 341"/>
                  <a:gd name="T82" fmla="+- 0 121 81"/>
                  <a:gd name="T83" fmla="*/ 121 h 120"/>
                  <a:gd name="T84" fmla="+- 0 2915 2861"/>
                  <a:gd name="T85" fmla="*/ T84 w 341"/>
                  <a:gd name="T86" fmla="+- 0 117 81"/>
                  <a:gd name="T87" fmla="*/ 117 h 120"/>
                  <a:gd name="T88" fmla="+- 0 2908 2861"/>
                  <a:gd name="T89" fmla="*/ T88 w 341"/>
                  <a:gd name="T90" fmla="+- 0 115 81"/>
                  <a:gd name="T91"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1" h="120">
                    <a:moveTo>
                      <a:pt x="47" y="34"/>
                    </a:moveTo>
                    <a:lnTo>
                      <a:pt x="26" y="34"/>
                    </a:lnTo>
                    <a:lnTo>
                      <a:pt x="16" y="39"/>
                    </a:lnTo>
                    <a:lnTo>
                      <a:pt x="3" y="58"/>
                    </a:lnTo>
                    <a:lnTo>
                      <a:pt x="0" y="68"/>
                    </a:lnTo>
                    <a:lnTo>
                      <a:pt x="0" y="90"/>
                    </a:lnTo>
                    <a:lnTo>
                      <a:pt x="4" y="100"/>
                    </a:lnTo>
                    <a:lnTo>
                      <a:pt x="16" y="116"/>
                    </a:lnTo>
                    <a:lnTo>
                      <a:pt x="25" y="120"/>
                    </a:lnTo>
                    <a:lnTo>
                      <a:pt x="42" y="120"/>
                    </a:lnTo>
                    <a:lnTo>
                      <a:pt x="48" y="118"/>
                    </a:lnTo>
                    <a:lnTo>
                      <a:pt x="60" y="111"/>
                    </a:lnTo>
                    <a:lnTo>
                      <a:pt x="64" y="106"/>
                    </a:lnTo>
                    <a:lnTo>
                      <a:pt x="44" y="106"/>
                    </a:lnTo>
                    <a:lnTo>
                      <a:pt x="40" y="105"/>
                    </a:lnTo>
                    <a:lnTo>
                      <a:pt x="24" y="73"/>
                    </a:lnTo>
                    <a:lnTo>
                      <a:pt x="24" y="56"/>
                    </a:lnTo>
                    <a:lnTo>
                      <a:pt x="25" y="49"/>
                    </a:lnTo>
                    <a:lnTo>
                      <a:pt x="30" y="42"/>
                    </a:lnTo>
                    <a:lnTo>
                      <a:pt x="33" y="40"/>
                    </a:lnTo>
                    <a:lnTo>
                      <a:pt x="58" y="40"/>
                    </a:lnTo>
                    <a:lnTo>
                      <a:pt x="54" y="36"/>
                    </a:lnTo>
                    <a:lnTo>
                      <a:pt x="47"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66" name="Freeform 3103">
                <a:extLst>
                  <a:ext uri="{FF2B5EF4-FFF2-40B4-BE49-F238E27FC236}">
                    <a16:creationId xmlns:a16="http://schemas.microsoft.com/office/drawing/2014/main" id="{DD263F9B-0900-2EC7-908A-4C830E90B6D4}"/>
                  </a:ext>
                </a:extLst>
              </p:cNvPr>
              <p:cNvSpPr>
                <a:spLocks/>
              </p:cNvSpPr>
              <p:nvPr/>
            </p:nvSpPr>
            <p:spPr bwMode="auto">
              <a:xfrm>
                <a:off x="2861" y="81"/>
                <a:ext cx="341" cy="120"/>
              </a:xfrm>
              <a:custGeom>
                <a:avLst/>
                <a:gdLst>
                  <a:gd name="T0" fmla="+- 0 2927 2861"/>
                  <a:gd name="T1" fmla="*/ T0 w 341"/>
                  <a:gd name="T2" fmla="+- 0 178 81"/>
                  <a:gd name="T3" fmla="*/ 178 h 120"/>
                  <a:gd name="T4" fmla="+- 0 2923 2861"/>
                  <a:gd name="T5" fmla="*/ T4 w 341"/>
                  <a:gd name="T6" fmla="+- 0 182 81"/>
                  <a:gd name="T7" fmla="*/ 182 h 120"/>
                  <a:gd name="T8" fmla="+- 0 2920 2861"/>
                  <a:gd name="T9" fmla="*/ T8 w 341"/>
                  <a:gd name="T10" fmla="+- 0 184 81"/>
                  <a:gd name="T11" fmla="*/ 184 h 120"/>
                  <a:gd name="T12" fmla="+- 0 2915 2861"/>
                  <a:gd name="T13" fmla="*/ T12 w 341"/>
                  <a:gd name="T14" fmla="+- 0 187 81"/>
                  <a:gd name="T15" fmla="*/ 187 h 120"/>
                  <a:gd name="T16" fmla="+- 0 2912 2861"/>
                  <a:gd name="T17" fmla="*/ T16 w 341"/>
                  <a:gd name="T18" fmla="+- 0 187 81"/>
                  <a:gd name="T19" fmla="*/ 187 h 120"/>
                  <a:gd name="T20" fmla="+- 0 2925 2861"/>
                  <a:gd name="T21" fmla="*/ T20 w 341"/>
                  <a:gd name="T22" fmla="+- 0 187 81"/>
                  <a:gd name="T23" fmla="*/ 187 h 120"/>
                  <a:gd name="T24" fmla="+- 0 2926 2861"/>
                  <a:gd name="T25" fmla="*/ T24 w 341"/>
                  <a:gd name="T26" fmla="+- 0 187 81"/>
                  <a:gd name="T27" fmla="*/ 187 h 120"/>
                  <a:gd name="T28" fmla="+- 0 2929 2861"/>
                  <a:gd name="T29" fmla="*/ T28 w 341"/>
                  <a:gd name="T30" fmla="+- 0 180 81"/>
                  <a:gd name="T31" fmla="*/ 180 h 120"/>
                  <a:gd name="T32" fmla="+- 0 2927 2861"/>
                  <a:gd name="T33" fmla="*/ T32 w 341"/>
                  <a:gd name="T34" fmla="+- 0 178 81"/>
                  <a:gd name="T35" fmla="*/ 178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1" h="120">
                    <a:moveTo>
                      <a:pt x="66" y="97"/>
                    </a:moveTo>
                    <a:lnTo>
                      <a:pt x="62" y="101"/>
                    </a:lnTo>
                    <a:lnTo>
                      <a:pt x="59" y="103"/>
                    </a:lnTo>
                    <a:lnTo>
                      <a:pt x="54" y="106"/>
                    </a:lnTo>
                    <a:lnTo>
                      <a:pt x="51" y="106"/>
                    </a:lnTo>
                    <a:lnTo>
                      <a:pt x="64" y="106"/>
                    </a:lnTo>
                    <a:lnTo>
                      <a:pt x="65" y="106"/>
                    </a:lnTo>
                    <a:lnTo>
                      <a:pt x="68" y="99"/>
                    </a:lnTo>
                    <a:lnTo>
                      <a:pt x="6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67" name="Freeform 3104">
                <a:extLst>
                  <a:ext uri="{FF2B5EF4-FFF2-40B4-BE49-F238E27FC236}">
                    <a16:creationId xmlns:a16="http://schemas.microsoft.com/office/drawing/2014/main" id="{96C06254-0F7D-C679-0E18-CDC18DD4C4D2}"/>
                  </a:ext>
                </a:extLst>
              </p:cNvPr>
              <p:cNvSpPr>
                <a:spLocks/>
              </p:cNvSpPr>
              <p:nvPr/>
            </p:nvSpPr>
            <p:spPr bwMode="auto">
              <a:xfrm>
                <a:off x="2861" y="81"/>
                <a:ext cx="341" cy="120"/>
              </a:xfrm>
              <a:custGeom>
                <a:avLst/>
                <a:gdLst>
                  <a:gd name="T0" fmla="+- 0 2919 2861"/>
                  <a:gd name="T1" fmla="*/ T0 w 341"/>
                  <a:gd name="T2" fmla="+- 0 121 81"/>
                  <a:gd name="T3" fmla="*/ 121 h 120"/>
                  <a:gd name="T4" fmla="+- 0 2898 2861"/>
                  <a:gd name="T5" fmla="*/ T4 w 341"/>
                  <a:gd name="T6" fmla="+- 0 121 81"/>
                  <a:gd name="T7" fmla="*/ 121 h 120"/>
                  <a:gd name="T8" fmla="+- 0 2900 2861"/>
                  <a:gd name="T9" fmla="*/ T8 w 341"/>
                  <a:gd name="T10" fmla="+- 0 122 81"/>
                  <a:gd name="T11" fmla="*/ 122 h 120"/>
                  <a:gd name="T12" fmla="+- 0 2902 2861"/>
                  <a:gd name="T13" fmla="*/ T12 w 341"/>
                  <a:gd name="T14" fmla="+- 0 125 81"/>
                  <a:gd name="T15" fmla="*/ 125 h 120"/>
                  <a:gd name="T16" fmla="+- 0 2903 2861"/>
                  <a:gd name="T17" fmla="*/ T16 w 341"/>
                  <a:gd name="T18" fmla="+- 0 128 81"/>
                  <a:gd name="T19" fmla="*/ 128 h 120"/>
                  <a:gd name="T20" fmla="+- 0 2904 2861"/>
                  <a:gd name="T21" fmla="*/ T20 w 341"/>
                  <a:gd name="T22" fmla="+- 0 137 81"/>
                  <a:gd name="T23" fmla="*/ 137 h 120"/>
                  <a:gd name="T24" fmla="+- 0 2905 2861"/>
                  <a:gd name="T25" fmla="*/ T24 w 341"/>
                  <a:gd name="T26" fmla="+- 0 141 81"/>
                  <a:gd name="T27" fmla="*/ 141 h 120"/>
                  <a:gd name="T28" fmla="+- 0 2910 2861"/>
                  <a:gd name="T29" fmla="*/ T28 w 341"/>
                  <a:gd name="T30" fmla="+- 0 145 81"/>
                  <a:gd name="T31" fmla="*/ 145 h 120"/>
                  <a:gd name="T32" fmla="+- 0 2913 2861"/>
                  <a:gd name="T33" fmla="*/ T32 w 341"/>
                  <a:gd name="T34" fmla="+- 0 147 81"/>
                  <a:gd name="T35" fmla="*/ 147 h 120"/>
                  <a:gd name="T36" fmla="+- 0 2919 2861"/>
                  <a:gd name="T37" fmla="*/ T36 w 341"/>
                  <a:gd name="T38" fmla="+- 0 147 81"/>
                  <a:gd name="T39" fmla="*/ 147 h 120"/>
                  <a:gd name="T40" fmla="+- 0 2922 2861"/>
                  <a:gd name="T41" fmla="*/ T40 w 341"/>
                  <a:gd name="T42" fmla="+- 0 146 81"/>
                  <a:gd name="T43" fmla="*/ 146 h 120"/>
                  <a:gd name="T44" fmla="+- 0 2926 2861"/>
                  <a:gd name="T45" fmla="*/ T44 w 341"/>
                  <a:gd name="T46" fmla="+- 0 142 81"/>
                  <a:gd name="T47" fmla="*/ 142 h 120"/>
                  <a:gd name="T48" fmla="+- 0 2927 2861"/>
                  <a:gd name="T49" fmla="*/ T48 w 341"/>
                  <a:gd name="T50" fmla="+- 0 139 81"/>
                  <a:gd name="T51" fmla="*/ 139 h 120"/>
                  <a:gd name="T52" fmla="+- 0 2927 2861"/>
                  <a:gd name="T53" fmla="*/ T52 w 341"/>
                  <a:gd name="T54" fmla="+- 0 130 81"/>
                  <a:gd name="T55" fmla="*/ 130 h 120"/>
                  <a:gd name="T56" fmla="+- 0 2924 2861"/>
                  <a:gd name="T57" fmla="*/ T56 w 341"/>
                  <a:gd name="T58" fmla="+- 0 126 81"/>
                  <a:gd name="T59" fmla="*/ 126 h 120"/>
                  <a:gd name="T60" fmla="+- 0 2919 2861"/>
                  <a:gd name="T61" fmla="*/ T60 w 341"/>
                  <a:gd name="T62" fmla="+- 0 121 81"/>
                  <a:gd name="T63" fmla="*/ 121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341" h="120">
                    <a:moveTo>
                      <a:pt x="58" y="40"/>
                    </a:moveTo>
                    <a:lnTo>
                      <a:pt x="37" y="40"/>
                    </a:lnTo>
                    <a:lnTo>
                      <a:pt x="39" y="41"/>
                    </a:lnTo>
                    <a:lnTo>
                      <a:pt x="41" y="44"/>
                    </a:lnTo>
                    <a:lnTo>
                      <a:pt x="42" y="47"/>
                    </a:lnTo>
                    <a:lnTo>
                      <a:pt x="43" y="56"/>
                    </a:lnTo>
                    <a:lnTo>
                      <a:pt x="44" y="60"/>
                    </a:lnTo>
                    <a:lnTo>
                      <a:pt x="49" y="64"/>
                    </a:lnTo>
                    <a:lnTo>
                      <a:pt x="52" y="66"/>
                    </a:lnTo>
                    <a:lnTo>
                      <a:pt x="58" y="66"/>
                    </a:lnTo>
                    <a:lnTo>
                      <a:pt x="61" y="65"/>
                    </a:lnTo>
                    <a:lnTo>
                      <a:pt x="65" y="61"/>
                    </a:lnTo>
                    <a:lnTo>
                      <a:pt x="66" y="58"/>
                    </a:lnTo>
                    <a:lnTo>
                      <a:pt x="66" y="49"/>
                    </a:lnTo>
                    <a:lnTo>
                      <a:pt x="63" y="45"/>
                    </a:lnTo>
                    <a:lnTo>
                      <a:pt x="58"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68" name="Freeform 3105">
                <a:extLst>
                  <a:ext uri="{FF2B5EF4-FFF2-40B4-BE49-F238E27FC236}">
                    <a16:creationId xmlns:a16="http://schemas.microsoft.com/office/drawing/2014/main" id="{ED99EC52-0911-781A-79CD-17036EBB0A46}"/>
                  </a:ext>
                </a:extLst>
              </p:cNvPr>
              <p:cNvSpPr>
                <a:spLocks/>
              </p:cNvSpPr>
              <p:nvPr/>
            </p:nvSpPr>
            <p:spPr bwMode="auto">
              <a:xfrm>
                <a:off x="2861" y="81"/>
                <a:ext cx="341" cy="120"/>
              </a:xfrm>
              <a:custGeom>
                <a:avLst/>
                <a:gdLst>
                  <a:gd name="T0" fmla="+- 0 2970 2861"/>
                  <a:gd name="T1" fmla="*/ T0 w 341"/>
                  <a:gd name="T2" fmla="+- 0 81 81"/>
                  <a:gd name="T3" fmla="*/ 81 h 120"/>
                  <a:gd name="T4" fmla="+- 0 2936 2861"/>
                  <a:gd name="T5" fmla="*/ T4 w 341"/>
                  <a:gd name="T6" fmla="+- 0 81 81"/>
                  <a:gd name="T7" fmla="*/ 81 h 120"/>
                  <a:gd name="T8" fmla="+- 0 2936 2861"/>
                  <a:gd name="T9" fmla="*/ T8 w 341"/>
                  <a:gd name="T10" fmla="+- 0 84 81"/>
                  <a:gd name="T11" fmla="*/ 84 h 120"/>
                  <a:gd name="T12" fmla="+- 0 2940 2861"/>
                  <a:gd name="T13" fmla="*/ T12 w 341"/>
                  <a:gd name="T14" fmla="+- 0 85 81"/>
                  <a:gd name="T15" fmla="*/ 85 h 120"/>
                  <a:gd name="T16" fmla="+- 0 2943 2861"/>
                  <a:gd name="T17" fmla="*/ T16 w 341"/>
                  <a:gd name="T18" fmla="+- 0 86 81"/>
                  <a:gd name="T19" fmla="*/ 86 h 120"/>
                  <a:gd name="T20" fmla="+- 0 2945 2861"/>
                  <a:gd name="T21" fmla="*/ T20 w 341"/>
                  <a:gd name="T22" fmla="+- 0 89 81"/>
                  <a:gd name="T23" fmla="*/ 89 h 120"/>
                  <a:gd name="T24" fmla="+- 0 2946 2861"/>
                  <a:gd name="T25" fmla="*/ T24 w 341"/>
                  <a:gd name="T26" fmla="+- 0 92 81"/>
                  <a:gd name="T27" fmla="*/ 92 h 120"/>
                  <a:gd name="T28" fmla="+- 0 2946 2861"/>
                  <a:gd name="T29" fmla="*/ T28 w 341"/>
                  <a:gd name="T30" fmla="+- 0 188 81"/>
                  <a:gd name="T31" fmla="*/ 188 h 120"/>
                  <a:gd name="T32" fmla="+- 0 2945 2861"/>
                  <a:gd name="T33" fmla="*/ T32 w 341"/>
                  <a:gd name="T34" fmla="+- 0 191 81"/>
                  <a:gd name="T35" fmla="*/ 191 h 120"/>
                  <a:gd name="T36" fmla="+- 0 2943 2861"/>
                  <a:gd name="T37" fmla="*/ T36 w 341"/>
                  <a:gd name="T38" fmla="+- 0 195 81"/>
                  <a:gd name="T39" fmla="*/ 195 h 120"/>
                  <a:gd name="T40" fmla="+- 0 2940 2861"/>
                  <a:gd name="T41" fmla="*/ T40 w 341"/>
                  <a:gd name="T42" fmla="+- 0 196 81"/>
                  <a:gd name="T43" fmla="*/ 196 h 120"/>
                  <a:gd name="T44" fmla="+- 0 2936 2861"/>
                  <a:gd name="T45" fmla="*/ T44 w 341"/>
                  <a:gd name="T46" fmla="+- 0 196 81"/>
                  <a:gd name="T47" fmla="*/ 196 h 120"/>
                  <a:gd name="T48" fmla="+- 0 2936 2861"/>
                  <a:gd name="T49" fmla="*/ T48 w 341"/>
                  <a:gd name="T50" fmla="+- 0 199 81"/>
                  <a:gd name="T51" fmla="*/ 199 h 120"/>
                  <a:gd name="T52" fmla="+- 0 2980 2861"/>
                  <a:gd name="T53" fmla="*/ T52 w 341"/>
                  <a:gd name="T54" fmla="+- 0 199 81"/>
                  <a:gd name="T55" fmla="*/ 199 h 120"/>
                  <a:gd name="T56" fmla="+- 0 2980 2861"/>
                  <a:gd name="T57" fmla="*/ T56 w 341"/>
                  <a:gd name="T58" fmla="+- 0 196 81"/>
                  <a:gd name="T59" fmla="*/ 196 h 120"/>
                  <a:gd name="T60" fmla="+- 0 2976 2861"/>
                  <a:gd name="T61" fmla="*/ T60 w 341"/>
                  <a:gd name="T62" fmla="+- 0 195 81"/>
                  <a:gd name="T63" fmla="*/ 195 h 120"/>
                  <a:gd name="T64" fmla="+- 0 2974 2861"/>
                  <a:gd name="T65" fmla="*/ T64 w 341"/>
                  <a:gd name="T66" fmla="+- 0 195 81"/>
                  <a:gd name="T67" fmla="*/ 195 h 120"/>
                  <a:gd name="T68" fmla="+- 0 2971 2861"/>
                  <a:gd name="T69" fmla="*/ T68 w 341"/>
                  <a:gd name="T70" fmla="+- 0 191 81"/>
                  <a:gd name="T71" fmla="*/ 191 h 120"/>
                  <a:gd name="T72" fmla="+- 0 2970 2861"/>
                  <a:gd name="T73" fmla="*/ T72 w 341"/>
                  <a:gd name="T74" fmla="+- 0 188 81"/>
                  <a:gd name="T75" fmla="*/ 188 h 120"/>
                  <a:gd name="T76" fmla="+- 0 2970 2861"/>
                  <a:gd name="T77" fmla="*/ T76 w 341"/>
                  <a:gd name="T78" fmla="+- 0 81 81"/>
                  <a:gd name="T79" fmla="*/ 81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341" h="120">
                    <a:moveTo>
                      <a:pt x="109" y="0"/>
                    </a:moveTo>
                    <a:lnTo>
                      <a:pt x="75" y="0"/>
                    </a:lnTo>
                    <a:lnTo>
                      <a:pt x="75" y="3"/>
                    </a:lnTo>
                    <a:lnTo>
                      <a:pt x="79" y="4"/>
                    </a:lnTo>
                    <a:lnTo>
                      <a:pt x="82" y="5"/>
                    </a:lnTo>
                    <a:lnTo>
                      <a:pt x="84" y="8"/>
                    </a:lnTo>
                    <a:lnTo>
                      <a:pt x="85" y="11"/>
                    </a:lnTo>
                    <a:lnTo>
                      <a:pt x="85" y="107"/>
                    </a:lnTo>
                    <a:lnTo>
                      <a:pt x="84" y="110"/>
                    </a:lnTo>
                    <a:lnTo>
                      <a:pt x="82" y="114"/>
                    </a:lnTo>
                    <a:lnTo>
                      <a:pt x="79" y="115"/>
                    </a:lnTo>
                    <a:lnTo>
                      <a:pt x="75" y="115"/>
                    </a:lnTo>
                    <a:lnTo>
                      <a:pt x="75" y="118"/>
                    </a:lnTo>
                    <a:lnTo>
                      <a:pt x="119" y="118"/>
                    </a:lnTo>
                    <a:lnTo>
                      <a:pt x="119" y="115"/>
                    </a:lnTo>
                    <a:lnTo>
                      <a:pt x="115" y="114"/>
                    </a:lnTo>
                    <a:lnTo>
                      <a:pt x="113" y="114"/>
                    </a:lnTo>
                    <a:lnTo>
                      <a:pt x="110" y="110"/>
                    </a:lnTo>
                    <a:lnTo>
                      <a:pt x="109" y="107"/>
                    </a:lnTo>
                    <a:lnTo>
                      <a:pt x="10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69" name="Freeform 3106">
                <a:extLst>
                  <a:ext uri="{FF2B5EF4-FFF2-40B4-BE49-F238E27FC236}">
                    <a16:creationId xmlns:a16="http://schemas.microsoft.com/office/drawing/2014/main" id="{9516D289-BF68-2BA3-D41E-F812072A40C7}"/>
                  </a:ext>
                </a:extLst>
              </p:cNvPr>
              <p:cNvSpPr>
                <a:spLocks/>
              </p:cNvSpPr>
              <p:nvPr/>
            </p:nvSpPr>
            <p:spPr bwMode="auto">
              <a:xfrm>
                <a:off x="2861" y="81"/>
                <a:ext cx="341" cy="120"/>
              </a:xfrm>
              <a:custGeom>
                <a:avLst/>
                <a:gdLst>
                  <a:gd name="T0" fmla="+- 0 3049 2861"/>
                  <a:gd name="T1" fmla="*/ T0 w 341"/>
                  <a:gd name="T2" fmla="+- 0 122 81"/>
                  <a:gd name="T3" fmla="*/ 122 h 120"/>
                  <a:gd name="T4" fmla="+- 0 3024 2861"/>
                  <a:gd name="T5" fmla="*/ T4 w 341"/>
                  <a:gd name="T6" fmla="+- 0 122 81"/>
                  <a:gd name="T7" fmla="*/ 122 h 120"/>
                  <a:gd name="T8" fmla="+- 0 3026 2861"/>
                  <a:gd name="T9" fmla="*/ T8 w 341"/>
                  <a:gd name="T10" fmla="+- 0 123 81"/>
                  <a:gd name="T11" fmla="*/ 123 h 120"/>
                  <a:gd name="T12" fmla="+- 0 3030 2861"/>
                  <a:gd name="T13" fmla="*/ T12 w 341"/>
                  <a:gd name="T14" fmla="+- 0 125 81"/>
                  <a:gd name="T15" fmla="*/ 125 h 120"/>
                  <a:gd name="T16" fmla="+- 0 3033 2861"/>
                  <a:gd name="T17" fmla="*/ T16 w 341"/>
                  <a:gd name="T18" fmla="+- 0 148 81"/>
                  <a:gd name="T19" fmla="*/ 148 h 120"/>
                  <a:gd name="T20" fmla="+- 0 3015 2861"/>
                  <a:gd name="T21" fmla="*/ T20 w 341"/>
                  <a:gd name="T22" fmla="+- 0 156 81"/>
                  <a:gd name="T23" fmla="*/ 156 h 120"/>
                  <a:gd name="T24" fmla="+- 0 3003 2861"/>
                  <a:gd name="T25" fmla="*/ T24 w 341"/>
                  <a:gd name="T26" fmla="+- 0 162 81"/>
                  <a:gd name="T27" fmla="*/ 162 h 120"/>
                  <a:gd name="T28" fmla="+- 0 2993 2861"/>
                  <a:gd name="T29" fmla="*/ T28 w 341"/>
                  <a:gd name="T30" fmla="+- 0 172 81"/>
                  <a:gd name="T31" fmla="*/ 172 h 120"/>
                  <a:gd name="T32" fmla="+- 0 2990 2861"/>
                  <a:gd name="T33" fmla="*/ T32 w 341"/>
                  <a:gd name="T34" fmla="+- 0 178 81"/>
                  <a:gd name="T35" fmla="*/ 178 h 120"/>
                  <a:gd name="T36" fmla="+- 0 2990 2861"/>
                  <a:gd name="T37" fmla="*/ T36 w 341"/>
                  <a:gd name="T38" fmla="+- 0 189 81"/>
                  <a:gd name="T39" fmla="*/ 189 h 120"/>
                  <a:gd name="T40" fmla="+- 0 2991 2861"/>
                  <a:gd name="T41" fmla="*/ T40 w 341"/>
                  <a:gd name="T42" fmla="+- 0 192 81"/>
                  <a:gd name="T43" fmla="*/ 192 h 120"/>
                  <a:gd name="T44" fmla="+- 0 2998 2861"/>
                  <a:gd name="T45" fmla="*/ T44 w 341"/>
                  <a:gd name="T46" fmla="+- 0 198 81"/>
                  <a:gd name="T47" fmla="*/ 198 h 120"/>
                  <a:gd name="T48" fmla="+- 0 3001 2861"/>
                  <a:gd name="T49" fmla="*/ T48 w 341"/>
                  <a:gd name="T50" fmla="+- 0 200 81"/>
                  <a:gd name="T51" fmla="*/ 200 h 120"/>
                  <a:gd name="T52" fmla="+- 0 3014 2861"/>
                  <a:gd name="T53" fmla="*/ T52 w 341"/>
                  <a:gd name="T54" fmla="+- 0 200 81"/>
                  <a:gd name="T55" fmla="*/ 200 h 120"/>
                  <a:gd name="T56" fmla="+- 0 3023 2861"/>
                  <a:gd name="T57" fmla="*/ T56 w 341"/>
                  <a:gd name="T58" fmla="+- 0 196 81"/>
                  <a:gd name="T59" fmla="*/ 196 h 120"/>
                  <a:gd name="T60" fmla="+- 0 3033 2861"/>
                  <a:gd name="T61" fmla="*/ T60 w 341"/>
                  <a:gd name="T62" fmla="+- 0 187 81"/>
                  <a:gd name="T63" fmla="*/ 187 h 120"/>
                  <a:gd name="T64" fmla="+- 0 3058 2861"/>
                  <a:gd name="T65" fmla="*/ T64 w 341"/>
                  <a:gd name="T66" fmla="+- 0 187 81"/>
                  <a:gd name="T67" fmla="*/ 187 h 120"/>
                  <a:gd name="T68" fmla="+- 0 3057 2861"/>
                  <a:gd name="T69" fmla="*/ T68 w 341"/>
                  <a:gd name="T70" fmla="+- 0 186 81"/>
                  <a:gd name="T71" fmla="*/ 186 h 120"/>
                  <a:gd name="T72" fmla="+- 0 3057 2861"/>
                  <a:gd name="T73" fmla="*/ T72 w 341"/>
                  <a:gd name="T74" fmla="+- 0 185 81"/>
                  <a:gd name="T75" fmla="*/ 185 h 120"/>
                  <a:gd name="T76" fmla="+- 0 3020 2861"/>
                  <a:gd name="T77" fmla="*/ T76 w 341"/>
                  <a:gd name="T78" fmla="+- 0 185 81"/>
                  <a:gd name="T79" fmla="*/ 185 h 120"/>
                  <a:gd name="T80" fmla="+- 0 3018 2861"/>
                  <a:gd name="T81" fmla="*/ T80 w 341"/>
                  <a:gd name="T82" fmla="+- 0 185 81"/>
                  <a:gd name="T83" fmla="*/ 185 h 120"/>
                  <a:gd name="T84" fmla="+- 0 3015 2861"/>
                  <a:gd name="T85" fmla="*/ T84 w 341"/>
                  <a:gd name="T86" fmla="+- 0 181 81"/>
                  <a:gd name="T87" fmla="*/ 181 h 120"/>
                  <a:gd name="T88" fmla="+- 0 3014 2861"/>
                  <a:gd name="T89" fmla="*/ T88 w 341"/>
                  <a:gd name="T90" fmla="+- 0 179 81"/>
                  <a:gd name="T91" fmla="*/ 179 h 120"/>
                  <a:gd name="T92" fmla="+- 0 3014 2861"/>
                  <a:gd name="T93" fmla="*/ T92 w 341"/>
                  <a:gd name="T94" fmla="+- 0 173 81"/>
                  <a:gd name="T95" fmla="*/ 173 h 120"/>
                  <a:gd name="T96" fmla="+- 0 3015 2861"/>
                  <a:gd name="T97" fmla="*/ T96 w 341"/>
                  <a:gd name="T98" fmla="+- 0 170 81"/>
                  <a:gd name="T99" fmla="*/ 170 h 120"/>
                  <a:gd name="T100" fmla="+- 0 3020 2861"/>
                  <a:gd name="T101" fmla="*/ T100 w 341"/>
                  <a:gd name="T102" fmla="+- 0 162 81"/>
                  <a:gd name="T103" fmla="*/ 162 h 120"/>
                  <a:gd name="T104" fmla="+- 0 3026 2861"/>
                  <a:gd name="T105" fmla="*/ T104 w 341"/>
                  <a:gd name="T106" fmla="+- 0 157 81"/>
                  <a:gd name="T107" fmla="*/ 157 h 120"/>
                  <a:gd name="T108" fmla="+- 0 3033 2861"/>
                  <a:gd name="T109" fmla="*/ T108 w 341"/>
                  <a:gd name="T110" fmla="+- 0 153 81"/>
                  <a:gd name="T111" fmla="*/ 153 h 120"/>
                  <a:gd name="T112" fmla="+- 0 3057 2861"/>
                  <a:gd name="T113" fmla="*/ T112 w 341"/>
                  <a:gd name="T114" fmla="+- 0 153 81"/>
                  <a:gd name="T115" fmla="*/ 153 h 120"/>
                  <a:gd name="T116" fmla="+- 0 3057 2861"/>
                  <a:gd name="T117" fmla="*/ T116 w 341"/>
                  <a:gd name="T118" fmla="+- 0 137 81"/>
                  <a:gd name="T119" fmla="*/ 137 h 120"/>
                  <a:gd name="T120" fmla="+- 0 3056 2861"/>
                  <a:gd name="T121" fmla="*/ T120 w 341"/>
                  <a:gd name="T122" fmla="+- 0 133 81"/>
                  <a:gd name="T123" fmla="*/ 133 h 120"/>
                  <a:gd name="T124" fmla="+- 0 3054 2861"/>
                  <a:gd name="T125" fmla="*/ T124 w 341"/>
                  <a:gd name="T126" fmla="+- 0 127 81"/>
                  <a:gd name="T127" fmla="*/ 127 h 120"/>
                  <a:gd name="T128" fmla="+- 0 3051 2861"/>
                  <a:gd name="T129" fmla="*/ T128 w 341"/>
                  <a:gd name="T130" fmla="+- 0 123 81"/>
                  <a:gd name="T131" fmla="*/ 123 h 120"/>
                  <a:gd name="T132" fmla="+- 0 3049 2861"/>
                  <a:gd name="T133" fmla="*/ T132 w 341"/>
                  <a:gd name="T134" fmla="+- 0 122 81"/>
                  <a:gd name="T135" fmla="*/ 12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Lst>
                <a:rect l="0" t="0" r="r" b="b"/>
                <a:pathLst>
                  <a:path w="341" h="120">
                    <a:moveTo>
                      <a:pt x="188" y="41"/>
                    </a:moveTo>
                    <a:lnTo>
                      <a:pt x="163" y="41"/>
                    </a:lnTo>
                    <a:lnTo>
                      <a:pt x="165" y="42"/>
                    </a:lnTo>
                    <a:lnTo>
                      <a:pt x="169" y="44"/>
                    </a:lnTo>
                    <a:lnTo>
                      <a:pt x="172" y="67"/>
                    </a:lnTo>
                    <a:lnTo>
                      <a:pt x="154" y="75"/>
                    </a:lnTo>
                    <a:lnTo>
                      <a:pt x="142" y="81"/>
                    </a:lnTo>
                    <a:lnTo>
                      <a:pt x="132" y="91"/>
                    </a:lnTo>
                    <a:lnTo>
                      <a:pt x="129" y="97"/>
                    </a:lnTo>
                    <a:lnTo>
                      <a:pt x="129" y="108"/>
                    </a:lnTo>
                    <a:lnTo>
                      <a:pt x="130" y="111"/>
                    </a:lnTo>
                    <a:lnTo>
                      <a:pt x="137" y="117"/>
                    </a:lnTo>
                    <a:lnTo>
                      <a:pt x="140" y="119"/>
                    </a:lnTo>
                    <a:lnTo>
                      <a:pt x="153" y="119"/>
                    </a:lnTo>
                    <a:lnTo>
                      <a:pt x="162" y="115"/>
                    </a:lnTo>
                    <a:lnTo>
                      <a:pt x="172" y="106"/>
                    </a:lnTo>
                    <a:lnTo>
                      <a:pt x="197" y="106"/>
                    </a:lnTo>
                    <a:lnTo>
                      <a:pt x="196" y="105"/>
                    </a:lnTo>
                    <a:lnTo>
                      <a:pt x="196" y="104"/>
                    </a:lnTo>
                    <a:lnTo>
                      <a:pt x="159" y="104"/>
                    </a:lnTo>
                    <a:lnTo>
                      <a:pt x="157" y="104"/>
                    </a:lnTo>
                    <a:lnTo>
                      <a:pt x="154" y="100"/>
                    </a:lnTo>
                    <a:lnTo>
                      <a:pt x="153" y="98"/>
                    </a:lnTo>
                    <a:lnTo>
                      <a:pt x="153" y="92"/>
                    </a:lnTo>
                    <a:lnTo>
                      <a:pt x="154" y="89"/>
                    </a:lnTo>
                    <a:lnTo>
                      <a:pt x="159" y="81"/>
                    </a:lnTo>
                    <a:lnTo>
                      <a:pt x="165" y="76"/>
                    </a:lnTo>
                    <a:lnTo>
                      <a:pt x="172" y="72"/>
                    </a:lnTo>
                    <a:lnTo>
                      <a:pt x="196" y="72"/>
                    </a:lnTo>
                    <a:lnTo>
                      <a:pt x="196" y="56"/>
                    </a:lnTo>
                    <a:lnTo>
                      <a:pt x="195" y="52"/>
                    </a:lnTo>
                    <a:lnTo>
                      <a:pt x="193" y="46"/>
                    </a:lnTo>
                    <a:lnTo>
                      <a:pt x="190" y="42"/>
                    </a:lnTo>
                    <a:lnTo>
                      <a:pt x="188"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0" name="Freeform 3107">
                <a:extLst>
                  <a:ext uri="{FF2B5EF4-FFF2-40B4-BE49-F238E27FC236}">
                    <a16:creationId xmlns:a16="http://schemas.microsoft.com/office/drawing/2014/main" id="{1EE84C54-99E1-1974-0953-F3AC3B38DFDC}"/>
                  </a:ext>
                </a:extLst>
              </p:cNvPr>
              <p:cNvSpPr>
                <a:spLocks/>
              </p:cNvSpPr>
              <p:nvPr/>
            </p:nvSpPr>
            <p:spPr bwMode="auto">
              <a:xfrm>
                <a:off x="2861" y="81"/>
                <a:ext cx="341" cy="120"/>
              </a:xfrm>
              <a:custGeom>
                <a:avLst/>
                <a:gdLst>
                  <a:gd name="T0" fmla="+- 0 3058 2861"/>
                  <a:gd name="T1" fmla="*/ T0 w 341"/>
                  <a:gd name="T2" fmla="+- 0 187 81"/>
                  <a:gd name="T3" fmla="*/ 187 h 120"/>
                  <a:gd name="T4" fmla="+- 0 3033 2861"/>
                  <a:gd name="T5" fmla="*/ T4 w 341"/>
                  <a:gd name="T6" fmla="+- 0 187 81"/>
                  <a:gd name="T7" fmla="*/ 187 h 120"/>
                  <a:gd name="T8" fmla="+- 0 3033 2861"/>
                  <a:gd name="T9" fmla="*/ T8 w 341"/>
                  <a:gd name="T10" fmla="+- 0 191 81"/>
                  <a:gd name="T11" fmla="*/ 191 h 120"/>
                  <a:gd name="T12" fmla="+- 0 3035 2861"/>
                  <a:gd name="T13" fmla="*/ T12 w 341"/>
                  <a:gd name="T14" fmla="+- 0 195 81"/>
                  <a:gd name="T15" fmla="*/ 195 h 120"/>
                  <a:gd name="T16" fmla="+- 0 3040 2861"/>
                  <a:gd name="T17" fmla="*/ T16 w 341"/>
                  <a:gd name="T18" fmla="+- 0 199 81"/>
                  <a:gd name="T19" fmla="*/ 199 h 120"/>
                  <a:gd name="T20" fmla="+- 0 3044 2861"/>
                  <a:gd name="T21" fmla="*/ T20 w 341"/>
                  <a:gd name="T22" fmla="+- 0 200 81"/>
                  <a:gd name="T23" fmla="*/ 200 h 120"/>
                  <a:gd name="T24" fmla="+- 0 3052 2861"/>
                  <a:gd name="T25" fmla="*/ T24 w 341"/>
                  <a:gd name="T26" fmla="+- 0 200 81"/>
                  <a:gd name="T27" fmla="*/ 200 h 120"/>
                  <a:gd name="T28" fmla="+- 0 3067 2861"/>
                  <a:gd name="T29" fmla="*/ T28 w 341"/>
                  <a:gd name="T30" fmla="+- 0 189 81"/>
                  <a:gd name="T31" fmla="*/ 189 h 120"/>
                  <a:gd name="T32" fmla="+- 0 3061 2861"/>
                  <a:gd name="T33" fmla="*/ T32 w 341"/>
                  <a:gd name="T34" fmla="+- 0 189 81"/>
                  <a:gd name="T35" fmla="*/ 189 h 120"/>
                  <a:gd name="T36" fmla="+- 0 3059 2861"/>
                  <a:gd name="T37" fmla="*/ T36 w 341"/>
                  <a:gd name="T38" fmla="+- 0 188 81"/>
                  <a:gd name="T39" fmla="*/ 188 h 120"/>
                  <a:gd name="T40" fmla="+- 0 3058 2861"/>
                  <a:gd name="T41" fmla="*/ T40 w 341"/>
                  <a:gd name="T42" fmla="+- 0 187 81"/>
                  <a:gd name="T43" fmla="*/ 187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341" h="120">
                    <a:moveTo>
                      <a:pt x="197" y="106"/>
                    </a:moveTo>
                    <a:lnTo>
                      <a:pt x="172" y="106"/>
                    </a:lnTo>
                    <a:lnTo>
                      <a:pt x="172" y="110"/>
                    </a:lnTo>
                    <a:lnTo>
                      <a:pt x="174" y="114"/>
                    </a:lnTo>
                    <a:lnTo>
                      <a:pt x="179" y="118"/>
                    </a:lnTo>
                    <a:lnTo>
                      <a:pt x="183" y="119"/>
                    </a:lnTo>
                    <a:lnTo>
                      <a:pt x="191" y="119"/>
                    </a:lnTo>
                    <a:lnTo>
                      <a:pt x="206" y="108"/>
                    </a:lnTo>
                    <a:lnTo>
                      <a:pt x="200" y="108"/>
                    </a:lnTo>
                    <a:lnTo>
                      <a:pt x="198" y="107"/>
                    </a:lnTo>
                    <a:lnTo>
                      <a:pt x="197"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1" name="Freeform 3108">
                <a:extLst>
                  <a:ext uri="{FF2B5EF4-FFF2-40B4-BE49-F238E27FC236}">
                    <a16:creationId xmlns:a16="http://schemas.microsoft.com/office/drawing/2014/main" id="{4F51E0C5-9C40-828D-AE80-C35CD5EA9FE6}"/>
                  </a:ext>
                </a:extLst>
              </p:cNvPr>
              <p:cNvSpPr>
                <a:spLocks/>
              </p:cNvSpPr>
              <p:nvPr/>
            </p:nvSpPr>
            <p:spPr bwMode="auto">
              <a:xfrm>
                <a:off x="2861" y="81"/>
                <a:ext cx="341" cy="120"/>
              </a:xfrm>
              <a:custGeom>
                <a:avLst/>
                <a:gdLst>
                  <a:gd name="T0" fmla="+- 0 3065 2861"/>
                  <a:gd name="T1" fmla="*/ T0 w 341"/>
                  <a:gd name="T2" fmla="+- 0 186 81"/>
                  <a:gd name="T3" fmla="*/ 186 h 120"/>
                  <a:gd name="T4" fmla="+- 0 3064 2861"/>
                  <a:gd name="T5" fmla="*/ T4 w 341"/>
                  <a:gd name="T6" fmla="+- 0 188 81"/>
                  <a:gd name="T7" fmla="*/ 188 h 120"/>
                  <a:gd name="T8" fmla="+- 0 3062 2861"/>
                  <a:gd name="T9" fmla="*/ T8 w 341"/>
                  <a:gd name="T10" fmla="+- 0 189 81"/>
                  <a:gd name="T11" fmla="*/ 189 h 120"/>
                  <a:gd name="T12" fmla="+- 0 3067 2861"/>
                  <a:gd name="T13" fmla="*/ T12 w 341"/>
                  <a:gd name="T14" fmla="+- 0 189 81"/>
                  <a:gd name="T15" fmla="*/ 189 h 120"/>
                  <a:gd name="T16" fmla="+- 0 3068 2861"/>
                  <a:gd name="T17" fmla="*/ T16 w 341"/>
                  <a:gd name="T18" fmla="+- 0 188 81"/>
                  <a:gd name="T19" fmla="*/ 188 h 120"/>
                  <a:gd name="T20" fmla="+- 0 3065 2861"/>
                  <a:gd name="T21" fmla="*/ T20 w 341"/>
                  <a:gd name="T22" fmla="+- 0 186 81"/>
                  <a:gd name="T23" fmla="*/ 186 h 120"/>
                </a:gdLst>
                <a:ahLst/>
                <a:cxnLst>
                  <a:cxn ang="0">
                    <a:pos x="T1" y="T3"/>
                  </a:cxn>
                  <a:cxn ang="0">
                    <a:pos x="T5" y="T7"/>
                  </a:cxn>
                  <a:cxn ang="0">
                    <a:pos x="T9" y="T11"/>
                  </a:cxn>
                  <a:cxn ang="0">
                    <a:pos x="T13" y="T15"/>
                  </a:cxn>
                  <a:cxn ang="0">
                    <a:pos x="T17" y="T19"/>
                  </a:cxn>
                  <a:cxn ang="0">
                    <a:pos x="T21" y="T23"/>
                  </a:cxn>
                </a:cxnLst>
                <a:rect l="0" t="0" r="r" b="b"/>
                <a:pathLst>
                  <a:path w="341" h="120">
                    <a:moveTo>
                      <a:pt x="204" y="105"/>
                    </a:moveTo>
                    <a:lnTo>
                      <a:pt x="203" y="107"/>
                    </a:lnTo>
                    <a:lnTo>
                      <a:pt x="201" y="108"/>
                    </a:lnTo>
                    <a:lnTo>
                      <a:pt x="206" y="108"/>
                    </a:lnTo>
                    <a:lnTo>
                      <a:pt x="207" y="107"/>
                    </a:lnTo>
                    <a:lnTo>
                      <a:pt x="204"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2" name="Freeform 3109">
                <a:extLst>
                  <a:ext uri="{FF2B5EF4-FFF2-40B4-BE49-F238E27FC236}">
                    <a16:creationId xmlns:a16="http://schemas.microsoft.com/office/drawing/2014/main" id="{A04033F7-DEE2-5703-4703-36821F54E594}"/>
                  </a:ext>
                </a:extLst>
              </p:cNvPr>
              <p:cNvSpPr>
                <a:spLocks/>
              </p:cNvSpPr>
              <p:nvPr/>
            </p:nvSpPr>
            <p:spPr bwMode="auto">
              <a:xfrm>
                <a:off x="2861" y="81"/>
                <a:ext cx="341" cy="120"/>
              </a:xfrm>
              <a:custGeom>
                <a:avLst/>
                <a:gdLst>
                  <a:gd name="T0" fmla="+- 0 3057 2861"/>
                  <a:gd name="T1" fmla="*/ T0 w 341"/>
                  <a:gd name="T2" fmla="+- 0 153 81"/>
                  <a:gd name="T3" fmla="*/ 153 h 120"/>
                  <a:gd name="T4" fmla="+- 0 3033 2861"/>
                  <a:gd name="T5" fmla="*/ T4 w 341"/>
                  <a:gd name="T6" fmla="+- 0 153 81"/>
                  <a:gd name="T7" fmla="*/ 153 h 120"/>
                  <a:gd name="T8" fmla="+- 0 3033 2861"/>
                  <a:gd name="T9" fmla="*/ T8 w 341"/>
                  <a:gd name="T10" fmla="+- 0 180 81"/>
                  <a:gd name="T11" fmla="*/ 180 h 120"/>
                  <a:gd name="T12" fmla="+- 0 3029 2861"/>
                  <a:gd name="T13" fmla="*/ T12 w 341"/>
                  <a:gd name="T14" fmla="+- 0 184 81"/>
                  <a:gd name="T15" fmla="*/ 184 h 120"/>
                  <a:gd name="T16" fmla="+- 0 3026 2861"/>
                  <a:gd name="T17" fmla="*/ T16 w 341"/>
                  <a:gd name="T18" fmla="+- 0 185 81"/>
                  <a:gd name="T19" fmla="*/ 185 h 120"/>
                  <a:gd name="T20" fmla="+- 0 3057 2861"/>
                  <a:gd name="T21" fmla="*/ T20 w 341"/>
                  <a:gd name="T22" fmla="+- 0 185 81"/>
                  <a:gd name="T23" fmla="*/ 185 h 120"/>
                  <a:gd name="T24" fmla="+- 0 3057 2861"/>
                  <a:gd name="T25" fmla="*/ T24 w 341"/>
                  <a:gd name="T26" fmla="+- 0 153 81"/>
                  <a:gd name="T27" fmla="*/ 153 h 120"/>
                </a:gdLst>
                <a:ahLst/>
                <a:cxnLst>
                  <a:cxn ang="0">
                    <a:pos x="T1" y="T3"/>
                  </a:cxn>
                  <a:cxn ang="0">
                    <a:pos x="T5" y="T7"/>
                  </a:cxn>
                  <a:cxn ang="0">
                    <a:pos x="T9" y="T11"/>
                  </a:cxn>
                  <a:cxn ang="0">
                    <a:pos x="T13" y="T15"/>
                  </a:cxn>
                  <a:cxn ang="0">
                    <a:pos x="T17" y="T19"/>
                  </a:cxn>
                  <a:cxn ang="0">
                    <a:pos x="T21" y="T23"/>
                  </a:cxn>
                  <a:cxn ang="0">
                    <a:pos x="T25" y="T27"/>
                  </a:cxn>
                </a:cxnLst>
                <a:rect l="0" t="0" r="r" b="b"/>
                <a:pathLst>
                  <a:path w="341" h="120">
                    <a:moveTo>
                      <a:pt x="196" y="72"/>
                    </a:moveTo>
                    <a:lnTo>
                      <a:pt x="172" y="72"/>
                    </a:lnTo>
                    <a:lnTo>
                      <a:pt x="172" y="99"/>
                    </a:lnTo>
                    <a:lnTo>
                      <a:pt x="168" y="103"/>
                    </a:lnTo>
                    <a:lnTo>
                      <a:pt x="165" y="104"/>
                    </a:lnTo>
                    <a:lnTo>
                      <a:pt x="196" y="104"/>
                    </a:lnTo>
                    <a:lnTo>
                      <a:pt x="19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3" name="Freeform 3110">
                <a:extLst>
                  <a:ext uri="{FF2B5EF4-FFF2-40B4-BE49-F238E27FC236}">
                    <a16:creationId xmlns:a16="http://schemas.microsoft.com/office/drawing/2014/main" id="{05243B64-0ED2-5961-88DD-0327360610F7}"/>
                  </a:ext>
                </a:extLst>
              </p:cNvPr>
              <p:cNvSpPr>
                <a:spLocks/>
              </p:cNvSpPr>
              <p:nvPr/>
            </p:nvSpPr>
            <p:spPr bwMode="auto">
              <a:xfrm>
                <a:off x="2861" y="81"/>
                <a:ext cx="341" cy="120"/>
              </a:xfrm>
              <a:custGeom>
                <a:avLst/>
                <a:gdLst>
                  <a:gd name="T0" fmla="+- 0 3036 2861"/>
                  <a:gd name="T1" fmla="*/ T0 w 341"/>
                  <a:gd name="T2" fmla="+- 0 115 81"/>
                  <a:gd name="T3" fmla="*/ 115 h 120"/>
                  <a:gd name="T4" fmla="+- 0 3022 2861"/>
                  <a:gd name="T5" fmla="*/ T4 w 341"/>
                  <a:gd name="T6" fmla="+- 0 115 81"/>
                  <a:gd name="T7" fmla="*/ 115 h 120"/>
                  <a:gd name="T8" fmla="+- 0 3016 2861"/>
                  <a:gd name="T9" fmla="*/ T8 w 341"/>
                  <a:gd name="T10" fmla="+- 0 116 81"/>
                  <a:gd name="T11" fmla="*/ 116 h 120"/>
                  <a:gd name="T12" fmla="+- 0 3004 2861"/>
                  <a:gd name="T13" fmla="*/ T12 w 341"/>
                  <a:gd name="T14" fmla="+- 0 120 81"/>
                  <a:gd name="T15" fmla="*/ 120 h 120"/>
                  <a:gd name="T16" fmla="+- 0 3000 2861"/>
                  <a:gd name="T17" fmla="*/ T16 w 341"/>
                  <a:gd name="T18" fmla="+- 0 123 81"/>
                  <a:gd name="T19" fmla="*/ 123 h 120"/>
                  <a:gd name="T20" fmla="+- 0 2993 2861"/>
                  <a:gd name="T21" fmla="*/ T20 w 341"/>
                  <a:gd name="T22" fmla="+- 0 131 81"/>
                  <a:gd name="T23" fmla="*/ 131 h 120"/>
                  <a:gd name="T24" fmla="+- 0 2992 2861"/>
                  <a:gd name="T25" fmla="*/ T24 w 341"/>
                  <a:gd name="T26" fmla="+- 0 135 81"/>
                  <a:gd name="T27" fmla="*/ 135 h 120"/>
                  <a:gd name="T28" fmla="+- 0 2992 2861"/>
                  <a:gd name="T29" fmla="*/ T28 w 341"/>
                  <a:gd name="T30" fmla="+- 0 142 81"/>
                  <a:gd name="T31" fmla="*/ 142 h 120"/>
                  <a:gd name="T32" fmla="+- 0 2993 2861"/>
                  <a:gd name="T33" fmla="*/ T32 w 341"/>
                  <a:gd name="T34" fmla="+- 0 145 81"/>
                  <a:gd name="T35" fmla="*/ 145 h 120"/>
                  <a:gd name="T36" fmla="+- 0 2998 2861"/>
                  <a:gd name="T37" fmla="*/ T36 w 341"/>
                  <a:gd name="T38" fmla="+- 0 149 81"/>
                  <a:gd name="T39" fmla="*/ 149 h 120"/>
                  <a:gd name="T40" fmla="+- 0 3001 2861"/>
                  <a:gd name="T41" fmla="*/ T40 w 341"/>
                  <a:gd name="T42" fmla="+- 0 150 81"/>
                  <a:gd name="T43" fmla="*/ 150 h 120"/>
                  <a:gd name="T44" fmla="+- 0 3008 2861"/>
                  <a:gd name="T45" fmla="*/ T44 w 341"/>
                  <a:gd name="T46" fmla="+- 0 150 81"/>
                  <a:gd name="T47" fmla="*/ 150 h 120"/>
                  <a:gd name="T48" fmla="+- 0 3011 2861"/>
                  <a:gd name="T49" fmla="*/ T48 w 341"/>
                  <a:gd name="T50" fmla="+- 0 131 81"/>
                  <a:gd name="T51" fmla="*/ 131 h 120"/>
                  <a:gd name="T52" fmla="+- 0 3010 2861"/>
                  <a:gd name="T53" fmla="*/ T52 w 341"/>
                  <a:gd name="T54" fmla="+- 0 129 81"/>
                  <a:gd name="T55" fmla="*/ 129 h 120"/>
                  <a:gd name="T56" fmla="+- 0 3010 2861"/>
                  <a:gd name="T57" fmla="*/ T56 w 341"/>
                  <a:gd name="T58" fmla="+- 0 128 81"/>
                  <a:gd name="T59" fmla="*/ 128 h 120"/>
                  <a:gd name="T60" fmla="+- 0 3012 2861"/>
                  <a:gd name="T61" fmla="*/ T60 w 341"/>
                  <a:gd name="T62" fmla="+- 0 124 81"/>
                  <a:gd name="T63" fmla="*/ 124 h 120"/>
                  <a:gd name="T64" fmla="+- 0 3015 2861"/>
                  <a:gd name="T65" fmla="*/ T64 w 341"/>
                  <a:gd name="T66" fmla="+- 0 123 81"/>
                  <a:gd name="T67" fmla="*/ 123 h 120"/>
                  <a:gd name="T68" fmla="+- 0 3018 2861"/>
                  <a:gd name="T69" fmla="*/ T68 w 341"/>
                  <a:gd name="T70" fmla="+- 0 122 81"/>
                  <a:gd name="T71" fmla="*/ 122 h 120"/>
                  <a:gd name="T72" fmla="+- 0 3049 2861"/>
                  <a:gd name="T73" fmla="*/ T72 w 341"/>
                  <a:gd name="T74" fmla="+- 0 122 81"/>
                  <a:gd name="T75" fmla="*/ 122 h 120"/>
                  <a:gd name="T76" fmla="+- 0 3042 2861"/>
                  <a:gd name="T77" fmla="*/ T76 w 341"/>
                  <a:gd name="T78" fmla="+- 0 117 81"/>
                  <a:gd name="T79" fmla="*/ 117 h 120"/>
                  <a:gd name="T80" fmla="+- 0 3036 2861"/>
                  <a:gd name="T81" fmla="*/ T80 w 341"/>
                  <a:gd name="T82" fmla="+- 0 115 81"/>
                  <a:gd name="T83"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Lst>
                <a:rect l="0" t="0" r="r" b="b"/>
                <a:pathLst>
                  <a:path w="341" h="120">
                    <a:moveTo>
                      <a:pt x="175" y="34"/>
                    </a:moveTo>
                    <a:lnTo>
                      <a:pt x="161" y="34"/>
                    </a:lnTo>
                    <a:lnTo>
                      <a:pt x="155" y="35"/>
                    </a:lnTo>
                    <a:lnTo>
                      <a:pt x="143" y="39"/>
                    </a:lnTo>
                    <a:lnTo>
                      <a:pt x="139" y="42"/>
                    </a:lnTo>
                    <a:lnTo>
                      <a:pt x="132" y="50"/>
                    </a:lnTo>
                    <a:lnTo>
                      <a:pt x="131" y="54"/>
                    </a:lnTo>
                    <a:lnTo>
                      <a:pt x="131" y="61"/>
                    </a:lnTo>
                    <a:lnTo>
                      <a:pt x="132" y="64"/>
                    </a:lnTo>
                    <a:lnTo>
                      <a:pt x="137" y="68"/>
                    </a:lnTo>
                    <a:lnTo>
                      <a:pt x="140" y="69"/>
                    </a:lnTo>
                    <a:lnTo>
                      <a:pt x="147" y="69"/>
                    </a:lnTo>
                    <a:lnTo>
                      <a:pt x="150" y="50"/>
                    </a:lnTo>
                    <a:lnTo>
                      <a:pt x="149" y="48"/>
                    </a:lnTo>
                    <a:lnTo>
                      <a:pt x="149" y="47"/>
                    </a:lnTo>
                    <a:lnTo>
                      <a:pt x="151" y="43"/>
                    </a:lnTo>
                    <a:lnTo>
                      <a:pt x="154" y="42"/>
                    </a:lnTo>
                    <a:lnTo>
                      <a:pt x="157" y="41"/>
                    </a:lnTo>
                    <a:lnTo>
                      <a:pt x="188" y="41"/>
                    </a:lnTo>
                    <a:lnTo>
                      <a:pt x="181" y="36"/>
                    </a:lnTo>
                    <a:lnTo>
                      <a:pt x="175"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4" name="Freeform 3111">
                <a:extLst>
                  <a:ext uri="{FF2B5EF4-FFF2-40B4-BE49-F238E27FC236}">
                    <a16:creationId xmlns:a16="http://schemas.microsoft.com/office/drawing/2014/main" id="{8F39016B-2647-1869-50C1-A0F8A8DA6AA1}"/>
                  </a:ext>
                </a:extLst>
              </p:cNvPr>
              <p:cNvSpPr>
                <a:spLocks/>
              </p:cNvSpPr>
              <p:nvPr/>
            </p:nvSpPr>
            <p:spPr bwMode="auto">
              <a:xfrm>
                <a:off x="2861" y="81"/>
                <a:ext cx="341" cy="120"/>
              </a:xfrm>
              <a:custGeom>
                <a:avLst/>
                <a:gdLst>
                  <a:gd name="T0" fmla="+- 0 3122 2861"/>
                  <a:gd name="T1" fmla="*/ T0 w 341"/>
                  <a:gd name="T2" fmla="+- 0 197 81"/>
                  <a:gd name="T3" fmla="*/ 197 h 120"/>
                  <a:gd name="T4" fmla="+- 0 3087 2861"/>
                  <a:gd name="T5" fmla="*/ T4 w 341"/>
                  <a:gd name="T6" fmla="+- 0 197 81"/>
                  <a:gd name="T7" fmla="*/ 197 h 120"/>
                  <a:gd name="T8" fmla="+- 0 3091 2861"/>
                  <a:gd name="T9" fmla="*/ T8 w 341"/>
                  <a:gd name="T10" fmla="+- 0 198 81"/>
                  <a:gd name="T11" fmla="*/ 198 h 120"/>
                  <a:gd name="T12" fmla="+- 0 3097 2861"/>
                  <a:gd name="T13" fmla="*/ T12 w 341"/>
                  <a:gd name="T14" fmla="+- 0 200 81"/>
                  <a:gd name="T15" fmla="*/ 200 h 120"/>
                  <a:gd name="T16" fmla="+- 0 3102 2861"/>
                  <a:gd name="T17" fmla="*/ T16 w 341"/>
                  <a:gd name="T18" fmla="+- 0 201 81"/>
                  <a:gd name="T19" fmla="*/ 201 h 120"/>
                  <a:gd name="T20" fmla="+- 0 3111 2861"/>
                  <a:gd name="T21" fmla="*/ T20 w 341"/>
                  <a:gd name="T22" fmla="+- 0 201 81"/>
                  <a:gd name="T23" fmla="*/ 201 h 120"/>
                  <a:gd name="T24" fmla="+- 0 3116 2861"/>
                  <a:gd name="T25" fmla="*/ T24 w 341"/>
                  <a:gd name="T26" fmla="+- 0 200 81"/>
                  <a:gd name="T27" fmla="*/ 200 h 120"/>
                  <a:gd name="T28" fmla="+- 0 3122 2861"/>
                  <a:gd name="T29" fmla="*/ T28 w 341"/>
                  <a:gd name="T30" fmla="+- 0 197 81"/>
                  <a:gd name="T31" fmla="*/ 197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1" y="116"/>
                    </a:moveTo>
                    <a:lnTo>
                      <a:pt x="226" y="116"/>
                    </a:lnTo>
                    <a:lnTo>
                      <a:pt x="230" y="117"/>
                    </a:lnTo>
                    <a:lnTo>
                      <a:pt x="236" y="119"/>
                    </a:lnTo>
                    <a:lnTo>
                      <a:pt x="241" y="120"/>
                    </a:lnTo>
                    <a:lnTo>
                      <a:pt x="250" y="120"/>
                    </a:lnTo>
                    <a:lnTo>
                      <a:pt x="255" y="119"/>
                    </a:lnTo>
                    <a:lnTo>
                      <a:pt x="261"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5" name="Freeform 3112">
                <a:extLst>
                  <a:ext uri="{FF2B5EF4-FFF2-40B4-BE49-F238E27FC236}">
                    <a16:creationId xmlns:a16="http://schemas.microsoft.com/office/drawing/2014/main" id="{1438EC66-E2A5-59E7-21C8-2D4B3362C5EF}"/>
                  </a:ext>
                </a:extLst>
              </p:cNvPr>
              <p:cNvSpPr>
                <a:spLocks/>
              </p:cNvSpPr>
              <p:nvPr/>
            </p:nvSpPr>
            <p:spPr bwMode="auto">
              <a:xfrm>
                <a:off x="2861" y="81"/>
                <a:ext cx="341" cy="120"/>
              </a:xfrm>
              <a:custGeom>
                <a:avLst/>
                <a:gdLst>
                  <a:gd name="T0" fmla="+- 0 3081 2861"/>
                  <a:gd name="T1" fmla="*/ T0 w 341"/>
                  <a:gd name="T2" fmla="+- 0 172 81"/>
                  <a:gd name="T3" fmla="*/ 172 h 120"/>
                  <a:gd name="T4" fmla="+- 0 3078 2861"/>
                  <a:gd name="T5" fmla="*/ T4 w 341"/>
                  <a:gd name="T6" fmla="+- 0 172 81"/>
                  <a:gd name="T7" fmla="*/ 172 h 120"/>
                  <a:gd name="T8" fmla="+- 0 3079 2861"/>
                  <a:gd name="T9" fmla="*/ T8 w 341"/>
                  <a:gd name="T10" fmla="+- 0 201 81"/>
                  <a:gd name="T11" fmla="*/ 201 h 120"/>
                  <a:gd name="T12" fmla="+- 0 3082 2861"/>
                  <a:gd name="T13" fmla="*/ T12 w 341"/>
                  <a:gd name="T14" fmla="+- 0 201 81"/>
                  <a:gd name="T15" fmla="*/ 201 h 120"/>
                  <a:gd name="T16" fmla="+- 0 3083 2861"/>
                  <a:gd name="T17" fmla="*/ T16 w 341"/>
                  <a:gd name="T18" fmla="+- 0 198 81"/>
                  <a:gd name="T19" fmla="*/ 198 h 120"/>
                  <a:gd name="T20" fmla="+- 0 3085 2861"/>
                  <a:gd name="T21" fmla="*/ T20 w 341"/>
                  <a:gd name="T22" fmla="+- 0 197 81"/>
                  <a:gd name="T23" fmla="*/ 197 h 120"/>
                  <a:gd name="T24" fmla="+- 0 3122 2861"/>
                  <a:gd name="T25" fmla="*/ T24 w 341"/>
                  <a:gd name="T26" fmla="+- 0 197 81"/>
                  <a:gd name="T27" fmla="*/ 197 h 120"/>
                  <a:gd name="T28" fmla="+- 0 3124 2861"/>
                  <a:gd name="T29" fmla="*/ T28 w 341"/>
                  <a:gd name="T30" fmla="+- 0 195 81"/>
                  <a:gd name="T31" fmla="*/ 195 h 120"/>
                  <a:gd name="T32" fmla="+- 0 3124 2861"/>
                  <a:gd name="T33" fmla="*/ T32 w 341"/>
                  <a:gd name="T34" fmla="+- 0 195 81"/>
                  <a:gd name="T35" fmla="*/ 195 h 120"/>
                  <a:gd name="T36" fmla="+- 0 3100 2861"/>
                  <a:gd name="T37" fmla="*/ T36 w 341"/>
                  <a:gd name="T38" fmla="+- 0 195 81"/>
                  <a:gd name="T39" fmla="*/ 195 h 120"/>
                  <a:gd name="T40" fmla="+- 0 3096 2861"/>
                  <a:gd name="T41" fmla="*/ T40 w 341"/>
                  <a:gd name="T42" fmla="+- 0 193 81"/>
                  <a:gd name="T43" fmla="*/ 193 h 120"/>
                  <a:gd name="T44" fmla="+- 0 3087 2861"/>
                  <a:gd name="T45" fmla="*/ T44 w 341"/>
                  <a:gd name="T46" fmla="+- 0 185 81"/>
                  <a:gd name="T47" fmla="*/ 185 h 120"/>
                  <a:gd name="T48" fmla="+- 0 3084 2861"/>
                  <a:gd name="T49" fmla="*/ T48 w 341"/>
                  <a:gd name="T50" fmla="+- 0 179 81"/>
                  <a:gd name="T51" fmla="*/ 179 h 120"/>
                  <a:gd name="T52" fmla="+- 0 3081 2861"/>
                  <a:gd name="T53" fmla="*/ T52 w 341"/>
                  <a:gd name="T54" fmla="+- 0 172 81"/>
                  <a:gd name="T55" fmla="*/ 17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41" h="120">
                    <a:moveTo>
                      <a:pt x="220" y="91"/>
                    </a:moveTo>
                    <a:lnTo>
                      <a:pt x="217" y="91"/>
                    </a:lnTo>
                    <a:lnTo>
                      <a:pt x="218" y="120"/>
                    </a:lnTo>
                    <a:lnTo>
                      <a:pt x="221" y="120"/>
                    </a:lnTo>
                    <a:lnTo>
                      <a:pt x="222" y="117"/>
                    </a:lnTo>
                    <a:lnTo>
                      <a:pt x="224" y="116"/>
                    </a:lnTo>
                    <a:lnTo>
                      <a:pt x="261" y="116"/>
                    </a:lnTo>
                    <a:lnTo>
                      <a:pt x="263" y="114"/>
                    </a:lnTo>
                    <a:lnTo>
                      <a:pt x="239" y="114"/>
                    </a:lnTo>
                    <a:lnTo>
                      <a:pt x="235" y="112"/>
                    </a:lnTo>
                    <a:lnTo>
                      <a:pt x="226" y="104"/>
                    </a:lnTo>
                    <a:lnTo>
                      <a:pt x="223" y="98"/>
                    </a:lnTo>
                    <a:lnTo>
                      <a:pt x="22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6" name="Freeform 3113">
                <a:extLst>
                  <a:ext uri="{FF2B5EF4-FFF2-40B4-BE49-F238E27FC236}">
                    <a16:creationId xmlns:a16="http://schemas.microsoft.com/office/drawing/2014/main" id="{0556BE5D-93D6-AFCD-4B59-DE886D133A22}"/>
                  </a:ext>
                </a:extLst>
              </p:cNvPr>
              <p:cNvSpPr>
                <a:spLocks/>
              </p:cNvSpPr>
              <p:nvPr/>
            </p:nvSpPr>
            <p:spPr bwMode="auto">
              <a:xfrm>
                <a:off x="2861" y="81"/>
                <a:ext cx="341" cy="120"/>
              </a:xfrm>
              <a:custGeom>
                <a:avLst/>
                <a:gdLst>
                  <a:gd name="T0" fmla="+- 0 3106 2861"/>
                  <a:gd name="T1" fmla="*/ T0 w 341"/>
                  <a:gd name="T2" fmla="+- 0 115 81"/>
                  <a:gd name="T3" fmla="*/ 115 h 120"/>
                  <a:gd name="T4" fmla="+- 0 3094 2861"/>
                  <a:gd name="T5" fmla="*/ T4 w 341"/>
                  <a:gd name="T6" fmla="+- 0 115 81"/>
                  <a:gd name="T7" fmla="*/ 115 h 120"/>
                  <a:gd name="T8" fmla="+- 0 3088 2861"/>
                  <a:gd name="T9" fmla="*/ T8 w 341"/>
                  <a:gd name="T10" fmla="+- 0 118 81"/>
                  <a:gd name="T11" fmla="*/ 118 h 120"/>
                  <a:gd name="T12" fmla="+- 0 3079 2861"/>
                  <a:gd name="T13" fmla="*/ T12 w 341"/>
                  <a:gd name="T14" fmla="+- 0 128 81"/>
                  <a:gd name="T15" fmla="*/ 128 h 120"/>
                  <a:gd name="T16" fmla="+- 0 3077 2861"/>
                  <a:gd name="T17" fmla="*/ T16 w 341"/>
                  <a:gd name="T18" fmla="+- 0 134 81"/>
                  <a:gd name="T19" fmla="*/ 134 h 120"/>
                  <a:gd name="T20" fmla="+- 0 3077 2861"/>
                  <a:gd name="T21" fmla="*/ T20 w 341"/>
                  <a:gd name="T22" fmla="+- 0 146 81"/>
                  <a:gd name="T23" fmla="*/ 146 h 120"/>
                  <a:gd name="T24" fmla="+- 0 3106 2861"/>
                  <a:gd name="T25" fmla="*/ T24 w 341"/>
                  <a:gd name="T26" fmla="+- 0 174 81"/>
                  <a:gd name="T27" fmla="*/ 174 h 120"/>
                  <a:gd name="T28" fmla="+- 0 3110 2861"/>
                  <a:gd name="T29" fmla="*/ T28 w 341"/>
                  <a:gd name="T30" fmla="+- 0 177 81"/>
                  <a:gd name="T31" fmla="*/ 177 h 120"/>
                  <a:gd name="T32" fmla="+- 0 3113 2861"/>
                  <a:gd name="T33" fmla="*/ T32 w 341"/>
                  <a:gd name="T34" fmla="+- 0 181 81"/>
                  <a:gd name="T35" fmla="*/ 181 h 120"/>
                  <a:gd name="T36" fmla="+- 0 3114 2861"/>
                  <a:gd name="T37" fmla="*/ T36 w 341"/>
                  <a:gd name="T38" fmla="+- 0 183 81"/>
                  <a:gd name="T39" fmla="*/ 183 h 120"/>
                  <a:gd name="T40" fmla="+- 0 3114 2861"/>
                  <a:gd name="T41" fmla="*/ T40 w 341"/>
                  <a:gd name="T42" fmla="+- 0 188 81"/>
                  <a:gd name="T43" fmla="*/ 188 h 120"/>
                  <a:gd name="T44" fmla="+- 0 3113 2861"/>
                  <a:gd name="T45" fmla="*/ T44 w 341"/>
                  <a:gd name="T46" fmla="+- 0 190 81"/>
                  <a:gd name="T47" fmla="*/ 190 h 120"/>
                  <a:gd name="T48" fmla="+- 0 3110 2861"/>
                  <a:gd name="T49" fmla="*/ T48 w 341"/>
                  <a:gd name="T50" fmla="+- 0 194 81"/>
                  <a:gd name="T51" fmla="*/ 194 h 120"/>
                  <a:gd name="T52" fmla="+- 0 3107 2861"/>
                  <a:gd name="T53" fmla="*/ T52 w 341"/>
                  <a:gd name="T54" fmla="+- 0 195 81"/>
                  <a:gd name="T55" fmla="*/ 195 h 120"/>
                  <a:gd name="T56" fmla="+- 0 3124 2861"/>
                  <a:gd name="T57" fmla="*/ T56 w 341"/>
                  <a:gd name="T58" fmla="+- 0 195 81"/>
                  <a:gd name="T59" fmla="*/ 195 h 120"/>
                  <a:gd name="T60" fmla="+- 0 3127 2861"/>
                  <a:gd name="T61" fmla="*/ T60 w 341"/>
                  <a:gd name="T62" fmla="+- 0 192 81"/>
                  <a:gd name="T63" fmla="*/ 192 h 120"/>
                  <a:gd name="T64" fmla="+- 0 3131 2861"/>
                  <a:gd name="T65" fmla="*/ T64 w 341"/>
                  <a:gd name="T66" fmla="+- 0 183 81"/>
                  <a:gd name="T67" fmla="*/ 183 h 120"/>
                  <a:gd name="T68" fmla="+- 0 3132 2861"/>
                  <a:gd name="T69" fmla="*/ T68 w 341"/>
                  <a:gd name="T70" fmla="+- 0 179 81"/>
                  <a:gd name="T71" fmla="*/ 179 h 120"/>
                  <a:gd name="T72" fmla="+- 0 3133 2861"/>
                  <a:gd name="T73" fmla="*/ T72 w 341"/>
                  <a:gd name="T74" fmla="+- 0 170 81"/>
                  <a:gd name="T75" fmla="*/ 170 h 120"/>
                  <a:gd name="T76" fmla="+- 0 3131 2861"/>
                  <a:gd name="T77" fmla="*/ T76 w 341"/>
                  <a:gd name="T78" fmla="+- 0 165 81"/>
                  <a:gd name="T79" fmla="*/ 165 h 120"/>
                  <a:gd name="T80" fmla="+- 0 3126 2861"/>
                  <a:gd name="T81" fmla="*/ T80 w 341"/>
                  <a:gd name="T82" fmla="+- 0 157 81"/>
                  <a:gd name="T83" fmla="*/ 157 h 120"/>
                  <a:gd name="T84" fmla="+- 0 3120 2861"/>
                  <a:gd name="T85" fmla="*/ T84 w 341"/>
                  <a:gd name="T86" fmla="+- 0 152 81"/>
                  <a:gd name="T87" fmla="*/ 152 h 120"/>
                  <a:gd name="T88" fmla="+- 0 3103 2861"/>
                  <a:gd name="T89" fmla="*/ T88 w 341"/>
                  <a:gd name="T90" fmla="+- 0 141 81"/>
                  <a:gd name="T91" fmla="*/ 141 h 120"/>
                  <a:gd name="T92" fmla="+- 0 3098 2861"/>
                  <a:gd name="T93" fmla="*/ T92 w 341"/>
                  <a:gd name="T94" fmla="+- 0 137 81"/>
                  <a:gd name="T95" fmla="*/ 137 h 120"/>
                  <a:gd name="T96" fmla="+- 0 3096 2861"/>
                  <a:gd name="T97" fmla="*/ T96 w 341"/>
                  <a:gd name="T98" fmla="+- 0 134 81"/>
                  <a:gd name="T99" fmla="*/ 134 h 120"/>
                  <a:gd name="T100" fmla="+- 0 3095 2861"/>
                  <a:gd name="T101" fmla="*/ T100 w 341"/>
                  <a:gd name="T102" fmla="+- 0 130 81"/>
                  <a:gd name="T103" fmla="*/ 130 h 120"/>
                  <a:gd name="T104" fmla="+- 0 3095 2861"/>
                  <a:gd name="T105" fmla="*/ T104 w 341"/>
                  <a:gd name="T106" fmla="+- 0 128 81"/>
                  <a:gd name="T107" fmla="*/ 128 h 120"/>
                  <a:gd name="T108" fmla="+- 0 3095 2861"/>
                  <a:gd name="T109" fmla="*/ T108 w 341"/>
                  <a:gd name="T110" fmla="+- 0 126 81"/>
                  <a:gd name="T111" fmla="*/ 126 h 120"/>
                  <a:gd name="T112" fmla="+- 0 3099 2861"/>
                  <a:gd name="T113" fmla="*/ T112 w 341"/>
                  <a:gd name="T114" fmla="+- 0 123 81"/>
                  <a:gd name="T115" fmla="*/ 123 h 120"/>
                  <a:gd name="T116" fmla="+- 0 3101 2861"/>
                  <a:gd name="T117" fmla="*/ T116 w 341"/>
                  <a:gd name="T118" fmla="+- 0 122 81"/>
                  <a:gd name="T119" fmla="*/ 122 h 120"/>
                  <a:gd name="T120" fmla="+- 0 3127 2861"/>
                  <a:gd name="T121" fmla="*/ T120 w 341"/>
                  <a:gd name="T122" fmla="+- 0 122 81"/>
                  <a:gd name="T123" fmla="*/ 122 h 120"/>
                  <a:gd name="T124" fmla="+- 0 3127 2861"/>
                  <a:gd name="T125" fmla="*/ T124 w 341"/>
                  <a:gd name="T126" fmla="+- 0 120 81"/>
                  <a:gd name="T127" fmla="*/ 120 h 120"/>
                  <a:gd name="T128" fmla="+- 0 3119 2861"/>
                  <a:gd name="T129" fmla="*/ T128 w 341"/>
                  <a:gd name="T130" fmla="+- 0 120 81"/>
                  <a:gd name="T131" fmla="*/ 120 h 120"/>
                  <a:gd name="T132" fmla="+- 0 3115 2861"/>
                  <a:gd name="T133" fmla="*/ T132 w 341"/>
                  <a:gd name="T134" fmla="+- 0 119 81"/>
                  <a:gd name="T135" fmla="*/ 119 h 120"/>
                  <a:gd name="T136" fmla="+- 0 3111 2861"/>
                  <a:gd name="T137" fmla="*/ T136 w 341"/>
                  <a:gd name="T138" fmla="+- 0 116 81"/>
                  <a:gd name="T139" fmla="*/ 116 h 120"/>
                  <a:gd name="T140" fmla="+- 0 3106 2861"/>
                  <a:gd name="T141" fmla="*/ T140 w 341"/>
                  <a:gd name="T142" fmla="+- 0 115 81"/>
                  <a:gd name="T143"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341" h="120">
                    <a:moveTo>
                      <a:pt x="245" y="34"/>
                    </a:moveTo>
                    <a:lnTo>
                      <a:pt x="233" y="34"/>
                    </a:lnTo>
                    <a:lnTo>
                      <a:pt x="227" y="37"/>
                    </a:lnTo>
                    <a:lnTo>
                      <a:pt x="218" y="47"/>
                    </a:lnTo>
                    <a:lnTo>
                      <a:pt x="216" y="53"/>
                    </a:lnTo>
                    <a:lnTo>
                      <a:pt x="216" y="65"/>
                    </a:lnTo>
                    <a:lnTo>
                      <a:pt x="245" y="93"/>
                    </a:lnTo>
                    <a:lnTo>
                      <a:pt x="249" y="96"/>
                    </a:lnTo>
                    <a:lnTo>
                      <a:pt x="252" y="100"/>
                    </a:lnTo>
                    <a:lnTo>
                      <a:pt x="253" y="102"/>
                    </a:lnTo>
                    <a:lnTo>
                      <a:pt x="253" y="107"/>
                    </a:lnTo>
                    <a:lnTo>
                      <a:pt x="252" y="109"/>
                    </a:lnTo>
                    <a:lnTo>
                      <a:pt x="249" y="113"/>
                    </a:lnTo>
                    <a:lnTo>
                      <a:pt x="246" y="114"/>
                    </a:lnTo>
                    <a:lnTo>
                      <a:pt x="263" y="114"/>
                    </a:lnTo>
                    <a:lnTo>
                      <a:pt x="266" y="111"/>
                    </a:lnTo>
                    <a:lnTo>
                      <a:pt x="270" y="102"/>
                    </a:lnTo>
                    <a:lnTo>
                      <a:pt x="271" y="98"/>
                    </a:lnTo>
                    <a:lnTo>
                      <a:pt x="272" y="89"/>
                    </a:lnTo>
                    <a:lnTo>
                      <a:pt x="270" y="84"/>
                    </a:lnTo>
                    <a:lnTo>
                      <a:pt x="265" y="76"/>
                    </a:lnTo>
                    <a:lnTo>
                      <a:pt x="259" y="71"/>
                    </a:lnTo>
                    <a:lnTo>
                      <a:pt x="242" y="60"/>
                    </a:lnTo>
                    <a:lnTo>
                      <a:pt x="237" y="56"/>
                    </a:lnTo>
                    <a:lnTo>
                      <a:pt x="235" y="53"/>
                    </a:lnTo>
                    <a:lnTo>
                      <a:pt x="234" y="49"/>
                    </a:lnTo>
                    <a:lnTo>
                      <a:pt x="234" y="47"/>
                    </a:lnTo>
                    <a:lnTo>
                      <a:pt x="234" y="45"/>
                    </a:lnTo>
                    <a:lnTo>
                      <a:pt x="238" y="42"/>
                    </a:lnTo>
                    <a:lnTo>
                      <a:pt x="240" y="41"/>
                    </a:lnTo>
                    <a:lnTo>
                      <a:pt x="266" y="41"/>
                    </a:lnTo>
                    <a:lnTo>
                      <a:pt x="266" y="39"/>
                    </a:lnTo>
                    <a:lnTo>
                      <a:pt x="258" y="39"/>
                    </a:lnTo>
                    <a:lnTo>
                      <a:pt x="254" y="38"/>
                    </a:lnTo>
                    <a:lnTo>
                      <a:pt x="250" y="35"/>
                    </a:lnTo>
                    <a:lnTo>
                      <a:pt x="245"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7" name="Freeform 3114">
                <a:extLst>
                  <a:ext uri="{FF2B5EF4-FFF2-40B4-BE49-F238E27FC236}">
                    <a16:creationId xmlns:a16="http://schemas.microsoft.com/office/drawing/2014/main" id="{C05FB13C-27C9-18A6-7F1F-3261E7862D93}"/>
                  </a:ext>
                </a:extLst>
              </p:cNvPr>
              <p:cNvSpPr>
                <a:spLocks/>
              </p:cNvSpPr>
              <p:nvPr/>
            </p:nvSpPr>
            <p:spPr bwMode="auto">
              <a:xfrm>
                <a:off x="2861" y="81"/>
                <a:ext cx="341" cy="120"/>
              </a:xfrm>
              <a:custGeom>
                <a:avLst/>
                <a:gdLst>
                  <a:gd name="T0" fmla="+- 0 3127 2861"/>
                  <a:gd name="T1" fmla="*/ T0 w 341"/>
                  <a:gd name="T2" fmla="+- 0 122 81"/>
                  <a:gd name="T3" fmla="*/ 122 h 120"/>
                  <a:gd name="T4" fmla="+- 0 3107 2861"/>
                  <a:gd name="T5" fmla="*/ T4 w 341"/>
                  <a:gd name="T6" fmla="+- 0 122 81"/>
                  <a:gd name="T7" fmla="*/ 122 h 120"/>
                  <a:gd name="T8" fmla="+- 0 3111 2861"/>
                  <a:gd name="T9" fmla="*/ T8 w 341"/>
                  <a:gd name="T10" fmla="+- 0 123 81"/>
                  <a:gd name="T11" fmla="*/ 123 h 120"/>
                  <a:gd name="T12" fmla="+- 0 3118 2861"/>
                  <a:gd name="T13" fmla="*/ T12 w 341"/>
                  <a:gd name="T14" fmla="+- 0 129 81"/>
                  <a:gd name="T15" fmla="*/ 129 h 120"/>
                  <a:gd name="T16" fmla="+- 0 3122 2861"/>
                  <a:gd name="T17" fmla="*/ T16 w 341"/>
                  <a:gd name="T18" fmla="+- 0 135 81"/>
                  <a:gd name="T19" fmla="*/ 135 h 120"/>
                  <a:gd name="T20" fmla="+- 0 3125 2861"/>
                  <a:gd name="T21" fmla="*/ T20 w 341"/>
                  <a:gd name="T22" fmla="+- 0 143 81"/>
                  <a:gd name="T23" fmla="*/ 143 h 120"/>
                  <a:gd name="T24" fmla="+- 0 3128 2861"/>
                  <a:gd name="T25" fmla="*/ T24 w 341"/>
                  <a:gd name="T26" fmla="+- 0 143 81"/>
                  <a:gd name="T27" fmla="*/ 143 h 120"/>
                  <a:gd name="T28" fmla="+- 0 3127 2861"/>
                  <a:gd name="T29" fmla="*/ T28 w 341"/>
                  <a:gd name="T30" fmla="+- 0 122 81"/>
                  <a:gd name="T31" fmla="*/ 122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6" y="41"/>
                    </a:moveTo>
                    <a:lnTo>
                      <a:pt x="246" y="41"/>
                    </a:lnTo>
                    <a:lnTo>
                      <a:pt x="250" y="42"/>
                    </a:lnTo>
                    <a:lnTo>
                      <a:pt x="257" y="48"/>
                    </a:lnTo>
                    <a:lnTo>
                      <a:pt x="261" y="54"/>
                    </a:lnTo>
                    <a:lnTo>
                      <a:pt x="264" y="62"/>
                    </a:lnTo>
                    <a:lnTo>
                      <a:pt x="267" y="62"/>
                    </a:lnTo>
                    <a:lnTo>
                      <a:pt x="266"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8" name="Freeform 3115">
                <a:extLst>
                  <a:ext uri="{FF2B5EF4-FFF2-40B4-BE49-F238E27FC236}">
                    <a16:creationId xmlns:a16="http://schemas.microsoft.com/office/drawing/2014/main" id="{069C552E-9C04-6AAF-2249-B1EF84E492D6}"/>
                  </a:ext>
                </a:extLst>
              </p:cNvPr>
              <p:cNvSpPr>
                <a:spLocks/>
              </p:cNvSpPr>
              <p:nvPr/>
            </p:nvSpPr>
            <p:spPr bwMode="auto">
              <a:xfrm>
                <a:off x="2861" y="81"/>
                <a:ext cx="341" cy="120"/>
              </a:xfrm>
              <a:custGeom>
                <a:avLst/>
                <a:gdLst>
                  <a:gd name="T0" fmla="+- 0 3127 2861"/>
                  <a:gd name="T1" fmla="*/ T0 w 341"/>
                  <a:gd name="T2" fmla="+- 0 116 81"/>
                  <a:gd name="T3" fmla="*/ 116 h 120"/>
                  <a:gd name="T4" fmla="+- 0 3124 2861"/>
                  <a:gd name="T5" fmla="*/ T4 w 341"/>
                  <a:gd name="T6" fmla="+- 0 116 81"/>
                  <a:gd name="T7" fmla="*/ 116 h 120"/>
                  <a:gd name="T8" fmla="+- 0 3123 2861"/>
                  <a:gd name="T9" fmla="*/ T8 w 341"/>
                  <a:gd name="T10" fmla="+- 0 118 81"/>
                  <a:gd name="T11" fmla="*/ 118 h 120"/>
                  <a:gd name="T12" fmla="+- 0 3122 2861"/>
                  <a:gd name="T13" fmla="*/ T12 w 341"/>
                  <a:gd name="T14" fmla="+- 0 119 81"/>
                  <a:gd name="T15" fmla="*/ 119 h 120"/>
                  <a:gd name="T16" fmla="+- 0 3121 2861"/>
                  <a:gd name="T17" fmla="*/ T16 w 341"/>
                  <a:gd name="T18" fmla="+- 0 119 81"/>
                  <a:gd name="T19" fmla="*/ 119 h 120"/>
                  <a:gd name="T20" fmla="+- 0 3119 2861"/>
                  <a:gd name="T21" fmla="*/ T20 w 341"/>
                  <a:gd name="T22" fmla="+- 0 120 81"/>
                  <a:gd name="T23" fmla="*/ 120 h 120"/>
                  <a:gd name="T24" fmla="+- 0 3127 2861"/>
                  <a:gd name="T25" fmla="*/ T24 w 341"/>
                  <a:gd name="T26" fmla="+- 0 120 81"/>
                  <a:gd name="T27" fmla="*/ 120 h 120"/>
                  <a:gd name="T28" fmla="+- 0 3127 2861"/>
                  <a:gd name="T29" fmla="*/ T28 w 341"/>
                  <a:gd name="T30" fmla="+- 0 116 81"/>
                  <a:gd name="T31" fmla="*/ 116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266" y="35"/>
                    </a:moveTo>
                    <a:lnTo>
                      <a:pt x="263" y="35"/>
                    </a:lnTo>
                    <a:lnTo>
                      <a:pt x="262" y="37"/>
                    </a:lnTo>
                    <a:lnTo>
                      <a:pt x="261" y="38"/>
                    </a:lnTo>
                    <a:lnTo>
                      <a:pt x="260" y="38"/>
                    </a:lnTo>
                    <a:lnTo>
                      <a:pt x="258" y="39"/>
                    </a:lnTo>
                    <a:lnTo>
                      <a:pt x="266" y="39"/>
                    </a:lnTo>
                    <a:lnTo>
                      <a:pt x="26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9" name="Freeform 3116">
                <a:extLst>
                  <a:ext uri="{FF2B5EF4-FFF2-40B4-BE49-F238E27FC236}">
                    <a16:creationId xmlns:a16="http://schemas.microsoft.com/office/drawing/2014/main" id="{5E678DA4-F14B-F418-774A-94C57220D467}"/>
                  </a:ext>
                </a:extLst>
              </p:cNvPr>
              <p:cNvSpPr>
                <a:spLocks/>
              </p:cNvSpPr>
              <p:nvPr/>
            </p:nvSpPr>
            <p:spPr bwMode="auto">
              <a:xfrm>
                <a:off x="2861" y="81"/>
                <a:ext cx="341" cy="120"/>
              </a:xfrm>
              <a:custGeom>
                <a:avLst/>
                <a:gdLst>
                  <a:gd name="T0" fmla="+- 0 3191 2861"/>
                  <a:gd name="T1" fmla="*/ T0 w 341"/>
                  <a:gd name="T2" fmla="+- 0 197 81"/>
                  <a:gd name="T3" fmla="*/ 197 h 120"/>
                  <a:gd name="T4" fmla="+- 0 3156 2861"/>
                  <a:gd name="T5" fmla="*/ T4 w 341"/>
                  <a:gd name="T6" fmla="+- 0 197 81"/>
                  <a:gd name="T7" fmla="*/ 197 h 120"/>
                  <a:gd name="T8" fmla="+- 0 3160 2861"/>
                  <a:gd name="T9" fmla="*/ T8 w 341"/>
                  <a:gd name="T10" fmla="+- 0 198 81"/>
                  <a:gd name="T11" fmla="*/ 198 h 120"/>
                  <a:gd name="T12" fmla="+- 0 3166 2861"/>
                  <a:gd name="T13" fmla="*/ T12 w 341"/>
                  <a:gd name="T14" fmla="+- 0 200 81"/>
                  <a:gd name="T15" fmla="*/ 200 h 120"/>
                  <a:gd name="T16" fmla="+- 0 3171 2861"/>
                  <a:gd name="T17" fmla="*/ T16 w 341"/>
                  <a:gd name="T18" fmla="+- 0 201 81"/>
                  <a:gd name="T19" fmla="*/ 201 h 120"/>
                  <a:gd name="T20" fmla="+- 0 3180 2861"/>
                  <a:gd name="T21" fmla="*/ T20 w 341"/>
                  <a:gd name="T22" fmla="+- 0 201 81"/>
                  <a:gd name="T23" fmla="*/ 201 h 120"/>
                  <a:gd name="T24" fmla="+- 0 3185 2861"/>
                  <a:gd name="T25" fmla="*/ T24 w 341"/>
                  <a:gd name="T26" fmla="+- 0 200 81"/>
                  <a:gd name="T27" fmla="*/ 200 h 120"/>
                  <a:gd name="T28" fmla="+- 0 3191 2861"/>
                  <a:gd name="T29" fmla="*/ T28 w 341"/>
                  <a:gd name="T30" fmla="+- 0 197 81"/>
                  <a:gd name="T31" fmla="*/ 197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330" y="116"/>
                    </a:moveTo>
                    <a:lnTo>
                      <a:pt x="295" y="116"/>
                    </a:lnTo>
                    <a:lnTo>
                      <a:pt x="299" y="117"/>
                    </a:lnTo>
                    <a:lnTo>
                      <a:pt x="305" y="119"/>
                    </a:lnTo>
                    <a:lnTo>
                      <a:pt x="310" y="120"/>
                    </a:lnTo>
                    <a:lnTo>
                      <a:pt x="319" y="120"/>
                    </a:lnTo>
                    <a:lnTo>
                      <a:pt x="324" y="119"/>
                    </a:lnTo>
                    <a:lnTo>
                      <a:pt x="33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0" name="Freeform 3117">
                <a:extLst>
                  <a:ext uri="{FF2B5EF4-FFF2-40B4-BE49-F238E27FC236}">
                    <a16:creationId xmlns:a16="http://schemas.microsoft.com/office/drawing/2014/main" id="{6AC4D3F7-8F73-F6A1-F9E4-61D6F6C09FCF}"/>
                  </a:ext>
                </a:extLst>
              </p:cNvPr>
              <p:cNvSpPr>
                <a:spLocks/>
              </p:cNvSpPr>
              <p:nvPr/>
            </p:nvSpPr>
            <p:spPr bwMode="auto">
              <a:xfrm>
                <a:off x="2861" y="81"/>
                <a:ext cx="341" cy="120"/>
              </a:xfrm>
              <a:custGeom>
                <a:avLst/>
                <a:gdLst>
                  <a:gd name="T0" fmla="+- 0 3150 2861"/>
                  <a:gd name="T1" fmla="*/ T0 w 341"/>
                  <a:gd name="T2" fmla="+- 0 172 81"/>
                  <a:gd name="T3" fmla="*/ 172 h 120"/>
                  <a:gd name="T4" fmla="+- 0 3147 2861"/>
                  <a:gd name="T5" fmla="*/ T4 w 341"/>
                  <a:gd name="T6" fmla="+- 0 172 81"/>
                  <a:gd name="T7" fmla="*/ 172 h 120"/>
                  <a:gd name="T8" fmla="+- 0 3148 2861"/>
                  <a:gd name="T9" fmla="*/ T8 w 341"/>
                  <a:gd name="T10" fmla="+- 0 201 81"/>
                  <a:gd name="T11" fmla="*/ 201 h 120"/>
                  <a:gd name="T12" fmla="+- 0 3151 2861"/>
                  <a:gd name="T13" fmla="*/ T12 w 341"/>
                  <a:gd name="T14" fmla="+- 0 201 81"/>
                  <a:gd name="T15" fmla="*/ 201 h 120"/>
                  <a:gd name="T16" fmla="+- 0 3153 2861"/>
                  <a:gd name="T17" fmla="*/ T16 w 341"/>
                  <a:gd name="T18" fmla="+- 0 198 81"/>
                  <a:gd name="T19" fmla="*/ 198 h 120"/>
                  <a:gd name="T20" fmla="+- 0 3154 2861"/>
                  <a:gd name="T21" fmla="*/ T20 w 341"/>
                  <a:gd name="T22" fmla="+- 0 197 81"/>
                  <a:gd name="T23" fmla="*/ 197 h 120"/>
                  <a:gd name="T24" fmla="+- 0 3191 2861"/>
                  <a:gd name="T25" fmla="*/ T24 w 341"/>
                  <a:gd name="T26" fmla="+- 0 197 81"/>
                  <a:gd name="T27" fmla="*/ 197 h 120"/>
                  <a:gd name="T28" fmla="+- 0 3193 2861"/>
                  <a:gd name="T29" fmla="*/ T28 w 341"/>
                  <a:gd name="T30" fmla="+- 0 195 81"/>
                  <a:gd name="T31" fmla="*/ 195 h 120"/>
                  <a:gd name="T32" fmla="+- 0 3194 2861"/>
                  <a:gd name="T33" fmla="*/ T32 w 341"/>
                  <a:gd name="T34" fmla="+- 0 195 81"/>
                  <a:gd name="T35" fmla="*/ 195 h 120"/>
                  <a:gd name="T36" fmla="+- 0 3169 2861"/>
                  <a:gd name="T37" fmla="*/ T36 w 341"/>
                  <a:gd name="T38" fmla="+- 0 195 81"/>
                  <a:gd name="T39" fmla="*/ 195 h 120"/>
                  <a:gd name="T40" fmla="+- 0 3165 2861"/>
                  <a:gd name="T41" fmla="*/ T40 w 341"/>
                  <a:gd name="T42" fmla="+- 0 193 81"/>
                  <a:gd name="T43" fmla="*/ 193 h 120"/>
                  <a:gd name="T44" fmla="+- 0 3156 2861"/>
                  <a:gd name="T45" fmla="*/ T44 w 341"/>
                  <a:gd name="T46" fmla="+- 0 185 81"/>
                  <a:gd name="T47" fmla="*/ 185 h 120"/>
                  <a:gd name="T48" fmla="+- 0 3153 2861"/>
                  <a:gd name="T49" fmla="*/ T48 w 341"/>
                  <a:gd name="T50" fmla="+- 0 179 81"/>
                  <a:gd name="T51" fmla="*/ 179 h 120"/>
                  <a:gd name="T52" fmla="+- 0 3150 2861"/>
                  <a:gd name="T53" fmla="*/ T52 w 341"/>
                  <a:gd name="T54" fmla="+- 0 172 81"/>
                  <a:gd name="T55" fmla="*/ 172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41" h="120">
                    <a:moveTo>
                      <a:pt x="289" y="91"/>
                    </a:moveTo>
                    <a:lnTo>
                      <a:pt x="286" y="91"/>
                    </a:lnTo>
                    <a:lnTo>
                      <a:pt x="287" y="120"/>
                    </a:lnTo>
                    <a:lnTo>
                      <a:pt x="290" y="120"/>
                    </a:lnTo>
                    <a:lnTo>
                      <a:pt x="292" y="117"/>
                    </a:lnTo>
                    <a:lnTo>
                      <a:pt x="293" y="116"/>
                    </a:lnTo>
                    <a:lnTo>
                      <a:pt x="330" y="116"/>
                    </a:lnTo>
                    <a:lnTo>
                      <a:pt x="332" y="114"/>
                    </a:lnTo>
                    <a:lnTo>
                      <a:pt x="333" y="114"/>
                    </a:lnTo>
                    <a:lnTo>
                      <a:pt x="308" y="114"/>
                    </a:lnTo>
                    <a:lnTo>
                      <a:pt x="304" y="112"/>
                    </a:lnTo>
                    <a:lnTo>
                      <a:pt x="295" y="104"/>
                    </a:lnTo>
                    <a:lnTo>
                      <a:pt x="292" y="98"/>
                    </a:lnTo>
                    <a:lnTo>
                      <a:pt x="289"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1" name="Freeform 3118">
                <a:extLst>
                  <a:ext uri="{FF2B5EF4-FFF2-40B4-BE49-F238E27FC236}">
                    <a16:creationId xmlns:a16="http://schemas.microsoft.com/office/drawing/2014/main" id="{6207B91A-B837-D3FD-93BC-AC21296D37A7}"/>
                  </a:ext>
                </a:extLst>
              </p:cNvPr>
              <p:cNvSpPr>
                <a:spLocks/>
              </p:cNvSpPr>
              <p:nvPr/>
            </p:nvSpPr>
            <p:spPr bwMode="auto">
              <a:xfrm>
                <a:off x="2861" y="81"/>
                <a:ext cx="341" cy="120"/>
              </a:xfrm>
              <a:custGeom>
                <a:avLst/>
                <a:gdLst>
                  <a:gd name="T0" fmla="+- 0 3175 2861"/>
                  <a:gd name="T1" fmla="*/ T0 w 341"/>
                  <a:gd name="T2" fmla="+- 0 115 81"/>
                  <a:gd name="T3" fmla="*/ 115 h 120"/>
                  <a:gd name="T4" fmla="+- 0 3163 2861"/>
                  <a:gd name="T5" fmla="*/ T4 w 341"/>
                  <a:gd name="T6" fmla="+- 0 115 81"/>
                  <a:gd name="T7" fmla="*/ 115 h 120"/>
                  <a:gd name="T8" fmla="+- 0 3157 2861"/>
                  <a:gd name="T9" fmla="*/ T8 w 341"/>
                  <a:gd name="T10" fmla="+- 0 118 81"/>
                  <a:gd name="T11" fmla="*/ 118 h 120"/>
                  <a:gd name="T12" fmla="+- 0 3148 2861"/>
                  <a:gd name="T13" fmla="*/ T12 w 341"/>
                  <a:gd name="T14" fmla="+- 0 128 81"/>
                  <a:gd name="T15" fmla="*/ 128 h 120"/>
                  <a:gd name="T16" fmla="+- 0 3146 2861"/>
                  <a:gd name="T17" fmla="*/ T16 w 341"/>
                  <a:gd name="T18" fmla="+- 0 134 81"/>
                  <a:gd name="T19" fmla="*/ 134 h 120"/>
                  <a:gd name="T20" fmla="+- 0 3146 2861"/>
                  <a:gd name="T21" fmla="*/ T20 w 341"/>
                  <a:gd name="T22" fmla="+- 0 146 81"/>
                  <a:gd name="T23" fmla="*/ 146 h 120"/>
                  <a:gd name="T24" fmla="+- 0 3175 2861"/>
                  <a:gd name="T25" fmla="*/ T24 w 341"/>
                  <a:gd name="T26" fmla="+- 0 174 81"/>
                  <a:gd name="T27" fmla="*/ 174 h 120"/>
                  <a:gd name="T28" fmla="+- 0 3179 2861"/>
                  <a:gd name="T29" fmla="*/ T28 w 341"/>
                  <a:gd name="T30" fmla="+- 0 177 81"/>
                  <a:gd name="T31" fmla="*/ 177 h 120"/>
                  <a:gd name="T32" fmla="+- 0 3182 2861"/>
                  <a:gd name="T33" fmla="*/ T32 w 341"/>
                  <a:gd name="T34" fmla="+- 0 181 81"/>
                  <a:gd name="T35" fmla="*/ 181 h 120"/>
                  <a:gd name="T36" fmla="+- 0 3183 2861"/>
                  <a:gd name="T37" fmla="*/ T36 w 341"/>
                  <a:gd name="T38" fmla="+- 0 183 81"/>
                  <a:gd name="T39" fmla="*/ 183 h 120"/>
                  <a:gd name="T40" fmla="+- 0 3183 2861"/>
                  <a:gd name="T41" fmla="*/ T40 w 341"/>
                  <a:gd name="T42" fmla="+- 0 188 81"/>
                  <a:gd name="T43" fmla="*/ 188 h 120"/>
                  <a:gd name="T44" fmla="+- 0 3182 2861"/>
                  <a:gd name="T45" fmla="*/ T44 w 341"/>
                  <a:gd name="T46" fmla="+- 0 190 81"/>
                  <a:gd name="T47" fmla="*/ 190 h 120"/>
                  <a:gd name="T48" fmla="+- 0 3179 2861"/>
                  <a:gd name="T49" fmla="*/ T48 w 341"/>
                  <a:gd name="T50" fmla="+- 0 194 81"/>
                  <a:gd name="T51" fmla="*/ 194 h 120"/>
                  <a:gd name="T52" fmla="+- 0 3176 2861"/>
                  <a:gd name="T53" fmla="*/ T52 w 341"/>
                  <a:gd name="T54" fmla="+- 0 195 81"/>
                  <a:gd name="T55" fmla="*/ 195 h 120"/>
                  <a:gd name="T56" fmla="+- 0 3194 2861"/>
                  <a:gd name="T57" fmla="*/ T56 w 341"/>
                  <a:gd name="T58" fmla="+- 0 195 81"/>
                  <a:gd name="T59" fmla="*/ 195 h 120"/>
                  <a:gd name="T60" fmla="+- 0 3196 2861"/>
                  <a:gd name="T61" fmla="*/ T60 w 341"/>
                  <a:gd name="T62" fmla="+- 0 192 81"/>
                  <a:gd name="T63" fmla="*/ 192 h 120"/>
                  <a:gd name="T64" fmla="+- 0 3200 2861"/>
                  <a:gd name="T65" fmla="*/ T64 w 341"/>
                  <a:gd name="T66" fmla="+- 0 183 81"/>
                  <a:gd name="T67" fmla="*/ 183 h 120"/>
                  <a:gd name="T68" fmla="+- 0 3201 2861"/>
                  <a:gd name="T69" fmla="*/ T68 w 341"/>
                  <a:gd name="T70" fmla="+- 0 179 81"/>
                  <a:gd name="T71" fmla="*/ 179 h 120"/>
                  <a:gd name="T72" fmla="+- 0 3202 2861"/>
                  <a:gd name="T73" fmla="*/ T72 w 341"/>
                  <a:gd name="T74" fmla="+- 0 170 81"/>
                  <a:gd name="T75" fmla="*/ 170 h 120"/>
                  <a:gd name="T76" fmla="+- 0 3200 2861"/>
                  <a:gd name="T77" fmla="*/ T76 w 341"/>
                  <a:gd name="T78" fmla="+- 0 165 81"/>
                  <a:gd name="T79" fmla="*/ 165 h 120"/>
                  <a:gd name="T80" fmla="+- 0 3195 2861"/>
                  <a:gd name="T81" fmla="*/ T80 w 341"/>
                  <a:gd name="T82" fmla="+- 0 157 81"/>
                  <a:gd name="T83" fmla="*/ 157 h 120"/>
                  <a:gd name="T84" fmla="+- 0 3189 2861"/>
                  <a:gd name="T85" fmla="*/ T84 w 341"/>
                  <a:gd name="T86" fmla="+- 0 152 81"/>
                  <a:gd name="T87" fmla="*/ 152 h 120"/>
                  <a:gd name="T88" fmla="+- 0 3172 2861"/>
                  <a:gd name="T89" fmla="*/ T88 w 341"/>
                  <a:gd name="T90" fmla="+- 0 141 81"/>
                  <a:gd name="T91" fmla="*/ 141 h 120"/>
                  <a:gd name="T92" fmla="+- 0 3167 2861"/>
                  <a:gd name="T93" fmla="*/ T92 w 341"/>
                  <a:gd name="T94" fmla="+- 0 137 81"/>
                  <a:gd name="T95" fmla="*/ 137 h 120"/>
                  <a:gd name="T96" fmla="+- 0 3165 2861"/>
                  <a:gd name="T97" fmla="*/ T96 w 341"/>
                  <a:gd name="T98" fmla="+- 0 134 81"/>
                  <a:gd name="T99" fmla="*/ 134 h 120"/>
                  <a:gd name="T100" fmla="+- 0 3164 2861"/>
                  <a:gd name="T101" fmla="*/ T100 w 341"/>
                  <a:gd name="T102" fmla="+- 0 130 81"/>
                  <a:gd name="T103" fmla="*/ 130 h 120"/>
                  <a:gd name="T104" fmla="+- 0 3164 2861"/>
                  <a:gd name="T105" fmla="*/ T104 w 341"/>
                  <a:gd name="T106" fmla="+- 0 128 81"/>
                  <a:gd name="T107" fmla="*/ 128 h 120"/>
                  <a:gd name="T108" fmla="+- 0 3164 2861"/>
                  <a:gd name="T109" fmla="*/ T108 w 341"/>
                  <a:gd name="T110" fmla="+- 0 126 81"/>
                  <a:gd name="T111" fmla="*/ 126 h 120"/>
                  <a:gd name="T112" fmla="+- 0 3168 2861"/>
                  <a:gd name="T113" fmla="*/ T112 w 341"/>
                  <a:gd name="T114" fmla="+- 0 123 81"/>
                  <a:gd name="T115" fmla="*/ 123 h 120"/>
                  <a:gd name="T116" fmla="+- 0 3170 2861"/>
                  <a:gd name="T117" fmla="*/ T116 w 341"/>
                  <a:gd name="T118" fmla="+- 0 122 81"/>
                  <a:gd name="T119" fmla="*/ 122 h 120"/>
                  <a:gd name="T120" fmla="+- 0 3196 2861"/>
                  <a:gd name="T121" fmla="*/ T120 w 341"/>
                  <a:gd name="T122" fmla="+- 0 122 81"/>
                  <a:gd name="T123" fmla="*/ 122 h 120"/>
                  <a:gd name="T124" fmla="+- 0 3196 2861"/>
                  <a:gd name="T125" fmla="*/ T124 w 341"/>
                  <a:gd name="T126" fmla="+- 0 120 81"/>
                  <a:gd name="T127" fmla="*/ 120 h 120"/>
                  <a:gd name="T128" fmla="+- 0 3188 2861"/>
                  <a:gd name="T129" fmla="*/ T128 w 341"/>
                  <a:gd name="T130" fmla="+- 0 120 81"/>
                  <a:gd name="T131" fmla="*/ 120 h 120"/>
                  <a:gd name="T132" fmla="+- 0 3184 2861"/>
                  <a:gd name="T133" fmla="*/ T132 w 341"/>
                  <a:gd name="T134" fmla="+- 0 119 81"/>
                  <a:gd name="T135" fmla="*/ 119 h 120"/>
                  <a:gd name="T136" fmla="+- 0 3180 2861"/>
                  <a:gd name="T137" fmla="*/ T136 w 341"/>
                  <a:gd name="T138" fmla="+- 0 116 81"/>
                  <a:gd name="T139" fmla="*/ 116 h 120"/>
                  <a:gd name="T140" fmla="+- 0 3175 2861"/>
                  <a:gd name="T141" fmla="*/ T140 w 341"/>
                  <a:gd name="T142" fmla="+- 0 115 81"/>
                  <a:gd name="T143" fmla="*/ 115 h 1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341" h="120">
                    <a:moveTo>
                      <a:pt x="314" y="34"/>
                    </a:moveTo>
                    <a:lnTo>
                      <a:pt x="302" y="34"/>
                    </a:lnTo>
                    <a:lnTo>
                      <a:pt x="296" y="37"/>
                    </a:lnTo>
                    <a:lnTo>
                      <a:pt x="287" y="47"/>
                    </a:lnTo>
                    <a:lnTo>
                      <a:pt x="285" y="53"/>
                    </a:lnTo>
                    <a:lnTo>
                      <a:pt x="285" y="65"/>
                    </a:lnTo>
                    <a:lnTo>
                      <a:pt x="314" y="93"/>
                    </a:lnTo>
                    <a:lnTo>
                      <a:pt x="318" y="96"/>
                    </a:lnTo>
                    <a:lnTo>
                      <a:pt x="321" y="100"/>
                    </a:lnTo>
                    <a:lnTo>
                      <a:pt x="322" y="102"/>
                    </a:lnTo>
                    <a:lnTo>
                      <a:pt x="322" y="107"/>
                    </a:lnTo>
                    <a:lnTo>
                      <a:pt x="321" y="109"/>
                    </a:lnTo>
                    <a:lnTo>
                      <a:pt x="318" y="113"/>
                    </a:lnTo>
                    <a:lnTo>
                      <a:pt x="315" y="114"/>
                    </a:lnTo>
                    <a:lnTo>
                      <a:pt x="333" y="114"/>
                    </a:lnTo>
                    <a:lnTo>
                      <a:pt x="335" y="111"/>
                    </a:lnTo>
                    <a:lnTo>
                      <a:pt x="339" y="102"/>
                    </a:lnTo>
                    <a:lnTo>
                      <a:pt x="340" y="98"/>
                    </a:lnTo>
                    <a:lnTo>
                      <a:pt x="341" y="89"/>
                    </a:lnTo>
                    <a:lnTo>
                      <a:pt x="339" y="84"/>
                    </a:lnTo>
                    <a:lnTo>
                      <a:pt x="334" y="76"/>
                    </a:lnTo>
                    <a:lnTo>
                      <a:pt x="328" y="71"/>
                    </a:lnTo>
                    <a:lnTo>
                      <a:pt x="311" y="60"/>
                    </a:lnTo>
                    <a:lnTo>
                      <a:pt x="306" y="56"/>
                    </a:lnTo>
                    <a:lnTo>
                      <a:pt x="304" y="53"/>
                    </a:lnTo>
                    <a:lnTo>
                      <a:pt x="303" y="49"/>
                    </a:lnTo>
                    <a:lnTo>
                      <a:pt x="303" y="47"/>
                    </a:lnTo>
                    <a:lnTo>
                      <a:pt x="303" y="45"/>
                    </a:lnTo>
                    <a:lnTo>
                      <a:pt x="307" y="42"/>
                    </a:lnTo>
                    <a:lnTo>
                      <a:pt x="309" y="41"/>
                    </a:lnTo>
                    <a:lnTo>
                      <a:pt x="335" y="41"/>
                    </a:lnTo>
                    <a:lnTo>
                      <a:pt x="335" y="39"/>
                    </a:lnTo>
                    <a:lnTo>
                      <a:pt x="327" y="39"/>
                    </a:lnTo>
                    <a:lnTo>
                      <a:pt x="323" y="38"/>
                    </a:lnTo>
                    <a:lnTo>
                      <a:pt x="319" y="35"/>
                    </a:lnTo>
                    <a:lnTo>
                      <a:pt x="314"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2" name="Freeform 3119">
                <a:extLst>
                  <a:ext uri="{FF2B5EF4-FFF2-40B4-BE49-F238E27FC236}">
                    <a16:creationId xmlns:a16="http://schemas.microsoft.com/office/drawing/2014/main" id="{89FEC74E-2903-5944-69C1-849E1C2A0036}"/>
                  </a:ext>
                </a:extLst>
              </p:cNvPr>
              <p:cNvSpPr>
                <a:spLocks/>
              </p:cNvSpPr>
              <p:nvPr/>
            </p:nvSpPr>
            <p:spPr bwMode="auto">
              <a:xfrm>
                <a:off x="2861" y="81"/>
                <a:ext cx="341" cy="120"/>
              </a:xfrm>
              <a:custGeom>
                <a:avLst/>
                <a:gdLst>
                  <a:gd name="T0" fmla="+- 0 3196 2861"/>
                  <a:gd name="T1" fmla="*/ T0 w 341"/>
                  <a:gd name="T2" fmla="+- 0 122 81"/>
                  <a:gd name="T3" fmla="*/ 122 h 120"/>
                  <a:gd name="T4" fmla="+- 0 3176 2861"/>
                  <a:gd name="T5" fmla="*/ T4 w 341"/>
                  <a:gd name="T6" fmla="+- 0 122 81"/>
                  <a:gd name="T7" fmla="*/ 122 h 120"/>
                  <a:gd name="T8" fmla="+- 0 3180 2861"/>
                  <a:gd name="T9" fmla="*/ T8 w 341"/>
                  <a:gd name="T10" fmla="+- 0 123 81"/>
                  <a:gd name="T11" fmla="*/ 123 h 120"/>
                  <a:gd name="T12" fmla="+- 0 3187 2861"/>
                  <a:gd name="T13" fmla="*/ T12 w 341"/>
                  <a:gd name="T14" fmla="+- 0 129 81"/>
                  <a:gd name="T15" fmla="*/ 129 h 120"/>
                  <a:gd name="T16" fmla="+- 0 3191 2861"/>
                  <a:gd name="T17" fmla="*/ T16 w 341"/>
                  <a:gd name="T18" fmla="+- 0 135 81"/>
                  <a:gd name="T19" fmla="*/ 135 h 120"/>
                  <a:gd name="T20" fmla="+- 0 3194 2861"/>
                  <a:gd name="T21" fmla="*/ T20 w 341"/>
                  <a:gd name="T22" fmla="+- 0 143 81"/>
                  <a:gd name="T23" fmla="*/ 143 h 120"/>
                  <a:gd name="T24" fmla="+- 0 3197 2861"/>
                  <a:gd name="T25" fmla="*/ T24 w 341"/>
                  <a:gd name="T26" fmla="+- 0 143 81"/>
                  <a:gd name="T27" fmla="*/ 143 h 120"/>
                  <a:gd name="T28" fmla="+- 0 3196 2861"/>
                  <a:gd name="T29" fmla="*/ T28 w 341"/>
                  <a:gd name="T30" fmla="+- 0 122 81"/>
                  <a:gd name="T31" fmla="*/ 122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335" y="41"/>
                    </a:moveTo>
                    <a:lnTo>
                      <a:pt x="315" y="41"/>
                    </a:lnTo>
                    <a:lnTo>
                      <a:pt x="319" y="42"/>
                    </a:lnTo>
                    <a:lnTo>
                      <a:pt x="326" y="48"/>
                    </a:lnTo>
                    <a:lnTo>
                      <a:pt x="330" y="54"/>
                    </a:lnTo>
                    <a:lnTo>
                      <a:pt x="333" y="62"/>
                    </a:lnTo>
                    <a:lnTo>
                      <a:pt x="336" y="62"/>
                    </a:lnTo>
                    <a:lnTo>
                      <a:pt x="335"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3" name="Freeform 3120">
                <a:extLst>
                  <a:ext uri="{FF2B5EF4-FFF2-40B4-BE49-F238E27FC236}">
                    <a16:creationId xmlns:a16="http://schemas.microsoft.com/office/drawing/2014/main" id="{69E573A6-9A1C-FFED-286B-FD2E403C6C41}"/>
                  </a:ext>
                </a:extLst>
              </p:cNvPr>
              <p:cNvSpPr>
                <a:spLocks/>
              </p:cNvSpPr>
              <p:nvPr/>
            </p:nvSpPr>
            <p:spPr bwMode="auto">
              <a:xfrm>
                <a:off x="2861" y="81"/>
                <a:ext cx="341" cy="120"/>
              </a:xfrm>
              <a:custGeom>
                <a:avLst/>
                <a:gdLst>
                  <a:gd name="T0" fmla="+- 0 3196 2861"/>
                  <a:gd name="T1" fmla="*/ T0 w 341"/>
                  <a:gd name="T2" fmla="+- 0 116 81"/>
                  <a:gd name="T3" fmla="*/ 116 h 120"/>
                  <a:gd name="T4" fmla="+- 0 3193 2861"/>
                  <a:gd name="T5" fmla="*/ T4 w 341"/>
                  <a:gd name="T6" fmla="+- 0 116 81"/>
                  <a:gd name="T7" fmla="*/ 116 h 120"/>
                  <a:gd name="T8" fmla="+- 0 3192 2861"/>
                  <a:gd name="T9" fmla="*/ T8 w 341"/>
                  <a:gd name="T10" fmla="+- 0 118 81"/>
                  <a:gd name="T11" fmla="*/ 118 h 120"/>
                  <a:gd name="T12" fmla="+- 0 3191 2861"/>
                  <a:gd name="T13" fmla="*/ T12 w 341"/>
                  <a:gd name="T14" fmla="+- 0 119 81"/>
                  <a:gd name="T15" fmla="*/ 119 h 120"/>
                  <a:gd name="T16" fmla="+- 0 3190 2861"/>
                  <a:gd name="T17" fmla="*/ T16 w 341"/>
                  <a:gd name="T18" fmla="+- 0 119 81"/>
                  <a:gd name="T19" fmla="*/ 119 h 120"/>
                  <a:gd name="T20" fmla="+- 0 3188 2861"/>
                  <a:gd name="T21" fmla="*/ T20 w 341"/>
                  <a:gd name="T22" fmla="+- 0 120 81"/>
                  <a:gd name="T23" fmla="*/ 120 h 120"/>
                  <a:gd name="T24" fmla="+- 0 3196 2861"/>
                  <a:gd name="T25" fmla="*/ T24 w 341"/>
                  <a:gd name="T26" fmla="+- 0 120 81"/>
                  <a:gd name="T27" fmla="*/ 120 h 120"/>
                  <a:gd name="T28" fmla="+- 0 3196 2861"/>
                  <a:gd name="T29" fmla="*/ T28 w 341"/>
                  <a:gd name="T30" fmla="+- 0 116 81"/>
                  <a:gd name="T31" fmla="*/ 116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41" h="120">
                    <a:moveTo>
                      <a:pt x="335" y="35"/>
                    </a:moveTo>
                    <a:lnTo>
                      <a:pt x="332" y="35"/>
                    </a:lnTo>
                    <a:lnTo>
                      <a:pt x="331" y="37"/>
                    </a:lnTo>
                    <a:lnTo>
                      <a:pt x="330" y="38"/>
                    </a:lnTo>
                    <a:lnTo>
                      <a:pt x="329" y="38"/>
                    </a:lnTo>
                    <a:lnTo>
                      <a:pt x="327" y="39"/>
                    </a:lnTo>
                    <a:lnTo>
                      <a:pt x="335" y="39"/>
                    </a:lnTo>
                    <a:lnTo>
                      <a:pt x="335"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8" name="Group 117">
              <a:extLst>
                <a:ext uri="{FF2B5EF4-FFF2-40B4-BE49-F238E27FC236}">
                  <a16:creationId xmlns:a16="http://schemas.microsoft.com/office/drawing/2014/main" id="{A1B6119F-6199-701E-7DBD-37A30BF997ED}"/>
                </a:ext>
              </a:extLst>
            </p:cNvPr>
            <p:cNvGrpSpPr>
              <a:grpSpLocks/>
            </p:cNvGrpSpPr>
            <p:nvPr/>
          </p:nvGrpSpPr>
          <p:grpSpPr bwMode="auto">
            <a:xfrm>
              <a:off x="2429" y="14"/>
              <a:ext cx="1233" cy="2"/>
              <a:chOff x="2429" y="14"/>
              <a:chExt cx="1233" cy="2"/>
            </a:xfrm>
          </p:grpSpPr>
          <p:sp>
            <p:nvSpPr>
              <p:cNvPr id="164" name="Freeform 3122">
                <a:extLst>
                  <a:ext uri="{FF2B5EF4-FFF2-40B4-BE49-F238E27FC236}">
                    <a16:creationId xmlns:a16="http://schemas.microsoft.com/office/drawing/2014/main" id="{8BAADDB0-7E36-C9BF-757E-C6A0B8603F5B}"/>
                  </a:ext>
                </a:extLst>
              </p:cNvPr>
              <p:cNvSpPr>
                <a:spLocks/>
              </p:cNvSpPr>
              <p:nvPr/>
            </p:nvSpPr>
            <p:spPr bwMode="auto">
              <a:xfrm>
                <a:off x="2429" y="14"/>
                <a:ext cx="1233" cy="2"/>
              </a:xfrm>
              <a:custGeom>
                <a:avLst/>
                <a:gdLst>
                  <a:gd name="T0" fmla="+- 0 2429 2429"/>
                  <a:gd name="T1" fmla="*/ T0 w 1233"/>
                  <a:gd name="T2" fmla="+- 0 3661 2429"/>
                  <a:gd name="T3" fmla="*/ T2 w 1233"/>
                </a:gdLst>
                <a:ahLst/>
                <a:cxnLst>
                  <a:cxn ang="0">
                    <a:pos x="T1" y="0"/>
                  </a:cxn>
                  <a:cxn ang="0">
                    <a:pos x="T3" y="0"/>
                  </a:cxn>
                </a:cxnLst>
                <a:rect l="0" t="0" r="r" b="b"/>
                <a:pathLst>
                  <a:path w="1233">
                    <a:moveTo>
                      <a:pt x="0" y="0"/>
                    </a:moveTo>
                    <a:lnTo>
                      <a:pt x="1232"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19" name="Group 118">
              <a:extLst>
                <a:ext uri="{FF2B5EF4-FFF2-40B4-BE49-F238E27FC236}">
                  <a16:creationId xmlns:a16="http://schemas.microsoft.com/office/drawing/2014/main" id="{B1FB960E-601C-714E-5E93-8D5385D430A9}"/>
                </a:ext>
              </a:extLst>
            </p:cNvPr>
            <p:cNvGrpSpPr>
              <a:grpSpLocks/>
            </p:cNvGrpSpPr>
            <p:nvPr/>
          </p:nvGrpSpPr>
          <p:grpSpPr bwMode="auto">
            <a:xfrm>
              <a:off x="3661" y="14"/>
              <a:ext cx="29" cy="2"/>
              <a:chOff x="3661" y="14"/>
              <a:chExt cx="29" cy="2"/>
            </a:xfrm>
          </p:grpSpPr>
          <p:sp>
            <p:nvSpPr>
              <p:cNvPr id="163" name="Freeform 3124">
                <a:extLst>
                  <a:ext uri="{FF2B5EF4-FFF2-40B4-BE49-F238E27FC236}">
                    <a16:creationId xmlns:a16="http://schemas.microsoft.com/office/drawing/2014/main" id="{2A075BDA-7803-CE98-CD05-2AA89B7F37FA}"/>
                  </a:ext>
                </a:extLst>
              </p:cNvPr>
              <p:cNvSpPr>
                <a:spLocks/>
              </p:cNvSpPr>
              <p:nvPr/>
            </p:nvSpPr>
            <p:spPr bwMode="auto">
              <a:xfrm>
                <a:off x="3661" y="14"/>
                <a:ext cx="29" cy="2"/>
              </a:xfrm>
              <a:custGeom>
                <a:avLst/>
                <a:gdLst>
                  <a:gd name="T0" fmla="+- 0 3661 3661"/>
                  <a:gd name="T1" fmla="*/ T0 w 29"/>
                  <a:gd name="T2" fmla="+- 0 3690 3661"/>
                  <a:gd name="T3" fmla="*/ T2 w 29"/>
                </a:gdLst>
                <a:ahLst/>
                <a:cxnLst>
                  <a:cxn ang="0">
                    <a:pos x="T1" y="0"/>
                  </a:cxn>
                  <a:cxn ang="0">
                    <a:pos x="T3" y="0"/>
                  </a:cxn>
                </a:cxnLst>
                <a:rect l="0" t="0" r="r" b="b"/>
                <a:pathLst>
                  <a:path w="29">
                    <a:moveTo>
                      <a:pt x="0" y="0"/>
                    </a:moveTo>
                    <a:lnTo>
                      <a:pt x="29"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21" name="Group 120">
              <a:extLst>
                <a:ext uri="{FF2B5EF4-FFF2-40B4-BE49-F238E27FC236}">
                  <a16:creationId xmlns:a16="http://schemas.microsoft.com/office/drawing/2014/main" id="{B4068C50-1616-DFD1-A44D-D9A9B98FF1E0}"/>
                </a:ext>
              </a:extLst>
            </p:cNvPr>
            <p:cNvGrpSpPr>
              <a:grpSpLocks/>
            </p:cNvGrpSpPr>
            <p:nvPr/>
          </p:nvGrpSpPr>
          <p:grpSpPr bwMode="auto">
            <a:xfrm>
              <a:off x="177" y="14"/>
              <a:ext cx="4595" cy="1952"/>
              <a:chOff x="177" y="14"/>
              <a:chExt cx="4595" cy="1952"/>
            </a:xfrm>
          </p:grpSpPr>
          <p:sp>
            <p:nvSpPr>
              <p:cNvPr id="153" name="Freeform 3135">
                <a:extLst>
                  <a:ext uri="{FF2B5EF4-FFF2-40B4-BE49-F238E27FC236}">
                    <a16:creationId xmlns:a16="http://schemas.microsoft.com/office/drawing/2014/main" id="{A4576EEA-7BDA-827A-FDE3-82D6EA41165F}"/>
                  </a:ext>
                </a:extLst>
              </p:cNvPr>
              <p:cNvSpPr>
                <a:spLocks/>
              </p:cNvSpPr>
              <p:nvPr/>
            </p:nvSpPr>
            <p:spPr bwMode="auto">
              <a:xfrm>
                <a:off x="3690" y="14"/>
                <a:ext cx="1082" cy="2"/>
              </a:xfrm>
              <a:custGeom>
                <a:avLst/>
                <a:gdLst>
                  <a:gd name="T0" fmla="+- 0 3690 3690"/>
                  <a:gd name="T1" fmla="*/ T0 w 1082"/>
                  <a:gd name="T2" fmla="+- 0 4772 3690"/>
                  <a:gd name="T3" fmla="*/ T2 w 1082"/>
                </a:gdLst>
                <a:ahLst/>
                <a:cxnLst>
                  <a:cxn ang="0">
                    <a:pos x="T1" y="0"/>
                  </a:cxn>
                  <a:cxn ang="0">
                    <a:pos x="T3" y="0"/>
                  </a:cxn>
                </a:cxnLst>
                <a:rect l="0" t="0" r="r" b="b"/>
                <a:pathLst>
                  <a:path w="1082">
                    <a:moveTo>
                      <a:pt x="0" y="0"/>
                    </a:moveTo>
                    <a:lnTo>
                      <a:pt x="1082" y="0"/>
                    </a:lnTo>
                  </a:path>
                </a:pathLst>
              </a:custGeom>
              <a:noFill/>
              <a:ln w="18034">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pic>
            <p:nvPicPr>
              <p:cNvPr id="154" name="Picture 153">
                <a:extLst>
                  <a:ext uri="{FF2B5EF4-FFF2-40B4-BE49-F238E27FC236}">
                    <a16:creationId xmlns:a16="http://schemas.microsoft.com/office/drawing/2014/main" id="{8AC82B83-339C-F16A-4F20-8566BB953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 y="316"/>
                <a:ext cx="893" cy="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2" name="Group 121">
              <a:extLst>
                <a:ext uri="{FF2B5EF4-FFF2-40B4-BE49-F238E27FC236}">
                  <a16:creationId xmlns:a16="http://schemas.microsoft.com/office/drawing/2014/main" id="{A506C5B7-E158-2E76-8142-EBA1F7F7193B}"/>
                </a:ext>
              </a:extLst>
            </p:cNvPr>
            <p:cNvGrpSpPr>
              <a:grpSpLocks/>
            </p:cNvGrpSpPr>
            <p:nvPr/>
          </p:nvGrpSpPr>
          <p:grpSpPr bwMode="auto">
            <a:xfrm>
              <a:off x="28" y="258"/>
              <a:ext cx="1186" cy="2"/>
              <a:chOff x="28" y="258"/>
              <a:chExt cx="1186" cy="2"/>
            </a:xfrm>
          </p:grpSpPr>
          <p:sp>
            <p:nvSpPr>
              <p:cNvPr id="152" name="Freeform 3138">
                <a:extLst>
                  <a:ext uri="{FF2B5EF4-FFF2-40B4-BE49-F238E27FC236}">
                    <a16:creationId xmlns:a16="http://schemas.microsoft.com/office/drawing/2014/main" id="{3D7AAF04-12EE-7945-82A3-54A33E75BA8B}"/>
                  </a:ext>
                </a:extLst>
              </p:cNvPr>
              <p:cNvSpPr>
                <a:spLocks/>
              </p:cNvSpPr>
              <p:nvPr/>
            </p:nvSpPr>
            <p:spPr bwMode="auto">
              <a:xfrm>
                <a:off x="28" y="258"/>
                <a:ext cx="1186" cy="2"/>
              </a:xfrm>
              <a:custGeom>
                <a:avLst/>
                <a:gdLst>
                  <a:gd name="T0" fmla="+- 0 28 28"/>
                  <a:gd name="T1" fmla="*/ T0 w 1186"/>
                  <a:gd name="T2" fmla="+- 0 1214 28"/>
                  <a:gd name="T3" fmla="*/ T2 w 1186"/>
                </a:gdLst>
                <a:ahLst/>
                <a:cxnLst>
                  <a:cxn ang="0">
                    <a:pos x="T1" y="0"/>
                  </a:cxn>
                  <a:cxn ang="0">
                    <a:pos x="T3" y="0"/>
                  </a:cxn>
                </a:cxnLst>
                <a:rect l="0" t="0" r="r" b="b"/>
                <a:pathLst>
                  <a:path w="1186">
                    <a:moveTo>
                      <a:pt x="0" y="0"/>
                    </a:moveTo>
                    <a:lnTo>
                      <a:pt x="1186"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23" name="Group 122">
              <a:extLst>
                <a:ext uri="{FF2B5EF4-FFF2-40B4-BE49-F238E27FC236}">
                  <a16:creationId xmlns:a16="http://schemas.microsoft.com/office/drawing/2014/main" id="{2D39827C-A9A9-95A3-DC5C-6BECBF87A854}"/>
                </a:ext>
              </a:extLst>
            </p:cNvPr>
            <p:cNvGrpSpPr>
              <a:grpSpLocks/>
            </p:cNvGrpSpPr>
            <p:nvPr/>
          </p:nvGrpSpPr>
          <p:grpSpPr bwMode="auto">
            <a:xfrm>
              <a:off x="1214" y="258"/>
              <a:ext cx="767" cy="1708"/>
              <a:chOff x="1214" y="258"/>
              <a:chExt cx="767" cy="1708"/>
            </a:xfrm>
          </p:grpSpPr>
          <p:sp>
            <p:nvSpPr>
              <p:cNvPr id="150" name="Freeform 3140">
                <a:extLst>
                  <a:ext uri="{FF2B5EF4-FFF2-40B4-BE49-F238E27FC236}">
                    <a16:creationId xmlns:a16="http://schemas.microsoft.com/office/drawing/2014/main" id="{07CE6E76-7409-3F8E-B25A-4FFC3787CFC6}"/>
                  </a:ext>
                </a:extLst>
              </p:cNvPr>
              <p:cNvSpPr>
                <a:spLocks/>
              </p:cNvSpPr>
              <p:nvPr/>
            </p:nvSpPr>
            <p:spPr bwMode="auto">
              <a:xfrm>
                <a:off x="1214" y="258"/>
                <a:ext cx="29" cy="2"/>
              </a:xfrm>
              <a:custGeom>
                <a:avLst/>
                <a:gdLst>
                  <a:gd name="T0" fmla="+- 0 1214 1214"/>
                  <a:gd name="T1" fmla="*/ T0 w 29"/>
                  <a:gd name="T2" fmla="+- 0 1242 1214"/>
                  <a:gd name="T3" fmla="*/ T2 w 29"/>
                </a:gdLst>
                <a:ahLst/>
                <a:cxnLst>
                  <a:cxn ang="0">
                    <a:pos x="T1" y="0"/>
                  </a:cxn>
                  <a:cxn ang="0">
                    <a:pos x="T3" y="0"/>
                  </a:cxn>
                </a:cxnLst>
                <a:rect l="0" t="0" r="r" b="b"/>
                <a:pathLst>
                  <a:path w="29">
                    <a:moveTo>
                      <a:pt x="0" y="0"/>
                    </a:moveTo>
                    <a:lnTo>
                      <a:pt x="28"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pic>
            <p:nvPicPr>
              <p:cNvPr id="151" name="Picture 150">
                <a:extLst>
                  <a:ext uri="{FF2B5EF4-FFF2-40B4-BE49-F238E27FC236}">
                    <a16:creationId xmlns:a16="http://schemas.microsoft.com/office/drawing/2014/main" id="{E250DF6E-E8B5-9AC1-C0EC-1DD6A19FA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 y="322"/>
                <a:ext cx="350"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9" name="Freeform 3143">
              <a:extLst>
                <a:ext uri="{FF2B5EF4-FFF2-40B4-BE49-F238E27FC236}">
                  <a16:creationId xmlns:a16="http://schemas.microsoft.com/office/drawing/2014/main" id="{9A9D92A6-22C7-6813-8B18-DC2F1D35760E}"/>
                </a:ext>
              </a:extLst>
            </p:cNvPr>
            <p:cNvSpPr>
              <a:spLocks/>
            </p:cNvSpPr>
            <p:nvPr/>
          </p:nvSpPr>
          <p:spPr bwMode="auto">
            <a:xfrm>
              <a:off x="1242" y="258"/>
              <a:ext cx="1158" cy="2"/>
            </a:xfrm>
            <a:custGeom>
              <a:avLst/>
              <a:gdLst>
                <a:gd name="T0" fmla="+- 0 1242 1242"/>
                <a:gd name="T1" fmla="*/ T0 w 1158"/>
                <a:gd name="T2" fmla="+- 0 2400 1242"/>
                <a:gd name="T3" fmla="*/ T2 w 1158"/>
              </a:gdLst>
              <a:ahLst/>
              <a:cxnLst>
                <a:cxn ang="0">
                  <a:pos x="T1" y="0"/>
                </a:cxn>
                <a:cxn ang="0">
                  <a:pos x="T3" y="0"/>
                </a:cxn>
              </a:cxnLst>
              <a:rect l="0" t="0" r="r" b="b"/>
              <a:pathLst>
                <a:path w="1158">
                  <a:moveTo>
                    <a:pt x="0" y="0"/>
                  </a:moveTo>
                  <a:lnTo>
                    <a:pt x="1158"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nvGrpSpPr>
            <p:cNvPr id="125" name="Group 124">
              <a:extLst>
                <a:ext uri="{FF2B5EF4-FFF2-40B4-BE49-F238E27FC236}">
                  <a16:creationId xmlns:a16="http://schemas.microsoft.com/office/drawing/2014/main" id="{173D4C8F-AE11-0FC7-2812-7A45152EB845}"/>
                </a:ext>
              </a:extLst>
            </p:cNvPr>
            <p:cNvGrpSpPr>
              <a:grpSpLocks/>
            </p:cNvGrpSpPr>
            <p:nvPr/>
          </p:nvGrpSpPr>
          <p:grpSpPr bwMode="auto">
            <a:xfrm>
              <a:off x="2400" y="258"/>
              <a:ext cx="1139" cy="1708"/>
              <a:chOff x="2400" y="258"/>
              <a:chExt cx="1139" cy="1708"/>
            </a:xfrm>
          </p:grpSpPr>
          <p:sp>
            <p:nvSpPr>
              <p:cNvPr id="147" name="Freeform 3145">
                <a:extLst>
                  <a:ext uri="{FF2B5EF4-FFF2-40B4-BE49-F238E27FC236}">
                    <a16:creationId xmlns:a16="http://schemas.microsoft.com/office/drawing/2014/main" id="{9422C677-564C-230E-71F9-EC03FECE2959}"/>
                  </a:ext>
                </a:extLst>
              </p:cNvPr>
              <p:cNvSpPr>
                <a:spLocks/>
              </p:cNvSpPr>
              <p:nvPr/>
            </p:nvSpPr>
            <p:spPr bwMode="auto">
              <a:xfrm>
                <a:off x="2400" y="258"/>
                <a:ext cx="29" cy="2"/>
              </a:xfrm>
              <a:custGeom>
                <a:avLst/>
                <a:gdLst>
                  <a:gd name="T0" fmla="+- 0 2400 2400"/>
                  <a:gd name="T1" fmla="*/ T0 w 29"/>
                  <a:gd name="T2" fmla="+- 0 2429 2400"/>
                  <a:gd name="T3" fmla="*/ T2 w 29"/>
                </a:gdLst>
                <a:ahLst/>
                <a:cxnLst>
                  <a:cxn ang="0">
                    <a:pos x="T1" y="0"/>
                  </a:cxn>
                  <a:cxn ang="0">
                    <a:pos x="T3" y="0"/>
                  </a:cxn>
                </a:cxnLst>
                <a:rect l="0" t="0" r="r" b="b"/>
                <a:pathLst>
                  <a:path w="29">
                    <a:moveTo>
                      <a:pt x="0" y="0"/>
                    </a:moveTo>
                    <a:lnTo>
                      <a:pt x="29"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pic>
            <p:nvPicPr>
              <p:cNvPr id="148" name="Picture 147">
                <a:extLst>
                  <a:ext uri="{FF2B5EF4-FFF2-40B4-BE49-F238E27FC236}">
                    <a16:creationId xmlns:a16="http://schemas.microsoft.com/office/drawing/2014/main" id="{C04C4305-D3F7-083A-5E75-C895A2377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1" y="316"/>
                <a:ext cx="1028" cy="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6" name="Group 125">
              <a:extLst>
                <a:ext uri="{FF2B5EF4-FFF2-40B4-BE49-F238E27FC236}">
                  <a16:creationId xmlns:a16="http://schemas.microsoft.com/office/drawing/2014/main" id="{AA487A41-CBA9-6C46-388E-A90D7046A62D}"/>
                </a:ext>
              </a:extLst>
            </p:cNvPr>
            <p:cNvGrpSpPr>
              <a:grpSpLocks/>
            </p:cNvGrpSpPr>
            <p:nvPr/>
          </p:nvGrpSpPr>
          <p:grpSpPr bwMode="auto">
            <a:xfrm>
              <a:off x="2429" y="258"/>
              <a:ext cx="1233" cy="2"/>
              <a:chOff x="2429" y="258"/>
              <a:chExt cx="1233" cy="2"/>
            </a:xfrm>
          </p:grpSpPr>
          <p:sp>
            <p:nvSpPr>
              <p:cNvPr id="146" name="Freeform 3148">
                <a:extLst>
                  <a:ext uri="{FF2B5EF4-FFF2-40B4-BE49-F238E27FC236}">
                    <a16:creationId xmlns:a16="http://schemas.microsoft.com/office/drawing/2014/main" id="{47F2F682-821D-C053-976C-ED09FE517B51}"/>
                  </a:ext>
                </a:extLst>
              </p:cNvPr>
              <p:cNvSpPr>
                <a:spLocks/>
              </p:cNvSpPr>
              <p:nvPr/>
            </p:nvSpPr>
            <p:spPr bwMode="auto">
              <a:xfrm>
                <a:off x="2429" y="258"/>
                <a:ext cx="1233" cy="2"/>
              </a:xfrm>
              <a:custGeom>
                <a:avLst/>
                <a:gdLst>
                  <a:gd name="T0" fmla="+- 0 2429 2429"/>
                  <a:gd name="T1" fmla="*/ T0 w 1233"/>
                  <a:gd name="T2" fmla="+- 0 3661 2429"/>
                  <a:gd name="T3" fmla="*/ T2 w 1233"/>
                </a:gdLst>
                <a:ahLst/>
                <a:cxnLst>
                  <a:cxn ang="0">
                    <a:pos x="T1" y="0"/>
                  </a:cxn>
                  <a:cxn ang="0">
                    <a:pos x="T3" y="0"/>
                  </a:cxn>
                </a:cxnLst>
                <a:rect l="0" t="0" r="r" b="b"/>
                <a:pathLst>
                  <a:path w="1233">
                    <a:moveTo>
                      <a:pt x="0" y="0"/>
                    </a:moveTo>
                    <a:lnTo>
                      <a:pt x="1232"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27" name="Group 126">
              <a:extLst>
                <a:ext uri="{FF2B5EF4-FFF2-40B4-BE49-F238E27FC236}">
                  <a16:creationId xmlns:a16="http://schemas.microsoft.com/office/drawing/2014/main" id="{B4994172-4299-8F40-DFBA-529CE7A8E339}"/>
                </a:ext>
              </a:extLst>
            </p:cNvPr>
            <p:cNvGrpSpPr>
              <a:grpSpLocks/>
            </p:cNvGrpSpPr>
            <p:nvPr/>
          </p:nvGrpSpPr>
          <p:grpSpPr bwMode="auto">
            <a:xfrm>
              <a:off x="3661" y="258"/>
              <a:ext cx="734" cy="1708"/>
              <a:chOff x="3661" y="258"/>
              <a:chExt cx="734" cy="1708"/>
            </a:xfrm>
          </p:grpSpPr>
          <p:sp>
            <p:nvSpPr>
              <p:cNvPr id="144" name="Freeform 3150">
                <a:extLst>
                  <a:ext uri="{FF2B5EF4-FFF2-40B4-BE49-F238E27FC236}">
                    <a16:creationId xmlns:a16="http://schemas.microsoft.com/office/drawing/2014/main" id="{52444201-0901-0535-8F49-7E9D1B054A81}"/>
                  </a:ext>
                </a:extLst>
              </p:cNvPr>
              <p:cNvSpPr>
                <a:spLocks/>
              </p:cNvSpPr>
              <p:nvPr/>
            </p:nvSpPr>
            <p:spPr bwMode="auto">
              <a:xfrm>
                <a:off x="3661" y="258"/>
                <a:ext cx="29" cy="2"/>
              </a:xfrm>
              <a:custGeom>
                <a:avLst/>
                <a:gdLst>
                  <a:gd name="T0" fmla="+- 0 3661 3661"/>
                  <a:gd name="T1" fmla="*/ T0 w 29"/>
                  <a:gd name="T2" fmla="+- 0 3690 3661"/>
                  <a:gd name="T3" fmla="*/ T2 w 29"/>
                </a:gdLst>
                <a:ahLst/>
                <a:cxnLst>
                  <a:cxn ang="0">
                    <a:pos x="T1" y="0"/>
                  </a:cxn>
                  <a:cxn ang="0">
                    <a:pos x="T3" y="0"/>
                  </a:cxn>
                </a:cxnLst>
                <a:rect l="0" t="0" r="r" b="b"/>
                <a:pathLst>
                  <a:path w="29">
                    <a:moveTo>
                      <a:pt x="0" y="0"/>
                    </a:moveTo>
                    <a:lnTo>
                      <a:pt x="29"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pic>
            <p:nvPicPr>
              <p:cNvPr id="145" name="Picture 144">
                <a:extLst>
                  <a:ext uri="{FF2B5EF4-FFF2-40B4-BE49-F238E27FC236}">
                    <a16:creationId xmlns:a16="http://schemas.microsoft.com/office/drawing/2014/main" id="{07783B83-745B-0AD7-CB5B-B37DD53571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3" y="322"/>
                <a:ext cx="352"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8" name="Group 127">
              <a:extLst>
                <a:ext uri="{FF2B5EF4-FFF2-40B4-BE49-F238E27FC236}">
                  <a16:creationId xmlns:a16="http://schemas.microsoft.com/office/drawing/2014/main" id="{B93A4E33-3113-88F0-BB64-01DE5078F1EB}"/>
                </a:ext>
              </a:extLst>
            </p:cNvPr>
            <p:cNvGrpSpPr>
              <a:grpSpLocks/>
            </p:cNvGrpSpPr>
            <p:nvPr/>
          </p:nvGrpSpPr>
          <p:grpSpPr bwMode="auto">
            <a:xfrm>
              <a:off x="3690" y="258"/>
              <a:ext cx="1082" cy="2"/>
              <a:chOff x="3690" y="258"/>
              <a:chExt cx="1082" cy="2"/>
            </a:xfrm>
          </p:grpSpPr>
          <p:sp>
            <p:nvSpPr>
              <p:cNvPr id="143" name="Freeform 3153">
                <a:extLst>
                  <a:ext uri="{FF2B5EF4-FFF2-40B4-BE49-F238E27FC236}">
                    <a16:creationId xmlns:a16="http://schemas.microsoft.com/office/drawing/2014/main" id="{D6AB73EB-CDA5-E277-85EA-197982D3DDE6}"/>
                  </a:ext>
                </a:extLst>
              </p:cNvPr>
              <p:cNvSpPr>
                <a:spLocks/>
              </p:cNvSpPr>
              <p:nvPr/>
            </p:nvSpPr>
            <p:spPr bwMode="auto">
              <a:xfrm>
                <a:off x="3690" y="258"/>
                <a:ext cx="1082" cy="2"/>
              </a:xfrm>
              <a:custGeom>
                <a:avLst/>
                <a:gdLst>
                  <a:gd name="T0" fmla="+- 0 3690 3690"/>
                  <a:gd name="T1" fmla="*/ T0 w 1082"/>
                  <a:gd name="T2" fmla="+- 0 4772 3690"/>
                  <a:gd name="T3" fmla="*/ T2 w 1082"/>
                </a:gdLst>
                <a:ahLst/>
                <a:cxnLst>
                  <a:cxn ang="0">
                    <a:pos x="T1" y="0"/>
                  </a:cxn>
                  <a:cxn ang="0">
                    <a:pos x="T3" y="0"/>
                  </a:cxn>
                </a:cxnLst>
                <a:rect l="0" t="0" r="r" b="b"/>
                <a:pathLst>
                  <a:path w="1082">
                    <a:moveTo>
                      <a:pt x="0" y="0"/>
                    </a:moveTo>
                    <a:lnTo>
                      <a:pt x="1082"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29" name="Group 128">
              <a:extLst>
                <a:ext uri="{FF2B5EF4-FFF2-40B4-BE49-F238E27FC236}">
                  <a16:creationId xmlns:a16="http://schemas.microsoft.com/office/drawing/2014/main" id="{56667762-409B-11AB-03A1-31E336D20BD5}"/>
                </a:ext>
              </a:extLst>
            </p:cNvPr>
            <p:cNvGrpSpPr>
              <a:grpSpLocks/>
            </p:cNvGrpSpPr>
            <p:nvPr/>
          </p:nvGrpSpPr>
          <p:grpSpPr bwMode="auto">
            <a:xfrm>
              <a:off x="14" y="2024"/>
              <a:ext cx="1200" cy="2"/>
              <a:chOff x="14" y="2024"/>
              <a:chExt cx="1200" cy="2"/>
            </a:xfrm>
          </p:grpSpPr>
          <p:sp>
            <p:nvSpPr>
              <p:cNvPr id="142" name="Freeform 3155">
                <a:extLst>
                  <a:ext uri="{FF2B5EF4-FFF2-40B4-BE49-F238E27FC236}">
                    <a16:creationId xmlns:a16="http://schemas.microsoft.com/office/drawing/2014/main" id="{10F94367-0BEA-1C8C-6005-31876BFFA4ED}"/>
                  </a:ext>
                </a:extLst>
              </p:cNvPr>
              <p:cNvSpPr>
                <a:spLocks/>
              </p:cNvSpPr>
              <p:nvPr/>
            </p:nvSpPr>
            <p:spPr bwMode="auto">
              <a:xfrm>
                <a:off x="14" y="2024"/>
                <a:ext cx="1200" cy="2"/>
              </a:xfrm>
              <a:custGeom>
                <a:avLst/>
                <a:gdLst>
                  <a:gd name="T0" fmla="+- 0 14 14"/>
                  <a:gd name="T1" fmla="*/ T0 w 1200"/>
                  <a:gd name="T2" fmla="+- 0 1214 14"/>
                  <a:gd name="T3" fmla="*/ T2 w 1200"/>
                </a:gdLst>
                <a:ahLst/>
                <a:cxnLst>
                  <a:cxn ang="0">
                    <a:pos x="T1" y="0"/>
                  </a:cxn>
                  <a:cxn ang="0">
                    <a:pos x="T3" y="0"/>
                  </a:cxn>
                </a:cxnLst>
                <a:rect l="0" t="0" r="r" b="b"/>
                <a:pathLst>
                  <a:path w="1200">
                    <a:moveTo>
                      <a:pt x="0" y="0"/>
                    </a:moveTo>
                    <a:lnTo>
                      <a:pt x="1200"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0" name="Group 129">
              <a:extLst>
                <a:ext uri="{FF2B5EF4-FFF2-40B4-BE49-F238E27FC236}">
                  <a16:creationId xmlns:a16="http://schemas.microsoft.com/office/drawing/2014/main" id="{D7DCD045-B9C7-115A-C616-8610D71FB578}"/>
                </a:ext>
              </a:extLst>
            </p:cNvPr>
            <p:cNvGrpSpPr>
              <a:grpSpLocks/>
            </p:cNvGrpSpPr>
            <p:nvPr/>
          </p:nvGrpSpPr>
          <p:grpSpPr bwMode="auto">
            <a:xfrm>
              <a:off x="1200" y="2024"/>
              <a:ext cx="29" cy="2"/>
              <a:chOff x="1200" y="2024"/>
              <a:chExt cx="29" cy="2"/>
            </a:xfrm>
          </p:grpSpPr>
          <p:sp>
            <p:nvSpPr>
              <p:cNvPr id="141" name="Freeform 3157">
                <a:extLst>
                  <a:ext uri="{FF2B5EF4-FFF2-40B4-BE49-F238E27FC236}">
                    <a16:creationId xmlns:a16="http://schemas.microsoft.com/office/drawing/2014/main" id="{C7E3C63F-09FA-AEDC-7780-C44F2BAB7CBE}"/>
                  </a:ext>
                </a:extLst>
              </p:cNvPr>
              <p:cNvSpPr>
                <a:spLocks/>
              </p:cNvSpPr>
              <p:nvPr/>
            </p:nvSpPr>
            <p:spPr bwMode="auto">
              <a:xfrm>
                <a:off x="1200" y="2024"/>
                <a:ext cx="29" cy="2"/>
              </a:xfrm>
              <a:custGeom>
                <a:avLst/>
                <a:gdLst>
                  <a:gd name="T0" fmla="+- 0 1200 1200"/>
                  <a:gd name="T1" fmla="*/ T0 w 29"/>
                  <a:gd name="T2" fmla="+- 0 1228 1200"/>
                  <a:gd name="T3" fmla="*/ T2 w 29"/>
                </a:gdLst>
                <a:ahLst/>
                <a:cxnLst>
                  <a:cxn ang="0">
                    <a:pos x="T1" y="0"/>
                  </a:cxn>
                  <a:cxn ang="0">
                    <a:pos x="T3" y="0"/>
                  </a:cxn>
                </a:cxnLst>
                <a:rect l="0" t="0" r="r" b="b"/>
                <a:pathLst>
                  <a:path w="29">
                    <a:moveTo>
                      <a:pt x="0" y="0"/>
                    </a:moveTo>
                    <a:lnTo>
                      <a:pt x="28"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1" name="Group 130">
              <a:extLst>
                <a:ext uri="{FF2B5EF4-FFF2-40B4-BE49-F238E27FC236}">
                  <a16:creationId xmlns:a16="http://schemas.microsoft.com/office/drawing/2014/main" id="{AB3D2C1E-82B4-B6F1-2F23-41593C1DB627}"/>
                </a:ext>
              </a:extLst>
            </p:cNvPr>
            <p:cNvGrpSpPr>
              <a:grpSpLocks/>
            </p:cNvGrpSpPr>
            <p:nvPr/>
          </p:nvGrpSpPr>
          <p:grpSpPr bwMode="auto">
            <a:xfrm>
              <a:off x="1228" y="2024"/>
              <a:ext cx="1172" cy="2"/>
              <a:chOff x="1228" y="2024"/>
              <a:chExt cx="1172" cy="2"/>
            </a:xfrm>
          </p:grpSpPr>
          <p:sp>
            <p:nvSpPr>
              <p:cNvPr id="140" name="Freeform 3159">
                <a:extLst>
                  <a:ext uri="{FF2B5EF4-FFF2-40B4-BE49-F238E27FC236}">
                    <a16:creationId xmlns:a16="http://schemas.microsoft.com/office/drawing/2014/main" id="{15220363-85C8-CD73-27D0-356F42E0002F}"/>
                  </a:ext>
                </a:extLst>
              </p:cNvPr>
              <p:cNvSpPr>
                <a:spLocks/>
              </p:cNvSpPr>
              <p:nvPr/>
            </p:nvSpPr>
            <p:spPr bwMode="auto">
              <a:xfrm>
                <a:off x="1228" y="2024"/>
                <a:ext cx="1172" cy="2"/>
              </a:xfrm>
              <a:custGeom>
                <a:avLst/>
                <a:gdLst>
                  <a:gd name="T0" fmla="+- 0 1228 1228"/>
                  <a:gd name="T1" fmla="*/ T0 w 1172"/>
                  <a:gd name="T2" fmla="+- 0 2400 1228"/>
                  <a:gd name="T3" fmla="*/ T2 w 1172"/>
                </a:gdLst>
                <a:ahLst/>
                <a:cxnLst>
                  <a:cxn ang="0">
                    <a:pos x="T1" y="0"/>
                  </a:cxn>
                  <a:cxn ang="0">
                    <a:pos x="T3" y="0"/>
                  </a:cxn>
                </a:cxnLst>
                <a:rect l="0" t="0" r="r" b="b"/>
                <a:pathLst>
                  <a:path w="1172">
                    <a:moveTo>
                      <a:pt x="0" y="0"/>
                    </a:moveTo>
                    <a:lnTo>
                      <a:pt x="1172"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2" name="Group 131">
              <a:extLst>
                <a:ext uri="{FF2B5EF4-FFF2-40B4-BE49-F238E27FC236}">
                  <a16:creationId xmlns:a16="http://schemas.microsoft.com/office/drawing/2014/main" id="{D3FF2435-411A-F220-5A5D-3A95C529FF5A}"/>
                </a:ext>
              </a:extLst>
            </p:cNvPr>
            <p:cNvGrpSpPr>
              <a:grpSpLocks/>
            </p:cNvGrpSpPr>
            <p:nvPr/>
          </p:nvGrpSpPr>
          <p:grpSpPr bwMode="auto">
            <a:xfrm>
              <a:off x="2386" y="2024"/>
              <a:ext cx="29" cy="2"/>
              <a:chOff x="2386" y="2024"/>
              <a:chExt cx="29" cy="2"/>
            </a:xfrm>
          </p:grpSpPr>
          <p:sp>
            <p:nvSpPr>
              <p:cNvPr id="139" name="Freeform 3161">
                <a:extLst>
                  <a:ext uri="{FF2B5EF4-FFF2-40B4-BE49-F238E27FC236}">
                    <a16:creationId xmlns:a16="http://schemas.microsoft.com/office/drawing/2014/main" id="{D56B5DAA-F513-1EDC-61B5-7F6959596D32}"/>
                  </a:ext>
                </a:extLst>
              </p:cNvPr>
              <p:cNvSpPr>
                <a:spLocks/>
              </p:cNvSpPr>
              <p:nvPr/>
            </p:nvSpPr>
            <p:spPr bwMode="auto">
              <a:xfrm>
                <a:off x="2386" y="2024"/>
                <a:ext cx="29" cy="2"/>
              </a:xfrm>
              <a:custGeom>
                <a:avLst/>
                <a:gdLst>
                  <a:gd name="T0" fmla="+- 0 2386 2386"/>
                  <a:gd name="T1" fmla="*/ T0 w 29"/>
                  <a:gd name="T2" fmla="+- 0 2414 2386"/>
                  <a:gd name="T3" fmla="*/ T2 w 29"/>
                </a:gdLst>
                <a:ahLst/>
                <a:cxnLst>
                  <a:cxn ang="0">
                    <a:pos x="T1" y="0"/>
                  </a:cxn>
                  <a:cxn ang="0">
                    <a:pos x="T3" y="0"/>
                  </a:cxn>
                </a:cxnLst>
                <a:rect l="0" t="0" r="r" b="b"/>
                <a:pathLst>
                  <a:path w="29">
                    <a:moveTo>
                      <a:pt x="0" y="0"/>
                    </a:moveTo>
                    <a:lnTo>
                      <a:pt x="28"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3" name="Group 132">
              <a:extLst>
                <a:ext uri="{FF2B5EF4-FFF2-40B4-BE49-F238E27FC236}">
                  <a16:creationId xmlns:a16="http://schemas.microsoft.com/office/drawing/2014/main" id="{DFC126E0-6169-5092-CD11-CD1E2395AB05}"/>
                </a:ext>
              </a:extLst>
            </p:cNvPr>
            <p:cNvGrpSpPr>
              <a:grpSpLocks/>
            </p:cNvGrpSpPr>
            <p:nvPr/>
          </p:nvGrpSpPr>
          <p:grpSpPr bwMode="auto">
            <a:xfrm>
              <a:off x="2414" y="2024"/>
              <a:ext cx="1248" cy="2"/>
              <a:chOff x="2414" y="2024"/>
              <a:chExt cx="1248" cy="2"/>
            </a:xfrm>
          </p:grpSpPr>
          <p:sp>
            <p:nvSpPr>
              <p:cNvPr id="138" name="Freeform 3163">
                <a:extLst>
                  <a:ext uri="{FF2B5EF4-FFF2-40B4-BE49-F238E27FC236}">
                    <a16:creationId xmlns:a16="http://schemas.microsoft.com/office/drawing/2014/main" id="{D429CB1C-277E-69B5-AF68-AC65E41C05E7}"/>
                  </a:ext>
                </a:extLst>
              </p:cNvPr>
              <p:cNvSpPr>
                <a:spLocks/>
              </p:cNvSpPr>
              <p:nvPr/>
            </p:nvSpPr>
            <p:spPr bwMode="auto">
              <a:xfrm>
                <a:off x="2414" y="2024"/>
                <a:ext cx="1248" cy="2"/>
              </a:xfrm>
              <a:custGeom>
                <a:avLst/>
                <a:gdLst>
                  <a:gd name="T0" fmla="+- 0 2414 2414"/>
                  <a:gd name="T1" fmla="*/ T0 w 1248"/>
                  <a:gd name="T2" fmla="+- 0 3661 2414"/>
                  <a:gd name="T3" fmla="*/ T2 w 1248"/>
                </a:gdLst>
                <a:ahLst/>
                <a:cxnLst>
                  <a:cxn ang="0">
                    <a:pos x="T1" y="0"/>
                  </a:cxn>
                  <a:cxn ang="0">
                    <a:pos x="T3" y="0"/>
                  </a:cxn>
                </a:cxnLst>
                <a:rect l="0" t="0" r="r" b="b"/>
                <a:pathLst>
                  <a:path w="1248">
                    <a:moveTo>
                      <a:pt x="0" y="0"/>
                    </a:moveTo>
                    <a:lnTo>
                      <a:pt x="1247"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4" name="Group 133">
              <a:extLst>
                <a:ext uri="{FF2B5EF4-FFF2-40B4-BE49-F238E27FC236}">
                  <a16:creationId xmlns:a16="http://schemas.microsoft.com/office/drawing/2014/main" id="{C511F104-170E-B4E5-7BC2-1C8397707436}"/>
                </a:ext>
              </a:extLst>
            </p:cNvPr>
            <p:cNvGrpSpPr>
              <a:grpSpLocks/>
            </p:cNvGrpSpPr>
            <p:nvPr/>
          </p:nvGrpSpPr>
          <p:grpSpPr bwMode="auto">
            <a:xfrm>
              <a:off x="3647" y="2024"/>
              <a:ext cx="29" cy="2"/>
              <a:chOff x="3647" y="2024"/>
              <a:chExt cx="29" cy="2"/>
            </a:xfrm>
          </p:grpSpPr>
          <p:sp>
            <p:nvSpPr>
              <p:cNvPr id="137" name="Freeform 3165">
                <a:extLst>
                  <a:ext uri="{FF2B5EF4-FFF2-40B4-BE49-F238E27FC236}">
                    <a16:creationId xmlns:a16="http://schemas.microsoft.com/office/drawing/2014/main" id="{1778B542-9C3E-11C4-2D39-6BB40DD93D9C}"/>
                  </a:ext>
                </a:extLst>
              </p:cNvPr>
              <p:cNvSpPr>
                <a:spLocks/>
              </p:cNvSpPr>
              <p:nvPr/>
            </p:nvSpPr>
            <p:spPr bwMode="auto">
              <a:xfrm>
                <a:off x="3647" y="2024"/>
                <a:ext cx="29" cy="2"/>
              </a:xfrm>
              <a:custGeom>
                <a:avLst/>
                <a:gdLst>
                  <a:gd name="T0" fmla="+- 0 3647 3647"/>
                  <a:gd name="T1" fmla="*/ T0 w 29"/>
                  <a:gd name="T2" fmla="+- 0 3676 3647"/>
                  <a:gd name="T3" fmla="*/ T2 w 29"/>
                </a:gdLst>
                <a:ahLst/>
                <a:cxnLst>
                  <a:cxn ang="0">
                    <a:pos x="T1" y="0"/>
                  </a:cxn>
                  <a:cxn ang="0">
                    <a:pos x="T3" y="0"/>
                  </a:cxn>
                </a:cxnLst>
                <a:rect l="0" t="0" r="r" b="b"/>
                <a:pathLst>
                  <a:path w="29">
                    <a:moveTo>
                      <a:pt x="0" y="0"/>
                    </a:moveTo>
                    <a:lnTo>
                      <a:pt x="29"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nvGrpSpPr>
            <p:cNvPr id="135" name="Group 134">
              <a:extLst>
                <a:ext uri="{FF2B5EF4-FFF2-40B4-BE49-F238E27FC236}">
                  <a16:creationId xmlns:a16="http://schemas.microsoft.com/office/drawing/2014/main" id="{AB9AEB86-2E03-BCBF-1DFD-7C77F7E89DF9}"/>
                </a:ext>
              </a:extLst>
            </p:cNvPr>
            <p:cNvGrpSpPr>
              <a:grpSpLocks/>
            </p:cNvGrpSpPr>
            <p:nvPr/>
          </p:nvGrpSpPr>
          <p:grpSpPr bwMode="auto">
            <a:xfrm>
              <a:off x="3676" y="2024"/>
              <a:ext cx="1097" cy="2"/>
              <a:chOff x="3676" y="2024"/>
              <a:chExt cx="1097" cy="2"/>
            </a:xfrm>
          </p:grpSpPr>
          <p:sp>
            <p:nvSpPr>
              <p:cNvPr id="136" name="Freeform 3167">
                <a:extLst>
                  <a:ext uri="{FF2B5EF4-FFF2-40B4-BE49-F238E27FC236}">
                    <a16:creationId xmlns:a16="http://schemas.microsoft.com/office/drawing/2014/main" id="{F3A8B2B5-B610-45E4-E57E-6037262DF114}"/>
                  </a:ext>
                </a:extLst>
              </p:cNvPr>
              <p:cNvSpPr>
                <a:spLocks/>
              </p:cNvSpPr>
              <p:nvPr/>
            </p:nvSpPr>
            <p:spPr bwMode="auto">
              <a:xfrm>
                <a:off x="3676" y="2024"/>
                <a:ext cx="1097" cy="2"/>
              </a:xfrm>
              <a:custGeom>
                <a:avLst/>
                <a:gdLst>
                  <a:gd name="T0" fmla="+- 0 3676 3676"/>
                  <a:gd name="T1" fmla="*/ T0 w 1097"/>
                  <a:gd name="T2" fmla="+- 0 4772 3676"/>
                  <a:gd name="T3" fmla="*/ T2 w 1097"/>
                </a:gdLst>
                <a:ahLst/>
                <a:cxnLst>
                  <a:cxn ang="0">
                    <a:pos x="T1" y="0"/>
                  </a:cxn>
                  <a:cxn ang="0">
                    <a:pos x="T3" y="0"/>
                  </a:cxn>
                </a:cxnLst>
                <a:rect l="0" t="0" r="r" b="b"/>
                <a:pathLst>
                  <a:path w="1097">
                    <a:moveTo>
                      <a:pt x="0" y="0"/>
                    </a:moveTo>
                    <a:lnTo>
                      <a:pt x="1096" y="0"/>
                    </a:lnTo>
                  </a:path>
                </a:pathLst>
              </a:custGeom>
              <a:noFill/>
              <a:ln w="18021">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grpSp>
      </p:grpSp>
    </p:spTree>
    <p:extLst>
      <p:ext uri="{BB962C8B-B14F-4D97-AF65-F5344CB8AC3E}">
        <p14:creationId xmlns:p14="http://schemas.microsoft.com/office/powerpoint/2010/main" val="2198584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12</a:t>
            </a:fld>
            <a:endParaRPr lang="en-US" dirty="0"/>
          </a:p>
        </p:txBody>
      </p:sp>
      <p:pic>
        <p:nvPicPr>
          <p:cNvPr id="7" name="image15.jpeg">
            <a:extLst>
              <a:ext uri="{FF2B5EF4-FFF2-40B4-BE49-F238E27FC236}">
                <a16:creationId xmlns:a16="http://schemas.microsoft.com/office/drawing/2014/main" id="{03E6D905-D5B3-19EA-9D99-03AA8906775E}"/>
              </a:ext>
            </a:extLst>
          </p:cNvPr>
          <p:cNvPicPr>
            <a:picLocks noChangeAspect="1"/>
          </p:cNvPicPr>
          <p:nvPr/>
        </p:nvPicPr>
        <p:blipFill>
          <a:blip r:embed="rId2" cstate="print"/>
          <a:stretch>
            <a:fillRect/>
          </a:stretch>
        </p:blipFill>
        <p:spPr>
          <a:xfrm>
            <a:off x="1155066" y="1651318"/>
            <a:ext cx="6309808" cy="4130358"/>
          </a:xfrm>
          <a:prstGeom prst="rect">
            <a:avLst/>
          </a:prstGeom>
        </p:spPr>
      </p:pic>
    </p:spTree>
    <p:extLst>
      <p:ext uri="{BB962C8B-B14F-4D97-AF65-F5344CB8AC3E}">
        <p14:creationId xmlns:p14="http://schemas.microsoft.com/office/powerpoint/2010/main" val="2251108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13</a:t>
            </a:fld>
            <a:endParaRPr lang="en-US" dirty="0"/>
          </a:p>
        </p:txBody>
      </p:sp>
      <p:grpSp>
        <p:nvGrpSpPr>
          <p:cNvPr id="3" name="Group 2">
            <a:extLst>
              <a:ext uri="{FF2B5EF4-FFF2-40B4-BE49-F238E27FC236}">
                <a16:creationId xmlns:a16="http://schemas.microsoft.com/office/drawing/2014/main" id="{32D6AADD-7C78-945B-3372-DC27D371C577}"/>
              </a:ext>
            </a:extLst>
          </p:cNvPr>
          <p:cNvGrpSpPr>
            <a:grpSpLocks/>
          </p:cNvGrpSpPr>
          <p:nvPr/>
        </p:nvGrpSpPr>
        <p:grpSpPr bwMode="auto">
          <a:xfrm>
            <a:off x="3182937" y="161926"/>
            <a:ext cx="6448425" cy="6605585"/>
            <a:chOff x="0" y="0"/>
            <a:chExt cx="9294" cy="8903"/>
          </a:xfrm>
        </p:grpSpPr>
        <p:grpSp>
          <p:nvGrpSpPr>
            <p:cNvPr id="4" name="Group 3">
              <a:extLst>
                <a:ext uri="{FF2B5EF4-FFF2-40B4-BE49-F238E27FC236}">
                  <a16:creationId xmlns:a16="http://schemas.microsoft.com/office/drawing/2014/main" id="{801F8F75-AAA9-E455-30AA-4DE6FF8229CE}"/>
                </a:ext>
              </a:extLst>
            </p:cNvPr>
            <p:cNvGrpSpPr>
              <a:grpSpLocks/>
            </p:cNvGrpSpPr>
            <p:nvPr/>
          </p:nvGrpSpPr>
          <p:grpSpPr bwMode="auto">
            <a:xfrm>
              <a:off x="617" y="0"/>
              <a:ext cx="462" cy="441"/>
              <a:chOff x="617" y="0"/>
              <a:chExt cx="462" cy="441"/>
            </a:xfrm>
          </p:grpSpPr>
          <p:sp>
            <p:nvSpPr>
              <p:cNvPr id="1569" name="Freeform 4446">
                <a:extLst>
                  <a:ext uri="{FF2B5EF4-FFF2-40B4-BE49-F238E27FC236}">
                    <a16:creationId xmlns:a16="http://schemas.microsoft.com/office/drawing/2014/main" id="{C3D582A5-5BD5-C8B7-473A-38B56E2522FE}"/>
                  </a:ext>
                </a:extLst>
              </p:cNvPr>
              <p:cNvSpPr>
                <a:spLocks/>
              </p:cNvSpPr>
              <p:nvPr/>
            </p:nvSpPr>
            <p:spPr bwMode="auto">
              <a:xfrm>
                <a:off x="617" y="0"/>
                <a:ext cx="462" cy="441"/>
              </a:xfrm>
              <a:custGeom>
                <a:avLst/>
                <a:gdLst>
                  <a:gd name="T0" fmla="+- 0 617 617"/>
                  <a:gd name="T1" fmla="*/ T0 w 462"/>
                  <a:gd name="T2" fmla="*/ 440 h 441"/>
                  <a:gd name="T3" fmla="+- 0 1079 617"/>
                  <a:gd name="T4" fmla="*/ T3 w 462"/>
                  <a:gd name="T5" fmla="*/ 440 h 441"/>
                  <a:gd name="T6" fmla="+- 0 1079 617"/>
                  <a:gd name="T7" fmla="*/ T6 w 462"/>
                  <a:gd name="T8" fmla="*/ 0 h 441"/>
                  <a:gd name="T9" fmla="+- 0 617 617"/>
                  <a:gd name="T10" fmla="*/ T9 w 462"/>
                  <a:gd name="T11" fmla="*/ 0 h 441"/>
                  <a:gd name="T12" fmla="+- 0 617 617"/>
                  <a:gd name="T13" fmla="*/ T12 w 462"/>
                  <a:gd name="T14" fmla="*/ 440 h 441"/>
                </a:gdLst>
                <a:ahLst/>
                <a:cxnLst>
                  <a:cxn ang="0">
                    <a:pos x="T1" y="T2"/>
                  </a:cxn>
                  <a:cxn ang="0">
                    <a:pos x="T4" y="T5"/>
                  </a:cxn>
                  <a:cxn ang="0">
                    <a:pos x="T7" y="T8"/>
                  </a:cxn>
                  <a:cxn ang="0">
                    <a:pos x="T10" y="T11"/>
                  </a:cxn>
                  <a:cxn ang="0">
                    <a:pos x="T13" y="T14"/>
                  </a:cxn>
                </a:cxnLst>
                <a:rect l="0" t="0" r="r" b="b"/>
                <a:pathLst>
                  <a:path w="462" h="441">
                    <a:moveTo>
                      <a:pt x="0" y="440"/>
                    </a:moveTo>
                    <a:lnTo>
                      <a:pt x="462" y="440"/>
                    </a:lnTo>
                    <a:lnTo>
                      <a:pt x="462" y="0"/>
                    </a:lnTo>
                    <a:lnTo>
                      <a:pt x="0" y="0"/>
                    </a:lnTo>
                    <a:lnTo>
                      <a:pt x="0" y="440"/>
                    </a:lnTo>
                    <a:close/>
                  </a:path>
                </a:pathLst>
              </a:custGeom>
              <a:solidFill>
                <a:srgbClr val="F8717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 name="Group 4">
              <a:extLst>
                <a:ext uri="{FF2B5EF4-FFF2-40B4-BE49-F238E27FC236}">
                  <a16:creationId xmlns:a16="http://schemas.microsoft.com/office/drawing/2014/main" id="{829C788D-5F08-A576-9097-322B77570E65}"/>
                </a:ext>
              </a:extLst>
            </p:cNvPr>
            <p:cNvGrpSpPr>
              <a:grpSpLocks/>
            </p:cNvGrpSpPr>
            <p:nvPr/>
          </p:nvGrpSpPr>
          <p:grpSpPr bwMode="auto">
            <a:xfrm>
              <a:off x="1074" y="0"/>
              <a:ext cx="1831" cy="441"/>
              <a:chOff x="1074" y="0"/>
              <a:chExt cx="1831" cy="441"/>
            </a:xfrm>
          </p:grpSpPr>
          <p:sp>
            <p:nvSpPr>
              <p:cNvPr id="1568" name="Freeform 4448">
                <a:extLst>
                  <a:ext uri="{FF2B5EF4-FFF2-40B4-BE49-F238E27FC236}">
                    <a16:creationId xmlns:a16="http://schemas.microsoft.com/office/drawing/2014/main" id="{F213EE0B-24EE-E13F-0E93-B9954946E2BE}"/>
                  </a:ext>
                </a:extLst>
              </p:cNvPr>
              <p:cNvSpPr>
                <a:spLocks/>
              </p:cNvSpPr>
              <p:nvPr/>
            </p:nvSpPr>
            <p:spPr bwMode="auto">
              <a:xfrm>
                <a:off x="1074" y="0"/>
                <a:ext cx="1831" cy="441"/>
              </a:xfrm>
              <a:custGeom>
                <a:avLst/>
                <a:gdLst>
                  <a:gd name="T0" fmla="+- 0 1074 1074"/>
                  <a:gd name="T1" fmla="*/ T0 w 1831"/>
                  <a:gd name="T2" fmla="*/ 440 h 441"/>
                  <a:gd name="T3" fmla="+- 0 2904 1074"/>
                  <a:gd name="T4" fmla="*/ T3 w 1831"/>
                  <a:gd name="T5" fmla="*/ 440 h 441"/>
                  <a:gd name="T6" fmla="+- 0 2904 1074"/>
                  <a:gd name="T7" fmla="*/ T6 w 1831"/>
                  <a:gd name="T8" fmla="*/ 0 h 441"/>
                  <a:gd name="T9" fmla="+- 0 1074 1074"/>
                  <a:gd name="T10" fmla="*/ T9 w 1831"/>
                  <a:gd name="T11" fmla="*/ 0 h 441"/>
                  <a:gd name="T12" fmla="+- 0 1074 1074"/>
                  <a:gd name="T13" fmla="*/ T12 w 1831"/>
                  <a:gd name="T14" fmla="*/ 440 h 441"/>
                </a:gdLst>
                <a:ahLst/>
                <a:cxnLst>
                  <a:cxn ang="0">
                    <a:pos x="T1" y="T2"/>
                  </a:cxn>
                  <a:cxn ang="0">
                    <a:pos x="T4" y="T5"/>
                  </a:cxn>
                  <a:cxn ang="0">
                    <a:pos x="T7" y="T8"/>
                  </a:cxn>
                  <a:cxn ang="0">
                    <a:pos x="T10" y="T11"/>
                  </a:cxn>
                  <a:cxn ang="0">
                    <a:pos x="T13" y="T14"/>
                  </a:cxn>
                </a:cxnLst>
                <a:rect l="0" t="0" r="r" b="b"/>
                <a:pathLst>
                  <a:path w="1831" h="441">
                    <a:moveTo>
                      <a:pt x="0" y="440"/>
                    </a:moveTo>
                    <a:lnTo>
                      <a:pt x="1830" y="440"/>
                    </a:lnTo>
                    <a:lnTo>
                      <a:pt x="1830" y="0"/>
                    </a:lnTo>
                    <a:lnTo>
                      <a:pt x="0" y="0"/>
                    </a:lnTo>
                    <a:lnTo>
                      <a:pt x="0" y="440"/>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 name="Group 7">
              <a:extLst>
                <a:ext uri="{FF2B5EF4-FFF2-40B4-BE49-F238E27FC236}">
                  <a16:creationId xmlns:a16="http://schemas.microsoft.com/office/drawing/2014/main" id="{5938F04D-4F70-EB08-11F3-1B2C479D92BE}"/>
                </a:ext>
              </a:extLst>
            </p:cNvPr>
            <p:cNvGrpSpPr>
              <a:grpSpLocks/>
            </p:cNvGrpSpPr>
            <p:nvPr/>
          </p:nvGrpSpPr>
          <p:grpSpPr bwMode="auto">
            <a:xfrm>
              <a:off x="2899" y="0"/>
              <a:ext cx="462" cy="441"/>
              <a:chOff x="2899" y="0"/>
              <a:chExt cx="462" cy="441"/>
            </a:xfrm>
          </p:grpSpPr>
          <p:sp>
            <p:nvSpPr>
              <p:cNvPr id="1567" name="Freeform 4450">
                <a:extLst>
                  <a:ext uri="{FF2B5EF4-FFF2-40B4-BE49-F238E27FC236}">
                    <a16:creationId xmlns:a16="http://schemas.microsoft.com/office/drawing/2014/main" id="{B9B3E154-8D27-3FD4-F373-1C9D1DC786E8}"/>
                  </a:ext>
                </a:extLst>
              </p:cNvPr>
              <p:cNvSpPr>
                <a:spLocks/>
              </p:cNvSpPr>
              <p:nvPr/>
            </p:nvSpPr>
            <p:spPr bwMode="auto">
              <a:xfrm>
                <a:off x="2899" y="0"/>
                <a:ext cx="462" cy="441"/>
              </a:xfrm>
              <a:custGeom>
                <a:avLst/>
                <a:gdLst>
                  <a:gd name="T0" fmla="+- 0 2899 2899"/>
                  <a:gd name="T1" fmla="*/ T0 w 462"/>
                  <a:gd name="T2" fmla="*/ 440 h 441"/>
                  <a:gd name="T3" fmla="+- 0 3361 2899"/>
                  <a:gd name="T4" fmla="*/ T3 w 462"/>
                  <a:gd name="T5" fmla="*/ 440 h 441"/>
                  <a:gd name="T6" fmla="+- 0 3361 2899"/>
                  <a:gd name="T7" fmla="*/ T6 w 462"/>
                  <a:gd name="T8" fmla="*/ 0 h 441"/>
                  <a:gd name="T9" fmla="+- 0 2899 2899"/>
                  <a:gd name="T10" fmla="*/ T9 w 462"/>
                  <a:gd name="T11" fmla="*/ 0 h 441"/>
                  <a:gd name="T12" fmla="+- 0 2899 2899"/>
                  <a:gd name="T13" fmla="*/ T12 w 462"/>
                  <a:gd name="T14" fmla="*/ 440 h 441"/>
                </a:gdLst>
                <a:ahLst/>
                <a:cxnLst>
                  <a:cxn ang="0">
                    <a:pos x="T1" y="T2"/>
                  </a:cxn>
                  <a:cxn ang="0">
                    <a:pos x="T4" y="T5"/>
                  </a:cxn>
                  <a:cxn ang="0">
                    <a:pos x="T7" y="T8"/>
                  </a:cxn>
                  <a:cxn ang="0">
                    <a:pos x="T10" y="T11"/>
                  </a:cxn>
                  <a:cxn ang="0">
                    <a:pos x="T13" y="T14"/>
                  </a:cxn>
                </a:cxnLst>
                <a:rect l="0" t="0" r="r" b="b"/>
                <a:pathLst>
                  <a:path w="462" h="441">
                    <a:moveTo>
                      <a:pt x="0" y="440"/>
                    </a:moveTo>
                    <a:lnTo>
                      <a:pt x="462" y="440"/>
                    </a:lnTo>
                    <a:lnTo>
                      <a:pt x="462" y="0"/>
                    </a:lnTo>
                    <a:lnTo>
                      <a:pt x="0" y="0"/>
                    </a:lnTo>
                    <a:lnTo>
                      <a:pt x="0" y="440"/>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 name="Group 8">
              <a:extLst>
                <a:ext uri="{FF2B5EF4-FFF2-40B4-BE49-F238E27FC236}">
                  <a16:creationId xmlns:a16="http://schemas.microsoft.com/office/drawing/2014/main" id="{68FE4747-E8F9-1719-81BD-1757909EE705}"/>
                </a:ext>
              </a:extLst>
            </p:cNvPr>
            <p:cNvGrpSpPr>
              <a:grpSpLocks/>
            </p:cNvGrpSpPr>
            <p:nvPr/>
          </p:nvGrpSpPr>
          <p:grpSpPr bwMode="auto">
            <a:xfrm>
              <a:off x="3355" y="0"/>
              <a:ext cx="5938" cy="441"/>
              <a:chOff x="3355" y="0"/>
              <a:chExt cx="5938" cy="441"/>
            </a:xfrm>
          </p:grpSpPr>
          <p:sp>
            <p:nvSpPr>
              <p:cNvPr id="1566" name="Freeform 4452">
                <a:extLst>
                  <a:ext uri="{FF2B5EF4-FFF2-40B4-BE49-F238E27FC236}">
                    <a16:creationId xmlns:a16="http://schemas.microsoft.com/office/drawing/2014/main" id="{E931A2F5-6024-E85D-6A2E-2EF34D4038FB}"/>
                  </a:ext>
                </a:extLst>
              </p:cNvPr>
              <p:cNvSpPr>
                <a:spLocks/>
              </p:cNvSpPr>
              <p:nvPr/>
            </p:nvSpPr>
            <p:spPr bwMode="auto">
              <a:xfrm>
                <a:off x="3355" y="0"/>
                <a:ext cx="5938" cy="441"/>
              </a:xfrm>
              <a:custGeom>
                <a:avLst/>
                <a:gdLst>
                  <a:gd name="T0" fmla="+- 0 3355 3355"/>
                  <a:gd name="T1" fmla="*/ T0 w 5938"/>
                  <a:gd name="T2" fmla="*/ 440 h 441"/>
                  <a:gd name="T3" fmla="+- 0 9293 3355"/>
                  <a:gd name="T4" fmla="*/ T3 w 5938"/>
                  <a:gd name="T5" fmla="*/ 440 h 441"/>
                  <a:gd name="T6" fmla="+- 0 9293 3355"/>
                  <a:gd name="T7" fmla="*/ T6 w 5938"/>
                  <a:gd name="T8" fmla="*/ 0 h 441"/>
                  <a:gd name="T9" fmla="+- 0 3355 3355"/>
                  <a:gd name="T10" fmla="*/ T9 w 5938"/>
                  <a:gd name="T11" fmla="*/ 0 h 441"/>
                  <a:gd name="T12" fmla="+- 0 3355 3355"/>
                  <a:gd name="T13" fmla="*/ T12 w 5938"/>
                  <a:gd name="T14" fmla="*/ 440 h 441"/>
                </a:gdLst>
                <a:ahLst/>
                <a:cxnLst>
                  <a:cxn ang="0">
                    <a:pos x="T1" y="T2"/>
                  </a:cxn>
                  <a:cxn ang="0">
                    <a:pos x="T4" y="T5"/>
                  </a:cxn>
                  <a:cxn ang="0">
                    <a:pos x="T7" y="T8"/>
                  </a:cxn>
                  <a:cxn ang="0">
                    <a:pos x="T10" y="T11"/>
                  </a:cxn>
                  <a:cxn ang="0">
                    <a:pos x="T13" y="T14"/>
                  </a:cxn>
                </a:cxnLst>
                <a:rect l="0" t="0" r="r" b="b"/>
                <a:pathLst>
                  <a:path w="5938" h="441">
                    <a:moveTo>
                      <a:pt x="0" y="440"/>
                    </a:moveTo>
                    <a:lnTo>
                      <a:pt x="5938" y="440"/>
                    </a:lnTo>
                    <a:lnTo>
                      <a:pt x="5938" y="0"/>
                    </a:lnTo>
                    <a:lnTo>
                      <a:pt x="0" y="0"/>
                    </a:lnTo>
                    <a:lnTo>
                      <a:pt x="0" y="440"/>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 name="Group 9">
              <a:extLst>
                <a:ext uri="{FF2B5EF4-FFF2-40B4-BE49-F238E27FC236}">
                  <a16:creationId xmlns:a16="http://schemas.microsoft.com/office/drawing/2014/main" id="{EB4C4103-3629-D10D-D184-FA41DCC9E4E2}"/>
                </a:ext>
              </a:extLst>
            </p:cNvPr>
            <p:cNvGrpSpPr>
              <a:grpSpLocks/>
            </p:cNvGrpSpPr>
            <p:nvPr/>
          </p:nvGrpSpPr>
          <p:grpSpPr bwMode="auto">
            <a:xfrm>
              <a:off x="617" y="435"/>
              <a:ext cx="462" cy="446"/>
              <a:chOff x="617" y="435"/>
              <a:chExt cx="462" cy="446"/>
            </a:xfrm>
          </p:grpSpPr>
          <p:sp>
            <p:nvSpPr>
              <p:cNvPr id="1565" name="Freeform 4454">
                <a:extLst>
                  <a:ext uri="{FF2B5EF4-FFF2-40B4-BE49-F238E27FC236}">
                    <a16:creationId xmlns:a16="http://schemas.microsoft.com/office/drawing/2014/main" id="{0C97DA5C-217A-FB46-FB51-AD305DA5873A}"/>
                  </a:ext>
                </a:extLst>
              </p:cNvPr>
              <p:cNvSpPr>
                <a:spLocks/>
              </p:cNvSpPr>
              <p:nvPr/>
            </p:nvSpPr>
            <p:spPr bwMode="auto">
              <a:xfrm>
                <a:off x="617" y="435"/>
                <a:ext cx="462" cy="446"/>
              </a:xfrm>
              <a:custGeom>
                <a:avLst/>
                <a:gdLst>
                  <a:gd name="T0" fmla="+- 0 617 617"/>
                  <a:gd name="T1" fmla="*/ T0 w 462"/>
                  <a:gd name="T2" fmla="+- 0 880 435"/>
                  <a:gd name="T3" fmla="*/ 880 h 446"/>
                  <a:gd name="T4" fmla="+- 0 1079 617"/>
                  <a:gd name="T5" fmla="*/ T4 w 462"/>
                  <a:gd name="T6" fmla="+- 0 880 435"/>
                  <a:gd name="T7" fmla="*/ 880 h 446"/>
                  <a:gd name="T8" fmla="+- 0 1079 617"/>
                  <a:gd name="T9" fmla="*/ T8 w 462"/>
                  <a:gd name="T10" fmla="+- 0 435 435"/>
                  <a:gd name="T11" fmla="*/ 435 h 446"/>
                  <a:gd name="T12" fmla="+- 0 617 617"/>
                  <a:gd name="T13" fmla="*/ T12 w 462"/>
                  <a:gd name="T14" fmla="+- 0 435 435"/>
                  <a:gd name="T15" fmla="*/ 435 h 446"/>
                  <a:gd name="T16" fmla="+- 0 617 617"/>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 name="Group 10">
              <a:extLst>
                <a:ext uri="{FF2B5EF4-FFF2-40B4-BE49-F238E27FC236}">
                  <a16:creationId xmlns:a16="http://schemas.microsoft.com/office/drawing/2014/main" id="{7FEB733B-7BC2-D184-2761-B91C08A9EF07}"/>
                </a:ext>
              </a:extLst>
            </p:cNvPr>
            <p:cNvGrpSpPr>
              <a:grpSpLocks/>
            </p:cNvGrpSpPr>
            <p:nvPr/>
          </p:nvGrpSpPr>
          <p:grpSpPr bwMode="auto">
            <a:xfrm>
              <a:off x="1074" y="435"/>
              <a:ext cx="462" cy="446"/>
              <a:chOff x="1074" y="435"/>
              <a:chExt cx="462" cy="446"/>
            </a:xfrm>
          </p:grpSpPr>
          <p:sp>
            <p:nvSpPr>
              <p:cNvPr id="1564" name="Freeform 4456">
                <a:extLst>
                  <a:ext uri="{FF2B5EF4-FFF2-40B4-BE49-F238E27FC236}">
                    <a16:creationId xmlns:a16="http://schemas.microsoft.com/office/drawing/2014/main" id="{FA1C229D-8EF3-DC11-7516-153CD99BC3A0}"/>
                  </a:ext>
                </a:extLst>
              </p:cNvPr>
              <p:cNvSpPr>
                <a:spLocks/>
              </p:cNvSpPr>
              <p:nvPr/>
            </p:nvSpPr>
            <p:spPr bwMode="auto">
              <a:xfrm>
                <a:off x="1074" y="435"/>
                <a:ext cx="462" cy="446"/>
              </a:xfrm>
              <a:custGeom>
                <a:avLst/>
                <a:gdLst>
                  <a:gd name="T0" fmla="+- 0 1074 1074"/>
                  <a:gd name="T1" fmla="*/ T0 w 462"/>
                  <a:gd name="T2" fmla="+- 0 880 435"/>
                  <a:gd name="T3" fmla="*/ 880 h 446"/>
                  <a:gd name="T4" fmla="+- 0 1535 1074"/>
                  <a:gd name="T5" fmla="*/ T4 w 462"/>
                  <a:gd name="T6" fmla="+- 0 880 435"/>
                  <a:gd name="T7" fmla="*/ 880 h 446"/>
                  <a:gd name="T8" fmla="+- 0 1535 1074"/>
                  <a:gd name="T9" fmla="*/ T8 w 462"/>
                  <a:gd name="T10" fmla="+- 0 435 435"/>
                  <a:gd name="T11" fmla="*/ 435 h 446"/>
                  <a:gd name="T12" fmla="+- 0 1074 1074"/>
                  <a:gd name="T13" fmla="*/ T12 w 462"/>
                  <a:gd name="T14" fmla="+- 0 435 435"/>
                  <a:gd name="T15" fmla="*/ 435 h 446"/>
                  <a:gd name="T16" fmla="+- 0 1074 1074"/>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86B6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 name="Group 11">
              <a:extLst>
                <a:ext uri="{FF2B5EF4-FFF2-40B4-BE49-F238E27FC236}">
                  <a16:creationId xmlns:a16="http://schemas.microsoft.com/office/drawing/2014/main" id="{9C2E85F9-17B0-82BB-A337-B6DBEA24B187}"/>
                </a:ext>
              </a:extLst>
            </p:cNvPr>
            <p:cNvGrpSpPr>
              <a:grpSpLocks/>
            </p:cNvGrpSpPr>
            <p:nvPr/>
          </p:nvGrpSpPr>
          <p:grpSpPr bwMode="auto">
            <a:xfrm>
              <a:off x="1530" y="435"/>
              <a:ext cx="462" cy="446"/>
              <a:chOff x="1530" y="435"/>
              <a:chExt cx="462" cy="446"/>
            </a:xfrm>
          </p:grpSpPr>
          <p:sp>
            <p:nvSpPr>
              <p:cNvPr id="1563" name="Freeform 4458">
                <a:extLst>
                  <a:ext uri="{FF2B5EF4-FFF2-40B4-BE49-F238E27FC236}">
                    <a16:creationId xmlns:a16="http://schemas.microsoft.com/office/drawing/2014/main" id="{2F8F8CC7-BF34-DDF2-C411-3E245CF28C41}"/>
                  </a:ext>
                </a:extLst>
              </p:cNvPr>
              <p:cNvSpPr>
                <a:spLocks/>
              </p:cNvSpPr>
              <p:nvPr/>
            </p:nvSpPr>
            <p:spPr bwMode="auto">
              <a:xfrm>
                <a:off x="1530" y="435"/>
                <a:ext cx="462" cy="446"/>
              </a:xfrm>
              <a:custGeom>
                <a:avLst/>
                <a:gdLst>
                  <a:gd name="T0" fmla="+- 0 1530 1530"/>
                  <a:gd name="T1" fmla="*/ T0 w 462"/>
                  <a:gd name="T2" fmla="+- 0 880 435"/>
                  <a:gd name="T3" fmla="*/ 880 h 446"/>
                  <a:gd name="T4" fmla="+- 0 1992 1530"/>
                  <a:gd name="T5" fmla="*/ T4 w 462"/>
                  <a:gd name="T6" fmla="+- 0 880 435"/>
                  <a:gd name="T7" fmla="*/ 880 h 446"/>
                  <a:gd name="T8" fmla="+- 0 1992 1530"/>
                  <a:gd name="T9" fmla="*/ T8 w 462"/>
                  <a:gd name="T10" fmla="+- 0 435 435"/>
                  <a:gd name="T11" fmla="*/ 435 h 446"/>
                  <a:gd name="T12" fmla="+- 0 1530 1530"/>
                  <a:gd name="T13" fmla="*/ T12 w 462"/>
                  <a:gd name="T14" fmla="+- 0 435 435"/>
                  <a:gd name="T15" fmla="*/ 435 h 446"/>
                  <a:gd name="T16" fmla="+- 0 1530 1530"/>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7F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 name="Group 12">
              <a:extLst>
                <a:ext uri="{FF2B5EF4-FFF2-40B4-BE49-F238E27FC236}">
                  <a16:creationId xmlns:a16="http://schemas.microsoft.com/office/drawing/2014/main" id="{E2B77301-650F-2182-027B-ADFC8F0D1102}"/>
                </a:ext>
              </a:extLst>
            </p:cNvPr>
            <p:cNvGrpSpPr>
              <a:grpSpLocks/>
            </p:cNvGrpSpPr>
            <p:nvPr/>
          </p:nvGrpSpPr>
          <p:grpSpPr bwMode="auto">
            <a:xfrm>
              <a:off x="1986" y="435"/>
              <a:ext cx="919" cy="446"/>
              <a:chOff x="1986" y="435"/>
              <a:chExt cx="919" cy="446"/>
            </a:xfrm>
          </p:grpSpPr>
          <p:sp>
            <p:nvSpPr>
              <p:cNvPr id="1562" name="Freeform 4460">
                <a:extLst>
                  <a:ext uri="{FF2B5EF4-FFF2-40B4-BE49-F238E27FC236}">
                    <a16:creationId xmlns:a16="http://schemas.microsoft.com/office/drawing/2014/main" id="{F26E8DA1-F473-F2BE-07A1-47B0EE2ED829}"/>
                  </a:ext>
                </a:extLst>
              </p:cNvPr>
              <p:cNvSpPr>
                <a:spLocks/>
              </p:cNvSpPr>
              <p:nvPr/>
            </p:nvSpPr>
            <p:spPr bwMode="auto">
              <a:xfrm>
                <a:off x="1986" y="435"/>
                <a:ext cx="919" cy="446"/>
              </a:xfrm>
              <a:custGeom>
                <a:avLst/>
                <a:gdLst>
                  <a:gd name="T0" fmla="+- 0 1986 1986"/>
                  <a:gd name="T1" fmla="*/ T0 w 919"/>
                  <a:gd name="T2" fmla="+- 0 880 435"/>
                  <a:gd name="T3" fmla="*/ 880 h 446"/>
                  <a:gd name="T4" fmla="+- 0 2904 1986"/>
                  <a:gd name="T5" fmla="*/ T4 w 919"/>
                  <a:gd name="T6" fmla="+- 0 880 435"/>
                  <a:gd name="T7" fmla="*/ 880 h 446"/>
                  <a:gd name="T8" fmla="+- 0 2904 1986"/>
                  <a:gd name="T9" fmla="*/ T8 w 919"/>
                  <a:gd name="T10" fmla="+- 0 435 435"/>
                  <a:gd name="T11" fmla="*/ 435 h 446"/>
                  <a:gd name="T12" fmla="+- 0 1986 1986"/>
                  <a:gd name="T13" fmla="*/ T12 w 919"/>
                  <a:gd name="T14" fmla="+- 0 435 435"/>
                  <a:gd name="T15" fmla="*/ 435 h 446"/>
                  <a:gd name="T16" fmla="+- 0 1986 1986"/>
                  <a:gd name="T17" fmla="*/ T16 w 919"/>
                  <a:gd name="T18" fmla="+- 0 880 435"/>
                  <a:gd name="T19" fmla="*/ 880 h 446"/>
                </a:gdLst>
                <a:ahLst/>
                <a:cxnLst>
                  <a:cxn ang="0">
                    <a:pos x="T1" y="T3"/>
                  </a:cxn>
                  <a:cxn ang="0">
                    <a:pos x="T5" y="T7"/>
                  </a:cxn>
                  <a:cxn ang="0">
                    <a:pos x="T9" y="T11"/>
                  </a:cxn>
                  <a:cxn ang="0">
                    <a:pos x="T13" y="T15"/>
                  </a:cxn>
                  <a:cxn ang="0">
                    <a:pos x="T17" y="T19"/>
                  </a:cxn>
                </a:cxnLst>
                <a:rect l="0" t="0" r="r" b="b"/>
                <a:pathLst>
                  <a:path w="919" h="446">
                    <a:moveTo>
                      <a:pt x="0" y="445"/>
                    </a:moveTo>
                    <a:lnTo>
                      <a:pt x="918" y="445"/>
                    </a:lnTo>
                    <a:lnTo>
                      <a:pt x="918"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 name="Group 13">
              <a:extLst>
                <a:ext uri="{FF2B5EF4-FFF2-40B4-BE49-F238E27FC236}">
                  <a16:creationId xmlns:a16="http://schemas.microsoft.com/office/drawing/2014/main" id="{BB6E1B0E-B5E7-1951-90AA-4CDA2030D932}"/>
                </a:ext>
              </a:extLst>
            </p:cNvPr>
            <p:cNvGrpSpPr>
              <a:grpSpLocks/>
            </p:cNvGrpSpPr>
            <p:nvPr/>
          </p:nvGrpSpPr>
          <p:grpSpPr bwMode="auto">
            <a:xfrm>
              <a:off x="2899" y="435"/>
              <a:ext cx="462" cy="446"/>
              <a:chOff x="2899" y="435"/>
              <a:chExt cx="462" cy="446"/>
            </a:xfrm>
          </p:grpSpPr>
          <p:sp>
            <p:nvSpPr>
              <p:cNvPr id="1561" name="Freeform 4462">
                <a:extLst>
                  <a:ext uri="{FF2B5EF4-FFF2-40B4-BE49-F238E27FC236}">
                    <a16:creationId xmlns:a16="http://schemas.microsoft.com/office/drawing/2014/main" id="{8736DFD7-DF80-24CC-78DC-519762ED9B8D}"/>
                  </a:ext>
                </a:extLst>
              </p:cNvPr>
              <p:cNvSpPr>
                <a:spLocks/>
              </p:cNvSpPr>
              <p:nvPr/>
            </p:nvSpPr>
            <p:spPr bwMode="auto">
              <a:xfrm>
                <a:off x="2899" y="435"/>
                <a:ext cx="462" cy="446"/>
              </a:xfrm>
              <a:custGeom>
                <a:avLst/>
                <a:gdLst>
                  <a:gd name="T0" fmla="+- 0 2899 2899"/>
                  <a:gd name="T1" fmla="*/ T0 w 462"/>
                  <a:gd name="T2" fmla="+- 0 880 435"/>
                  <a:gd name="T3" fmla="*/ 880 h 446"/>
                  <a:gd name="T4" fmla="+- 0 3361 2899"/>
                  <a:gd name="T5" fmla="*/ T4 w 462"/>
                  <a:gd name="T6" fmla="+- 0 880 435"/>
                  <a:gd name="T7" fmla="*/ 880 h 446"/>
                  <a:gd name="T8" fmla="+- 0 3361 2899"/>
                  <a:gd name="T9" fmla="*/ T8 w 462"/>
                  <a:gd name="T10" fmla="+- 0 435 435"/>
                  <a:gd name="T11" fmla="*/ 435 h 446"/>
                  <a:gd name="T12" fmla="+- 0 2899 2899"/>
                  <a:gd name="T13" fmla="*/ T12 w 462"/>
                  <a:gd name="T14" fmla="+- 0 435 435"/>
                  <a:gd name="T15" fmla="*/ 435 h 446"/>
                  <a:gd name="T16" fmla="+- 0 2899 2899"/>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 name="Group 14">
              <a:extLst>
                <a:ext uri="{FF2B5EF4-FFF2-40B4-BE49-F238E27FC236}">
                  <a16:creationId xmlns:a16="http://schemas.microsoft.com/office/drawing/2014/main" id="{ACCDB7D4-DB93-8780-7EDD-2EDA194BEDB5}"/>
                </a:ext>
              </a:extLst>
            </p:cNvPr>
            <p:cNvGrpSpPr>
              <a:grpSpLocks/>
            </p:cNvGrpSpPr>
            <p:nvPr/>
          </p:nvGrpSpPr>
          <p:grpSpPr bwMode="auto">
            <a:xfrm>
              <a:off x="3355" y="435"/>
              <a:ext cx="1831" cy="446"/>
              <a:chOff x="3355" y="435"/>
              <a:chExt cx="1831" cy="446"/>
            </a:xfrm>
          </p:grpSpPr>
          <p:sp>
            <p:nvSpPr>
              <p:cNvPr id="1560" name="Freeform 4464">
                <a:extLst>
                  <a:ext uri="{FF2B5EF4-FFF2-40B4-BE49-F238E27FC236}">
                    <a16:creationId xmlns:a16="http://schemas.microsoft.com/office/drawing/2014/main" id="{0E89C16D-9BBB-06B3-99A1-49FC0E53310D}"/>
                  </a:ext>
                </a:extLst>
              </p:cNvPr>
              <p:cNvSpPr>
                <a:spLocks/>
              </p:cNvSpPr>
              <p:nvPr/>
            </p:nvSpPr>
            <p:spPr bwMode="auto">
              <a:xfrm>
                <a:off x="3355" y="435"/>
                <a:ext cx="1831" cy="446"/>
              </a:xfrm>
              <a:custGeom>
                <a:avLst/>
                <a:gdLst>
                  <a:gd name="T0" fmla="+- 0 3355 3355"/>
                  <a:gd name="T1" fmla="*/ T0 w 1831"/>
                  <a:gd name="T2" fmla="+- 0 880 435"/>
                  <a:gd name="T3" fmla="*/ 880 h 446"/>
                  <a:gd name="T4" fmla="+- 0 5186 3355"/>
                  <a:gd name="T5" fmla="*/ T4 w 1831"/>
                  <a:gd name="T6" fmla="+- 0 880 435"/>
                  <a:gd name="T7" fmla="*/ 880 h 446"/>
                  <a:gd name="T8" fmla="+- 0 5186 3355"/>
                  <a:gd name="T9" fmla="*/ T8 w 1831"/>
                  <a:gd name="T10" fmla="+- 0 435 435"/>
                  <a:gd name="T11" fmla="*/ 435 h 446"/>
                  <a:gd name="T12" fmla="+- 0 3355 3355"/>
                  <a:gd name="T13" fmla="*/ T12 w 1831"/>
                  <a:gd name="T14" fmla="+- 0 435 435"/>
                  <a:gd name="T15" fmla="*/ 435 h 446"/>
                  <a:gd name="T16" fmla="+- 0 3355 3355"/>
                  <a:gd name="T17" fmla="*/ T16 w 1831"/>
                  <a:gd name="T18" fmla="+- 0 880 435"/>
                  <a:gd name="T19" fmla="*/ 880 h 446"/>
                </a:gdLst>
                <a:ahLst/>
                <a:cxnLst>
                  <a:cxn ang="0">
                    <a:pos x="T1" y="T3"/>
                  </a:cxn>
                  <a:cxn ang="0">
                    <a:pos x="T5" y="T7"/>
                  </a:cxn>
                  <a:cxn ang="0">
                    <a:pos x="T9" y="T11"/>
                  </a:cxn>
                  <a:cxn ang="0">
                    <a:pos x="T13" y="T15"/>
                  </a:cxn>
                  <a:cxn ang="0">
                    <a:pos x="T17" y="T19"/>
                  </a:cxn>
                </a:cxnLst>
                <a:rect l="0" t="0" r="r" b="b"/>
                <a:pathLst>
                  <a:path w="1831" h="446">
                    <a:moveTo>
                      <a:pt x="0" y="445"/>
                    </a:moveTo>
                    <a:lnTo>
                      <a:pt x="1831" y="445"/>
                    </a:lnTo>
                    <a:lnTo>
                      <a:pt x="1831"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 name="Group 15">
              <a:extLst>
                <a:ext uri="{FF2B5EF4-FFF2-40B4-BE49-F238E27FC236}">
                  <a16:creationId xmlns:a16="http://schemas.microsoft.com/office/drawing/2014/main" id="{E8F7214C-3971-C2A2-E87E-2D1EC77F9863}"/>
                </a:ext>
              </a:extLst>
            </p:cNvPr>
            <p:cNvGrpSpPr>
              <a:grpSpLocks/>
            </p:cNvGrpSpPr>
            <p:nvPr/>
          </p:nvGrpSpPr>
          <p:grpSpPr bwMode="auto">
            <a:xfrm>
              <a:off x="5181" y="435"/>
              <a:ext cx="462" cy="446"/>
              <a:chOff x="5181" y="435"/>
              <a:chExt cx="462" cy="446"/>
            </a:xfrm>
          </p:grpSpPr>
          <p:sp>
            <p:nvSpPr>
              <p:cNvPr id="1559" name="Freeform 4466">
                <a:extLst>
                  <a:ext uri="{FF2B5EF4-FFF2-40B4-BE49-F238E27FC236}">
                    <a16:creationId xmlns:a16="http://schemas.microsoft.com/office/drawing/2014/main" id="{1B2E7C6D-EC90-D436-103C-44F56E178BB8}"/>
                  </a:ext>
                </a:extLst>
              </p:cNvPr>
              <p:cNvSpPr>
                <a:spLocks/>
              </p:cNvSpPr>
              <p:nvPr/>
            </p:nvSpPr>
            <p:spPr bwMode="auto">
              <a:xfrm>
                <a:off x="5181" y="435"/>
                <a:ext cx="462" cy="446"/>
              </a:xfrm>
              <a:custGeom>
                <a:avLst/>
                <a:gdLst>
                  <a:gd name="T0" fmla="+- 0 5181 5181"/>
                  <a:gd name="T1" fmla="*/ T0 w 462"/>
                  <a:gd name="T2" fmla="+- 0 880 435"/>
                  <a:gd name="T3" fmla="*/ 880 h 446"/>
                  <a:gd name="T4" fmla="+- 0 5642 5181"/>
                  <a:gd name="T5" fmla="*/ T4 w 462"/>
                  <a:gd name="T6" fmla="+- 0 880 435"/>
                  <a:gd name="T7" fmla="*/ 880 h 446"/>
                  <a:gd name="T8" fmla="+- 0 5642 5181"/>
                  <a:gd name="T9" fmla="*/ T8 w 462"/>
                  <a:gd name="T10" fmla="+- 0 435 435"/>
                  <a:gd name="T11" fmla="*/ 435 h 446"/>
                  <a:gd name="T12" fmla="+- 0 5181 5181"/>
                  <a:gd name="T13" fmla="*/ T12 w 462"/>
                  <a:gd name="T14" fmla="+- 0 435 435"/>
                  <a:gd name="T15" fmla="*/ 435 h 446"/>
                  <a:gd name="T16" fmla="+- 0 5181 5181"/>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 name="Group 16">
              <a:extLst>
                <a:ext uri="{FF2B5EF4-FFF2-40B4-BE49-F238E27FC236}">
                  <a16:creationId xmlns:a16="http://schemas.microsoft.com/office/drawing/2014/main" id="{8B19C438-04A1-D778-469C-4F23419946AA}"/>
                </a:ext>
              </a:extLst>
            </p:cNvPr>
            <p:cNvGrpSpPr>
              <a:grpSpLocks/>
            </p:cNvGrpSpPr>
            <p:nvPr/>
          </p:nvGrpSpPr>
          <p:grpSpPr bwMode="auto">
            <a:xfrm>
              <a:off x="5637" y="435"/>
              <a:ext cx="3200" cy="446"/>
              <a:chOff x="5637" y="435"/>
              <a:chExt cx="3200" cy="446"/>
            </a:xfrm>
          </p:grpSpPr>
          <p:sp>
            <p:nvSpPr>
              <p:cNvPr id="1558" name="Freeform 4468">
                <a:extLst>
                  <a:ext uri="{FF2B5EF4-FFF2-40B4-BE49-F238E27FC236}">
                    <a16:creationId xmlns:a16="http://schemas.microsoft.com/office/drawing/2014/main" id="{F68F0DD6-BE88-C506-8E50-6486E10E1FBD}"/>
                  </a:ext>
                </a:extLst>
              </p:cNvPr>
              <p:cNvSpPr>
                <a:spLocks/>
              </p:cNvSpPr>
              <p:nvPr/>
            </p:nvSpPr>
            <p:spPr bwMode="auto">
              <a:xfrm>
                <a:off x="5637" y="435"/>
                <a:ext cx="3200" cy="446"/>
              </a:xfrm>
              <a:custGeom>
                <a:avLst/>
                <a:gdLst>
                  <a:gd name="T0" fmla="+- 0 5637 5637"/>
                  <a:gd name="T1" fmla="*/ T0 w 3200"/>
                  <a:gd name="T2" fmla="+- 0 880 435"/>
                  <a:gd name="T3" fmla="*/ 880 h 446"/>
                  <a:gd name="T4" fmla="+- 0 8837 5637"/>
                  <a:gd name="T5" fmla="*/ T4 w 3200"/>
                  <a:gd name="T6" fmla="+- 0 880 435"/>
                  <a:gd name="T7" fmla="*/ 880 h 446"/>
                  <a:gd name="T8" fmla="+- 0 8837 5637"/>
                  <a:gd name="T9" fmla="*/ T8 w 3200"/>
                  <a:gd name="T10" fmla="+- 0 435 435"/>
                  <a:gd name="T11" fmla="*/ 435 h 446"/>
                  <a:gd name="T12" fmla="+- 0 5637 5637"/>
                  <a:gd name="T13" fmla="*/ T12 w 3200"/>
                  <a:gd name="T14" fmla="+- 0 435 435"/>
                  <a:gd name="T15" fmla="*/ 435 h 446"/>
                  <a:gd name="T16" fmla="+- 0 5637 5637"/>
                  <a:gd name="T17" fmla="*/ T16 w 3200"/>
                  <a:gd name="T18" fmla="+- 0 880 435"/>
                  <a:gd name="T19" fmla="*/ 880 h 446"/>
                </a:gdLst>
                <a:ahLst/>
                <a:cxnLst>
                  <a:cxn ang="0">
                    <a:pos x="T1" y="T3"/>
                  </a:cxn>
                  <a:cxn ang="0">
                    <a:pos x="T5" y="T7"/>
                  </a:cxn>
                  <a:cxn ang="0">
                    <a:pos x="T9" y="T11"/>
                  </a:cxn>
                  <a:cxn ang="0">
                    <a:pos x="T13" y="T15"/>
                  </a:cxn>
                  <a:cxn ang="0">
                    <a:pos x="T17" y="T19"/>
                  </a:cxn>
                </a:cxnLst>
                <a:rect l="0" t="0" r="r" b="b"/>
                <a:pathLst>
                  <a:path w="3200" h="446">
                    <a:moveTo>
                      <a:pt x="0" y="445"/>
                    </a:moveTo>
                    <a:lnTo>
                      <a:pt x="3200" y="445"/>
                    </a:lnTo>
                    <a:lnTo>
                      <a:pt x="3200"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 name="Group 17">
              <a:extLst>
                <a:ext uri="{FF2B5EF4-FFF2-40B4-BE49-F238E27FC236}">
                  <a16:creationId xmlns:a16="http://schemas.microsoft.com/office/drawing/2014/main" id="{08C2923C-F3BC-BCBD-071F-863A9826371A}"/>
                </a:ext>
              </a:extLst>
            </p:cNvPr>
            <p:cNvGrpSpPr>
              <a:grpSpLocks/>
            </p:cNvGrpSpPr>
            <p:nvPr/>
          </p:nvGrpSpPr>
          <p:grpSpPr bwMode="auto">
            <a:xfrm>
              <a:off x="8831" y="435"/>
              <a:ext cx="462" cy="446"/>
              <a:chOff x="8831" y="435"/>
              <a:chExt cx="462" cy="446"/>
            </a:xfrm>
          </p:grpSpPr>
          <p:sp>
            <p:nvSpPr>
              <p:cNvPr id="1557" name="Freeform 4470">
                <a:extLst>
                  <a:ext uri="{FF2B5EF4-FFF2-40B4-BE49-F238E27FC236}">
                    <a16:creationId xmlns:a16="http://schemas.microsoft.com/office/drawing/2014/main" id="{4D9221D6-4CAD-F3DB-8384-EBA92CEA4E07}"/>
                  </a:ext>
                </a:extLst>
              </p:cNvPr>
              <p:cNvSpPr>
                <a:spLocks/>
              </p:cNvSpPr>
              <p:nvPr/>
            </p:nvSpPr>
            <p:spPr bwMode="auto">
              <a:xfrm>
                <a:off x="8831" y="435"/>
                <a:ext cx="462" cy="446"/>
              </a:xfrm>
              <a:custGeom>
                <a:avLst/>
                <a:gdLst>
                  <a:gd name="T0" fmla="+- 0 8831 8831"/>
                  <a:gd name="T1" fmla="*/ T0 w 462"/>
                  <a:gd name="T2" fmla="+- 0 880 435"/>
                  <a:gd name="T3" fmla="*/ 880 h 446"/>
                  <a:gd name="T4" fmla="+- 0 9293 8831"/>
                  <a:gd name="T5" fmla="*/ T4 w 462"/>
                  <a:gd name="T6" fmla="+- 0 880 435"/>
                  <a:gd name="T7" fmla="*/ 880 h 446"/>
                  <a:gd name="T8" fmla="+- 0 9293 8831"/>
                  <a:gd name="T9" fmla="*/ T8 w 462"/>
                  <a:gd name="T10" fmla="+- 0 435 435"/>
                  <a:gd name="T11" fmla="*/ 435 h 446"/>
                  <a:gd name="T12" fmla="+- 0 8831 8831"/>
                  <a:gd name="T13" fmla="*/ T12 w 462"/>
                  <a:gd name="T14" fmla="+- 0 435 435"/>
                  <a:gd name="T15" fmla="*/ 435 h 446"/>
                  <a:gd name="T16" fmla="+- 0 8831 8831"/>
                  <a:gd name="T17" fmla="*/ T16 w 462"/>
                  <a:gd name="T18" fmla="+- 0 880 435"/>
                  <a:gd name="T19" fmla="*/ 880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 name="Group 18">
              <a:extLst>
                <a:ext uri="{FF2B5EF4-FFF2-40B4-BE49-F238E27FC236}">
                  <a16:creationId xmlns:a16="http://schemas.microsoft.com/office/drawing/2014/main" id="{A15B291D-4537-8D27-5A7D-D7AD37015D31}"/>
                </a:ext>
              </a:extLst>
            </p:cNvPr>
            <p:cNvGrpSpPr>
              <a:grpSpLocks/>
            </p:cNvGrpSpPr>
            <p:nvPr/>
          </p:nvGrpSpPr>
          <p:grpSpPr bwMode="auto">
            <a:xfrm>
              <a:off x="617" y="875"/>
              <a:ext cx="919" cy="446"/>
              <a:chOff x="617" y="875"/>
              <a:chExt cx="919" cy="446"/>
            </a:xfrm>
          </p:grpSpPr>
          <p:sp>
            <p:nvSpPr>
              <p:cNvPr id="1556" name="Freeform 4472">
                <a:extLst>
                  <a:ext uri="{FF2B5EF4-FFF2-40B4-BE49-F238E27FC236}">
                    <a16:creationId xmlns:a16="http://schemas.microsoft.com/office/drawing/2014/main" id="{8D1BAA8D-3D3B-372D-252F-C2520541D54D}"/>
                  </a:ext>
                </a:extLst>
              </p:cNvPr>
              <p:cNvSpPr>
                <a:spLocks/>
              </p:cNvSpPr>
              <p:nvPr/>
            </p:nvSpPr>
            <p:spPr bwMode="auto">
              <a:xfrm>
                <a:off x="617" y="875"/>
                <a:ext cx="919" cy="446"/>
              </a:xfrm>
              <a:custGeom>
                <a:avLst/>
                <a:gdLst>
                  <a:gd name="T0" fmla="+- 0 617 617"/>
                  <a:gd name="T1" fmla="*/ T0 w 919"/>
                  <a:gd name="T2" fmla="+- 0 1321 875"/>
                  <a:gd name="T3" fmla="*/ 1321 h 446"/>
                  <a:gd name="T4" fmla="+- 0 1535 617"/>
                  <a:gd name="T5" fmla="*/ T4 w 919"/>
                  <a:gd name="T6" fmla="+- 0 1321 875"/>
                  <a:gd name="T7" fmla="*/ 1321 h 446"/>
                  <a:gd name="T8" fmla="+- 0 1535 617"/>
                  <a:gd name="T9" fmla="*/ T8 w 919"/>
                  <a:gd name="T10" fmla="+- 0 875 875"/>
                  <a:gd name="T11" fmla="*/ 875 h 446"/>
                  <a:gd name="T12" fmla="+- 0 617 617"/>
                  <a:gd name="T13" fmla="*/ T12 w 919"/>
                  <a:gd name="T14" fmla="+- 0 875 875"/>
                  <a:gd name="T15" fmla="*/ 875 h 446"/>
                  <a:gd name="T16" fmla="+- 0 617 617"/>
                  <a:gd name="T17" fmla="*/ T16 w 919"/>
                  <a:gd name="T18" fmla="+- 0 1321 875"/>
                  <a:gd name="T19" fmla="*/ 1321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 name="Group 19">
              <a:extLst>
                <a:ext uri="{FF2B5EF4-FFF2-40B4-BE49-F238E27FC236}">
                  <a16:creationId xmlns:a16="http://schemas.microsoft.com/office/drawing/2014/main" id="{40B56A4D-FCE5-1A70-CC67-DC0CF3C5C8C6}"/>
                </a:ext>
              </a:extLst>
            </p:cNvPr>
            <p:cNvGrpSpPr>
              <a:grpSpLocks/>
            </p:cNvGrpSpPr>
            <p:nvPr/>
          </p:nvGrpSpPr>
          <p:grpSpPr bwMode="auto">
            <a:xfrm>
              <a:off x="1530" y="875"/>
              <a:ext cx="462" cy="446"/>
              <a:chOff x="1530" y="875"/>
              <a:chExt cx="462" cy="446"/>
            </a:xfrm>
          </p:grpSpPr>
          <p:sp>
            <p:nvSpPr>
              <p:cNvPr id="1555" name="Freeform 4474">
                <a:extLst>
                  <a:ext uri="{FF2B5EF4-FFF2-40B4-BE49-F238E27FC236}">
                    <a16:creationId xmlns:a16="http://schemas.microsoft.com/office/drawing/2014/main" id="{0F2A4AEE-BD98-FCF0-2A26-9A60F0B27449}"/>
                  </a:ext>
                </a:extLst>
              </p:cNvPr>
              <p:cNvSpPr>
                <a:spLocks/>
              </p:cNvSpPr>
              <p:nvPr/>
            </p:nvSpPr>
            <p:spPr bwMode="auto">
              <a:xfrm>
                <a:off x="1530" y="875"/>
                <a:ext cx="462" cy="446"/>
              </a:xfrm>
              <a:custGeom>
                <a:avLst/>
                <a:gdLst>
                  <a:gd name="T0" fmla="+- 0 1530 1530"/>
                  <a:gd name="T1" fmla="*/ T0 w 462"/>
                  <a:gd name="T2" fmla="+- 0 1321 875"/>
                  <a:gd name="T3" fmla="*/ 1321 h 446"/>
                  <a:gd name="T4" fmla="+- 0 1992 1530"/>
                  <a:gd name="T5" fmla="*/ T4 w 462"/>
                  <a:gd name="T6" fmla="+- 0 1321 875"/>
                  <a:gd name="T7" fmla="*/ 1321 h 446"/>
                  <a:gd name="T8" fmla="+- 0 1992 1530"/>
                  <a:gd name="T9" fmla="*/ T8 w 462"/>
                  <a:gd name="T10" fmla="+- 0 875 875"/>
                  <a:gd name="T11" fmla="*/ 875 h 446"/>
                  <a:gd name="T12" fmla="+- 0 1530 1530"/>
                  <a:gd name="T13" fmla="*/ T12 w 462"/>
                  <a:gd name="T14" fmla="+- 0 875 875"/>
                  <a:gd name="T15" fmla="*/ 875 h 446"/>
                  <a:gd name="T16" fmla="+- 0 1530 1530"/>
                  <a:gd name="T17" fmla="*/ T16 w 462"/>
                  <a:gd name="T18" fmla="+- 0 1321 875"/>
                  <a:gd name="T19" fmla="*/ 1321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87A7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 name="Group 20">
              <a:extLst>
                <a:ext uri="{FF2B5EF4-FFF2-40B4-BE49-F238E27FC236}">
                  <a16:creationId xmlns:a16="http://schemas.microsoft.com/office/drawing/2014/main" id="{55E9C5CB-7AE0-3571-7230-674A4C4CCCDB}"/>
                </a:ext>
              </a:extLst>
            </p:cNvPr>
            <p:cNvGrpSpPr>
              <a:grpSpLocks/>
            </p:cNvGrpSpPr>
            <p:nvPr/>
          </p:nvGrpSpPr>
          <p:grpSpPr bwMode="auto">
            <a:xfrm>
              <a:off x="1986" y="875"/>
              <a:ext cx="7307" cy="446"/>
              <a:chOff x="1986" y="875"/>
              <a:chExt cx="7307" cy="446"/>
            </a:xfrm>
          </p:grpSpPr>
          <p:sp>
            <p:nvSpPr>
              <p:cNvPr id="1554" name="Freeform 4476">
                <a:extLst>
                  <a:ext uri="{FF2B5EF4-FFF2-40B4-BE49-F238E27FC236}">
                    <a16:creationId xmlns:a16="http://schemas.microsoft.com/office/drawing/2014/main" id="{EDE0C353-D5E9-E309-5BF1-B5ABE579648B}"/>
                  </a:ext>
                </a:extLst>
              </p:cNvPr>
              <p:cNvSpPr>
                <a:spLocks/>
              </p:cNvSpPr>
              <p:nvPr/>
            </p:nvSpPr>
            <p:spPr bwMode="auto">
              <a:xfrm>
                <a:off x="1986" y="875"/>
                <a:ext cx="7307" cy="446"/>
              </a:xfrm>
              <a:custGeom>
                <a:avLst/>
                <a:gdLst>
                  <a:gd name="T0" fmla="+- 0 1986 1986"/>
                  <a:gd name="T1" fmla="*/ T0 w 7307"/>
                  <a:gd name="T2" fmla="+- 0 1321 875"/>
                  <a:gd name="T3" fmla="*/ 1321 h 446"/>
                  <a:gd name="T4" fmla="+- 0 9293 1986"/>
                  <a:gd name="T5" fmla="*/ T4 w 7307"/>
                  <a:gd name="T6" fmla="+- 0 1321 875"/>
                  <a:gd name="T7" fmla="*/ 1321 h 446"/>
                  <a:gd name="T8" fmla="+- 0 9293 1986"/>
                  <a:gd name="T9" fmla="*/ T8 w 7307"/>
                  <a:gd name="T10" fmla="+- 0 875 875"/>
                  <a:gd name="T11" fmla="*/ 875 h 446"/>
                  <a:gd name="T12" fmla="+- 0 1986 1986"/>
                  <a:gd name="T13" fmla="*/ T12 w 7307"/>
                  <a:gd name="T14" fmla="+- 0 875 875"/>
                  <a:gd name="T15" fmla="*/ 875 h 446"/>
                  <a:gd name="T16" fmla="+- 0 1986 1986"/>
                  <a:gd name="T17" fmla="*/ T16 w 7307"/>
                  <a:gd name="T18" fmla="+- 0 1321 875"/>
                  <a:gd name="T19" fmla="*/ 1321 h 446"/>
                </a:gdLst>
                <a:ahLst/>
                <a:cxnLst>
                  <a:cxn ang="0">
                    <a:pos x="T1" y="T3"/>
                  </a:cxn>
                  <a:cxn ang="0">
                    <a:pos x="T5" y="T7"/>
                  </a:cxn>
                  <a:cxn ang="0">
                    <a:pos x="T9" y="T11"/>
                  </a:cxn>
                  <a:cxn ang="0">
                    <a:pos x="T13" y="T15"/>
                  </a:cxn>
                  <a:cxn ang="0">
                    <a:pos x="T17" y="T19"/>
                  </a:cxn>
                </a:cxnLst>
                <a:rect l="0" t="0" r="r" b="b"/>
                <a:pathLst>
                  <a:path w="7307" h="446">
                    <a:moveTo>
                      <a:pt x="0" y="446"/>
                    </a:moveTo>
                    <a:lnTo>
                      <a:pt x="7307" y="446"/>
                    </a:lnTo>
                    <a:lnTo>
                      <a:pt x="7307"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 name="Group 21">
              <a:extLst>
                <a:ext uri="{FF2B5EF4-FFF2-40B4-BE49-F238E27FC236}">
                  <a16:creationId xmlns:a16="http://schemas.microsoft.com/office/drawing/2014/main" id="{9E7903D5-B176-805E-ABC6-6303E9C9F07A}"/>
                </a:ext>
              </a:extLst>
            </p:cNvPr>
            <p:cNvGrpSpPr>
              <a:grpSpLocks/>
            </p:cNvGrpSpPr>
            <p:nvPr/>
          </p:nvGrpSpPr>
          <p:grpSpPr bwMode="auto">
            <a:xfrm>
              <a:off x="617" y="1315"/>
              <a:ext cx="919" cy="446"/>
              <a:chOff x="617" y="1315"/>
              <a:chExt cx="919" cy="446"/>
            </a:xfrm>
          </p:grpSpPr>
          <p:sp>
            <p:nvSpPr>
              <p:cNvPr id="1553" name="Freeform 4478">
                <a:extLst>
                  <a:ext uri="{FF2B5EF4-FFF2-40B4-BE49-F238E27FC236}">
                    <a16:creationId xmlns:a16="http://schemas.microsoft.com/office/drawing/2014/main" id="{BA3FA7DC-8B72-EDA7-79A5-0B4F7361A706}"/>
                  </a:ext>
                </a:extLst>
              </p:cNvPr>
              <p:cNvSpPr>
                <a:spLocks/>
              </p:cNvSpPr>
              <p:nvPr/>
            </p:nvSpPr>
            <p:spPr bwMode="auto">
              <a:xfrm>
                <a:off x="617" y="1315"/>
                <a:ext cx="919" cy="446"/>
              </a:xfrm>
              <a:custGeom>
                <a:avLst/>
                <a:gdLst>
                  <a:gd name="T0" fmla="+- 0 617 617"/>
                  <a:gd name="T1" fmla="*/ T0 w 919"/>
                  <a:gd name="T2" fmla="+- 0 1761 1315"/>
                  <a:gd name="T3" fmla="*/ 1761 h 446"/>
                  <a:gd name="T4" fmla="+- 0 1535 617"/>
                  <a:gd name="T5" fmla="*/ T4 w 919"/>
                  <a:gd name="T6" fmla="+- 0 1761 1315"/>
                  <a:gd name="T7" fmla="*/ 1761 h 446"/>
                  <a:gd name="T8" fmla="+- 0 1535 617"/>
                  <a:gd name="T9" fmla="*/ T8 w 919"/>
                  <a:gd name="T10" fmla="+- 0 1315 1315"/>
                  <a:gd name="T11" fmla="*/ 1315 h 446"/>
                  <a:gd name="T12" fmla="+- 0 617 617"/>
                  <a:gd name="T13" fmla="*/ T12 w 919"/>
                  <a:gd name="T14" fmla="+- 0 1315 1315"/>
                  <a:gd name="T15" fmla="*/ 1315 h 446"/>
                  <a:gd name="T16" fmla="+- 0 617 617"/>
                  <a:gd name="T17" fmla="*/ T16 w 919"/>
                  <a:gd name="T18" fmla="+- 0 1761 1315"/>
                  <a:gd name="T19" fmla="*/ 1761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 name="Group 22">
              <a:extLst>
                <a:ext uri="{FF2B5EF4-FFF2-40B4-BE49-F238E27FC236}">
                  <a16:creationId xmlns:a16="http://schemas.microsoft.com/office/drawing/2014/main" id="{5BE84BC9-9E84-6FA3-3A1D-0D0D268B0F4F}"/>
                </a:ext>
              </a:extLst>
            </p:cNvPr>
            <p:cNvGrpSpPr>
              <a:grpSpLocks/>
            </p:cNvGrpSpPr>
            <p:nvPr/>
          </p:nvGrpSpPr>
          <p:grpSpPr bwMode="auto">
            <a:xfrm>
              <a:off x="1530" y="1315"/>
              <a:ext cx="462" cy="446"/>
              <a:chOff x="1530" y="1315"/>
              <a:chExt cx="462" cy="446"/>
            </a:xfrm>
          </p:grpSpPr>
          <p:sp>
            <p:nvSpPr>
              <p:cNvPr id="1552" name="Freeform 4480">
                <a:extLst>
                  <a:ext uri="{FF2B5EF4-FFF2-40B4-BE49-F238E27FC236}">
                    <a16:creationId xmlns:a16="http://schemas.microsoft.com/office/drawing/2014/main" id="{95B9383F-329C-B89C-066D-87DDFCFD278A}"/>
                  </a:ext>
                </a:extLst>
              </p:cNvPr>
              <p:cNvSpPr>
                <a:spLocks/>
              </p:cNvSpPr>
              <p:nvPr/>
            </p:nvSpPr>
            <p:spPr bwMode="auto">
              <a:xfrm>
                <a:off x="1530" y="1315"/>
                <a:ext cx="462" cy="446"/>
              </a:xfrm>
              <a:custGeom>
                <a:avLst/>
                <a:gdLst>
                  <a:gd name="T0" fmla="+- 0 1530 1530"/>
                  <a:gd name="T1" fmla="*/ T0 w 462"/>
                  <a:gd name="T2" fmla="+- 0 1761 1315"/>
                  <a:gd name="T3" fmla="*/ 1761 h 446"/>
                  <a:gd name="T4" fmla="+- 0 1992 1530"/>
                  <a:gd name="T5" fmla="*/ T4 w 462"/>
                  <a:gd name="T6" fmla="+- 0 1761 1315"/>
                  <a:gd name="T7" fmla="*/ 1761 h 446"/>
                  <a:gd name="T8" fmla="+- 0 1992 1530"/>
                  <a:gd name="T9" fmla="*/ T8 w 462"/>
                  <a:gd name="T10" fmla="+- 0 1315 1315"/>
                  <a:gd name="T11" fmla="*/ 1315 h 446"/>
                  <a:gd name="T12" fmla="+- 0 1530 1530"/>
                  <a:gd name="T13" fmla="*/ T12 w 462"/>
                  <a:gd name="T14" fmla="+- 0 1315 1315"/>
                  <a:gd name="T15" fmla="*/ 1315 h 446"/>
                  <a:gd name="T16" fmla="+- 0 1530 1530"/>
                  <a:gd name="T17" fmla="*/ T16 w 462"/>
                  <a:gd name="T18" fmla="+- 0 1761 1315"/>
                  <a:gd name="T19" fmla="*/ 1761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 name="Group 23">
              <a:extLst>
                <a:ext uri="{FF2B5EF4-FFF2-40B4-BE49-F238E27FC236}">
                  <a16:creationId xmlns:a16="http://schemas.microsoft.com/office/drawing/2014/main" id="{5FF42BFE-7258-B797-7153-61559F164667}"/>
                </a:ext>
              </a:extLst>
            </p:cNvPr>
            <p:cNvGrpSpPr>
              <a:grpSpLocks/>
            </p:cNvGrpSpPr>
            <p:nvPr/>
          </p:nvGrpSpPr>
          <p:grpSpPr bwMode="auto">
            <a:xfrm>
              <a:off x="1986" y="1315"/>
              <a:ext cx="462" cy="446"/>
              <a:chOff x="1986" y="1315"/>
              <a:chExt cx="462" cy="446"/>
            </a:xfrm>
          </p:grpSpPr>
          <p:sp>
            <p:nvSpPr>
              <p:cNvPr id="1551" name="Freeform 4482">
                <a:extLst>
                  <a:ext uri="{FF2B5EF4-FFF2-40B4-BE49-F238E27FC236}">
                    <a16:creationId xmlns:a16="http://schemas.microsoft.com/office/drawing/2014/main" id="{B277836C-5D76-EA55-B96A-455C6FFF703B}"/>
                  </a:ext>
                </a:extLst>
              </p:cNvPr>
              <p:cNvSpPr>
                <a:spLocks/>
              </p:cNvSpPr>
              <p:nvPr/>
            </p:nvSpPr>
            <p:spPr bwMode="auto">
              <a:xfrm>
                <a:off x="1986" y="1315"/>
                <a:ext cx="462" cy="446"/>
              </a:xfrm>
              <a:custGeom>
                <a:avLst/>
                <a:gdLst>
                  <a:gd name="T0" fmla="+- 0 1986 1986"/>
                  <a:gd name="T1" fmla="*/ T0 w 462"/>
                  <a:gd name="T2" fmla="+- 0 1761 1315"/>
                  <a:gd name="T3" fmla="*/ 1761 h 446"/>
                  <a:gd name="T4" fmla="+- 0 2448 1986"/>
                  <a:gd name="T5" fmla="*/ T4 w 462"/>
                  <a:gd name="T6" fmla="+- 0 1761 1315"/>
                  <a:gd name="T7" fmla="*/ 1761 h 446"/>
                  <a:gd name="T8" fmla="+- 0 2448 1986"/>
                  <a:gd name="T9" fmla="*/ T8 w 462"/>
                  <a:gd name="T10" fmla="+- 0 1315 1315"/>
                  <a:gd name="T11" fmla="*/ 1315 h 446"/>
                  <a:gd name="T12" fmla="+- 0 1986 1986"/>
                  <a:gd name="T13" fmla="*/ T12 w 462"/>
                  <a:gd name="T14" fmla="+- 0 1315 1315"/>
                  <a:gd name="T15" fmla="*/ 1315 h 446"/>
                  <a:gd name="T16" fmla="+- 0 1986 1986"/>
                  <a:gd name="T17" fmla="*/ T16 w 462"/>
                  <a:gd name="T18" fmla="+- 0 1761 1315"/>
                  <a:gd name="T19" fmla="*/ 1761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8787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 name="Group 24">
              <a:extLst>
                <a:ext uri="{FF2B5EF4-FFF2-40B4-BE49-F238E27FC236}">
                  <a16:creationId xmlns:a16="http://schemas.microsoft.com/office/drawing/2014/main" id="{C32435FF-B408-88BE-1344-C9BDBD3CCE48}"/>
                </a:ext>
              </a:extLst>
            </p:cNvPr>
            <p:cNvGrpSpPr>
              <a:grpSpLocks/>
            </p:cNvGrpSpPr>
            <p:nvPr/>
          </p:nvGrpSpPr>
          <p:grpSpPr bwMode="auto">
            <a:xfrm>
              <a:off x="2443" y="1315"/>
              <a:ext cx="5482" cy="446"/>
              <a:chOff x="2443" y="1315"/>
              <a:chExt cx="5482" cy="446"/>
            </a:xfrm>
          </p:grpSpPr>
          <p:sp>
            <p:nvSpPr>
              <p:cNvPr id="1550" name="Freeform 4484">
                <a:extLst>
                  <a:ext uri="{FF2B5EF4-FFF2-40B4-BE49-F238E27FC236}">
                    <a16:creationId xmlns:a16="http://schemas.microsoft.com/office/drawing/2014/main" id="{112CC321-0CF4-A962-6AD3-C98AF6E5414A}"/>
                  </a:ext>
                </a:extLst>
              </p:cNvPr>
              <p:cNvSpPr>
                <a:spLocks/>
              </p:cNvSpPr>
              <p:nvPr/>
            </p:nvSpPr>
            <p:spPr bwMode="auto">
              <a:xfrm>
                <a:off x="2443" y="1315"/>
                <a:ext cx="5482" cy="446"/>
              </a:xfrm>
              <a:custGeom>
                <a:avLst/>
                <a:gdLst>
                  <a:gd name="T0" fmla="+- 0 2443 2443"/>
                  <a:gd name="T1" fmla="*/ T0 w 5482"/>
                  <a:gd name="T2" fmla="+- 0 1761 1315"/>
                  <a:gd name="T3" fmla="*/ 1761 h 446"/>
                  <a:gd name="T4" fmla="+- 0 7924 2443"/>
                  <a:gd name="T5" fmla="*/ T4 w 5482"/>
                  <a:gd name="T6" fmla="+- 0 1761 1315"/>
                  <a:gd name="T7" fmla="*/ 1761 h 446"/>
                  <a:gd name="T8" fmla="+- 0 7924 2443"/>
                  <a:gd name="T9" fmla="*/ T8 w 5482"/>
                  <a:gd name="T10" fmla="+- 0 1315 1315"/>
                  <a:gd name="T11" fmla="*/ 1315 h 446"/>
                  <a:gd name="T12" fmla="+- 0 2443 2443"/>
                  <a:gd name="T13" fmla="*/ T12 w 5482"/>
                  <a:gd name="T14" fmla="+- 0 1315 1315"/>
                  <a:gd name="T15" fmla="*/ 1315 h 446"/>
                  <a:gd name="T16" fmla="+- 0 2443 2443"/>
                  <a:gd name="T17" fmla="*/ T16 w 5482"/>
                  <a:gd name="T18" fmla="+- 0 1761 1315"/>
                  <a:gd name="T19" fmla="*/ 1761 h 446"/>
                </a:gdLst>
                <a:ahLst/>
                <a:cxnLst>
                  <a:cxn ang="0">
                    <a:pos x="T1" y="T3"/>
                  </a:cxn>
                  <a:cxn ang="0">
                    <a:pos x="T5" y="T7"/>
                  </a:cxn>
                  <a:cxn ang="0">
                    <a:pos x="T9" y="T11"/>
                  </a:cxn>
                  <a:cxn ang="0">
                    <a:pos x="T13" y="T15"/>
                  </a:cxn>
                  <a:cxn ang="0">
                    <a:pos x="T17" y="T19"/>
                  </a:cxn>
                </a:cxnLst>
                <a:rect l="0" t="0" r="r" b="b"/>
                <a:pathLst>
                  <a:path w="5482" h="446">
                    <a:moveTo>
                      <a:pt x="0" y="446"/>
                    </a:moveTo>
                    <a:lnTo>
                      <a:pt x="5481" y="446"/>
                    </a:lnTo>
                    <a:lnTo>
                      <a:pt x="548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 name="Group 25">
              <a:extLst>
                <a:ext uri="{FF2B5EF4-FFF2-40B4-BE49-F238E27FC236}">
                  <a16:creationId xmlns:a16="http://schemas.microsoft.com/office/drawing/2014/main" id="{86B58DF1-5228-DEFE-9679-89ECE75FA3C3}"/>
                </a:ext>
              </a:extLst>
            </p:cNvPr>
            <p:cNvGrpSpPr>
              <a:grpSpLocks/>
            </p:cNvGrpSpPr>
            <p:nvPr/>
          </p:nvGrpSpPr>
          <p:grpSpPr bwMode="auto">
            <a:xfrm>
              <a:off x="7919" y="1315"/>
              <a:ext cx="462" cy="446"/>
              <a:chOff x="7919" y="1315"/>
              <a:chExt cx="462" cy="446"/>
            </a:xfrm>
          </p:grpSpPr>
          <p:sp>
            <p:nvSpPr>
              <p:cNvPr id="1549" name="Freeform 4486">
                <a:extLst>
                  <a:ext uri="{FF2B5EF4-FFF2-40B4-BE49-F238E27FC236}">
                    <a16:creationId xmlns:a16="http://schemas.microsoft.com/office/drawing/2014/main" id="{8CDF6930-E2F9-605C-368A-255E16182362}"/>
                  </a:ext>
                </a:extLst>
              </p:cNvPr>
              <p:cNvSpPr>
                <a:spLocks/>
              </p:cNvSpPr>
              <p:nvPr/>
            </p:nvSpPr>
            <p:spPr bwMode="auto">
              <a:xfrm>
                <a:off x="7919" y="1315"/>
                <a:ext cx="462" cy="446"/>
              </a:xfrm>
              <a:custGeom>
                <a:avLst/>
                <a:gdLst>
                  <a:gd name="T0" fmla="+- 0 7919 7919"/>
                  <a:gd name="T1" fmla="*/ T0 w 462"/>
                  <a:gd name="T2" fmla="+- 0 1761 1315"/>
                  <a:gd name="T3" fmla="*/ 1761 h 446"/>
                  <a:gd name="T4" fmla="+- 0 8380 7919"/>
                  <a:gd name="T5" fmla="*/ T4 w 462"/>
                  <a:gd name="T6" fmla="+- 0 1761 1315"/>
                  <a:gd name="T7" fmla="*/ 1761 h 446"/>
                  <a:gd name="T8" fmla="+- 0 8380 7919"/>
                  <a:gd name="T9" fmla="*/ T8 w 462"/>
                  <a:gd name="T10" fmla="+- 0 1315 1315"/>
                  <a:gd name="T11" fmla="*/ 1315 h 446"/>
                  <a:gd name="T12" fmla="+- 0 7919 7919"/>
                  <a:gd name="T13" fmla="*/ T12 w 462"/>
                  <a:gd name="T14" fmla="+- 0 1315 1315"/>
                  <a:gd name="T15" fmla="*/ 1315 h 446"/>
                  <a:gd name="T16" fmla="+- 0 7919 7919"/>
                  <a:gd name="T17" fmla="*/ T16 w 462"/>
                  <a:gd name="T18" fmla="+- 0 1761 1315"/>
                  <a:gd name="T19" fmla="*/ 1761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 name="Group 26">
              <a:extLst>
                <a:ext uri="{FF2B5EF4-FFF2-40B4-BE49-F238E27FC236}">
                  <a16:creationId xmlns:a16="http://schemas.microsoft.com/office/drawing/2014/main" id="{9CC879C3-C41C-1A6E-7D40-9A539D69203B}"/>
                </a:ext>
              </a:extLst>
            </p:cNvPr>
            <p:cNvGrpSpPr>
              <a:grpSpLocks/>
            </p:cNvGrpSpPr>
            <p:nvPr/>
          </p:nvGrpSpPr>
          <p:grpSpPr bwMode="auto">
            <a:xfrm>
              <a:off x="8375" y="1315"/>
              <a:ext cx="918" cy="446"/>
              <a:chOff x="8375" y="1315"/>
              <a:chExt cx="918" cy="446"/>
            </a:xfrm>
          </p:grpSpPr>
          <p:sp>
            <p:nvSpPr>
              <p:cNvPr id="1548" name="Freeform 4488">
                <a:extLst>
                  <a:ext uri="{FF2B5EF4-FFF2-40B4-BE49-F238E27FC236}">
                    <a16:creationId xmlns:a16="http://schemas.microsoft.com/office/drawing/2014/main" id="{4A852146-351B-51D2-902C-619C7FB8F7B9}"/>
                  </a:ext>
                </a:extLst>
              </p:cNvPr>
              <p:cNvSpPr>
                <a:spLocks/>
              </p:cNvSpPr>
              <p:nvPr/>
            </p:nvSpPr>
            <p:spPr bwMode="auto">
              <a:xfrm>
                <a:off x="8375" y="1315"/>
                <a:ext cx="918" cy="446"/>
              </a:xfrm>
              <a:custGeom>
                <a:avLst/>
                <a:gdLst>
                  <a:gd name="T0" fmla="+- 0 8375 8375"/>
                  <a:gd name="T1" fmla="*/ T0 w 918"/>
                  <a:gd name="T2" fmla="+- 0 1761 1315"/>
                  <a:gd name="T3" fmla="*/ 1761 h 446"/>
                  <a:gd name="T4" fmla="+- 0 9293 8375"/>
                  <a:gd name="T5" fmla="*/ T4 w 918"/>
                  <a:gd name="T6" fmla="+- 0 1761 1315"/>
                  <a:gd name="T7" fmla="*/ 1761 h 446"/>
                  <a:gd name="T8" fmla="+- 0 9293 8375"/>
                  <a:gd name="T9" fmla="*/ T8 w 918"/>
                  <a:gd name="T10" fmla="+- 0 1315 1315"/>
                  <a:gd name="T11" fmla="*/ 1315 h 446"/>
                  <a:gd name="T12" fmla="+- 0 8375 8375"/>
                  <a:gd name="T13" fmla="*/ T12 w 918"/>
                  <a:gd name="T14" fmla="+- 0 1315 1315"/>
                  <a:gd name="T15" fmla="*/ 1315 h 446"/>
                  <a:gd name="T16" fmla="+- 0 8375 8375"/>
                  <a:gd name="T17" fmla="*/ T16 w 918"/>
                  <a:gd name="T18" fmla="+- 0 1761 1315"/>
                  <a:gd name="T19" fmla="*/ 1761 h 446"/>
                </a:gdLst>
                <a:ahLst/>
                <a:cxnLst>
                  <a:cxn ang="0">
                    <a:pos x="T1" y="T3"/>
                  </a:cxn>
                  <a:cxn ang="0">
                    <a:pos x="T5" y="T7"/>
                  </a:cxn>
                  <a:cxn ang="0">
                    <a:pos x="T9" y="T11"/>
                  </a:cxn>
                  <a:cxn ang="0">
                    <a:pos x="T13" y="T15"/>
                  </a:cxn>
                  <a:cxn ang="0">
                    <a:pos x="T17" y="T19"/>
                  </a:cxn>
                </a:cxnLst>
                <a:rect l="0" t="0" r="r" b="b"/>
                <a:pathLst>
                  <a:path w="918"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 name="Group 27">
              <a:extLst>
                <a:ext uri="{FF2B5EF4-FFF2-40B4-BE49-F238E27FC236}">
                  <a16:creationId xmlns:a16="http://schemas.microsoft.com/office/drawing/2014/main" id="{CFF010C2-0D6A-BCF8-A297-DBB40971C3C5}"/>
                </a:ext>
              </a:extLst>
            </p:cNvPr>
            <p:cNvGrpSpPr>
              <a:grpSpLocks/>
            </p:cNvGrpSpPr>
            <p:nvPr/>
          </p:nvGrpSpPr>
          <p:grpSpPr bwMode="auto">
            <a:xfrm>
              <a:off x="617" y="1756"/>
              <a:ext cx="919" cy="446"/>
              <a:chOff x="617" y="1756"/>
              <a:chExt cx="919" cy="446"/>
            </a:xfrm>
          </p:grpSpPr>
          <p:sp>
            <p:nvSpPr>
              <p:cNvPr id="1547" name="Freeform 4490">
                <a:extLst>
                  <a:ext uri="{FF2B5EF4-FFF2-40B4-BE49-F238E27FC236}">
                    <a16:creationId xmlns:a16="http://schemas.microsoft.com/office/drawing/2014/main" id="{24C2C5D2-B0E4-312C-D29F-C1D1FD5C0CF6}"/>
                  </a:ext>
                </a:extLst>
              </p:cNvPr>
              <p:cNvSpPr>
                <a:spLocks/>
              </p:cNvSpPr>
              <p:nvPr/>
            </p:nvSpPr>
            <p:spPr bwMode="auto">
              <a:xfrm>
                <a:off x="617" y="1756"/>
                <a:ext cx="919" cy="446"/>
              </a:xfrm>
              <a:custGeom>
                <a:avLst/>
                <a:gdLst>
                  <a:gd name="T0" fmla="+- 0 617 617"/>
                  <a:gd name="T1" fmla="*/ T0 w 919"/>
                  <a:gd name="T2" fmla="+- 0 2201 1756"/>
                  <a:gd name="T3" fmla="*/ 2201 h 446"/>
                  <a:gd name="T4" fmla="+- 0 1535 617"/>
                  <a:gd name="T5" fmla="*/ T4 w 919"/>
                  <a:gd name="T6" fmla="+- 0 2201 1756"/>
                  <a:gd name="T7" fmla="*/ 2201 h 446"/>
                  <a:gd name="T8" fmla="+- 0 1535 617"/>
                  <a:gd name="T9" fmla="*/ T8 w 919"/>
                  <a:gd name="T10" fmla="+- 0 1756 1756"/>
                  <a:gd name="T11" fmla="*/ 1756 h 446"/>
                  <a:gd name="T12" fmla="+- 0 617 617"/>
                  <a:gd name="T13" fmla="*/ T12 w 919"/>
                  <a:gd name="T14" fmla="+- 0 1756 1756"/>
                  <a:gd name="T15" fmla="*/ 1756 h 446"/>
                  <a:gd name="T16" fmla="+- 0 617 617"/>
                  <a:gd name="T17" fmla="*/ T16 w 919"/>
                  <a:gd name="T18" fmla="+- 0 2201 1756"/>
                  <a:gd name="T19" fmla="*/ 2201 h 446"/>
                </a:gdLst>
                <a:ahLst/>
                <a:cxnLst>
                  <a:cxn ang="0">
                    <a:pos x="T1" y="T3"/>
                  </a:cxn>
                  <a:cxn ang="0">
                    <a:pos x="T5" y="T7"/>
                  </a:cxn>
                  <a:cxn ang="0">
                    <a:pos x="T9" y="T11"/>
                  </a:cxn>
                  <a:cxn ang="0">
                    <a:pos x="T13" y="T15"/>
                  </a:cxn>
                  <a:cxn ang="0">
                    <a:pos x="T17" y="T19"/>
                  </a:cxn>
                </a:cxnLst>
                <a:rect l="0" t="0" r="r" b="b"/>
                <a:pathLst>
                  <a:path w="919" h="446">
                    <a:moveTo>
                      <a:pt x="0" y="445"/>
                    </a:moveTo>
                    <a:lnTo>
                      <a:pt x="918" y="445"/>
                    </a:lnTo>
                    <a:lnTo>
                      <a:pt x="918"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 name="Group 28">
              <a:extLst>
                <a:ext uri="{FF2B5EF4-FFF2-40B4-BE49-F238E27FC236}">
                  <a16:creationId xmlns:a16="http://schemas.microsoft.com/office/drawing/2014/main" id="{F47536A8-DB0F-86E5-876C-82A568C7B4E8}"/>
                </a:ext>
              </a:extLst>
            </p:cNvPr>
            <p:cNvGrpSpPr>
              <a:grpSpLocks/>
            </p:cNvGrpSpPr>
            <p:nvPr/>
          </p:nvGrpSpPr>
          <p:grpSpPr bwMode="auto">
            <a:xfrm>
              <a:off x="1530" y="1756"/>
              <a:ext cx="462" cy="446"/>
              <a:chOff x="1530" y="1756"/>
              <a:chExt cx="462" cy="446"/>
            </a:xfrm>
          </p:grpSpPr>
          <p:sp>
            <p:nvSpPr>
              <p:cNvPr id="1546" name="Freeform 4492">
                <a:extLst>
                  <a:ext uri="{FF2B5EF4-FFF2-40B4-BE49-F238E27FC236}">
                    <a16:creationId xmlns:a16="http://schemas.microsoft.com/office/drawing/2014/main" id="{09FCB11D-8741-F524-C26C-04C95BFB86DA}"/>
                  </a:ext>
                </a:extLst>
              </p:cNvPr>
              <p:cNvSpPr>
                <a:spLocks/>
              </p:cNvSpPr>
              <p:nvPr/>
            </p:nvSpPr>
            <p:spPr bwMode="auto">
              <a:xfrm>
                <a:off x="1530" y="1756"/>
                <a:ext cx="462" cy="446"/>
              </a:xfrm>
              <a:custGeom>
                <a:avLst/>
                <a:gdLst>
                  <a:gd name="T0" fmla="+- 0 1530 1530"/>
                  <a:gd name="T1" fmla="*/ T0 w 462"/>
                  <a:gd name="T2" fmla="+- 0 2201 1756"/>
                  <a:gd name="T3" fmla="*/ 2201 h 446"/>
                  <a:gd name="T4" fmla="+- 0 1992 1530"/>
                  <a:gd name="T5" fmla="*/ T4 w 462"/>
                  <a:gd name="T6" fmla="+- 0 2201 1756"/>
                  <a:gd name="T7" fmla="*/ 2201 h 446"/>
                  <a:gd name="T8" fmla="+- 0 1992 1530"/>
                  <a:gd name="T9" fmla="*/ T8 w 462"/>
                  <a:gd name="T10" fmla="+- 0 1756 1756"/>
                  <a:gd name="T11" fmla="*/ 1756 h 446"/>
                  <a:gd name="T12" fmla="+- 0 1530 1530"/>
                  <a:gd name="T13" fmla="*/ T12 w 462"/>
                  <a:gd name="T14" fmla="+- 0 1756 1756"/>
                  <a:gd name="T15" fmla="*/ 1756 h 446"/>
                  <a:gd name="T16" fmla="+- 0 1530 1530"/>
                  <a:gd name="T17" fmla="*/ T16 w 462"/>
                  <a:gd name="T18" fmla="+- 0 2201 1756"/>
                  <a:gd name="T19" fmla="*/ 2201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 name="Group 29">
              <a:extLst>
                <a:ext uri="{FF2B5EF4-FFF2-40B4-BE49-F238E27FC236}">
                  <a16:creationId xmlns:a16="http://schemas.microsoft.com/office/drawing/2014/main" id="{EFA36C4F-723C-9151-18E6-1C0AB8853B51}"/>
                </a:ext>
              </a:extLst>
            </p:cNvPr>
            <p:cNvGrpSpPr>
              <a:grpSpLocks/>
            </p:cNvGrpSpPr>
            <p:nvPr/>
          </p:nvGrpSpPr>
          <p:grpSpPr bwMode="auto">
            <a:xfrm>
              <a:off x="1986" y="1756"/>
              <a:ext cx="462" cy="446"/>
              <a:chOff x="1986" y="1756"/>
              <a:chExt cx="462" cy="446"/>
            </a:xfrm>
          </p:grpSpPr>
          <p:sp>
            <p:nvSpPr>
              <p:cNvPr id="1545" name="Freeform 4494">
                <a:extLst>
                  <a:ext uri="{FF2B5EF4-FFF2-40B4-BE49-F238E27FC236}">
                    <a16:creationId xmlns:a16="http://schemas.microsoft.com/office/drawing/2014/main" id="{2C65FBD3-8BDB-6E70-4176-62745872C1D9}"/>
                  </a:ext>
                </a:extLst>
              </p:cNvPr>
              <p:cNvSpPr>
                <a:spLocks/>
              </p:cNvSpPr>
              <p:nvPr/>
            </p:nvSpPr>
            <p:spPr bwMode="auto">
              <a:xfrm>
                <a:off x="1986" y="1756"/>
                <a:ext cx="462" cy="446"/>
              </a:xfrm>
              <a:custGeom>
                <a:avLst/>
                <a:gdLst>
                  <a:gd name="T0" fmla="+- 0 1986 1986"/>
                  <a:gd name="T1" fmla="*/ T0 w 462"/>
                  <a:gd name="T2" fmla="+- 0 2201 1756"/>
                  <a:gd name="T3" fmla="*/ 2201 h 446"/>
                  <a:gd name="T4" fmla="+- 0 2448 1986"/>
                  <a:gd name="T5" fmla="*/ T4 w 462"/>
                  <a:gd name="T6" fmla="+- 0 2201 1756"/>
                  <a:gd name="T7" fmla="*/ 2201 h 446"/>
                  <a:gd name="T8" fmla="+- 0 2448 1986"/>
                  <a:gd name="T9" fmla="*/ T8 w 462"/>
                  <a:gd name="T10" fmla="+- 0 1756 1756"/>
                  <a:gd name="T11" fmla="*/ 1756 h 446"/>
                  <a:gd name="T12" fmla="+- 0 1986 1986"/>
                  <a:gd name="T13" fmla="*/ T12 w 462"/>
                  <a:gd name="T14" fmla="+- 0 1756 1756"/>
                  <a:gd name="T15" fmla="*/ 1756 h 446"/>
                  <a:gd name="T16" fmla="+- 0 1986 1986"/>
                  <a:gd name="T17" fmla="*/ T16 w 462"/>
                  <a:gd name="T18" fmla="+- 0 2201 1756"/>
                  <a:gd name="T19" fmla="*/ 2201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 name="Group 30">
              <a:extLst>
                <a:ext uri="{FF2B5EF4-FFF2-40B4-BE49-F238E27FC236}">
                  <a16:creationId xmlns:a16="http://schemas.microsoft.com/office/drawing/2014/main" id="{B2FE848D-F493-22CF-DC7F-E44DC63F7495}"/>
                </a:ext>
              </a:extLst>
            </p:cNvPr>
            <p:cNvGrpSpPr>
              <a:grpSpLocks/>
            </p:cNvGrpSpPr>
            <p:nvPr/>
          </p:nvGrpSpPr>
          <p:grpSpPr bwMode="auto">
            <a:xfrm>
              <a:off x="2443" y="1756"/>
              <a:ext cx="462" cy="446"/>
              <a:chOff x="2443" y="1756"/>
              <a:chExt cx="462" cy="446"/>
            </a:xfrm>
          </p:grpSpPr>
          <p:sp>
            <p:nvSpPr>
              <p:cNvPr id="1544" name="Freeform 4496">
                <a:extLst>
                  <a:ext uri="{FF2B5EF4-FFF2-40B4-BE49-F238E27FC236}">
                    <a16:creationId xmlns:a16="http://schemas.microsoft.com/office/drawing/2014/main" id="{CBB488B6-E6D5-0B92-B84D-FC158A6D8F27}"/>
                  </a:ext>
                </a:extLst>
              </p:cNvPr>
              <p:cNvSpPr>
                <a:spLocks/>
              </p:cNvSpPr>
              <p:nvPr/>
            </p:nvSpPr>
            <p:spPr bwMode="auto">
              <a:xfrm>
                <a:off x="2443" y="1756"/>
                <a:ext cx="462" cy="446"/>
              </a:xfrm>
              <a:custGeom>
                <a:avLst/>
                <a:gdLst>
                  <a:gd name="T0" fmla="+- 0 2443 2443"/>
                  <a:gd name="T1" fmla="*/ T0 w 462"/>
                  <a:gd name="T2" fmla="+- 0 2201 1756"/>
                  <a:gd name="T3" fmla="*/ 2201 h 446"/>
                  <a:gd name="T4" fmla="+- 0 2904 2443"/>
                  <a:gd name="T5" fmla="*/ T4 w 462"/>
                  <a:gd name="T6" fmla="+- 0 2201 1756"/>
                  <a:gd name="T7" fmla="*/ 2201 h 446"/>
                  <a:gd name="T8" fmla="+- 0 2904 2443"/>
                  <a:gd name="T9" fmla="*/ T8 w 462"/>
                  <a:gd name="T10" fmla="+- 0 1756 1756"/>
                  <a:gd name="T11" fmla="*/ 1756 h 446"/>
                  <a:gd name="T12" fmla="+- 0 2443 2443"/>
                  <a:gd name="T13" fmla="*/ T12 w 462"/>
                  <a:gd name="T14" fmla="+- 0 1756 1756"/>
                  <a:gd name="T15" fmla="*/ 1756 h 446"/>
                  <a:gd name="T16" fmla="+- 0 2443 2443"/>
                  <a:gd name="T17" fmla="*/ T16 w 462"/>
                  <a:gd name="T18" fmla="+- 0 2201 1756"/>
                  <a:gd name="T19" fmla="*/ 2201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86D6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 name="Group 31">
              <a:extLst>
                <a:ext uri="{FF2B5EF4-FFF2-40B4-BE49-F238E27FC236}">
                  <a16:creationId xmlns:a16="http://schemas.microsoft.com/office/drawing/2014/main" id="{D1FABF4F-8877-E8B0-E6C9-EDCE35A49B3A}"/>
                </a:ext>
              </a:extLst>
            </p:cNvPr>
            <p:cNvGrpSpPr>
              <a:grpSpLocks/>
            </p:cNvGrpSpPr>
            <p:nvPr/>
          </p:nvGrpSpPr>
          <p:grpSpPr bwMode="auto">
            <a:xfrm>
              <a:off x="2899" y="1756"/>
              <a:ext cx="462" cy="446"/>
              <a:chOff x="2899" y="1756"/>
              <a:chExt cx="462" cy="446"/>
            </a:xfrm>
          </p:grpSpPr>
          <p:sp>
            <p:nvSpPr>
              <p:cNvPr id="1543" name="Freeform 4498">
                <a:extLst>
                  <a:ext uri="{FF2B5EF4-FFF2-40B4-BE49-F238E27FC236}">
                    <a16:creationId xmlns:a16="http://schemas.microsoft.com/office/drawing/2014/main" id="{E2369232-933D-9A73-B3D0-A638F834CE99}"/>
                  </a:ext>
                </a:extLst>
              </p:cNvPr>
              <p:cNvSpPr>
                <a:spLocks/>
              </p:cNvSpPr>
              <p:nvPr/>
            </p:nvSpPr>
            <p:spPr bwMode="auto">
              <a:xfrm>
                <a:off x="2899" y="1756"/>
                <a:ext cx="462" cy="446"/>
              </a:xfrm>
              <a:custGeom>
                <a:avLst/>
                <a:gdLst>
                  <a:gd name="T0" fmla="+- 0 2899 2899"/>
                  <a:gd name="T1" fmla="*/ T0 w 462"/>
                  <a:gd name="T2" fmla="+- 0 2201 1756"/>
                  <a:gd name="T3" fmla="*/ 2201 h 446"/>
                  <a:gd name="T4" fmla="+- 0 3361 2899"/>
                  <a:gd name="T5" fmla="*/ T4 w 462"/>
                  <a:gd name="T6" fmla="+- 0 2201 1756"/>
                  <a:gd name="T7" fmla="*/ 2201 h 446"/>
                  <a:gd name="T8" fmla="+- 0 3361 2899"/>
                  <a:gd name="T9" fmla="*/ T8 w 462"/>
                  <a:gd name="T10" fmla="+- 0 1756 1756"/>
                  <a:gd name="T11" fmla="*/ 1756 h 446"/>
                  <a:gd name="T12" fmla="+- 0 2899 2899"/>
                  <a:gd name="T13" fmla="*/ T12 w 462"/>
                  <a:gd name="T14" fmla="+- 0 1756 1756"/>
                  <a:gd name="T15" fmla="*/ 1756 h 446"/>
                  <a:gd name="T16" fmla="+- 0 2899 2899"/>
                  <a:gd name="T17" fmla="*/ T16 w 462"/>
                  <a:gd name="T18" fmla="+- 0 2201 1756"/>
                  <a:gd name="T19" fmla="*/ 2201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 name="Group 32">
              <a:extLst>
                <a:ext uri="{FF2B5EF4-FFF2-40B4-BE49-F238E27FC236}">
                  <a16:creationId xmlns:a16="http://schemas.microsoft.com/office/drawing/2014/main" id="{893D703F-1872-1557-1B4A-CDC58C6FBA7D}"/>
                </a:ext>
              </a:extLst>
            </p:cNvPr>
            <p:cNvGrpSpPr>
              <a:grpSpLocks/>
            </p:cNvGrpSpPr>
            <p:nvPr/>
          </p:nvGrpSpPr>
          <p:grpSpPr bwMode="auto">
            <a:xfrm>
              <a:off x="3355" y="1756"/>
              <a:ext cx="5938" cy="446"/>
              <a:chOff x="3355" y="1756"/>
              <a:chExt cx="5938" cy="446"/>
            </a:xfrm>
          </p:grpSpPr>
          <p:sp>
            <p:nvSpPr>
              <p:cNvPr id="1542" name="Freeform 4500">
                <a:extLst>
                  <a:ext uri="{FF2B5EF4-FFF2-40B4-BE49-F238E27FC236}">
                    <a16:creationId xmlns:a16="http://schemas.microsoft.com/office/drawing/2014/main" id="{D0A3DCF9-9D10-BA16-A009-536243D7C415}"/>
                  </a:ext>
                </a:extLst>
              </p:cNvPr>
              <p:cNvSpPr>
                <a:spLocks/>
              </p:cNvSpPr>
              <p:nvPr/>
            </p:nvSpPr>
            <p:spPr bwMode="auto">
              <a:xfrm>
                <a:off x="3355" y="1756"/>
                <a:ext cx="5938" cy="446"/>
              </a:xfrm>
              <a:custGeom>
                <a:avLst/>
                <a:gdLst>
                  <a:gd name="T0" fmla="+- 0 3355 3355"/>
                  <a:gd name="T1" fmla="*/ T0 w 5938"/>
                  <a:gd name="T2" fmla="+- 0 2201 1756"/>
                  <a:gd name="T3" fmla="*/ 2201 h 446"/>
                  <a:gd name="T4" fmla="+- 0 9293 3355"/>
                  <a:gd name="T5" fmla="*/ T4 w 5938"/>
                  <a:gd name="T6" fmla="+- 0 2201 1756"/>
                  <a:gd name="T7" fmla="*/ 2201 h 446"/>
                  <a:gd name="T8" fmla="+- 0 9293 3355"/>
                  <a:gd name="T9" fmla="*/ T8 w 5938"/>
                  <a:gd name="T10" fmla="+- 0 1756 1756"/>
                  <a:gd name="T11" fmla="*/ 1756 h 446"/>
                  <a:gd name="T12" fmla="+- 0 3355 3355"/>
                  <a:gd name="T13" fmla="*/ T12 w 5938"/>
                  <a:gd name="T14" fmla="+- 0 1756 1756"/>
                  <a:gd name="T15" fmla="*/ 1756 h 446"/>
                  <a:gd name="T16" fmla="+- 0 3355 3355"/>
                  <a:gd name="T17" fmla="*/ T16 w 5938"/>
                  <a:gd name="T18" fmla="+- 0 2201 1756"/>
                  <a:gd name="T19" fmla="*/ 2201 h 446"/>
                </a:gdLst>
                <a:ahLst/>
                <a:cxnLst>
                  <a:cxn ang="0">
                    <a:pos x="T1" y="T3"/>
                  </a:cxn>
                  <a:cxn ang="0">
                    <a:pos x="T5" y="T7"/>
                  </a:cxn>
                  <a:cxn ang="0">
                    <a:pos x="T9" y="T11"/>
                  </a:cxn>
                  <a:cxn ang="0">
                    <a:pos x="T13" y="T15"/>
                  </a:cxn>
                  <a:cxn ang="0">
                    <a:pos x="T17" y="T19"/>
                  </a:cxn>
                </a:cxnLst>
                <a:rect l="0" t="0" r="r" b="b"/>
                <a:pathLst>
                  <a:path w="5938" h="446">
                    <a:moveTo>
                      <a:pt x="0" y="445"/>
                    </a:moveTo>
                    <a:lnTo>
                      <a:pt x="5938" y="445"/>
                    </a:lnTo>
                    <a:lnTo>
                      <a:pt x="5938"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 name="Group 33">
              <a:extLst>
                <a:ext uri="{FF2B5EF4-FFF2-40B4-BE49-F238E27FC236}">
                  <a16:creationId xmlns:a16="http://schemas.microsoft.com/office/drawing/2014/main" id="{F8349C97-00B6-F00D-8443-9F164F636856}"/>
                </a:ext>
              </a:extLst>
            </p:cNvPr>
            <p:cNvGrpSpPr>
              <a:grpSpLocks/>
            </p:cNvGrpSpPr>
            <p:nvPr/>
          </p:nvGrpSpPr>
          <p:grpSpPr bwMode="auto">
            <a:xfrm>
              <a:off x="617" y="2196"/>
              <a:ext cx="2287" cy="446"/>
              <a:chOff x="617" y="2196"/>
              <a:chExt cx="2287" cy="446"/>
            </a:xfrm>
          </p:grpSpPr>
          <p:sp>
            <p:nvSpPr>
              <p:cNvPr id="1541" name="Freeform 4502">
                <a:extLst>
                  <a:ext uri="{FF2B5EF4-FFF2-40B4-BE49-F238E27FC236}">
                    <a16:creationId xmlns:a16="http://schemas.microsoft.com/office/drawing/2014/main" id="{1EBB6CC5-6B86-35A5-8EF9-AA8AD07AF907}"/>
                  </a:ext>
                </a:extLst>
              </p:cNvPr>
              <p:cNvSpPr>
                <a:spLocks/>
              </p:cNvSpPr>
              <p:nvPr/>
            </p:nvSpPr>
            <p:spPr bwMode="auto">
              <a:xfrm>
                <a:off x="617" y="2196"/>
                <a:ext cx="2287" cy="446"/>
              </a:xfrm>
              <a:custGeom>
                <a:avLst/>
                <a:gdLst>
                  <a:gd name="T0" fmla="+- 0 617 617"/>
                  <a:gd name="T1" fmla="*/ T0 w 2287"/>
                  <a:gd name="T2" fmla="+- 0 2641 2196"/>
                  <a:gd name="T3" fmla="*/ 2641 h 446"/>
                  <a:gd name="T4" fmla="+- 0 2904 617"/>
                  <a:gd name="T5" fmla="*/ T4 w 2287"/>
                  <a:gd name="T6" fmla="+- 0 2641 2196"/>
                  <a:gd name="T7" fmla="*/ 2641 h 446"/>
                  <a:gd name="T8" fmla="+- 0 2904 617"/>
                  <a:gd name="T9" fmla="*/ T8 w 2287"/>
                  <a:gd name="T10" fmla="+- 0 2196 2196"/>
                  <a:gd name="T11" fmla="*/ 2196 h 446"/>
                  <a:gd name="T12" fmla="+- 0 617 617"/>
                  <a:gd name="T13" fmla="*/ T12 w 2287"/>
                  <a:gd name="T14" fmla="+- 0 2196 2196"/>
                  <a:gd name="T15" fmla="*/ 2196 h 446"/>
                  <a:gd name="T16" fmla="+- 0 617 617"/>
                  <a:gd name="T17" fmla="*/ T16 w 2287"/>
                  <a:gd name="T18" fmla="+- 0 2641 2196"/>
                  <a:gd name="T19" fmla="*/ 2641 h 446"/>
                </a:gdLst>
                <a:ahLst/>
                <a:cxnLst>
                  <a:cxn ang="0">
                    <a:pos x="T1" y="T3"/>
                  </a:cxn>
                  <a:cxn ang="0">
                    <a:pos x="T5" y="T7"/>
                  </a:cxn>
                  <a:cxn ang="0">
                    <a:pos x="T9" y="T11"/>
                  </a:cxn>
                  <a:cxn ang="0">
                    <a:pos x="T13" y="T15"/>
                  </a:cxn>
                  <a:cxn ang="0">
                    <a:pos x="T17" y="T19"/>
                  </a:cxn>
                </a:cxnLst>
                <a:rect l="0" t="0" r="r" b="b"/>
                <a:pathLst>
                  <a:path w="2287" h="446">
                    <a:moveTo>
                      <a:pt x="0" y="445"/>
                    </a:moveTo>
                    <a:lnTo>
                      <a:pt x="2287" y="445"/>
                    </a:lnTo>
                    <a:lnTo>
                      <a:pt x="2287"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 name="Group 34">
              <a:extLst>
                <a:ext uri="{FF2B5EF4-FFF2-40B4-BE49-F238E27FC236}">
                  <a16:creationId xmlns:a16="http://schemas.microsoft.com/office/drawing/2014/main" id="{2100A87E-2525-07DB-2F0D-3B671881B6CC}"/>
                </a:ext>
              </a:extLst>
            </p:cNvPr>
            <p:cNvGrpSpPr>
              <a:grpSpLocks/>
            </p:cNvGrpSpPr>
            <p:nvPr/>
          </p:nvGrpSpPr>
          <p:grpSpPr bwMode="auto">
            <a:xfrm>
              <a:off x="2899" y="2196"/>
              <a:ext cx="462" cy="446"/>
              <a:chOff x="2899" y="2196"/>
              <a:chExt cx="462" cy="446"/>
            </a:xfrm>
          </p:grpSpPr>
          <p:sp>
            <p:nvSpPr>
              <p:cNvPr id="1540" name="Freeform 4504">
                <a:extLst>
                  <a:ext uri="{FF2B5EF4-FFF2-40B4-BE49-F238E27FC236}">
                    <a16:creationId xmlns:a16="http://schemas.microsoft.com/office/drawing/2014/main" id="{DE943146-002F-FFF5-76E4-404C80BB971F}"/>
                  </a:ext>
                </a:extLst>
              </p:cNvPr>
              <p:cNvSpPr>
                <a:spLocks/>
              </p:cNvSpPr>
              <p:nvPr/>
            </p:nvSpPr>
            <p:spPr bwMode="auto">
              <a:xfrm>
                <a:off x="2899" y="2196"/>
                <a:ext cx="462" cy="446"/>
              </a:xfrm>
              <a:custGeom>
                <a:avLst/>
                <a:gdLst>
                  <a:gd name="T0" fmla="+- 0 2899 2899"/>
                  <a:gd name="T1" fmla="*/ T0 w 462"/>
                  <a:gd name="T2" fmla="+- 0 2641 2196"/>
                  <a:gd name="T3" fmla="*/ 2641 h 446"/>
                  <a:gd name="T4" fmla="+- 0 3361 2899"/>
                  <a:gd name="T5" fmla="*/ T4 w 462"/>
                  <a:gd name="T6" fmla="+- 0 2641 2196"/>
                  <a:gd name="T7" fmla="*/ 2641 h 446"/>
                  <a:gd name="T8" fmla="+- 0 3361 2899"/>
                  <a:gd name="T9" fmla="*/ T8 w 462"/>
                  <a:gd name="T10" fmla="+- 0 2196 2196"/>
                  <a:gd name="T11" fmla="*/ 2196 h 446"/>
                  <a:gd name="T12" fmla="+- 0 2899 2899"/>
                  <a:gd name="T13" fmla="*/ T12 w 462"/>
                  <a:gd name="T14" fmla="+- 0 2196 2196"/>
                  <a:gd name="T15" fmla="*/ 2196 h 446"/>
                  <a:gd name="T16" fmla="+- 0 2899 2899"/>
                  <a:gd name="T17" fmla="*/ T16 w 462"/>
                  <a:gd name="T18" fmla="+- 0 2641 2196"/>
                  <a:gd name="T19" fmla="*/ 2641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9999B"/>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 name="Group 35">
              <a:extLst>
                <a:ext uri="{FF2B5EF4-FFF2-40B4-BE49-F238E27FC236}">
                  <a16:creationId xmlns:a16="http://schemas.microsoft.com/office/drawing/2014/main" id="{7CD861B6-74E0-C18B-C5F5-76684F5AC61D}"/>
                </a:ext>
              </a:extLst>
            </p:cNvPr>
            <p:cNvGrpSpPr>
              <a:grpSpLocks/>
            </p:cNvGrpSpPr>
            <p:nvPr/>
          </p:nvGrpSpPr>
          <p:grpSpPr bwMode="auto">
            <a:xfrm>
              <a:off x="3355" y="2196"/>
              <a:ext cx="5482" cy="446"/>
              <a:chOff x="3355" y="2196"/>
              <a:chExt cx="5482" cy="446"/>
            </a:xfrm>
          </p:grpSpPr>
          <p:sp>
            <p:nvSpPr>
              <p:cNvPr id="1539" name="Freeform 4506">
                <a:extLst>
                  <a:ext uri="{FF2B5EF4-FFF2-40B4-BE49-F238E27FC236}">
                    <a16:creationId xmlns:a16="http://schemas.microsoft.com/office/drawing/2014/main" id="{86BD0878-9EC0-2E8D-82AA-285F47B5AFE5}"/>
                  </a:ext>
                </a:extLst>
              </p:cNvPr>
              <p:cNvSpPr>
                <a:spLocks/>
              </p:cNvSpPr>
              <p:nvPr/>
            </p:nvSpPr>
            <p:spPr bwMode="auto">
              <a:xfrm>
                <a:off x="3355" y="2196"/>
                <a:ext cx="5482" cy="446"/>
              </a:xfrm>
              <a:custGeom>
                <a:avLst/>
                <a:gdLst>
                  <a:gd name="T0" fmla="+- 0 3355 3355"/>
                  <a:gd name="T1" fmla="*/ T0 w 5482"/>
                  <a:gd name="T2" fmla="+- 0 2641 2196"/>
                  <a:gd name="T3" fmla="*/ 2641 h 446"/>
                  <a:gd name="T4" fmla="+- 0 8837 3355"/>
                  <a:gd name="T5" fmla="*/ T4 w 5482"/>
                  <a:gd name="T6" fmla="+- 0 2641 2196"/>
                  <a:gd name="T7" fmla="*/ 2641 h 446"/>
                  <a:gd name="T8" fmla="+- 0 8837 3355"/>
                  <a:gd name="T9" fmla="*/ T8 w 5482"/>
                  <a:gd name="T10" fmla="+- 0 2196 2196"/>
                  <a:gd name="T11" fmla="*/ 2196 h 446"/>
                  <a:gd name="T12" fmla="+- 0 3355 3355"/>
                  <a:gd name="T13" fmla="*/ T12 w 5482"/>
                  <a:gd name="T14" fmla="+- 0 2196 2196"/>
                  <a:gd name="T15" fmla="*/ 2196 h 446"/>
                  <a:gd name="T16" fmla="+- 0 3355 3355"/>
                  <a:gd name="T17" fmla="*/ T16 w 5482"/>
                  <a:gd name="T18" fmla="+- 0 2641 2196"/>
                  <a:gd name="T19" fmla="*/ 2641 h 446"/>
                </a:gdLst>
                <a:ahLst/>
                <a:cxnLst>
                  <a:cxn ang="0">
                    <a:pos x="T1" y="T3"/>
                  </a:cxn>
                  <a:cxn ang="0">
                    <a:pos x="T5" y="T7"/>
                  </a:cxn>
                  <a:cxn ang="0">
                    <a:pos x="T9" y="T11"/>
                  </a:cxn>
                  <a:cxn ang="0">
                    <a:pos x="T13" y="T15"/>
                  </a:cxn>
                  <a:cxn ang="0">
                    <a:pos x="T17" y="T19"/>
                  </a:cxn>
                </a:cxnLst>
                <a:rect l="0" t="0" r="r" b="b"/>
                <a:pathLst>
                  <a:path w="5482" h="446">
                    <a:moveTo>
                      <a:pt x="0" y="445"/>
                    </a:moveTo>
                    <a:lnTo>
                      <a:pt x="5482" y="445"/>
                    </a:lnTo>
                    <a:lnTo>
                      <a:pt x="548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 name="Group 36">
              <a:extLst>
                <a:ext uri="{FF2B5EF4-FFF2-40B4-BE49-F238E27FC236}">
                  <a16:creationId xmlns:a16="http://schemas.microsoft.com/office/drawing/2014/main" id="{C80E5249-E1CB-0884-C386-E7297FFFC7C1}"/>
                </a:ext>
              </a:extLst>
            </p:cNvPr>
            <p:cNvGrpSpPr>
              <a:grpSpLocks/>
            </p:cNvGrpSpPr>
            <p:nvPr/>
          </p:nvGrpSpPr>
          <p:grpSpPr bwMode="auto">
            <a:xfrm>
              <a:off x="8831" y="2196"/>
              <a:ext cx="462" cy="446"/>
              <a:chOff x="8831" y="2196"/>
              <a:chExt cx="462" cy="446"/>
            </a:xfrm>
          </p:grpSpPr>
          <p:sp>
            <p:nvSpPr>
              <p:cNvPr id="1538" name="Freeform 4508">
                <a:extLst>
                  <a:ext uri="{FF2B5EF4-FFF2-40B4-BE49-F238E27FC236}">
                    <a16:creationId xmlns:a16="http://schemas.microsoft.com/office/drawing/2014/main" id="{59583C4C-3A41-0A3D-49F1-B207459541BC}"/>
                  </a:ext>
                </a:extLst>
              </p:cNvPr>
              <p:cNvSpPr>
                <a:spLocks/>
              </p:cNvSpPr>
              <p:nvPr/>
            </p:nvSpPr>
            <p:spPr bwMode="auto">
              <a:xfrm>
                <a:off x="8831" y="2196"/>
                <a:ext cx="462" cy="446"/>
              </a:xfrm>
              <a:custGeom>
                <a:avLst/>
                <a:gdLst>
                  <a:gd name="T0" fmla="+- 0 8831 8831"/>
                  <a:gd name="T1" fmla="*/ T0 w 462"/>
                  <a:gd name="T2" fmla="+- 0 2641 2196"/>
                  <a:gd name="T3" fmla="*/ 2641 h 446"/>
                  <a:gd name="T4" fmla="+- 0 9293 8831"/>
                  <a:gd name="T5" fmla="*/ T4 w 462"/>
                  <a:gd name="T6" fmla="+- 0 2641 2196"/>
                  <a:gd name="T7" fmla="*/ 2641 h 446"/>
                  <a:gd name="T8" fmla="+- 0 9293 8831"/>
                  <a:gd name="T9" fmla="*/ T8 w 462"/>
                  <a:gd name="T10" fmla="+- 0 2196 2196"/>
                  <a:gd name="T11" fmla="*/ 2196 h 446"/>
                  <a:gd name="T12" fmla="+- 0 8831 8831"/>
                  <a:gd name="T13" fmla="*/ T12 w 462"/>
                  <a:gd name="T14" fmla="+- 0 2196 2196"/>
                  <a:gd name="T15" fmla="*/ 2196 h 446"/>
                  <a:gd name="T16" fmla="+- 0 8831 8831"/>
                  <a:gd name="T17" fmla="*/ T16 w 462"/>
                  <a:gd name="T18" fmla="+- 0 2641 2196"/>
                  <a:gd name="T19" fmla="*/ 2641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 name="Group 37">
              <a:extLst>
                <a:ext uri="{FF2B5EF4-FFF2-40B4-BE49-F238E27FC236}">
                  <a16:creationId xmlns:a16="http://schemas.microsoft.com/office/drawing/2014/main" id="{9C27E0FD-338F-99FD-C552-A3413D6A4362}"/>
                </a:ext>
              </a:extLst>
            </p:cNvPr>
            <p:cNvGrpSpPr>
              <a:grpSpLocks/>
            </p:cNvGrpSpPr>
            <p:nvPr/>
          </p:nvGrpSpPr>
          <p:grpSpPr bwMode="auto">
            <a:xfrm>
              <a:off x="617" y="2636"/>
              <a:ext cx="919" cy="446"/>
              <a:chOff x="617" y="2636"/>
              <a:chExt cx="919" cy="446"/>
            </a:xfrm>
          </p:grpSpPr>
          <p:sp>
            <p:nvSpPr>
              <p:cNvPr id="1537" name="Freeform 4510">
                <a:extLst>
                  <a:ext uri="{FF2B5EF4-FFF2-40B4-BE49-F238E27FC236}">
                    <a16:creationId xmlns:a16="http://schemas.microsoft.com/office/drawing/2014/main" id="{B7284F55-5663-76D4-BB85-8671621602DD}"/>
                  </a:ext>
                </a:extLst>
              </p:cNvPr>
              <p:cNvSpPr>
                <a:spLocks/>
              </p:cNvSpPr>
              <p:nvPr/>
            </p:nvSpPr>
            <p:spPr bwMode="auto">
              <a:xfrm>
                <a:off x="617" y="2636"/>
                <a:ext cx="919" cy="446"/>
              </a:xfrm>
              <a:custGeom>
                <a:avLst/>
                <a:gdLst>
                  <a:gd name="T0" fmla="+- 0 617 617"/>
                  <a:gd name="T1" fmla="*/ T0 w 919"/>
                  <a:gd name="T2" fmla="+- 0 3082 2636"/>
                  <a:gd name="T3" fmla="*/ 3082 h 446"/>
                  <a:gd name="T4" fmla="+- 0 1535 617"/>
                  <a:gd name="T5" fmla="*/ T4 w 919"/>
                  <a:gd name="T6" fmla="+- 0 3082 2636"/>
                  <a:gd name="T7" fmla="*/ 3082 h 446"/>
                  <a:gd name="T8" fmla="+- 0 1535 617"/>
                  <a:gd name="T9" fmla="*/ T8 w 919"/>
                  <a:gd name="T10" fmla="+- 0 2636 2636"/>
                  <a:gd name="T11" fmla="*/ 2636 h 446"/>
                  <a:gd name="T12" fmla="+- 0 617 617"/>
                  <a:gd name="T13" fmla="*/ T12 w 919"/>
                  <a:gd name="T14" fmla="+- 0 2636 2636"/>
                  <a:gd name="T15" fmla="*/ 2636 h 446"/>
                  <a:gd name="T16" fmla="+- 0 617 617"/>
                  <a:gd name="T17" fmla="*/ T16 w 919"/>
                  <a:gd name="T18" fmla="+- 0 3082 2636"/>
                  <a:gd name="T19" fmla="*/ 3082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 name="Group 38">
              <a:extLst>
                <a:ext uri="{FF2B5EF4-FFF2-40B4-BE49-F238E27FC236}">
                  <a16:creationId xmlns:a16="http://schemas.microsoft.com/office/drawing/2014/main" id="{2EA73048-F2FC-3666-062A-440F82712AA6}"/>
                </a:ext>
              </a:extLst>
            </p:cNvPr>
            <p:cNvGrpSpPr>
              <a:grpSpLocks/>
            </p:cNvGrpSpPr>
            <p:nvPr/>
          </p:nvGrpSpPr>
          <p:grpSpPr bwMode="auto">
            <a:xfrm>
              <a:off x="1530" y="2636"/>
              <a:ext cx="462" cy="446"/>
              <a:chOff x="1530" y="2636"/>
              <a:chExt cx="462" cy="446"/>
            </a:xfrm>
          </p:grpSpPr>
          <p:sp>
            <p:nvSpPr>
              <p:cNvPr id="1536" name="Freeform 4512">
                <a:extLst>
                  <a:ext uri="{FF2B5EF4-FFF2-40B4-BE49-F238E27FC236}">
                    <a16:creationId xmlns:a16="http://schemas.microsoft.com/office/drawing/2014/main" id="{B197AC24-FBC4-4E99-5B6C-1703DF86C268}"/>
                  </a:ext>
                </a:extLst>
              </p:cNvPr>
              <p:cNvSpPr>
                <a:spLocks/>
              </p:cNvSpPr>
              <p:nvPr/>
            </p:nvSpPr>
            <p:spPr bwMode="auto">
              <a:xfrm>
                <a:off x="1530" y="2636"/>
                <a:ext cx="462" cy="446"/>
              </a:xfrm>
              <a:custGeom>
                <a:avLst/>
                <a:gdLst>
                  <a:gd name="T0" fmla="+- 0 1530 1530"/>
                  <a:gd name="T1" fmla="*/ T0 w 462"/>
                  <a:gd name="T2" fmla="+- 0 3082 2636"/>
                  <a:gd name="T3" fmla="*/ 3082 h 446"/>
                  <a:gd name="T4" fmla="+- 0 1992 1530"/>
                  <a:gd name="T5" fmla="*/ T4 w 462"/>
                  <a:gd name="T6" fmla="+- 0 3082 2636"/>
                  <a:gd name="T7" fmla="*/ 3082 h 446"/>
                  <a:gd name="T8" fmla="+- 0 1992 1530"/>
                  <a:gd name="T9" fmla="*/ T8 w 462"/>
                  <a:gd name="T10" fmla="+- 0 2636 2636"/>
                  <a:gd name="T11" fmla="*/ 2636 h 446"/>
                  <a:gd name="T12" fmla="+- 0 1530 1530"/>
                  <a:gd name="T13" fmla="*/ T12 w 462"/>
                  <a:gd name="T14" fmla="+- 0 2636 2636"/>
                  <a:gd name="T15" fmla="*/ 2636 h 446"/>
                  <a:gd name="T16" fmla="+- 0 1530 1530"/>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 name="Group 39">
              <a:extLst>
                <a:ext uri="{FF2B5EF4-FFF2-40B4-BE49-F238E27FC236}">
                  <a16:creationId xmlns:a16="http://schemas.microsoft.com/office/drawing/2014/main" id="{D12C9F52-2475-A492-5DD2-5FB9AFBE291F}"/>
                </a:ext>
              </a:extLst>
            </p:cNvPr>
            <p:cNvGrpSpPr>
              <a:grpSpLocks/>
            </p:cNvGrpSpPr>
            <p:nvPr/>
          </p:nvGrpSpPr>
          <p:grpSpPr bwMode="auto">
            <a:xfrm>
              <a:off x="1986" y="2636"/>
              <a:ext cx="919" cy="446"/>
              <a:chOff x="1986" y="2636"/>
              <a:chExt cx="919" cy="446"/>
            </a:xfrm>
          </p:grpSpPr>
          <p:sp>
            <p:nvSpPr>
              <p:cNvPr id="1535" name="Freeform 4514">
                <a:extLst>
                  <a:ext uri="{FF2B5EF4-FFF2-40B4-BE49-F238E27FC236}">
                    <a16:creationId xmlns:a16="http://schemas.microsoft.com/office/drawing/2014/main" id="{529B0470-7D02-58B7-1626-D8781630EAEA}"/>
                  </a:ext>
                </a:extLst>
              </p:cNvPr>
              <p:cNvSpPr>
                <a:spLocks/>
              </p:cNvSpPr>
              <p:nvPr/>
            </p:nvSpPr>
            <p:spPr bwMode="auto">
              <a:xfrm>
                <a:off x="1986" y="2636"/>
                <a:ext cx="919" cy="446"/>
              </a:xfrm>
              <a:custGeom>
                <a:avLst/>
                <a:gdLst>
                  <a:gd name="T0" fmla="+- 0 1986 1986"/>
                  <a:gd name="T1" fmla="*/ T0 w 919"/>
                  <a:gd name="T2" fmla="+- 0 3082 2636"/>
                  <a:gd name="T3" fmla="*/ 3082 h 446"/>
                  <a:gd name="T4" fmla="+- 0 2904 1986"/>
                  <a:gd name="T5" fmla="*/ T4 w 919"/>
                  <a:gd name="T6" fmla="+- 0 3082 2636"/>
                  <a:gd name="T7" fmla="*/ 3082 h 446"/>
                  <a:gd name="T8" fmla="+- 0 2904 1986"/>
                  <a:gd name="T9" fmla="*/ T8 w 919"/>
                  <a:gd name="T10" fmla="+- 0 2636 2636"/>
                  <a:gd name="T11" fmla="*/ 2636 h 446"/>
                  <a:gd name="T12" fmla="+- 0 1986 1986"/>
                  <a:gd name="T13" fmla="*/ T12 w 919"/>
                  <a:gd name="T14" fmla="+- 0 2636 2636"/>
                  <a:gd name="T15" fmla="*/ 2636 h 446"/>
                  <a:gd name="T16" fmla="+- 0 1986 1986"/>
                  <a:gd name="T17" fmla="*/ T16 w 919"/>
                  <a:gd name="T18" fmla="+- 0 3082 2636"/>
                  <a:gd name="T19" fmla="*/ 3082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 name="Group 40">
              <a:extLst>
                <a:ext uri="{FF2B5EF4-FFF2-40B4-BE49-F238E27FC236}">
                  <a16:creationId xmlns:a16="http://schemas.microsoft.com/office/drawing/2014/main" id="{417A4D4A-3133-E372-A041-C4547D779A32}"/>
                </a:ext>
              </a:extLst>
            </p:cNvPr>
            <p:cNvGrpSpPr>
              <a:grpSpLocks/>
            </p:cNvGrpSpPr>
            <p:nvPr/>
          </p:nvGrpSpPr>
          <p:grpSpPr bwMode="auto">
            <a:xfrm>
              <a:off x="2899" y="2636"/>
              <a:ext cx="462" cy="446"/>
              <a:chOff x="2899" y="2636"/>
              <a:chExt cx="462" cy="446"/>
            </a:xfrm>
          </p:grpSpPr>
          <p:sp>
            <p:nvSpPr>
              <p:cNvPr id="1534" name="Freeform 4516">
                <a:extLst>
                  <a:ext uri="{FF2B5EF4-FFF2-40B4-BE49-F238E27FC236}">
                    <a16:creationId xmlns:a16="http://schemas.microsoft.com/office/drawing/2014/main" id="{A1E08209-9812-DBE5-FFAE-FB26CFF25B76}"/>
                  </a:ext>
                </a:extLst>
              </p:cNvPr>
              <p:cNvSpPr>
                <a:spLocks/>
              </p:cNvSpPr>
              <p:nvPr/>
            </p:nvSpPr>
            <p:spPr bwMode="auto">
              <a:xfrm>
                <a:off x="2899" y="2636"/>
                <a:ext cx="462" cy="446"/>
              </a:xfrm>
              <a:custGeom>
                <a:avLst/>
                <a:gdLst>
                  <a:gd name="T0" fmla="+- 0 2899 2899"/>
                  <a:gd name="T1" fmla="*/ T0 w 462"/>
                  <a:gd name="T2" fmla="+- 0 3082 2636"/>
                  <a:gd name="T3" fmla="*/ 3082 h 446"/>
                  <a:gd name="T4" fmla="+- 0 3361 2899"/>
                  <a:gd name="T5" fmla="*/ T4 w 462"/>
                  <a:gd name="T6" fmla="+- 0 3082 2636"/>
                  <a:gd name="T7" fmla="*/ 3082 h 446"/>
                  <a:gd name="T8" fmla="+- 0 3361 2899"/>
                  <a:gd name="T9" fmla="*/ T8 w 462"/>
                  <a:gd name="T10" fmla="+- 0 2636 2636"/>
                  <a:gd name="T11" fmla="*/ 2636 h 446"/>
                  <a:gd name="T12" fmla="+- 0 2899 2899"/>
                  <a:gd name="T13" fmla="*/ T12 w 462"/>
                  <a:gd name="T14" fmla="+- 0 2636 2636"/>
                  <a:gd name="T15" fmla="*/ 2636 h 446"/>
                  <a:gd name="T16" fmla="+- 0 2899 2899"/>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 name="Group 41">
              <a:extLst>
                <a:ext uri="{FF2B5EF4-FFF2-40B4-BE49-F238E27FC236}">
                  <a16:creationId xmlns:a16="http://schemas.microsoft.com/office/drawing/2014/main" id="{F8AFCCD7-6B99-EBB8-4089-474CEB970BC0}"/>
                </a:ext>
              </a:extLst>
            </p:cNvPr>
            <p:cNvGrpSpPr>
              <a:grpSpLocks/>
            </p:cNvGrpSpPr>
            <p:nvPr/>
          </p:nvGrpSpPr>
          <p:grpSpPr bwMode="auto">
            <a:xfrm>
              <a:off x="3355" y="2636"/>
              <a:ext cx="462" cy="446"/>
              <a:chOff x="3355" y="2636"/>
              <a:chExt cx="462" cy="446"/>
            </a:xfrm>
          </p:grpSpPr>
          <p:sp>
            <p:nvSpPr>
              <p:cNvPr id="1533" name="Freeform 4518">
                <a:extLst>
                  <a:ext uri="{FF2B5EF4-FFF2-40B4-BE49-F238E27FC236}">
                    <a16:creationId xmlns:a16="http://schemas.microsoft.com/office/drawing/2014/main" id="{975C98A5-3778-8FC7-E47D-8B91508F542A}"/>
                  </a:ext>
                </a:extLst>
              </p:cNvPr>
              <p:cNvSpPr>
                <a:spLocks/>
              </p:cNvSpPr>
              <p:nvPr/>
            </p:nvSpPr>
            <p:spPr bwMode="auto">
              <a:xfrm>
                <a:off x="3355" y="2636"/>
                <a:ext cx="462" cy="446"/>
              </a:xfrm>
              <a:custGeom>
                <a:avLst/>
                <a:gdLst>
                  <a:gd name="T0" fmla="+- 0 3355 3355"/>
                  <a:gd name="T1" fmla="*/ T0 w 462"/>
                  <a:gd name="T2" fmla="+- 0 3082 2636"/>
                  <a:gd name="T3" fmla="*/ 3082 h 446"/>
                  <a:gd name="T4" fmla="+- 0 3817 3355"/>
                  <a:gd name="T5" fmla="*/ T4 w 462"/>
                  <a:gd name="T6" fmla="+- 0 3082 2636"/>
                  <a:gd name="T7" fmla="*/ 3082 h 446"/>
                  <a:gd name="T8" fmla="+- 0 3817 3355"/>
                  <a:gd name="T9" fmla="*/ T8 w 462"/>
                  <a:gd name="T10" fmla="+- 0 2636 2636"/>
                  <a:gd name="T11" fmla="*/ 2636 h 446"/>
                  <a:gd name="T12" fmla="+- 0 3355 3355"/>
                  <a:gd name="T13" fmla="*/ T12 w 462"/>
                  <a:gd name="T14" fmla="+- 0 2636 2636"/>
                  <a:gd name="T15" fmla="*/ 2636 h 446"/>
                  <a:gd name="T16" fmla="+- 0 3355 3355"/>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8707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 name="Group 42">
              <a:extLst>
                <a:ext uri="{FF2B5EF4-FFF2-40B4-BE49-F238E27FC236}">
                  <a16:creationId xmlns:a16="http://schemas.microsoft.com/office/drawing/2014/main" id="{629C4B6A-0931-2D92-8223-E0E50C3B3DB1}"/>
                </a:ext>
              </a:extLst>
            </p:cNvPr>
            <p:cNvGrpSpPr>
              <a:grpSpLocks/>
            </p:cNvGrpSpPr>
            <p:nvPr/>
          </p:nvGrpSpPr>
          <p:grpSpPr bwMode="auto">
            <a:xfrm>
              <a:off x="3812" y="2636"/>
              <a:ext cx="462" cy="446"/>
              <a:chOff x="3812" y="2636"/>
              <a:chExt cx="462" cy="446"/>
            </a:xfrm>
          </p:grpSpPr>
          <p:sp>
            <p:nvSpPr>
              <p:cNvPr id="1532" name="Freeform 4520">
                <a:extLst>
                  <a:ext uri="{FF2B5EF4-FFF2-40B4-BE49-F238E27FC236}">
                    <a16:creationId xmlns:a16="http://schemas.microsoft.com/office/drawing/2014/main" id="{B46C2D4B-2B47-503E-1821-EA2D5C34EB0E}"/>
                  </a:ext>
                </a:extLst>
              </p:cNvPr>
              <p:cNvSpPr>
                <a:spLocks/>
              </p:cNvSpPr>
              <p:nvPr/>
            </p:nvSpPr>
            <p:spPr bwMode="auto">
              <a:xfrm>
                <a:off x="3812" y="2636"/>
                <a:ext cx="462" cy="446"/>
              </a:xfrm>
              <a:custGeom>
                <a:avLst/>
                <a:gdLst>
                  <a:gd name="T0" fmla="+- 0 3812 3812"/>
                  <a:gd name="T1" fmla="*/ T0 w 462"/>
                  <a:gd name="T2" fmla="+- 0 3082 2636"/>
                  <a:gd name="T3" fmla="*/ 3082 h 446"/>
                  <a:gd name="T4" fmla="+- 0 4273 3812"/>
                  <a:gd name="T5" fmla="*/ T4 w 462"/>
                  <a:gd name="T6" fmla="+- 0 3082 2636"/>
                  <a:gd name="T7" fmla="*/ 3082 h 446"/>
                  <a:gd name="T8" fmla="+- 0 4273 3812"/>
                  <a:gd name="T9" fmla="*/ T8 w 462"/>
                  <a:gd name="T10" fmla="+- 0 2636 2636"/>
                  <a:gd name="T11" fmla="*/ 2636 h 446"/>
                  <a:gd name="T12" fmla="+- 0 3812 3812"/>
                  <a:gd name="T13" fmla="*/ T12 w 462"/>
                  <a:gd name="T14" fmla="+- 0 2636 2636"/>
                  <a:gd name="T15" fmla="*/ 2636 h 446"/>
                  <a:gd name="T16" fmla="+- 0 3812 3812"/>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 name="Group 43">
              <a:extLst>
                <a:ext uri="{FF2B5EF4-FFF2-40B4-BE49-F238E27FC236}">
                  <a16:creationId xmlns:a16="http://schemas.microsoft.com/office/drawing/2014/main" id="{1592B7D8-3645-840A-FA20-03098EDDF8F3}"/>
                </a:ext>
              </a:extLst>
            </p:cNvPr>
            <p:cNvGrpSpPr>
              <a:grpSpLocks/>
            </p:cNvGrpSpPr>
            <p:nvPr/>
          </p:nvGrpSpPr>
          <p:grpSpPr bwMode="auto">
            <a:xfrm>
              <a:off x="4268" y="2636"/>
              <a:ext cx="462" cy="446"/>
              <a:chOff x="4268" y="2636"/>
              <a:chExt cx="462" cy="446"/>
            </a:xfrm>
          </p:grpSpPr>
          <p:sp>
            <p:nvSpPr>
              <p:cNvPr id="1531" name="Freeform 4522">
                <a:extLst>
                  <a:ext uri="{FF2B5EF4-FFF2-40B4-BE49-F238E27FC236}">
                    <a16:creationId xmlns:a16="http://schemas.microsoft.com/office/drawing/2014/main" id="{FF819323-0717-6A82-C9CC-91E8A3515C01}"/>
                  </a:ext>
                </a:extLst>
              </p:cNvPr>
              <p:cNvSpPr>
                <a:spLocks/>
              </p:cNvSpPr>
              <p:nvPr/>
            </p:nvSpPr>
            <p:spPr bwMode="auto">
              <a:xfrm>
                <a:off x="4268" y="2636"/>
                <a:ext cx="462" cy="446"/>
              </a:xfrm>
              <a:custGeom>
                <a:avLst/>
                <a:gdLst>
                  <a:gd name="T0" fmla="+- 0 4268 4268"/>
                  <a:gd name="T1" fmla="*/ T0 w 462"/>
                  <a:gd name="T2" fmla="+- 0 3082 2636"/>
                  <a:gd name="T3" fmla="*/ 3082 h 446"/>
                  <a:gd name="T4" fmla="+- 0 4730 4268"/>
                  <a:gd name="T5" fmla="*/ T4 w 462"/>
                  <a:gd name="T6" fmla="+- 0 3082 2636"/>
                  <a:gd name="T7" fmla="*/ 3082 h 446"/>
                  <a:gd name="T8" fmla="+- 0 4730 4268"/>
                  <a:gd name="T9" fmla="*/ T8 w 462"/>
                  <a:gd name="T10" fmla="+- 0 2636 2636"/>
                  <a:gd name="T11" fmla="*/ 2636 h 446"/>
                  <a:gd name="T12" fmla="+- 0 4268 4268"/>
                  <a:gd name="T13" fmla="*/ T12 w 462"/>
                  <a:gd name="T14" fmla="+- 0 2636 2636"/>
                  <a:gd name="T15" fmla="*/ 2636 h 446"/>
                  <a:gd name="T16" fmla="+- 0 4268 4268"/>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 name="Group 44">
              <a:extLst>
                <a:ext uri="{FF2B5EF4-FFF2-40B4-BE49-F238E27FC236}">
                  <a16:creationId xmlns:a16="http://schemas.microsoft.com/office/drawing/2014/main" id="{5CD44E38-A872-548F-6DED-022EA723486F}"/>
                </a:ext>
              </a:extLst>
            </p:cNvPr>
            <p:cNvGrpSpPr>
              <a:grpSpLocks/>
            </p:cNvGrpSpPr>
            <p:nvPr/>
          </p:nvGrpSpPr>
          <p:grpSpPr bwMode="auto">
            <a:xfrm>
              <a:off x="4724" y="2636"/>
              <a:ext cx="462" cy="446"/>
              <a:chOff x="4724" y="2636"/>
              <a:chExt cx="462" cy="446"/>
            </a:xfrm>
          </p:grpSpPr>
          <p:sp>
            <p:nvSpPr>
              <p:cNvPr id="1530" name="Freeform 4524">
                <a:extLst>
                  <a:ext uri="{FF2B5EF4-FFF2-40B4-BE49-F238E27FC236}">
                    <a16:creationId xmlns:a16="http://schemas.microsoft.com/office/drawing/2014/main" id="{E7B89B6E-B753-7CCC-605E-D643309225D0}"/>
                  </a:ext>
                </a:extLst>
              </p:cNvPr>
              <p:cNvSpPr>
                <a:spLocks/>
              </p:cNvSpPr>
              <p:nvPr/>
            </p:nvSpPr>
            <p:spPr bwMode="auto">
              <a:xfrm>
                <a:off x="4724" y="2636"/>
                <a:ext cx="462" cy="446"/>
              </a:xfrm>
              <a:custGeom>
                <a:avLst/>
                <a:gdLst>
                  <a:gd name="T0" fmla="+- 0 4724 4724"/>
                  <a:gd name="T1" fmla="*/ T0 w 462"/>
                  <a:gd name="T2" fmla="+- 0 3082 2636"/>
                  <a:gd name="T3" fmla="*/ 3082 h 446"/>
                  <a:gd name="T4" fmla="+- 0 5186 4724"/>
                  <a:gd name="T5" fmla="*/ T4 w 462"/>
                  <a:gd name="T6" fmla="+- 0 3082 2636"/>
                  <a:gd name="T7" fmla="*/ 3082 h 446"/>
                  <a:gd name="T8" fmla="+- 0 5186 4724"/>
                  <a:gd name="T9" fmla="*/ T8 w 462"/>
                  <a:gd name="T10" fmla="+- 0 2636 2636"/>
                  <a:gd name="T11" fmla="*/ 2636 h 446"/>
                  <a:gd name="T12" fmla="+- 0 4724 4724"/>
                  <a:gd name="T13" fmla="*/ T12 w 462"/>
                  <a:gd name="T14" fmla="+- 0 2636 2636"/>
                  <a:gd name="T15" fmla="*/ 2636 h 446"/>
                  <a:gd name="T16" fmla="+- 0 4724 4724"/>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 name="Group 45">
              <a:extLst>
                <a:ext uri="{FF2B5EF4-FFF2-40B4-BE49-F238E27FC236}">
                  <a16:creationId xmlns:a16="http://schemas.microsoft.com/office/drawing/2014/main" id="{04C3C3CF-A61D-27AB-7955-0A56D6729CA9}"/>
                </a:ext>
              </a:extLst>
            </p:cNvPr>
            <p:cNvGrpSpPr>
              <a:grpSpLocks/>
            </p:cNvGrpSpPr>
            <p:nvPr/>
          </p:nvGrpSpPr>
          <p:grpSpPr bwMode="auto">
            <a:xfrm>
              <a:off x="5181" y="2636"/>
              <a:ext cx="919" cy="446"/>
              <a:chOff x="5181" y="2636"/>
              <a:chExt cx="919" cy="446"/>
            </a:xfrm>
          </p:grpSpPr>
          <p:sp>
            <p:nvSpPr>
              <p:cNvPr id="1529" name="Freeform 4526">
                <a:extLst>
                  <a:ext uri="{FF2B5EF4-FFF2-40B4-BE49-F238E27FC236}">
                    <a16:creationId xmlns:a16="http://schemas.microsoft.com/office/drawing/2014/main" id="{A48C653D-74A6-6EAB-ACAC-2F2193A14D28}"/>
                  </a:ext>
                </a:extLst>
              </p:cNvPr>
              <p:cNvSpPr>
                <a:spLocks/>
              </p:cNvSpPr>
              <p:nvPr/>
            </p:nvSpPr>
            <p:spPr bwMode="auto">
              <a:xfrm>
                <a:off x="5181" y="2636"/>
                <a:ext cx="919" cy="446"/>
              </a:xfrm>
              <a:custGeom>
                <a:avLst/>
                <a:gdLst>
                  <a:gd name="T0" fmla="+- 0 5181 5181"/>
                  <a:gd name="T1" fmla="*/ T0 w 919"/>
                  <a:gd name="T2" fmla="+- 0 3082 2636"/>
                  <a:gd name="T3" fmla="*/ 3082 h 446"/>
                  <a:gd name="T4" fmla="+- 0 6099 5181"/>
                  <a:gd name="T5" fmla="*/ T4 w 919"/>
                  <a:gd name="T6" fmla="+- 0 3082 2636"/>
                  <a:gd name="T7" fmla="*/ 3082 h 446"/>
                  <a:gd name="T8" fmla="+- 0 6099 5181"/>
                  <a:gd name="T9" fmla="*/ T8 w 919"/>
                  <a:gd name="T10" fmla="+- 0 2636 2636"/>
                  <a:gd name="T11" fmla="*/ 2636 h 446"/>
                  <a:gd name="T12" fmla="+- 0 5181 5181"/>
                  <a:gd name="T13" fmla="*/ T12 w 919"/>
                  <a:gd name="T14" fmla="+- 0 2636 2636"/>
                  <a:gd name="T15" fmla="*/ 2636 h 446"/>
                  <a:gd name="T16" fmla="+- 0 5181 5181"/>
                  <a:gd name="T17" fmla="*/ T16 w 919"/>
                  <a:gd name="T18" fmla="+- 0 3082 2636"/>
                  <a:gd name="T19" fmla="*/ 3082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 name="Group 46">
              <a:extLst>
                <a:ext uri="{FF2B5EF4-FFF2-40B4-BE49-F238E27FC236}">
                  <a16:creationId xmlns:a16="http://schemas.microsoft.com/office/drawing/2014/main" id="{7FEB003D-A468-BAFB-4109-528880A0FCB5}"/>
                </a:ext>
              </a:extLst>
            </p:cNvPr>
            <p:cNvGrpSpPr>
              <a:grpSpLocks/>
            </p:cNvGrpSpPr>
            <p:nvPr/>
          </p:nvGrpSpPr>
          <p:grpSpPr bwMode="auto">
            <a:xfrm>
              <a:off x="6093" y="2636"/>
              <a:ext cx="462" cy="446"/>
              <a:chOff x="6093" y="2636"/>
              <a:chExt cx="462" cy="446"/>
            </a:xfrm>
          </p:grpSpPr>
          <p:sp>
            <p:nvSpPr>
              <p:cNvPr id="1528" name="Freeform 4528">
                <a:extLst>
                  <a:ext uri="{FF2B5EF4-FFF2-40B4-BE49-F238E27FC236}">
                    <a16:creationId xmlns:a16="http://schemas.microsoft.com/office/drawing/2014/main" id="{F399D425-D651-9C82-7A80-2CA9235BB966}"/>
                  </a:ext>
                </a:extLst>
              </p:cNvPr>
              <p:cNvSpPr>
                <a:spLocks/>
              </p:cNvSpPr>
              <p:nvPr/>
            </p:nvSpPr>
            <p:spPr bwMode="auto">
              <a:xfrm>
                <a:off x="6093" y="2636"/>
                <a:ext cx="462" cy="446"/>
              </a:xfrm>
              <a:custGeom>
                <a:avLst/>
                <a:gdLst>
                  <a:gd name="T0" fmla="+- 0 6093 6093"/>
                  <a:gd name="T1" fmla="*/ T0 w 462"/>
                  <a:gd name="T2" fmla="+- 0 3082 2636"/>
                  <a:gd name="T3" fmla="*/ 3082 h 446"/>
                  <a:gd name="T4" fmla="+- 0 6555 6093"/>
                  <a:gd name="T5" fmla="*/ T4 w 462"/>
                  <a:gd name="T6" fmla="+- 0 3082 2636"/>
                  <a:gd name="T7" fmla="*/ 3082 h 446"/>
                  <a:gd name="T8" fmla="+- 0 6555 6093"/>
                  <a:gd name="T9" fmla="*/ T8 w 462"/>
                  <a:gd name="T10" fmla="+- 0 2636 2636"/>
                  <a:gd name="T11" fmla="*/ 2636 h 446"/>
                  <a:gd name="T12" fmla="+- 0 6093 6093"/>
                  <a:gd name="T13" fmla="*/ T12 w 462"/>
                  <a:gd name="T14" fmla="+- 0 2636 2636"/>
                  <a:gd name="T15" fmla="*/ 2636 h 446"/>
                  <a:gd name="T16" fmla="+- 0 6093 6093"/>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 name="Group 47">
              <a:extLst>
                <a:ext uri="{FF2B5EF4-FFF2-40B4-BE49-F238E27FC236}">
                  <a16:creationId xmlns:a16="http://schemas.microsoft.com/office/drawing/2014/main" id="{3F1E7A2E-7B04-A44A-1E23-5901C0302BA4}"/>
                </a:ext>
              </a:extLst>
            </p:cNvPr>
            <p:cNvGrpSpPr>
              <a:grpSpLocks/>
            </p:cNvGrpSpPr>
            <p:nvPr/>
          </p:nvGrpSpPr>
          <p:grpSpPr bwMode="auto">
            <a:xfrm>
              <a:off x="6550" y="2636"/>
              <a:ext cx="918" cy="446"/>
              <a:chOff x="6550" y="2636"/>
              <a:chExt cx="918" cy="446"/>
            </a:xfrm>
          </p:grpSpPr>
          <p:sp>
            <p:nvSpPr>
              <p:cNvPr id="1527" name="Freeform 4530">
                <a:extLst>
                  <a:ext uri="{FF2B5EF4-FFF2-40B4-BE49-F238E27FC236}">
                    <a16:creationId xmlns:a16="http://schemas.microsoft.com/office/drawing/2014/main" id="{94BC96DF-C377-3603-485A-A035BEA96082}"/>
                  </a:ext>
                </a:extLst>
              </p:cNvPr>
              <p:cNvSpPr>
                <a:spLocks/>
              </p:cNvSpPr>
              <p:nvPr/>
            </p:nvSpPr>
            <p:spPr bwMode="auto">
              <a:xfrm>
                <a:off x="6550" y="2636"/>
                <a:ext cx="918" cy="446"/>
              </a:xfrm>
              <a:custGeom>
                <a:avLst/>
                <a:gdLst>
                  <a:gd name="T0" fmla="+- 0 6550 6550"/>
                  <a:gd name="T1" fmla="*/ T0 w 918"/>
                  <a:gd name="T2" fmla="+- 0 3082 2636"/>
                  <a:gd name="T3" fmla="*/ 3082 h 446"/>
                  <a:gd name="T4" fmla="+- 0 7468 6550"/>
                  <a:gd name="T5" fmla="*/ T4 w 918"/>
                  <a:gd name="T6" fmla="+- 0 3082 2636"/>
                  <a:gd name="T7" fmla="*/ 3082 h 446"/>
                  <a:gd name="T8" fmla="+- 0 7468 6550"/>
                  <a:gd name="T9" fmla="*/ T8 w 918"/>
                  <a:gd name="T10" fmla="+- 0 2636 2636"/>
                  <a:gd name="T11" fmla="*/ 2636 h 446"/>
                  <a:gd name="T12" fmla="+- 0 6550 6550"/>
                  <a:gd name="T13" fmla="*/ T12 w 918"/>
                  <a:gd name="T14" fmla="+- 0 2636 2636"/>
                  <a:gd name="T15" fmla="*/ 2636 h 446"/>
                  <a:gd name="T16" fmla="+- 0 6550 6550"/>
                  <a:gd name="T17" fmla="*/ T16 w 918"/>
                  <a:gd name="T18" fmla="+- 0 3082 2636"/>
                  <a:gd name="T19" fmla="*/ 3082 h 446"/>
                </a:gdLst>
                <a:ahLst/>
                <a:cxnLst>
                  <a:cxn ang="0">
                    <a:pos x="T1" y="T3"/>
                  </a:cxn>
                  <a:cxn ang="0">
                    <a:pos x="T5" y="T7"/>
                  </a:cxn>
                  <a:cxn ang="0">
                    <a:pos x="T9" y="T11"/>
                  </a:cxn>
                  <a:cxn ang="0">
                    <a:pos x="T13" y="T15"/>
                  </a:cxn>
                  <a:cxn ang="0">
                    <a:pos x="T17" y="T19"/>
                  </a:cxn>
                </a:cxnLst>
                <a:rect l="0" t="0" r="r" b="b"/>
                <a:pathLst>
                  <a:path w="918"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 name="Group 48">
              <a:extLst>
                <a:ext uri="{FF2B5EF4-FFF2-40B4-BE49-F238E27FC236}">
                  <a16:creationId xmlns:a16="http://schemas.microsoft.com/office/drawing/2014/main" id="{1A58816D-FB0B-3A9A-1E2F-B09A678494F5}"/>
                </a:ext>
              </a:extLst>
            </p:cNvPr>
            <p:cNvGrpSpPr>
              <a:grpSpLocks/>
            </p:cNvGrpSpPr>
            <p:nvPr/>
          </p:nvGrpSpPr>
          <p:grpSpPr bwMode="auto">
            <a:xfrm>
              <a:off x="7462" y="2636"/>
              <a:ext cx="462" cy="446"/>
              <a:chOff x="7462" y="2636"/>
              <a:chExt cx="462" cy="446"/>
            </a:xfrm>
          </p:grpSpPr>
          <p:sp>
            <p:nvSpPr>
              <p:cNvPr id="1526" name="Freeform 4532">
                <a:extLst>
                  <a:ext uri="{FF2B5EF4-FFF2-40B4-BE49-F238E27FC236}">
                    <a16:creationId xmlns:a16="http://schemas.microsoft.com/office/drawing/2014/main" id="{D51FA46E-D3B1-8092-9696-C79676A4DD4C}"/>
                  </a:ext>
                </a:extLst>
              </p:cNvPr>
              <p:cNvSpPr>
                <a:spLocks/>
              </p:cNvSpPr>
              <p:nvPr/>
            </p:nvSpPr>
            <p:spPr bwMode="auto">
              <a:xfrm>
                <a:off x="7462" y="2636"/>
                <a:ext cx="462" cy="446"/>
              </a:xfrm>
              <a:custGeom>
                <a:avLst/>
                <a:gdLst>
                  <a:gd name="T0" fmla="+- 0 7462 7462"/>
                  <a:gd name="T1" fmla="*/ T0 w 462"/>
                  <a:gd name="T2" fmla="+- 0 3082 2636"/>
                  <a:gd name="T3" fmla="*/ 3082 h 446"/>
                  <a:gd name="T4" fmla="+- 0 7924 7462"/>
                  <a:gd name="T5" fmla="*/ T4 w 462"/>
                  <a:gd name="T6" fmla="+- 0 3082 2636"/>
                  <a:gd name="T7" fmla="*/ 3082 h 446"/>
                  <a:gd name="T8" fmla="+- 0 7924 7462"/>
                  <a:gd name="T9" fmla="*/ T8 w 462"/>
                  <a:gd name="T10" fmla="+- 0 2636 2636"/>
                  <a:gd name="T11" fmla="*/ 2636 h 446"/>
                  <a:gd name="T12" fmla="+- 0 7462 7462"/>
                  <a:gd name="T13" fmla="*/ T12 w 462"/>
                  <a:gd name="T14" fmla="+- 0 2636 2636"/>
                  <a:gd name="T15" fmla="*/ 2636 h 446"/>
                  <a:gd name="T16" fmla="+- 0 7462 7462"/>
                  <a:gd name="T17" fmla="*/ T16 w 462"/>
                  <a:gd name="T18" fmla="+- 0 3082 2636"/>
                  <a:gd name="T19" fmla="*/ 308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 name="Group 49">
              <a:extLst>
                <a:ext uri="{FF2B5EF4-FFF2-40B4-BE49-F238E27FC236}">
                  <a16:creationId xmlns:a16="http://schemas.microsoft.com/office/drawing/2014/main" id="{5B783C21-1003-4090-1EB7-1ADE2FE6B0C4}"/>
                </a:ext>
              </a:extLst>
            </p:cNvPr>
            <p:cNvGrpSpPr>
              <a:grpSpLocks/>
            </p:cNvGrpSpPr>
            <p:nvPr/>
          </p:nvGrpSpPr>
          <p:grpSpPr bwMode="auto">
            <a:xfrm>
              <a:off x="7919" y="2636"/>
              <a:ext cx="1375" cy="446"/>
              <a:chOff x="7919" y="2636"/>
              <a:chExt cx="1375" cy="446"/>
            </a:xfrm>
          </p:grpSpPr>
          <p:sp>
            <p:nvSpPr>
              <p:cNvPr id="1525" name="Freeform 4534">
                <a:extLst>
                  <a:ext uri="{FF2B5EF4-FFF2-40B4-BE49-F238E27FC236}">
                    <a16:creationId xmlns:a16="http://schemas.microsoft.com/office/drawing/2014/main" id="{16191BFD-A86D-9C3A-9206-351EA67F387B}"/>
                  </a:ext>
                </a:extLst>
              </p:cNvPr>
              <p:cNvSpPr>
                <a:spLocks/>
              </p:cNvSpPr>
              <p:nvPr/>
            </p:nvSpPr>
            <p:spPr bwMode="auto">
              <a:xfrm>
                <a:off x="7919" y="2636"/>
                <a:ext cx="1375" cy="446"/>
              </a:xfrm>
              <a:custGeom>
                <a:avLst/>
                <a:gdLst>
                  <a:gd name="T0" fmla="+- 0 7919 7919"/>
                  <a:gd name="T1" fmla="*/ T0 w 1375"/>
                  <a:gd name="T2" fmla="+- 0 3082 2636"/>
                  <a:gd name="T3" fmla="*/ 3082 h 446"/>
                  <a:gd name="T4" fmla="+- 0 9293 7919"/>
                  <a:gd name="T5" fmla="*/ T4 w 1375"/>
                  <a:gd name="T6" fmla="+- 0 3082 2636"/>
                  <a:gd name="T7" fmla="*/ 3082 h 446"/>
                  <a:gd name="T8" fmla="+- 0 9293 7919"/>
                  <a:gd name="T9" fmla="*/ T8 w 1375"/>
                  <a:gd name="T10" fmla="+- 0 2636 2636"/>
                  <a:gd name="T11" fmla="*/ 2636 h 446"/>
                  <a:gd name="T12" fmla="+- 0 7919 7919"/>
                  <a:gd name="T13" fmla="*/ T12 w 1375"/>
                  <a:gd name="T14" fmla="+- 0 2636 2636"/>
                  <a:gd name="T15" fmla="*/ 2636 h 446"/>
                  <a:gd name="T16" fmla="+- 0 7919 7919"/>
                  <a:gd name="T17" fmla="*/ T16 w 1375"/>
                  <a:gd name="T18" fmla="+- 0 3082 2636"/>
                  <a:gd name="T19" fmla="*/ 3082 h 446"/>
                </a:gdLst>
                <a:ahLst/>
                <a:cxnLst>
                  <a:cxn ang="0">
                    <a:pos x="T1" y="T3"/>
                  </a:cxn>
                  <a:cxn ang="0">
                    <a:pos x="T5" y="T7"/>
                  </a:cxn>
                  <a:cxn ang="0">
                    <a:pos x="T9" y="T11"/>
                  </a:cxn>
                  <a:cxn ang="0">
                    <a:pos x="T13" y="T15"/>
                  </a:cxn>
                  <a:cxn ang="0">
                    <a:pos x="T17" y="T19"/>
                  </a:cxn>
                </a:cxnLst>
                <a:rect l="0" t="0" r="r" b="b"/>
                <a:pathLst>
                  <a:path w="1375" h="446">
                    <a:moveTo>
                      <a:pt x="0" y="446"/>
                    </a:moveTo>
                    <a:lnTo>
                      <a:pt x="1374" y="446"/>
                    </a:lnTo>
                    <a:lnTo>
                      <a:pt x="1374"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1" name="Group 50">
              <a:extLst>
                <a:ext uri="{FF2B5EF4-FFF2-40B4-BE49-F238E27FC236}">
                  <a16:creationId xmlns:a16="http://schemas.microsoft.com/office/drawing/2014/main" id="{A96A6400-9184-D916-B7F2-89105B911444}"/>
                </a:ext>
              </a:extLst>
            </p:cNvPr>
            <p:cNvGrpSpPr>
              <a:grpSpLocks/>
            </p:cNvGrpSpPr>
            <p:nvPr/>
          </p:nvGrpSpPr>
          <p:grpSpPr bwMode="auto">
            <a:xfrm>
              <a:off x="617" y="3076"/>
              <a:ext cx="462" cy="446"/>
              <a:chOff x="617" y="3076"/>
              <a:chExt cx="462" cy="446"/>
            </a:xfrm>
          </p:grpSpPr>
          <p:sp>
            <p:nvSpPr>
              <p:cNvPr id="1524" name="Freeform 4536">
                <a:extLst>
                  <a:ext uri="{FF2B5EF4-FFF2-40B4-BE49-F238E27FC236}">
                    <a16:creationId xmlns:a16="http://schemas.microsoft.com/office/drawing/2014/main" id="{33731B96-45D1-A71A-C903-41B7DA7922CE}"/>
                  </a:ext>
                </a:extLst>
              </p:cNvPr>
              <p:cNvSpPr>
                <a:spLocks/>
              </p:cNvSpPr>
              <p:nvPr/>
            </p:nvSpPr>
            <p:spPr bwMode="auto">
              <a:xfrm>
                <a:off x="617" y="3076"/>
                <a:ext cx="462" cy="446"/>
              </a:xfrm>
              <a:custGeom>
                <a:avLst/>
                <a:gdLst>
                  <a:gd name="T0" fmla="+- 0 617 617"/>
                  <a:gd name="T1" fmla="*/ T0 w 462"/>
                  <a:gd name="T2" fmla="+- 0 3522 3076"/>
                  <a:gd name="T3" fmla="*/ 3522 h 446"/>
                  <a:gd name="T4" fmla="+- 0 1079 617"/>
                  <a:gd name="T5" fmla="*/ T4 w 462"/>
                  <a:gd name="T6" fmla="+- 0 3522 3076"/>
                  <a:gd name="T7" fmla="*/ 3522 h 446"/>
                  <a:gd name="T8" fmla="+- 0 1079 617"/>
                  <a:gd name="T9" fmla="*/ T8 w 462"/>
                  <a:gd name="T10" fmla="+- 0 3076 3076"/>
                  <a:gd name="T11" fmla="*/ 3076 h 446"/>
                  <a:gd name="T12" fmla="+- 0 617 617"/>
                  <a:gd name="T13" fmla="*/ T12 w 462"/>
                  <a:gd name="T14" fmla="+- 0 3076 3076"/>
                  <a:gd name="T15" fmla="*/ 3076 h 446"/>
                  <a:gd name="T16" fmla="+- 0 617 617"/>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2" name="Group 51">
              <a:extLst>
                <a:ext uri="{FF2B5EF4-FFF2-40B4-BE49-F238E27FC236}">
                  <a16:creationId xmlns:a16="http://schemas.microsoft.com/office/drawing/2014/main" id="{8ECB262D-CBFE-FBB8-C41C-23773F16A055}"/>
                </a:ext>
              </a:extLst>
            </p:cNvPr>
            <p:cNvGrpSpPr>
              <a:grpSpLocks/>
            </p:cNvGrpSpPr>
            <p:nvPr/>
          </p:nvGrpSpPr>
          <p:grpSpPr bwMode="auto">
            <a:xfrm>
              <a:off x="1074" y="3076"/>
              <a:ext cx="462" cy="446"/>
              <a:chOff x="1074" y="3076"/>
              <a:chExt cx="462" cy="446"/>
            </a:xfrm>
          </p:grpSpPr>
          <p:sp>
            <p:nvSpPr>
              <p:cNvPr id="1523" name="Freeform 4538">
                <a:extLst>
                  <a:ext uri="{FF2B5EF4-FFF2-40B4-BE49-F238E27FC236}">
                    <a16:creationId xmlns:a16="http://schemas.microsoft.com/office/drawing/2014/main" id="{B82C8CAE-78BB-0DEC-57BA-97DD0459AA64}"/>
                  </a:ext>
                </a:extLst>
              </p:cNvPr>
              <p:cNvSpPr>
                <a:spLocks/>
              </p:cNvSpPr>
              <p:nvPr/>
            </p:nvSpPr>
            <p:spPr bwMode="auto">
              <a:xfrm>
                <a:off x="1074" y="3076"/>
                <a:ext cx="462" cy="446"/>
              </a:xfrm>
              <a:custGeom>
                <a:avLst/>
                <a:gdLst>
                  <a:gd name="T0" fmla="+- 0 1074 1074"/>
                  <a:gd name="T1" fmla="*/ T0 w 462"/>
                  <a:gd name="T2" fmla="+- 0 3522 3076"/>
                  <a:gd name="T3" fmla="*/ 3522 h 446"/>
                  <a:gd name="T4" fmla="+- 0 1535 1074"/>
                  <a:gd name="T5" fmla="*/ T4 w 462"/>
                  <a:gd name="T6" fmla="+- 0 3522 3076"/>
                  <a:gd name="T7" fmla="*/ 3522 h 446"/>
                  <a:gd name="T8" fmla="+- 0 1535 1074"/>
                  <a:gd name="T9" fmla="*/ T8 w 462"/>
                  <a:gd name="T10" fmla="+- 0 3076 3076"/>
                  <a:gd name="T11" fmla="*/ 3076 h 446"/>
                  <a:gd name="T12" fmla="+- 0 1074 1074"/>
                  <a:gd name="T13" fmla="*/ T12 w 462"/>
                  <a:gd name="T14" fmla="+- 0 3076 3076"/>
                  <a:gd name="T15" fmla="*/ 3076 h 446"/>
                  <a:gd name="T16" fmla="+- 0 1074 1074"/>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3" name="Group 52">
              <a:extLst>
                <a:ext uri="{FF2B5EF4-FFF2-40B4-BE49-F238E27FC236}">
                  <a16:creationId xmlns:a16="http://schemas.microsoft.com/office/drawing/2014/main" id="{A3D8B0CB-4239-6706-BCBE-432529B6ECA2}"/>
                </a:ext>
              </a:extLst>
            </p:cNvPr>
            <p:cNvGrpSpPr>
              <a:grpSpLocks/>
            </p:cNvGrpSpPr>
            <p:nvPr/>
          </p:nvGrpSpPr>
          <p:grpSpPr bwMode="auto">
            <a:xfrm>
              <a:off x="1530" y="3076"/>
              <a:ext cx="462" cy="446"/>
              <a:chOff x="1530" y="3076"/>
              <a:chExt cx="462" cy="446"/>
            </a:xfrm>
          </p:grpSpPr>
          <p:sp>
            <p:nvSpPr>
              <p:cNvPr id="1522" name="Freeform 4540">
                <a:extLst>
                  <a:ext uri="{FF2B5EF4-FFF2-40B4-BE49-F238E27FC236}">
                    <a16:creationId xmlns:a16="http://schemas.microsoft.com/office/drawing/2014/main" id="{6E4BE1C2-F432-4042-3319-D2C5CF3A80AC}"/>
                  </a:ext>
                </a:extLst>
              </p:cNvPr>
              <p:cNvSpPr>
                <a:spLocks/>
              </p:cNvSpPr>
              <p:nvPr/>
            </p:nvSpPr>
            <p:spPr bwMode="auto">
              <a:xfrm>
                <a:off x="1530" y="3076"/>
                <a:ext cx="462" cy="446"/>
              </a:xfrm>
              <a:custGeom>
                <a:avLst/>
                <a:gdLst>
                  <a:gd name="T0" fmla="+- 0 1530 1530"/>
                  <a:gd name="T1" fmla="*/ T0 w 462"/>
                  <a:gd name="T2" fmla="+- 0 3522 3076"/>
                  <a:gd name="T3" fmla="*/ 3522 h 446"/>
                  <a:gd name="T4" fmla="+- 0 1992 1530"/>
                  <a:gd name="T5" fmla="*/ T4 w 462"/>
                  <a:gd name="T6" fmla="+- 0 3522 3076"/>
                  <a:gd name="T7" fmla="*/ 3522 h 446"/>
                  <a:gd name="T8" fmla="+- 0 1992 1530"/>
                  <a:gd name="T9" fmla="*/ T8 w 462"/>
                  <a:gd name="T10" fmla="+- 0 3076 3076"/>
                  <a:gd name="T11" fmla="*/ 3076 h 446"/>
                  <a:gd name="T12" fmla="+- 0 1530 1530"/>
                  <a:gd name="T13" fmla="*/ T12 w 462"/>
                  <a:gd name="T14" fmla="+- 0 3076 3076"/>
                  <a:gd name="T15" fmla="*/ 3076 h 446"/>
                  <a:gd name="T16" fmla="+- 0 1530 1530"/>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4" name="Group 53">
              <a:extLst>
                <a:ext uri="{FF2B5EF4-FFF2-40B4-BE49-F238E27FC236}">
                  <a16:creationId xmlns:a16="http://schemas.microsoft.com/office/drawing/2014/main" id="{79DF3EC1-EB58-8C2A-63D3-957540E4DC9D}"/>
                </a:ext>
              </a:extLst>
            </p:cNvPr>
            <p:cNvGrpSpPr>
              <a:grpSpLocks/>
            </p:cNvGrpSpPr>
            <p:nvPr/>
          </p:nvGrpSpPr>
          <p:grpSpPr bwMode="auto">
            <a:xfrm>
              <a:off x="1986" y="3076"/>
              <a:ext cx="919" cy="446"/>
              <a:chOff x="1986" y="3076"/>
              <a:chExt cx="919" cy="446"/>
            </a:xfrm>
          </p:grpSpPr>
          <p:sp>
            <p:nvSpPr>
              <p:cNvPr id="1521" name="Freeform 4542">
                <a:extLst>
                  <a:ext uri="{FF2B5EF4-FFF2-40B4-BE49-F238E27FC236}">
                    <a16:creationId xmlns:a16="http://schemas.microsoft.com/office/drawing/2014/main" id="{4EF650AC-0AE2-102A-5783-510967619741}"/>
                  </a:ext>
                </a:extLst>
              </p:cNvPr>
              <p:cNvSpPr>
                <a:spLocks/>
              </p:cNvSpPr>
              <p:nvPr/>
            </p:nvSpPr>
            <p:spPr bwMode="auto">
              <a:xfrm>
                <a:off x="1986" y="3076"/>
                <a:ext cx="919" cy="446"/>
              </a:xfrm>
              <a:custGeom>
                <a:avLst/>
                <a:gdLst>
                  <a:gd name="T0" fmla="+- 0 1986 1986"/>
                  <a:gd name="T1" fmla="*/ T0 w 919"/>
                  <a:gd name="T2" fmla="+- 0 3522 3076"/>
                  <a:gd name="T3" fmla="*/ 3522 h 446"/>
                  <a:gd name="T4" fmla="+- 0 2904 1986"/>
                  <a:gd name="T5" fmla="*/ T4 w 919"/>
                  <a:gd name="T6" fmla="+- 0 3522 3076"/>
                  <a:gd name="T7" fmla="*/ 3522 h 446"/>
                  <a:gd name="T8" fmla="+- 0 2904 1986"/>
                  <a:gd name="T9" fmla="*/ T8 w 919"/>
                  <a:gd name="T10" fmla="+- 0 3076 3076"/>
                  <a:gd name="T11" fmla="*/ 3076 h 446"/>
                  <a:gd name="T12" fmla="+- 0 1986 1986"/>
                  <a:gd name="T13" fmla="*/ T12 w 919"/>
                  <a:gd name="T14" fmla="+- 0 3076 3076"/>
                  <a:gd name="T15" fmla="*/ 3076 h 446"/>
                  <a:gd name="T16" fmla="+- 0 1986 1986"/>
                  <a:gd name="T17" fmla="*/ T16 w 919"/>
                  <a:gd name="T18" fmla="+- 0 3522 3076"/>
                  <a:gd name="T19" fmla="*/ 3522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5" name="Group 54">
              <a:extLst>
                <a:ext uri="{FF2B5EF4-FFF2-40B4-BE49-F238E27FC236}">
                  <a16:creationId xmlns:a16="http://schemas.microsoft.com/office/drawing/2014/main" id="{4E6D0FE9-6A6D-0681-846C-D68DEA94CFA7}"/>
                </a:ext>
              </a:extLst>
            </p:cNvPr>
            <p:cNvGrpSpPr>
              <a:grpSpLocks/>
            </p:cNvGrpSpPr>
            <p:nvPr/>
          </p:nvGrpSpPr>
          <p:grpSpPr bwMode="auto">
            <a:xfrm>
              <a:off x="2899" y="3076"/>
              <a:ext cx="462" cy="446"/>
              <a:chOff x="2899" y="3076"/>
              <a:chExt cx="462" cy="446"/>
            </a:xfrm>
          </p:grpSpPr>
          <p:sp>
            <p:nvSpPr>
              <p:cNvPr id="1520" name="Freeform 4544">
                <a:extLst>
                  <a:ext uri="{FF2B5EF4-FFF2-40B4-BE49-F238E27FC236}">
                    <a16:creationId xmlns:a16="http://schemas.microsoft.com/office/drawing/2014/main" id="{2B66FE92-D519-13FD-C9F5-05AB79022D7A}"/>
                  </a:ext>
                </a:extLst>
              </p:cNvPr>
              <p:cNvSpPr>
                <a:spLocks/>
              </p:cNvSpPr>
              <p:nvPr/>
            </p:nvSpPr>
            <p:spPr bwMode="auto">
              <a:xfrm>
                <a:off x="2899" y="3076"/>
                <a:ext cx="462" cy="446"/>
              </a:xfrm>
              <a:custGeom>
                <a:avLst/>
                <a:gdLst>
                  <a:gd name="T0" fmla="+- 0 2899 2899"/>
                  <a:gd name="T1" fmla="*/ T0 w 462"/>
                  <a:gd name="T2" fmla="+- 0 3522 3076"/>
                  <a:gd name="T3" fmla="*/ 3522 h 446"/>
                  <a:gd name="T4" fmla="+- 0 3361 2899"/>
                  <a:gd name="T5" fmla="*/ T4 w 462"/>
                  <a:gd name="T6" fmla="+- 0 3522 3076"/>
                  <a:gd name="T7" fmla="*/ 3522 h 446"/>
                  <a:gd name="T8" fmla="+- 0 3361 2899"/>
                  <a:gd name="T9" fmla="*/ T8 w 462"/>
                  <a:gd name="T10" fmla="+- 0 3076 3076"/>
                  <a:gd name="T11" fmla="*/ 3076 h 446"/>
                  <a:gd name="T12" fmla="+- 0 2899 2899"/>
                  <a:gd name="T13" fmla="*/ T12 w 462"/>
                  <a:gd name="T14" fmla="+- 0 3076 3076"/>
                  <a:gd name="T15" fmla="*/ 3076 h 446"/>
                  <a:gd name="T16" fmla="+- 0 2899 2899"/>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6" name="Group 55">
              <a:extLst>
                <a:ext uri="{FF2B5EF4-FFF2-40B4-BE49-F238E27FC236}">
                  <a16:creationId xmlns:a16="http://schemas.microsoft.com/office/drawing/2014/main" id="{D22C395C-D876-3FC8-BCDE-BC002FCFC6EF}"/>
                </a:ext>
              </a:extLst>
            </p:cNvPr>
            <p:cNvGrpSpPr>
              <a:grpSpLocks/>
            </p:cNvGrpSpPr>
            <p:nvPr/>
          </p:nvGrpSpPr>
          <p:grpSpPr bwMode="auto">
            <a:xfrm>
              <a:off x="3355" y="3076"/>
              <a:ext cx="462" cy="446"/>
              <a:chOff x="3355" y="3076"/>
              <a:chExt cx="462" cy="446"/>
            </a:xfrm>
          </p:grpSpPr>
          <p:sp>
            <p:nvSpPr>
              <p:cNvPr id="1519" name="Freeform 4546">
                <a:extLst>
                  <a:ext uri="{FF2B5EF4-FFF2-40B4-BE49-F238E27FC236}">
                    <a16:creationId xmlns:a16="http://schemas.microsoft.com/office/drawing/2014/main" id="{8DECA89A-148B-DD98-CEA9-A05AD84C68F8}"/>
                  </a:ext>
                </a:extLst>
              </p:cNvPr>
              <p:cNvSpPr>
                <a:spLocks/>
              </p:cNvSpPr>
              <p:nvPr/>
            </p:nvSpPr>
            <p:spPr bwMode="auto">
              <a:xfrm>
                <a:off x="3355" y="3076"/>
                <a:ext cx="462" cy="446"/>
              </a:xfrm>
              <a:custGeom>
                <a:avLst/>
                <a:gdLst>
                  <a:gd name="T0" fmla="+- 0 3355 3355"/>
                  <a:gd name="T1" fmla="*/ T0 w 462"/>
                  <a:gd name="T2" fmla="+- 0 3522 3076"/>
                  <a:gd name="T3" fmla="*/ 3522 h 446"/>
                  <a:gd name="T4" fmla="+- 0 3817 3355"/>
                  <a:gd name="T5" fmla="*/ T4 w 462"/>
                  <a:gd name="T6" fmla="+- 0 3522 3076"/>
                  <a:gd name="T7" fmla="*/ 3522 h 446"/>
                  <a:gd name="T8" fmla="+- 0 3817 3355"/>
                  <a:gd name="T9" fmla="*/ T8 w 462"/>
                  <a:gd name="T10" fmla="+- 0 3076 3076"/>
                  <a:gd name="T11" fmla="*/ 3076 h 446"/>
                  <a:gd name="T12" fmla="+- 0 3355 3355"/>
                  <a:gd name="T13" fmla="*/ T12 w 462"/>
                  <a:gd name="T14" fmla="+- 0 3076 3076"/>
                  <a:gd name="T15" fmla="*/ 3076 h 446"/>
                  <a:gd name="T16" fmla="+- 0 3355 3355"/>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7" name="Group 56">
              <a:extLst>
                <a:ext uri="{FF2B5EF4-FFF2-40B4-BE49-F238E27FC236}">
                  <a16:creationId xmlns:a16="http://schemas.microsoft.com/office/drawing/2014/main" id="{E937FF58-B813-41ED-5EAC-A836A391F6E3}"/>
                </a:ext>
              </a:extLst>
            </p:cNvPr>
            <p:cNvGrpSpPr>
              <a:grpSpLocks/>
            </p:cNvGrpSpPr>
            <p:nvPr/>
          </p:nvGrpSpPr>
          <p:grpSpPr bwMode="auto">
            <a:xfrm>
              <a:off x="3812" y="3076"/>
              <a:ext cx="462" cy="446"/>
              <a:chOff x="3812" y="3076"/>
              <a:chExt cx="462" cy="446"/>
            </a:xfrm>
          </p:grpSpPr>
          <p:sp>
            <p:nvSpPr>
              <p:cNvPr id="1518" name="Freeform 4548">
                <a:extLst>
                  <a:ext uri="{FF2B5EF4-FFF2-40B4-BE49-F238E27FC236}">
                    <a16:creationId xmlns:a16="http://schemas.microsoft.com/office/drawing/2014/main" id="{DF61BE72-AF1A-1C16-CB47-0A196048F1BD}"/>
                  </a:ext>
                </a:extLst>
              </p:cNvPr>
              <p:cNvSpPr>
                <a:spLocks/>
              </p:cNvSpPr>
              <p:nvPr/>
            </p:nvSpPr>
            <p:spPr bwMode="auto">
              <a:xfrm>
                <a:off x="3812" y="3076"/>
                <a:ext cx="462" cy="446"/>
              </a:xfrm>
              <a:custGeom>
                <a:avLst/>
                <a:gdLst>
                  <a:gd name="T0" fmla="+- 0 3812 3812"/>
                  <a:gd name="T1" fmla="*/ T0 w 462"/>
                  <a:gd name="T2" fmla="+- 0 3522 3076"/>
                  <a:gd name="T3" fmla="*/ 3522 h 446"/>
                  <a:gd name="T4" fmla="+- 0 4273 3812"/>
                  <a:gd name="T5" fmla="*/ T4 w 462"/>
                  <a:gd name="T6" fmla="+- 0 3522 3076"/>
                  <a:gd name="T7" fmla="*/ 3522 h 446"/>
                  <a:gd name="T8" fmla="+- 0 4273 3812"/>
                  <a:gd name="T9" fmla="*/ T8 w 462"/>
                  <a:gd name="T10" fmla="+- 0 3076 3076"/>
                  <a:gd name="T11" fmla="*/ 3076 h 446"/>
                  <a:gd name="T12" fmla="+- 0 3812 3812"/>
                  <a:gd name="T13" fmla="*/ T12 w 462"/>
                  <a:gd name="T14" fmla="+- 0 3076 3076"/>
                  <a:gd name="T15" fmla="*/ 3076 h 446"/>
                  <a:gd name="T16" fmla="+- 0 3812 3812"/>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8757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8" name="Group 57">
              <a:extLst>
                <a:ext uri="{FF2B5EF4-FFF2-40B4-BE49-F238E27FC236}">
                  <a16:creationId xmlns:a16="http://schemas.microsoft.com/office/drawing/2014/main" id="{FE0F5D6C-A8C1-C44B-7DC3-FC9E4A4249E0}"/>
                </a:ext>
              </a:extLst>
            </p:cNvPr>
            <p:cNvGrpSpPr>
              <a:grpSpLocks/>
            </p:cNvGrpSpPr>
            <p:nvPr/>
          </p:nvGrpSpPr>
          <p:grpSpPr bwMode="auto">
            <a:xfrm>
              <a:off x="4268" y="3076"/>
              <a:ext cx="462" cy="446"/>
              <a:chOff x="4268" y="3076"/>
              <a:chExt cx="462" cy="446"/>
            </a:xfrm>
          </p:grpSpPr>
          <p:sp>
            <p:nvSpPr>
              <p:cNvPr id="1517" name="Freeform 4550">
                <a:extLst>
                  <a:ext uri="{FF2B5EF4-FFF2-40B4-BE49-F238E27FC236}">
                    <a16:creationId xmlns:a16="http://schemas.microsoft.com/office/drawing/2014/main" id="{2CF9B675-DA99-71F4-BCBB-E7D798ED4F39}"/>
                  </a:ext>
                </a:extLst>
              </p:cNvPr>
              <p:cNvSpPr>
                <a:spLocks/>
              </p:cNvSpPr>
              <p:nvPr/>
            </p:nvSpPr>
            <p:spPr bwMode="auto">
              <a:xfrm>
                <a:off x="4268" y="3076"/>
                <a:ext cx="462" cy="446"/>
              </a:xfrm>
              <a:custGeom>
                <a:avLst/>
                <a:gdLst>
                  <a:gd name="T0" fmla="+- 0 4268 4268"/>
                  <a:gd name="T1" fmla="*/ T0 w 462"/>
                  <a:gd name="T2" fmla="+- 0 3522 3076"/>
                  <a:gd name="T3" fmla="*/ 3522 h 446"/>
                  <a:gd name="T4" fmla="+- 0 4730 4268"/>
                  <a:gd name="T5" fmla="*/ T4 w 462"/>
                  <a:gd name="T6" fmla="+- 0 3522 3076"/>
                  <a:gd name="T7" fmla="*/ 3522 h 446"/>
                  <a:gd name="T8" fmla="+- 0 4730 4268"/>
                  <a:gd name="T9" fmla="*/ T8 w 462"/>
                  <a:gd name="T10" fmla="+- 0 3076 3076"/>
                  <a:gd name="T11" fmla="*/ 3076 h 446"/>
                  <a:gd name="T12" fmla="+- 0 4268 4268"/>
                  <a:gd name="T13" fmla="*/ T12 w 462"/>
                  <a:gd name="T14" fmla="+- 0 3076 3076"/>
                  <a:gd name="T15" fmla="*/ 3076 h 446"/>
                  <a:gd name="T16" fmla="+- 0 4268 4268"/>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9" name="Group 58">
              <a:extLst>
                <a:ext uri="{FF2B5EF4-FFF2-40B4-BE49-F238E27FC236}">
                  <a16:creationId xmlns:a16="http://schemas.microsoft.com/office/drawing/2014/main" id="{BB23C9EB-72B8-2929-2A2C-3B976E14F52B}"/>
                </a:ext>
              </a:extLst>
            </p:cNvPr>
            <p:cNvGrpSpPr>
              <a:grpSpLocks/>
            </p:cNvGrpSpPr>
            <p:nvPr/>
          </p:nvGrpSpPr>
          <p:grpSpPr bwMode="auto">
            <a:xfrm>
              <a:off x="4724" y="3076"/>
              <a:ext cx="462" cy="446"/>
              <a:chOff x="4724" y="3076"/>
              <a:chExt cx="462" cy="446"/>
            </a:xfrm>
          </p:grpSpPr>
          <p:sp>
            <p:nvSpPr>
              <p:cNvPr id="1516" name="Freeform 4552">
                <a:extLst>
                  <a:ext uri="{FF2B5EF4-FFF2-40B4-BE49-F238E27FC236}">
                    <a16:creationId xmlns:a16="http://schemas.microsoft.com/office/drawing/2014/main" id="{1C8752B8-0375-249D-BF61-EBA046B038D2}"/>
                  </a:ext>
                </a:extLst>
              </p:cNvPr>
              <p:cNvSpPr>
                <a:spLocks/>
              </p:cNvSpPr>
              <p:nvPr/>
            </p:nvSpPr>
            <p:spPr bwMode="auto">
              <a:xfrm>
                <a:off x="4724" y="3076"/>
                <a:ext cx="462" cy="446"/>
              </a:xfrm>
              <a:custGeom>
                <a:avLst/>
                <a:gdLst>
                  <a:gd name="T0" fmla="+- 0 4724 4724"/>
                  <a:gd name="T1" fmla="*/ T0 w 462"/>
                  <a:gd name="T2" fmla="+- 0 3522 3076"/>
                  <a:gd name="T3" fmla="*/ 3522 h 446"/>
                  <a:gd name="T4" fmla="+- 0 5186 4724"/>
                  <a:gd name="T5" fmla="*/ T4 w 462"/>
                  <a:gd name="T6" fmla="+- 0 3522 3076"/>
                  <a:gd name="T7" fmla="*/ 3522 h 446"/>
                  <a:gd name="T8" fmla="+- 0 5186 4724"/>
                  <a:gd name="T9" fmla="*/ T8 w 462"/>
                  <a:gd name="T10" fmla="+- 0 3076 3076"/>
                  <a:gd name="T11" fmla="*/ 3076 h 446"/>
                  <a:gd name="T12" fmla="+- 0 4724 4724"/>
                  <a:gd name="T13" fmla="*/ T12 w 462"/>
                  <a:gd name="T14" fmla="+- 0 3076 3076"/>
                  <a:gd name="T15" fmla="*/ 3076 h 446"/>
                  <a:gd name="T16" fmla="+- 0 4724 4724"/>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0" name="Group 59">
              <a:extLst>
                <a:ext uri="{FF2B5EF4-FFF2-40B4-BE49-F238E27FC236}">
                  <a16:creationId xmlns:a16="http://schemas.microsoft.com/office/drawing/2014/main" id="{E9191E52-D9A4-B29D-9EAF-2E63FAC5148F}"/>
                </a:ext>
              </a:extLst>
            </p:cNvPr>
            <p:cNvGrpSpPr>
              <a:grpSpLocks/>
            </p:cNvGrpSpPr>
            <p:nvPr/>
          </p:nvGrpSpPr>
          <p:grpSpPr bwMode="auto">
            <a:xfrm>
              <a:off x="5181" y="3076"/>
              <a:ext cx="462" cy="446"/>
              <a:chOff x="5181" y="3076"/>
              <a:chExt cx="462" cy="446"/>
            </a:xfrm>
          </p:grpSpPr>
          <p:sp>
            <p:nvSpPr>
              <p:cNvPr id="1515" name="Freeform 4554">
                <a:extLst>
                  <a:ext uri="{FF2B5EF4-FFF2-40B4-BE49-F238E27FC236}">
                    <a16:creationId xmlns:a16="http://schemas.microsoft.com/office/drawing/2014/main" id="{FEDA38BC-3359-DB4B-944F-1A5A611AF31A}"/>
                  </a:ext>
                </a:extLst>
              </p:cNvPr>
              <p:cNvSpPr>
                <a:spLocks/>
              </p:cNvSpPr>
              <p:nvPr/>
            </p:nvSpPr>
            <p:spPr bwMode="auto">
              <a:xfrm>
                <a:off x="5181" y="3076"/>
                <a:ext cx="462" cy="446"/>
              </a:xfrm>
              <a:custGeom>
                <a:avLst/>
                <a:gdLst>
                  <a:gd name="T0" fmla="+- 0 5181 5181"/>
                  <a:gd name="T1" fmla="*/ T0 w 462"/>
                  <a:gd name="T2" fmla="+- 0 3522 3076"/>
                  <a:gd name="T3" fmla="*/ 3522 h 446"/>
                  <a:gd name="T4" fmla="+- 0 5642 5181"/>
                  <a:gd name="T5" fmla="*/ T4 w 462"/>
                  <a:gd name="T6" fmla="+- 0 3522 3076"/>
                  <a:gd name="T7" fmla="*/ 3522 h 446"/>
                  <a:gd name="T8" fmla="+- 0 5642 5181"/>
                  <a:gd name="T9" fmla="*/ T8 w 462"/>
                  <a:gd name="T10" fmla="+- 0 3076 3076"/>
                  <a:gd name="T11" fmla="*/ 3076 h 446"/>
                  <a:gd name="T12" fmla="+- 0 5181 5181"/>
                  <a:gd name="T13" fmla="*/ T12 w 462"/>
                  <a:gd name="T14" fmla="+- 0 3076 3076"/>
                  <a:gd name="T15" fmla="*/ 3076 h 446"/>
                  <a:gd name="T16" fmla="+- 0 5181 5181"/>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1" name="Group 60">
              <a:extLst>
                <a:ext uri="{FF2B5EF4-FFF2-40B4-BE49-F238E27FC236}">
                  <a16:creationId xmlns:a16="http://schemas.microsoft.com/office/drawing/2014/main" id="{EA6B12F3-03B1-446C-E018-AAB000592C30}"/>
                </a:ext>
              </a:extLst>
            </p:cNvPr>
            <p:cNvGrpSpPr>
              <a:grpSpLocks/>
            </p:cNvGrpSpPr>
            <p:nvPr/>
          </p:nvGrpSpPr>
          <p:grpSpPr bwMode="auto">
            <a:xfrm>
              <a:off x="5637" y="3076"/>
              <a:ext cx="462" cy="446"/>
              <a:chOff x="5637" y="3076"/>
              <a:chExt cx="462" cy="446"/>
            </a:xfrm>
          </p:grpSpPr>
          <p:sp>
            <p:nvSpPr>
              <p:cNvPr id="1514" name="Freeform 4556">
                <a:extLst>
                  <a:ext uri="{FF2B5EF4-FFF2-40B4-BE49-F238E27FC236}">
                    <a16:creationId xmlns:a16="http://schemas.microsoft.com/office/drawing/2014/main" id="{BAFC61C6-3406-0354-D855-EEE31E1F61C4}"/>
                  </a:ext>
                </a:extLst>
              </p:cNvPr>
              <p:cNvSpPr>
                <a:spLocks/>
              </p:cNvSpPr>
              <p:nvPr/>
            </p:nvSpPr>
            <p:spPr bwMode="auto">
              <a:xfrm>
                <a:off x="5637" y="3076"/>
                <a:ext cx="462" cy="446"/>
              </a:xfrm>
              <a:custGeom>
                <a:avLst/>
                <a:gdLst>
                  <a:gd name="T0" fmla="+- 0 5637 5637"/>
                  <a:gd name="T1" fmla="*/ T0 w 462"/>
                  <a:gd name="T2" fmla="+- 0 3522 3076"/>
                  <a:gd name="T3" fmla="*/ 3522 h 446"/>
                  <a:gd name="T4" fmla="+- 0 6099 5637"/>
                  <a:gd name="T5" fmla="*/ T4 w 462"/>
                  <a:gd name="T6" fmla="+- 0 3522 3076"/>
                  <a:gd name="T7" fmla="*/ 3522 h 446"/>
                  <a:gd name="T8" fmla="+- 0 6099 5637"/>
                  <a:gd name="T9" fmla="*/ T8 w 462"/>
                  <a:gd name="T10" fmla="+- 0 3076 3076"/>
                  <a:gd name="T11" fmla="*/ 3076 h 446"/>
                  <a:gd name="T12" fmla="+- 0 5637 5637"/>
                  <a:gd name="T13" fmla="*/ T12 w 462"/>
                  <a:gd name="T14" fmla="+- 0 3076 3076"/>
                  <a:gd name="T15" fmla="*/ 3076 h 446"/>
                  <a:gd name="T16" fmla="+- 0 5637 5637"/>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2" name="Group 61">
              <a:extLst>
                <a:ext uri="{FF2B5EF4-FFF2-40B4-BE49-F238E27FC236}">
                  <a16:creationId xmlns:a16="http://schemas.microsoft.com/office/drawing/2014/main" id="{A577FD95-11EA-7107-1B4A-FC95925F714B}"/>
                </a:ext>
              </a:extLst>
            </p:cNvPr>
            <p:cNvGrpSpPr>
              <a:grpSpLocks/>
            </p:cNvGrpSpPr>
            <p:nvPr/>
          </p:nvGrpSpPr>
          <p:grpSpPr bwMode="auto">
            <a:xfrm>
              <a:off x="6093" y="3076"/>
              <a:ext cx="918" cy="446"/>
              <a:chOff x="6093" y="3076"/>
              <a:chExt cx="918" cy="446"/>
            </a:xfrm>
          </p:grpSpPr>
          <p:sp>
            <p:nvSpPr>
              <p:cNvPr id="1513" name="Freeform 4558">
                <a:extLst>
                  <a:ext uri="{FF2B5EF4-FFF2-40B4-BE49-F238E27FC236}">
                    <a16:creationId xmlns:a16="http://schemas.microsoft.com/office/drawing/2014/main" id="{FB305C32-0C9A-4A68-5CFC-6B0DCCE7504B}"/>
                  </a:ext>
                </a:extLst>
              </p:cNvPr>
              <p:cNvSpPr>
                <a:spLocks/>
              </p:cNvSpPr>
              <p:nvPr/>
            </p:nvSpPr>
            <p:spPr bwMode="auto">
              <a:xfrm>
                <a:off x="6093" y="3076"/>
                <a:ext cx="918" cy="446"/>
              </a:xfrm>
              <a:custGeom>
                <a:avLst/>
                <a:gdLst>
                  <a:gd name="T0" fmla="+- 0 6093 6093"/>
                  <a:gd name="T1" fmla="*/ T0 w 918"/>
                  <a:gd name="T2" fmla="+- 0 3522 3076"/>
                  <a:gd name="T3" fmla="*/ 3522 h 446"/>
                  <a:gd name="T4" fmla="+- 0 7011 6093"/>
                  <a:gd name="T5" fmla="*/ T4 w 918"/>
                  <a:gd name="T6" fmla="+- 0 3522 3076"/>
                  <a:gd name="T7" fmla="*/ 3522 h 446"/>
                  <a:gd name="T8" fmla="+- 0 7011 6093"/>
                  <a:gd name="T9" fmla="*/ T8 w 918"/>
                  <a:gd name="T10" fmla="+- 0 3076 3076"/>
                  <a:gd name="T11" fmla="*/ 3076 h 446"/>
                  <a:gd name="T12" fmla="+- 0 6093 6093"/>
                  <a:gd name="T13" fmla="*/ T12 w 918"/>
                  <a:gd name="T14" fmla="+- 0 3076 3076"/>
                  <a:gd name="T15" fmla="*/ 3076 h 446"/>
                  <a:gd name="T16" fmla="+- 0 6093 6093"/>
                  <a:gd name="T17" fmla="*/ T16 w 918"/>
                  <a:gd name="T18" fmla="+- 0 3522 3076"/>
                  <a:gd name="T19" fmla="*/ 3522 h 446"/>
                </a:gdLst>
                <a:ahLst/>
                <a:cxnLst>
                  <a:cxn ang="0">
                    <a:pos x="T1" y="T3"/>
                  </a:cxn>
                  <a:cxn ang="0">
                    <a:pos x="T5" y="T7"/>
                  </a:cxn>
                  <a:cxn ang="0">
                    <a:pos x="T9" y="T11"/>
                  </a:cxn>
                  <a:cxn ang="0">
                    <a:pos x="T13" y="T15"/>
                  </a:cxn>
                  <a:cxn ang="0">
                    <a:pos x="T17" y="T19"/>
                  </a:cxn>
                </a:cxnLst>
                <a:rect l="0" t="0" r="r" b="b"/>
                <a:pathLst>
                  <a:path w="918" h="446">
                    <a:moveTo>
                      <a:pt x="0" y="446"/>
                    </a:moveTo>
                    <a:lnTo>
                      <a:pt x="918" y="446"/>
                    </a:lnTo>
                    <a:lnTo>
                      <a:pt x="918"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3" name="Group 62">
              <a:extLst>
                <a:ext uri="{FF2B5EF4-FFF2-40B4-BE49-F238E27FC236}">
                  <a16:creationId xmlns:a16="http://schemas.microsoft.com/office/drawing/2014/main" id="{688428F2-AF2D-8E70-48DF-66FC29E06030}"/>
                </a:ext>
              </a:extLst>
            </p:cNvPr>
            <p:cNvGrpSpPr>
              <a:grpSpLocks/>
            </p:cNvGrpSpPr>
            <p:nvPr/>
          </p:nvGrpSpPr>
          <p:grpSpPr bwMode="auto">
            <a:xfrm>
              <a:off x="7006" y="3076"/>
              <a:ext cx="462" cy="446"/>
              <a:chOff x="7006" y="3076"/>
              <a:chExt cx="462" cy="446"/>
            </a:xfrm>
          </p:grpSpPr>
          <p:sp>
            <p:nvSpPr>
              <p:cNvPr id="1512" name="Freeform 4560">
                <a:extLst>
                  <a:ext uri="{FF2B5EF4-FFF2-40B4-BE49-F238E27FC236}">
                    <a16:creationId xmlns:a16="http://schemas.microsoft.com/office/drawing/2014/main" id="{C6F196FB-E3C1-9FC4-A1FE-4D98B660E974}"/>
                  </a:ext>
                </a:extLst>
              </p:cNvPr>
              <p:cNvSpPr>
                <a:spLocks/>
              </p:cNvSpPr>
              <p:nvPr/>
            </p:nvSpPr>
            <p:spPr bwMode="auto">
              <a:xfrm>
                <a:off x="7006" y="3076"/>
                <a:ext cx="462" cy="446"/>
              </a:xfrm>
              <a:custGeom>
                <a:avLst/>
                <a:gdLst>
                  <a:gd name="T0" fmla="+- 0 7006 7006"/>
                  <a:gd name="T1" fmla="*/ T0 w 462"/>
                  <a:gd name="T2" fmla="+- 0 3522 3076"/>
                  <a:gd name="T3" fmla="*/ 3522 h 446"/>
                  <a:gd name="T4" fmla="+- 0 7468 7006"/>
                  <a:gd name="T5" fmla="*/ T4 w 462"/>
                  <a:gd name="T6" fmla="+- 0 3522 3076"/>
                  <a:gd name="T7" fmla="*/ 3522 h 446"/>
                  <a:gd name="T8" fmla="+- 0 7468 7006"/>
                  <a:gd name="T9" fmla="*/ T8 w 462"/>
                  <a:gd name="T10" fmla="+- 0 3076 3076"/>
                  <a:gd name="T11" fmla="*/ 3076 h 446"/>
                  <a:gd name="T12" fmla="+- 0 7006 7006"/>
                  <a:gd name="T13" fmla="*/ T12 w 462"/>
                  <a:gd name="T14" fmla="+- 0 3076 3076"/>
                  <a:gd name="T15" fmla="*/ 3076 h 446"/>
                  <a:gd name="T16" fmla="+- 0 7006 7006"/>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4" name="Group 63">
              <a:extLst>
                <a:ext uri="{FF2B5EF4-FFF2-40B4-BE49-F238E27FC236}">
                  <a16:creationId xmlns:a16="http://schemas.microsoft.com/office/drawing/2014/main" id="{53D82BED-F4FE-B2DE-ECE3-D621F9203A86}"/>
                </a:ext>
              </a:extLst>
            </p:cNvPr>
            <p:cNvGrpSpPr>
              <a:grpSpLocks/>
            </p:cNvGrpSpPr>
            <p:nvPr/>
          </p:nvGrpSpPr>
          <p:grpSpPr bwMode="auto">
            <a:xfrm>
              <a:off x="7462" y="3076"/>
              <a:ext cx="462" cy="446"/>
              <a:chOff x="7462" y="3076"/>
              <a:chExt cx="462" cy="446"/>
            </a:xfrm>
          </p:grpSpPr>
          <p:sp>
            <p:nvSpPr>
              <p:cNvPr id="1511" name="Freeform 4562">
                <a:extLst>
                  <a:ext uri="{FF2B5EF4-FFF2-40B4-BE49-F238E27FC236}">
                    <a16:creationId xmlns:a16="http://schemas.microsoft.com/office/drawing/2014/main" id="{C19A8CEB-0A07-2513-21A5-C47E02463A8A}"/>
                  </a:ext>
                </a:extLst>
              </p:cNvPr>
              <p:cNvSpPr>
                <a:spLocks/>
              </p:cNvSpPr>
              <p:nvPr/>
            </p:nvSpPr>
            <p:spPr bwMode="auto">
              <a:xfrm>
                <a:off x="7462" y="3076"/>
                <a:ext cx="462" cy="446"/>
              </a:xfrm>
              <a:custGeom>
                <a:avLst/>
                <a:gdLst>
                  <a:gd name="T0" fmla="+- 0 7462 7462"/>
                  <a:gd name="T1" fmla="*/ T0 w 462"/>
                  <a:gd name="T2" fmla="+- 0 3522 3076"/>
                  <a:gd name="T3" fmla="*/ 3522 h 446"/>
                  <a:gd name="T4" fmla="+- 0 7924 7462"/>
                  <a:gd name="T5" fmla="*/ T4 w 462"/>
                  <a:gd name="T6" fmla="+- 0 3522 3076"/>
                  <a:gd name="T7" fmla="*/ 3522 h 446"/>
                  <a:gd name="T8" fmla="+- 0 7924 7462"/>
                  <a:gd name="T9" fmla="*/ T8 w 462"/>
                  <a:gd name="T10" fmla="+- 0 3076 3076"/>
                  <a:gd name="T11" fmla="*/ 3076 h 446"/>
                  <a:gd name="T12" fmla="+- 0 7462 7462"/>
                  <a:gd name="T13" fmla="*/ T12 w 462"/>
                  <a:gd name="T14" fmla="+- 0 3076 3076"/>
                  <a:gd name="T15" fmla="*/ 3076 h 446"/>
                  <a:gd name="T16" fmla="+- 0 7462 7462"/>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0F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5" name="Group 64">
              <a:extLst>
                <a:ext uri="{FF2B5EF4-FFF2-40B4-BE49-F238E27FC236}">
                  <a16:creationId xmlns:a16="http://schemas.microsoft.com/office/drawing/2014/main" id="{49C6D6A1-0E0C-467C-267F-C5D24AF2FB2B}"/>
                </a:ext>
              </a:extLst>
            </p:cNvPr>
            <p:cNvGrpSpPr>
              <a:grpSpLocks/>
            </p:cNvGrpSpPr>
            <p:nvPr/>
          </p:nvGrpSpPr>
          <p:grpSpPr bwMode="auto">
            <a:xfrm>
              <a:off x="7919" y="3076"/>
              <a:ext cx="919" cy="446"/>
              <a:chOff x="7919" y="3076"/>
              <a:chExt cx="919" cy="446"/>
            </a:xfrm>
          </p:grpSpPr>
          <p:sp>
            <p:nvSpPr>
              <p:cNvPr id="1510" name="Freeform 4564">
                <a:extLst>
                  <a:ext uri="{FF2B5EF4-FFF2-40B4-BE49-F238E27FC236}">
                    <a16:creationId xmlns:a16="http://schemas.microsoft.com/office/drawing/2014/main" id="{08B78F78-7273-BE44-6BC2-19C04C54159C}"/>
                  </a:ext>
                </a:extLst>
              </p:cNvPr>
              <p:cNvSpPr>
                <a:spLocks/>
              </p:cNvSpPr>
              <p:nvPr/>
            </p:nvSpPr>
            <p:spPr bwMode="auto">
              <a:xfrm>
                <a:off x="7919" y="3076"/>
                <a:ext cx="919" cy="446"/>
              </a:xfrm>
              <a:custGeom>
                <a:avLst/>
                <a:gdLst>
                  <a:gd name="T0" fmla="+- 0 7919 7919"/>
                  <a:gd name="T1" fmla="*/ T0 w 919"/>
                  <a:gd name="T2" fmla="+- 0 3522 3076"/>
                  <a:gd name="T3" fmla="*/ 3522 h 446"/>
                  <a:gd name="T4" fmla="+- 0 8837 7919"/>
                  <a:gd name="T5" fmla="*/ T4 w 919"/>
                  <a:gd name="T6" fmla="+- 0 3522 3076"/>
                  <a:gd name="T7" fmla="*/ 3522 h 446"/>
                  <a:gd name="T8" fmla="+- 0 8837 7919"/>
                  <a:gd name="T9" fmla="*/ T8 w 919"/>
                  <a:gd name="T10" fmla="+- 0 3076 3076"/>
                  <a:gd name="T11" fmla="*/ 3076 h 446"/>
                  <a:gd name="T12" fmla="+- 0 7919 7919"/>
                  <a:gd name="T13" fmla="*/ T12 w 919"/>
                  <a:gd name="T14" fmla="+- 0 3076 3076"/>
                  <a:gd name="T15" fmla="*/ 3076 h 446"/>
                  <a:gd name="T16" fmla="+- 0 7919 7919"/>
                  <a:gd name="T17" fmla="*/ T16 w 919"/>
                  <a:gd name="T18" fmla="+- 0 3522 3076"/>
                  <a:gd name="T19" fmla="*/ 3522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4F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6" name="Group 65">
              <a:extLst>
                <a:ext uri="{FF2B5EF4-FFF2-40B4-BE49-F238E27FC236}">
                  <a16:creationId xmlns:a16="http://schemas.microsoft.com/office/drawing/2014/main" id="{9A34055C-980F-F73D-FBDA-FF8D8F3E73B1}"/>
                </a:ext>
              </a:extLst>
            </p:cNvPr>
            <p:cNvGrpSpPr>
              <a:grpSpLocks/>
            </p:cNvGrpSpPr>
            <p:nvPr/>
          </p:nvGrpSpPr>
          <p:grpSpPr bwMode="auto">
            <a:xfrm>
              <a:off x="8831" y="3076"/>
              <a:ext cx="462" cy="446"/>
              <a:chOff x="8831" y="3076"/>
              <a:chExt cx="462" cy="446"/>
            </a:xfrm>
          </p:grpSpPr>
          <p:sp>
            <p:nvSpPr>
              <p:cNvPr id="1509" name="Freeform 4566">
                <a:extLst>
                  <a:ext uri="{FF2B5EF4-FFF2-40B4-BE49-F238E27FC236}">
                    <a16:creationId xmlns:a16="http://schemas.microsoft.com/office/drawing/2014/main" id="{D88F38DC-01A2-FB49-2CB3-D45229F551DA}"/>
                  </a:ext>
                </a:extLst>
              </p:cNvPr>
              <p:cNvSpPr>
                <a:spLocks/>
              </p:cNvSpPr>
              <p:nvPr/>
            </p:nvSpPr>
            <p:spPr bwMode="auto">
              <a:xfrm>
                <a:off x="8831" y="3076"/>
                <a:ext cx="462" cy="446"/>
              </a:xfrm>
              <a:custGeom>
                <a:avLst/>
                <a:gdLst>
                  <a:gd name="T0" fmla="+- 0 8831 8831"/>
                  <a:gd name="T1" fmla="*/ T0 w 462"/>
                  <a:gd name="T2" fmla="+- 0 3522 3076"/>
                  <a:gd name="T3" fmla="*/ 3522 h 446"/>
                  <a:gd name="T4" fmla="+- 0 9293 8831"/>
                  <a:gd name="T5" fmla="*/ T4 w 462"/>
                  <a:gd name="T6" fmla="+- 0 3522 3076"/>
                  <a:gd name="T7" fmla="*/ 3522 h 446"/>
                  <a:gd name="T8" fmla="+- 0 9293 8831"/>
                  <a:gd name="T9" fmla="*/ T8 w 462"/>
                  <a:gd name="T10" fmla="+- 0 3076 3076"/>
                  <a:gd name="T11" fmla="*/ 3076 h 446"/>
                  <a:gd name="T12" fmla="+- 0 8831 8831"/>
                  <a:gd name="T13" fmla="*/ T12 w 462"/>
                  <a:gd name="T14" fmla="+- 0 3076 3076"/>
                  <a:gd name="T15" fmla="*/ 3076 h 446"/>
                  <a:gd name="T16" fmla="+- 0 8831 8831"/>
                  <a:gd name="T17" fmla="*/ T16 w 462"/>
                  <a:gd name="T18" fmla="+- 0 3522 3076"/>
                  <a:gd name="T19" fmla="*/ 3522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7" name="Group 66">
              <a:extLst>
                <a:ext uri="{FF2B5EF4-FFF2-40B4-BE49-F238E27FC236}">
                  <a16:creationId xmlns:a16="http://schemas.microsoft.com/office/drawing/2014/main" id="{D7031BA7-C9F6-0C57-F0D0-FA5B694DACF9}"/>
                </a:ext>
              </a:extLst>
            </p:cNvPr>
            <p:cNvGrpSpPr>
              <a:grpSpLocks/>
            </p:cNvGrpSpPr>
            <p:nvPr/>
          </p:nvGrpSpPr>
          <p:grpSpPr bwMode="auto">
            <a:xfrm>
              <a:off x="617" y="3517"/>
              <a:ext cx="462" cy="446"/>
              <a:chOff x="617" y="3517"/>
              <a:chExt cx="462" cy="446"/>
            </a:xfrm>
          </p:grpSpPr>
          <p:sp>
            <p:nvSpPr>
              <p:cNvPr id="1508" name="Freeform 4568">
                <a:extLst>
                  <a:ext uri="{FF2B5EF4-FFF2-40B4-BE49-F238E27FC236}">
                    <a16:creationId xmlns:a16="http://schemas.microsoft.com/office/drawing/2014/main" id="{3F1C8032-FAA5-B246-D74D-A24ED48BC0A3}"/>
                  </a:ext>
                </a:extLst>
              </p:cNvPr>
              <p:cNvSpPr>
                <a:spLocks/>
              </p:cNvSpPr>
              <p:nvPr/>
            </p:nvSpPr>
            <p:spPr bwMode="auto">
              <a:xfrm>
                <a:off x="617" y="3517"/>
                <a:ext cx="462" cy="446"/>
              </a:xfrm>
              <a:custGeom>
                <a:avLst/>
                <a:gdLst>
                  <a:gd name="T0" fmla="+- 0 617 617"/>
                  <a:gd name="T1" fmla="*/ T0 w 462"/>
                  <a:gd name="T2" fmla="+- 0 3962 3517"/>
                  <a:gd name="T3" fmla="*/ 3962 h 446"/>
                  <a:gd name="T4" fmla="+- 0 1079 617"/>
                  <a:gd name="T5" fmla="*/ T4 w 462"/>
                  <a:gd name="T6" fmla="+- 0 3962 3517"/>
                  <a:gd name="T7" fmla="*/ 3962 h 446"/>
                  <a:gd name="T8" fmla="+- 0 1079 617"/>
                  <a:gd name="T9" fmla="*/ T8 w 462"/>
                  <a:gd name="T10" fmla="+- 0 3517 3517"/>
                  <a:gd name="T11" fmla="*/ 3517 h 446"/>
                  <a:gd name="T12" fmla="+- 0 617 617"/>
                  <a:gd name="T13" fmla="*/ T12 w 462"/>
                  <a:gd name="T14" fmla="+- 0 3517 3517"/>
                  <a:gd name="T15" fmla="*/ 3517 h 446"/>
                  <a:gd name="T16" fmla="+- 0 617 617"/>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8" name="Group 67">
              <a:extLst>
                <a:ext uri="{FF2B5EF4-FFF2-40B4-BE49-F238E27FC236}">
                  <a16:creationId xmlns:a16="http://schemas.microsoft.com/office/drawing/2014/main" id="{F39502E8-73D4-EBA9-E804-9770919A7D2D}"/>
                </a:ext>
              </a:extLst>
            </p:cNvPr>
            <p:cNvGrpSpPr>
              <a:grpSpLocks/>
            </p:cNvGrpSpPr>
            <p:nvPr/>
          </p:nvGrpSpPr>
          <p:grpSpPr bwMode="auto">
            <a:xfrm>
              <a:off x="1074" y="3517"/>
              <a:ext cx="462" cy="446"/>
              <a:chOff x="1074" y="3517"/>
              <a:chExt cx="462" cy="446"/>
            </a:xfrm>
          </p:grpSpPr>
          <p:sp>
            <p:nvSpPr>
              <p:cNvPr id="1507" name="Freeform 4570">
                <a:extLst>
                  <a:ext uri="{FF2B5EF4-FFF2-40B4-BE49-F238E27FC236}">
                    <a16:creationId xmlns:a16="http://schemas.microsoft.com/office/drawing/2014/main" id="{55FCA3D2-52CB-4DE4-5888-39BD789FB0DA}"/>
                  </a:ext>
                </a:extLst>
              </p:cNvPr>
              <p:cNvSpPr>
                <a:spLocks/>
              </p:cNvSpPr>
              <p:nvPr/>
            </p:nvSpPr>
            <p:spPr bwMode="auto">
              <a:xfrm>
                <a:off x="1074" y="3517"/>
                <a:ext cx="462" cy="446"/>
              </a:xfrm>
              <a:custGeom>
                <a:avLst/>
                <a:gdLst>
                  <a:gd name="T0" fmla="+- 0 1074 1074"/>
                  <a:gd name="T1" fmla="*/ T0 w 462"/>
                  <a:gd name="T2" fmla="+- 0 3962 3517"/>
                  <a:gd name="T3" fmla="*/ 3962 h 446"/>
                  <a:gd name="T4" fmla="+- 0 1535 1074"/>
                  <a:gd name="T5" fmla="*/ T4 w 462"/>
                  <a:gd name="T6" fmla="+- 0 3962 3517"/>
                  <a:gd name="T7" fmla="*/ 3962 h 446"/>
                  <a:gd name="T8" fmla="+- 0 1535 1074"/>
                  <a:gd name="T9" fmla="*/ T8 w 462"/>
                  <a:gd name="T10" fmla="+- 0 3517 3517"/>
                  <a:gd name="T11" fmla="*/ 3517 h 446"/>
                  <a:gd name="T12" fmla="+- 0 1074 1074"/>
                  <a:gd name="T13" fmla="*/ T12 w 462"/>
                  <a:gd name="T14" fmla="+- 0 3517 3517"/>
                  <a:gd name="T15" fmla="*/ 3517 h 446"/>
                  <a:gd name="T16" fmla="+- 0 1074 1074"/>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69" name="Group 68">
              <a:extLst>
                <a:ext uri="{FF2B5EF4-FFF2-40B4-BE49-F238E27FC236}">
                  <a16:creationId xmlns:a16="http://schemas.microsoft.com/office/drawing/2014/main" id="{1E6F046A-73CB-EA08-FD8F-9A0A4BA7ECAC}"/>
                </a:ext>
              </a:extLst>
            </p:cNvPr>
            <p:cNvGrpSpPr>
              <a:grpSpLocks/>
            </p:cNvGrpSpPr>
            <p:nvPr/>
          </p:nvGrpSpPr>
          <p:grpSpPr bwMode="auto">
            <a:xfrm>
              <a:off x="1530" y="3517"/>
              <a:ext cx="462" cy="446"/>
              <a:chOff x="1530" y="3517"/>
              <a:chExt cx="462" cy="446"/>
            </a:xfrm>
          </p:grpSpPr>
          <p:sp>
            <p:nvSpPr>
              <p:cNvPr id="1506" name="Freeform 4572">
                <a:extLst>
                  <a:ext uri="{FF2B5EF4-FFF2-40B4-BE49-F238E27FC236}">
                    <a16:creationId xmlns:a16="http://schemas.microsoft.com/office/drawing/2014/main" id="{54F95F44-89F5-3E5A-AC08-D8B0B2B04253}"/>
                  </a:ext>
                </a:extLst>
              </p:cNvPr>
              <p:cNvSpPr>
                <a:spLocks/>
              </p:cNvSpPr>
              <p:nvPr/>
            </p:nvSpPr>
            <p:spPr bwMode="auto">
              <a:xfrm>
                <a:off x="1530" y="3517"/>
                <a:ext cx="462" cy="446"/>
              </a:xfrm>
              <a:custGeom>
                <a:avLst/>
                <a:gdLst>
                  <a:gd name="T0" fmla="+- 0 1530 1530"/>
                  <a:gd name="T1" fmla="*/ T0 w 462"/>
                  <a:gd name="T2" fmla="+- 0 3962 3517"/>
                  <a:gd name="T3" fmla="*/ 3962 h 446"/>
                  <a:gd name="T4" fmla="+- 0 1992 1530"/>
                  <a:gd name="T5" fmla="*/ T4 w 462"/>
                  <a:gd name="T6" fmla="+- 0 3962 3517"/>
                  <a:gd name="T7" fmla="*/ 3962 h 446"/>
                  <a:gd name="T8" fmla="+- 0 1992 1530"/>
                  <a:gd name="T9" fmla="*/ T8 w 462"/>
                  <a:gd name="T10" fmla="+- 0 3517 3517"/>
                  <a:gd name="T11" fmla="*/ 3517 h 446"/>
                  <a:gd name="T12" fmla="+- 0 1530 1530"/>
                  <a:gd name="T13" fmla="*/ T12 w 462"/>
                  <a:gd name="T14" fmla="+- 0 3517 3517"/>
                  <a:gd name="T15" fmla="*/ 3517 h 446"/>
                  <a:gd name="T16" fmla="+- 0 1530 1530"/>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0" name="Group 69">
              <a:extLst>
                <a:ext uri="{FF2B5EF4-FFF2-40B4-BE49-F238E27FC236}">
                  <a16:creationId xmlns:a16="http://schemas.microsoft.com/office/drawing/2014/main" id="{12FAB86E-0610-371C-5A25-8C6C38DFCE72}"/>
                </a:ext>
              </a:extLst>
            </p:cNvPr>
            <p:cNvGrpSpPr>
              <a:grpSpLocks/>
            </p:cNvGrpSpPr>
            <p:nvPr/>
          </p:nvGrpSpPr>
          <p:grpSpPr bwMode="auto">
            <a:xfrm>
              <a:off x="1986" y="3517"/>
              <a:ext cx="462" cy="446"/>
              <a:chOff x="1986" y="3517"/>
              <a:chExt cx="462" cy="446"/>
            </a:xfrm>
          </p:grpSpPr>
          <p:sp>
            <p:nvSpPr>
              <p:cNvPr id="1505" name="Freeform 4574">
                <a:extLst>
                  <a:ext uri="{FF2B5EF4-FFF2-40B4-BE49-F238E27FC236}">
                    <a16:creationId xmlns:a16="http://schemas.microsoft.com/office/drawing/2014/main" id="{00DF7E91-2A55-033F-BDBE-F484FCCD162A}"/>
                  </a:ext>
                </a:extLst>
              </p:cNvPr>
              <p:cNvSpPr>
                <a:spLocks/>
              </p:cNvSpPr>
              <p:nvPr/>
            </p:nvSpPr>
            <p:spPr bwMode="auto">
              <a:xfrm>
                <a:off x="1986" y="3517"/>
                <a:ext cx="462" cy="446"/>
              </a:xfrm>
              <a:custGeom>
                <a:avLst/>
                <a:gdLst>
                  <a:gd name="T0" fmla="+- 0 1986 1986"/>
                  <a:gd name="T1" fmla="*/ T0 w 462"/>
                  <a:gd name="T2" fmla="+- 0 3962 3517"/>
                  <a:gd name="T3" fmla="*/ 3962 h 446"/>
                  <a:gd name="T4" fmla="+- 0 2448 1986"/>
                  <a:gd name="T5" fmla="*/ T4 w 462"/>
                  <a:gd name="T6" fmla="+- 0 3962 3517"/>
                  <a:gd name="T7" fmla="*/ 3962 h 446"/>
                  <a:gd name="T8" fmla="+- 0 2448 1986"/>
                  <a:gd name="T9" fmla="*/ T8 w 462"/>
                  <a:gd name="T10" fmla="+- 0 3517 3517"/>
                  <a:gd name="T11" fmla="*/ 3517 h 446"/>
                  <a:gd name="T12" fmla="+- 0 1986 1986"/>
                  <a:gd name="T13" fmla="*/ T12 w 462"/>
                  <a:gd name="T14" fmla="+- 0 3517 3517"/>
                  <a:gd name="T15" fmla="*/ 3517 h 446"/>
                  <a:gd name="T16" fmla="+- 0 1986 1986"/>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1" name="Group 70">
              <a:extLst>
                <a:ext uri="{FF2B5EF4-FFF2-40B4-BE49-F238E27FC236}">
                  <a16:creationId xmlns:a16="http://schemas.microsoft.com/office/drawing/2014/main" id="{BF4B837A-6EA3-A26D-127B-C853F6ABEB70}"/>
                </a:ext>
              </a:extLst>
            </p:cNvPr>
            <p:cNvGrpSpPr>
              <a:grpSpLocks/>
            </p:cNvGrpSpPr>
            <p:nvPr/>
          </p:nvGrpSpPr>
          <p:grpSpPr bwMode="auto">
            <a:xfrm>
              <a:off x="2443" y="3517"/>
              <a:ext cx="462" cy="446"/>
              <a:chOff x="2443" y="3517"/>
              <a:chExt cx="462" cy="446"/>
            </a:xfrm>
          </p:grpSpPr>
          <p:sp>
            <p:nvSpPr>
              <p:cNvPr id="1504" name="Freeform 4576">
                <a:extLst>
                  <a:ext uri="{FF2B5EF4-FFF2-40B4-BE49-F238E27FC236}">
                    <a16:creationId xmlns:a16="http://schemas.microsoft.com/office/drawing/2014/main" id="{A4CDB6B1-5DF3-FEC5-FBD5-F9DC0D16FD7D}"/>
                  </a:ext>
                </a:extLst>
              </p:cNvPr>
              <p:cNvSpPr>
                <a:spLocks/>
              </p:cNvSpPr>
              <p:nvPr/>
            </p:nvSpPr>
            <p:spPr bwMode="auto">
              <a:xfrm>
                <a:off x="2443" y="3517"/>
                <a:ext cx="462" cy="446"/>
              </a:xfrm>
              <a:custGeom>
                <a:avLst/>
                <a:gdLst>
                  <a:gd name="T0" fmla="+- 0 2443 2443"/>
                  <a:gd name="T1" fmla="*/ T0 w 462"/>
                  <a:gd name="T2" fmla="+- 0 3962 3517"/>
                  <a:gd name="T3" fmla="*/ 3962 h 446"/>
                  <a:gd name="T4" fmla="+- 0 2904 2443"/>
                  <a:gd name="T5" fmla="*/ T4 w 462"/>
                  <a:gd name="T6" fmla="+- 0 3962 3517"/>
                  <a:gd name="T7" fmla="*/ 3962 h 446"/>
                  <a:gd name="T8" fmla="+- 0 2904 2443"/>
                  <a:gd name="T9" fmla="*/ T8 w 462"/>
                  <a:gd name="T10" fmla="+- 0 3517 3517"/>
                  <a:gd name="T11" fmla="*/ 3517 h 446"/>
                  <a:gd name="T12" fmla="+- 0 2443 2443"/>
                  <a:gd name="T13" fmla="*/ T12 w 462"/>
                  <a:gd name="T14" fmla="+- 0 3517 3517"/>
                  <a:gd name="T15" fmla="*/ 3517 h 446"/>
                  <a:gd name="T16" fmla="+- 0 2443 2443"/>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2" name="Group 71">
              <a:extLst>
                <a:ext uri="{FF2B5EF4-FFF2-40B4-BE49-F238E27FC236}">
                  <a16:creationId xmlns:a16="http://schemas.microsoft.com/office/drawing/2014/main" id="{4FA0E45A-2A3C-AC4C-352E-29B737EA2400}"/>
                </a:ext>
              </a:extLst>
            </p:cNvPr>
            <p:cNvGrpSpPr>
              <a:grpSpLocks/>
            </p:cNvGrpSpPr>
            <p:nvPr/>
          </p:nvGrpSpPr>
          <p:grpSpPr bwMode="auto">
            <a:xfrm>
              <a:off x="2899" y="3517"/>
              <a:ext cx="1375" cy="446"/>
              <a:chOff x="2899" y="3517"/>
              <a:chExt cx="1375" cy="446"/>
            </a:xfrm>
          </p:grpSpPr>
          <p:sp>
            <p:nvSpPr>
              <p:cNvPr id="1503" name="Freeform 4578">
                <a:extLst>
                  <a:ext uri="{FF2B5EF4-FFF2-40B4-BE49-F238E27FC236}">
                    <a16:creationId xmlns:a16="http://schemas.microsoft.com/office/drawing/2014/main" id="{4A587F29-4E87-124A-9A0C-BEAB320AED8A}"/>
                  </a:ext>
                </a:extLst>
              </p:cNvPr>
              <p:cNvSpPr>
                <a:spLocks/>
              </p:cNvSpPr>
              <p:nvPr/>
            </p:nvSpPr>
            <p:spPr bwMode="auto">
              <a:xfrm>
                <a:off x="2899" y="3517"/>
                <a:ext cx="1375" cy="446"/>
              </a:xfrm>
              <a:custGeom>
                <a:avLst/>
                <a:gdLst>
                  <a:gd name="T0" fmla="+- 0 2899 2899"/>
                  <a:gd name="T1" fmla="*/ T0 w 1375"/>
                  <a:gd name="T2" fmla="+- 0 3962 3517"/>
                  <a:gd name="T3" fmla="*/ 3962 h 446"/>
                  <a:gd name="T4" fmla="+- 0 4273 2899"/>
                  <a:gd name="T5" fmla="*/ T4 w 1375"/>
                  <a:gd name="T6" fmla="+- 0 3962 3517"/>
                  <a:gd name="T7" fmla="*/ 3962 h 446"/>
                  <a:gd name="T8" fmla="+- 0 4273 2899"/>
                  <a:gd name="T9" fmla="*/ T8 w 1375"/>
                  <a:gd name="T10" fmla="+- 0 3517 3517"/>
                  <a:gd name="T11" fmla="*/ 3517 h 446"/>
                  <a:gd name="T12" fmla="+- 0 2899 2899"/>
                  <a:gd name="T13" fmla="*/ T12 w 1375"/>
                  <a:gd name="T14" fmla="+- 0 3517 3517"/>
                  <a:gd name="T15" fmla="*/ 3517 h 446"/>
                  <a:gd name="T16" fmla="+- 0 2899 2899"/>
                  <a:gd name="T17" fmla="*/ T16 w 1375"/>
                  <a:gd name="T18" fmla="+- 0 3962 3517"/>
                  <a:gd name="T19" fmla="*/ 3962 h 446"/>
                </a:gdLst>
                <a:ahLst/>
                <a:cxnLst>
                  <a:cxn ang="0">
                    <a:pos x="T1" y="T3"/>
                  </a:cxn>
                  <a:cxn ang="0">
                    <a:pos x="T5" y="T7"/>
                  </a:cxn>
                  <a:cxn ang="0">
                    <a:pos x="T9" y="T11"/>
                  </a:cxn>
                  <a:cxn ang="0">
                    <a:pos x="T13" y="T15"/>
                  </a:cxn>
                  <a:cxn ang="0">
                    <a:pos x="T17" y="T19"/>
                  </a:cxn>
                </a:cxnLst>
                <a:rect l="0" t="0" r="r" b="b"/>
                <a:pathLst>
                  <a:path w="1375" h="446">
                    <a:moveTo>
                      <a:pt x="0" y="445"/>
                    </a:moveTo>
                    <a:lnTo>
                      <a:pt x="1374" y="445"/>
                    </a:lnTo>
                    <a:lnTo>
                      <a:pt x="1374"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3" name="Group 72">
              <a:extLst>
                <a:ext uri="{FF2B5EF4-FFF2-40B4-BE49-F238E27FC236}">
                  <a16:creationId xmlns:a16="http://schemas.microsoft.com/office/drawing/2014/main" id="{F63542A1-7121-9D29-F8EC-2D2692AAC6AC}"/>
                </a:ext>
              </a:extLst>
            </p:cNvPr>
            <p:cNvGrpSpPr>
              <a:grpSpLocks/>
            </p:cNvGrpSpPr>
            <p:nvPr/>
          </p:nvGrpSpPr>
          <p:grpSpPr bwMode="auto">
            <a:xfrm>
              <a:off x="4268" y="3517"/>
              <a:ext cx="462" cy="446"/>
              <a:chOff x="4268" y="3517"/>
              <a:chExt cx="462" cy="446"/>
            </a:xfrm>
          </p:grpSpPr>
          <p:sp>
            <p:nvSpPr>
              <p:cNvPr id="1502" name="Freeform 4580">
                <a:extLst>
                  <a:ext uri="{FF2B5EF4-FFF2-40B4-BE49-F238E27FC236}">
                    <a16:creationId xmlns:a16="http://schemas.microsoft.com/office/drawing/2014/main" id="{A8B1555C-9E51-3603-0AEC-6A891392D956}"/>
                  </a:ext>
                </a:extLst>
              </p:cNvPr>
              <p:cNvSpPr>
                <a:spLocks/>
              </p:cNvSpPr>
              <p:nvPr/>
            </p:nvSpPr>
            <p:spPr bwMode="auto">
              <a:xfrm>
                <a:off x="4268" y="3517"/>
                <a:ext cx="462" cy="446"/>
              </a:xfrm>
              <a:custGeom>
                <a:avLst/>
                <a:gdLst>
                  <a:gd name="T0" fmla="+- 0 4268 4268"/>
                  <a:gd name="T1" fmla="*/ T0 w 462"/>
                  <a:gd name="T2" fmla="+- 0 3962 3517"/>
                  <a:gd name="T3" fmla="*/ 3962 h 446"/>
                  <a:gd name="T4" fmla="+- 0 4730 4268"/>
                  <a:gd name="T5" fmla="*/ T4 w 462"/>
                  <a:gd name="T6" fmla="+- 0 3962 3517"/>
                  <a:gd name="T7" fmla="*/ 3962 h 446"/>
                  <a:gd name="T8" fmla="+- 0 4730 4268"/>
                  <a:gd name="T9" fmla="*/ T8 w 462"/>
                  <a:gd name="T10" fmla="+- 0 3517 3517"/>
                  <a:gd name="T11" fmla="*/ 3517 h 446"/>
                  <a:gd name="T12" fmla="+- 0 4268 4268"/>
                  <a:gd name="T13" fmla="*/ T12 w 462"/>
                  <a:gd name="T14" fmla="+- 0 3517 3517"/>
                  <a:gd name="T15" fmla="*/ 3517 h 446"/>
                  <a:gd name="T16" fmla="+- 0 4268 4268"/>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8696B"/>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4" name="Group 73">
              <a:extLst>
                <a:ext uri="{FF2B5EF4-FFF2-40B4-BE49-F238E27FC236}">
                  <a16:creationId xmlns:a16="http://schemas.microsoft.com/office/drawing/2014/main" id="{70C98358-46BA-89C9-E5F2-156045B36D3F}"/>
                </a:ext>
              </a:extLst>
            </p:cNvPr>
            <p:cNvGrpSpPr>
              <a:grpSpLocks/>
            </p:cNvGrpSpPr>
            <p:nvPr/>
          </p:nvGrpSpPr>
          <p:grpSpPr bwMode="auto">
            <a:xfrm>
              <a:off x="4724" y="3517"/>
              <a:ext cx="919" cy="446"/>
              <a:chOff x="4724" y="3517"/>
              <a:chExt cx="919" cy="446"/>
            </a:xfrm>
          </p:grpSpPr>
          <p:sp>
            <p:nvSpPr>
              <p:cNvPr id="1501" name="Freeform 4582">
                <a:extLst>
                  <a:ext uri="{FF2B5EF4-FFF2-40B4-BE49-F238E27FC236}">
                    <a16:creationId xmlns:a16="http://schemas.microsoft.com/office/drawing/2014/main" id="{B79010F7-02DE-3DBC-638B-886413B6A355}"/>
                  </a:ext>
                </a:extLst>
              </p:cNvPr>
              <p:cNvSpPr>
                <a:spLocks/>
              </p:cNvSpPr>
              <p:nvPr/>
            </p:nvSpPr>
            <p:spPr bwMode="auto">
              <a:xfrm>
                <a:off x="4724" y="3517"/>
                <a:ext cx="919" cy="446"/>
              </a:xfrm>
              <a:custGeom>
                <a:avLst/>
                <a:gdLst>
                  <a:gd name="T0" fmla="+- 0 4724 4724"/>
                  <a:gd name="T1" fmla="*/ T0 w 919"/>
                  <a:gd name="T2" fmla="+- 0 3962 3517"/>
                  <a:gd name="T3" fmla="*/ 3962 h 446"/>
                  <a:gd name="T4" fmla="+- 0 5642 4724"/>
                  <a:gd name="T5" fmla="*/ T4 w 919"/>
                  <a:gd name="T6" fmla="+- 0 3962 3517"/>
                  <a:gd name="T7" fmla="*/ 3962 h 446"/>
                  <a:gd name="T8" fmla="+- 0 5642 4724"/>
                  <a:gd name="T9" fmla="*/ T8 w 919"/>
                  <a:gd name="T10" fmla="+- 0 3517 3517"/>
                  <a:gd name="T11" fmla="*/ 3517 h 446"/>
                  <a:gd name="T12" fmla="+- 0 4724 4724"/>
                  <a:gd name="T13" fmla="*/ T12 w 919"/>
                  <a:gd name="T14" fmla="+- 0 3517 3517"/>
                  <a:gd name="T15" fmla="*/ 3517 h 446"/>
                  <a:gd name="T16" fmla="+- 0 4724 4724"/>
                  <a:gd name="T17" fmla="*/ T16 w 919"/>
                  <a:gd name="T18" fmla="+- 0 3962 3517"/>
                  <a:gd name="T19" fmla="*/ 3962 h 446"/>
                </a:gdLst>
                <a:ahLst/>
                <a:cxnLst>
                  <a:cxn ang="0">
                    <a:pos x="T1" y="T3"/>
                  </a:cxn>
                  <a:cxn ang="0">
                    <a:pos x="T5" y="T7"/>
                  </a:cxn>
                  <a:cxn ang="0">
                    <a:pos x="T9" y="T11"/>
                  </a:cxn>
                  <a:cxn ang="0">
                    <a:pos x="T13" y="T15"/>
                  </a:cxn>
                  <a:cxn ang="0">
                    <a:pos x="T17" y="T19"/>
                  </a:cxn>
                </a:cxnLst>
                <a:rect l="0" t="0" r="r" b="b"/>
                <a:pathLst>
                  <a:path w="919" h="446">
                    <a:moveTo>
                      <a:pt x="0" y="445"/>
                    </a:moveTo>
                    <a:lnTo>
                      <a:pt x="918" y="445"/>
                    </a:lnTo>
                    <a:lnTo>
                      <a:pt x="918"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5" name="Group 74">
              <a:extLst>
                <a:ext uri="{FF2B5EF4-FFF2-40B4-BE49-F238E27FC236}">
                  <a16:creationId xmlns:a16="http://schemas.microsoft.com/office/drawing/2014/main" id="{604067AA-5278-82E9-1806-F08E3A27D0FD}"/>
                </a:ext>
              </a:extLst>
            </p:cNvPr>
            <p:cNvGrpSpPr>
              <a:grpSpLocks/>
            </p:cNvGrpSpPr>
            <p:nvPr/>
          </p:nvGrpSpPr>
          <p:grpSpPr bwMode="auto">
            <a:xfrm>
              <a:off x="5637" y="3517"/>
              <a:ext cx="462" cy="446"/>
              <a:chOff x="5637" y="3517"/>
              <a:chExt cx="462" cy="446"/>
            </a:xfrm>
          </p:grpSpPr>
          <p:sp>
            <p:nvSpPr>
              <p:cNvPr id="1500" name="Freeform 4584">
                <a:extLst>
                  <a:ext uri="{FF2B5EF4-FFF2-40B4-BE49-F238E27FC236}">
                    <a16:creationId xmlns:a16="http://schemas.microsoft.com/office/drawing/2014/main" id="{4032C910-DDF2-64B6-EEE8-D0641D6B4C80}"/>
                  </a:ext>
                </a:extLst>
              </p:cNvPr>
              <p:cNvSpPr>
                <a:spLocks/>
              </p:cNvSpPr>
              <p:nvPr/>
            </p:nvSpPr>
            <p:spPr bwMode="auto">
              <a:xfrm>
                <a:off x="5637" y="3517"/>
                <a:ext cx="462" cy="446"/>
              </a:xfrm>
              <a:custGeom>
                <a:avLst/>
                <a:gdLst>
                  <a:gd name="T0" fmla="+- 0 5637 5637"/>
                  <a:gd name="T1" fmla="*/ T0 w 462"/>
                  <a:gd name="T2" fmla="+- 0 3962 3517"/>
                  <a:gd name="T3" fmla="*/ 3962 h 446"/>
                  <a:gd name="T4" fmla="+- 0 6099 5637"/>
                  <a:gd name="T5" fmla="*/ T4 w 462"/>
                  <a:gd name="T6" fmla="+- 0 3962 3517"/>
                  <a:gd name="T7" fmla="*/ 3962 h 446"/>
                  <a:gd name="T8" fmla="+- 0 6099 5637"/>
                  <a:gd name="T9" fmla="*/ T8 w 462"/>
                  <a:gd name="T10" fmla="+- 0 3517 3517"/>
                  <a:gd name="T11" fmla="*/ 3517 h 446"/>
                  <a:gd name="T12" fmla="+- 0 5637 5637"/>
                  <a:gd name="T13" fmla="*/ T12 w 462"/>
                  <a:gd name="T14" fmla="+- 0 3517 3517"/>
                  <a:gd name="T15" fmla="*/ 3517 h 446"/>
                  <a:gd name="T16" fmla="+- 0 5637 5637"/>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6" name="Group 75">
              <a:extLst>
                <a:ext uri="{FF2B5EF4-FFF2-40B4-BE49-F238E27FC236}">
                  <a16:creationId xmlns:a16="http://schemas.microsoft.com/office/drawing/2014/main" id="{32EB0BFD-5FC9-13A0-EC56-D7E315FC792A}"/>
                </a:ext>
              </a:extLst>
            </p:cNvPr>
            <p:cNvGrpSpPr>
              <a:grpSpLocks/>
            </p:cNvGrpSpPr>
            <p:nvPr/>
          </p:nvGrpSpPr>
          <p:grpSpPr bwMode="auto">
            <a:xfrm>
              <a:off x="6093" y="3517"/>
              <a:ext cx="1375" cy="446"/>
              <a:chOff x="6093" y="3517"/>
              <a:chExt cx="1375" cy="446"/>
            </a:xfrm>
          </p:grpSpPr>
          <p:sp>
            <p:nvSpPr>
              <p:cNvPr id="1499" name="Freeform 4586">
                <a:extLst>
                  <a:ext uri="{FF2B5EF4-FFF2-40B4-BE49-F238E27FC236}">
                    <a16:creationId xmlns:a16="http://schemas.microsoft.com/office/drawing/2014/main" id="{F8E1CA06-1049-E542-5369-200DCA31F8FC}"/>
                  </a:ext>
                </a:extLst>
              </p:cNvPr>
              <p:cNvSpPr>
                <a:spLocks/>
              </p:cNvSpPr>
              <p:nvPr/>
            </p:nvSpPr>
            <p:spPr bwMode="auto">
              <a:xfrm>
                <a:off x="6093" y="3517"/>
                <a:ext cx="1375" cy="446"/>
              </a:xfrm>
              <a:custGeom>
                <a:avLst/>
                <a:gdLst>
                  <a:gd name="T0" fmla="+- 0 6093 6093"/>
                  <a:gd name="T1" fmla="*/ T0 w 1375"/>
                  <a:gd name="T2" fmla="+- 0 3962 3517"/>
                  <a:gd name="T3" fmla="*/ 3962 h 446"/>
                  <a:gd name="T4" fmla="+- 0 7468 6093"/>
                  <a:gd name="T5" fmla="*/ T4 w 1375"/>
                  <a:gd name="T6" fmla="+- 0 3962 3517"/>
                  <a:gd name="T7" fmla="*/ 3962 h 446"/>
                  <a:gd name="T8" fmla="+- 0 7468 6093"/>
                  <a:gd name="T9" fmla="*/ T8 w 1375"/>
                  <a:gd name="T10" fmla="+- 0 3517 3517"/>
                  <a:gd name="T11" fmla="*/ 3517 h 446"/>
                  <a:gd name="T12" fmla="+- 0 6093 6093"/>
                  <a:gd name="T13" fmla="*/ T12 w 1375"/>
                  <a:gd name="T14" fmla="+- 0 3517 3517"/>
                  <a:gd name="T15" fmla="*/ 3517 h 446"/>
                  <a:gd name="T16" fmla="+- 0 6093 6093"/>
                  <a:gd name="T17" fmla="*/ T16 w 1375"/>
                  <a:gd name="T18" fmla="+- 0 3962 3517"/>
                  <a:gd name="T19" fmla="*/ 3962 h 446"/>
                </a:gdLst>
                <a:ahLst/>
                <a:cxnLst>
                  <a:cxn ang="0">
                    <a:pos x="T1" y="T3"/>
                  </a:cxn>
                  <a:cxn ang="0">
                    <a:pos x="T5" y="T7"/>
                  </a:cxn>
                  <a:cxn ang="0">
                    <a:pos x="T9" y="T11"/>
                  </a:cxn>
                  <a:cxn ang="0">
                    <a:pos x="T13" y="T15"/>
                  </a:cxn>
                  <a:cxn ang="0">
                    <a:pos x="T17" y="T19"/>
                  </a:cxn>
                </a:cxnLst>
                <a:rect l="0" t="0" r="r" b="b"/>
                <a:pathLst>
                  <a:path w="1375" h="446">
                    <a:moveTo>
                      <a:pt x="0" y="445"/>
                    </a:moveTo>
                    <a:lnTo>
                      <a:pt x="1375" y="445"/>
                    </a:lnTo>
                    <a:lnTo>
                      <a:pt x="1375"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7" name="Group 76">
              <a:extLst>
                <a:ext uri="{FF2B5EF4-FFF2-40B4-BE49-F238E27FC236}">
                  <a16:creationId xmlns:a16="http://schemas.microsoft.com/office/drawing/2014/main" id="{7F4AC86E-1026-EC79-C9A6-A8A6069C09EC}"/>
                </a:ext>
              </a:extLst>
            </p:cNvPr>
            <p:cNvGrpSpPr>
              <a:grpSpLocks/>
            </p:cNvGrpSpPr>
            <p:nvPr/>
          </p:nvGrpSpPr>
          <p:grpSpPr bwMode="auto">
            <a:xfrm>
              <a:off x="7462" y="3517"/>
              <a:ext cx="462" cy="446"/>
              <a:chOff x="7462" y="3517"/>
              <a:chExt cx="462" cy="446"/>
            </a:xfrm>
          </p:grpSpPr>
          <p:sp>
            <p:nvSpPr>
              <p:cNvPr id="1498" name="Freeform 4588">
                <a:extLst>
                  <a:ext uri="{FF2B5EF4-FFF2-40B4-BE49-F238E27FC236}">
                    <a16:creationId xmlns:a16="http://schemas.microsoft.com/office/drawing/2014/main" id="{930AA6CB-4307-7B0B-2BC2-6AC2144625A8}"/>
                  </a:ext>
                </a:extLst>
              </p:cNvPr>
              <p:cNvSpPr>
                <a:spLocks/>
              </p:cNvSpPr>
              <p:nvPr/>
            </p:nvSpPr>
            <p:spPr bwMode="auto">
              <a:xfrm>
                <a:off x="7462" y="3517"/>
                <a:ext cx="462" cy="446"/>
              </a:xfrm>
              <a:custGeom>
                <a:avLst/>
                <a:gdLst>
                  <a:gd name="T0" fmla="+- 0 7462 7462"/>
                  <a:gd name="T1" fmla="*/ T0 w 462"/>
                  <a:gd name="T2" fmla="+- 0 3962 3517"/>
                  <a:gd name="T3" fmla="*/ 3962 h 446"/>
                  <a:gd name="T4" fmla="+- 0 7924 7462"/>
                  <a:gd name="T5" fmla="*/ T4 w 462"/>
                  <a:gd name="T6" fmla="+- 0 3962 3517"/>
                  <a:gd name="T7" fmla="*/ 3962 h 446"/>
                  <a:gd name="T8" fmla="+- 0 7924 7462"/>
                  <a:gd name="T9" fmla="*/ T8 w 462"/>
                  <a:gd name="T10" fmla="+- 0 3517 3517"/>
                  <a:gd name="T11" fmla="*/ 3517 h 446"/>
                  <a:gd name="T12" fmla="+- 0 7462 7462"/>
                  <a:gd name="T13" fmla="*/ T12 w 462"/>
                  <a:gd name="T14" fmla="+- 0 3517 3517"/>
                  <a:gd name="T15" fmla="*/ 3517 h 446"/>
                  <a:gd name="T16" fmla="+- 0 7462 7462"/>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8" name="Group 77">
              <a:extLst>
                <a:ext uri="{FF2B5EF4-FFF2-40B4-BE49-F238E27FC236}">
                  <a16:creationId xmlns:a16="http://schemas.microsoft.com/office/drawing/2014/main" id="{3EECB844-EC75-2C49-23CA-D71BAC5E6C66}"/>
                </a:ext>
              </a:extLst>
            </p:cNvPr>
            <p:cNvGrpSpPr>
              <a:grpSpLocks/>
            </p:cNvGrpSpPr>
            <p:nvPr/>
          </p:nvGrpSpPr>
          <p:grpSpPr bwMode="auto">
            <a:xfrm>
              <a:off x="7919" y="3517"/>
              <a:ext cx="462" cy="446"/>
              <a:chOff x="7919" y="3517"/>
              <a:chExt cx="462" cy="446"/>
            </a:xfrm>
          </p:grpSpPr>
          <p:sp>
            <p:nvSpPr>
              <p:cNvPr id="1497" name="Freeform 4590">
                <a:extLst>
                  <a:ext uri="{FF2B5EF4-FFF2-40B4-BE49-F238E27FC236}">
                    <a16:creationId xmlns:a16="http://schemas.microsoft.com/office/drawing/2014/main" id="{14F5AF64-DA72-6E1C-E974-0EB8FA089C05}"/>
                  </a:ext>
                </a:extLst>
              </p:cNvPr>
              <p:cNvSpPr>
                <a:spLocks/>
              </p:cNvSpPr>
              <p:nvPr/>
            </p:nvSpPr>
            <p:spPr bwMode="auto">
              <a:xfrm>
                <a:off x="7919" y="3517"/>
                <a:ext cx="462" cy="446"/>
              </a:xfrm>
              <a:custGeom>
                <a:avLst/>
                <a:gdLst>
                  <a:gd name="T0" fmla="+- 0 7919 7919"/>
                  <a:gd name="T1" fmla="*/ T0 w 462"/>
                  <a:gd name="T2" fmla="+- 0 3962 3517"/>
                  <a:gd name="T3" fmla="*/ 3962 h 446"/>
                  <a:gd name="T4" fmla="+- 0 8380 7919"/>
                  <a:gd name="T5" fmla="*/ T4 w 462"/>
                  <a:gd name="T6" fmla="+- 0 3962 3517"/>
                  <a:gd name="T7" fmla="*/ 3962 h 446"/>
                  <a:gd name="T8" fmla="+- 0 8380 7919"/>
                  <a:gd name="T9" fmla="*/ T8 w 462"/>
                  <a:gd name="T10" fmla="+- 0 3517 3517"/>
                  <a:gd name="T11" fmla="*/ 3517 h 446"/>
                  <a:gd name="T12" fmla="+- 0 7919 7919"/>
                  <a:gd name="T13" fmla="*/ T12 w 462"/>
                  <a:gd name="T14" fmla="+- 0 3517 3517"/>
                  <a:gd name="T15" fmla="*/ 3517 h 446"/>
                  <a:gd name="T16" fmla="+- 0 7919 7919"/>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79" name="Group 78">
              <a:extLst>
                <a:ext uri="{FF2B5EF4-FFF2-40B4-BE49-F238E27FC236}">
                  <a16:creationId xmlns:a16="http://schemas.microsoft.com/office/drawing/2014/main" id="{DEBA38B5-73F7-19C1-EB78-4DBF4E6D1895}"/>
                </a:ext>
              </a:extLst>
            </p:cNvPr>
            <p:cNvGrpSpPr>
              <a:grpSpLocks/>
            </p:cNvGrpSpPr>
            <p:nvPr/>
          </p:nvGrpSpPr>
          <p:grpSpPr bwMode="auto">
            <a:xfrm>
              <a:off x="8375" y="3517"/>
              <a:ext cx="462" cy="446"/>
              <a:chOff x="8375" y="3517"/>
              <a:chExt cx="462" cy="446"/>
            </a:xfrm>
          </p:grpSpPr>
          <p:sp>
            <p:nvSpPr>
              <p:cNvPr id="1496" name="Freeform 4592">
                <a:extLst>
                  <a:ext uri="{FF2B5EF4-FFF2-40B4-BE49-F238E27FC236}">
                    <a16:creationId xmlns:a16="http://schemas.microsoft.com/office/drawing/2014/main" id="{47F8FE0F-0261-8BB1-C88E-18F9AD47D79D}"/>
                  </a:ext>
                </a:extLst>
              </p:cNvPr>
              <p:cNvSpPr>
                <a:spLocks/>
              </p:cNvSpPr>
              <p:nvPr/>
            </p:nvSpPr>
            <p:spPr bwMode="auto">
              <a:xfrm>
                <a:off x="8375" y="3517"/>
                <a:ext cx="462" cy="446"/>
              </a:xfrm>
              <a:custGeom>
                <a:avLst/>
                <a:gdLst>
                  <a:gd name="T0" fmla="+- 0 8375 8375"/>
                  <a:gd name="T1" fmla="*/ T0 w 462"/>
                  <a:gd name="T2" fmla="+- 0 3962 3517"/>
                  <a:gd name="T3" fmla="*/ 3962 h 446"/>
                  <a:gd name="T4" fmla="+- 0 8837 8375"/>
                  <a:gd name="T5" fmla="*/ T4 w 462"/>
                  <a:gd name="T6" fmla="+- 0 3962 3517"/>
                  <a:gd name="T7" fmla="*/ 3962 h 446"/>
                  <a:gd name="T8" fmla="+- 0 8837 8375"/>
                  <a:gd name="T9" fmla="*/ T8 w 462"/>
                  <a:gd name="T10" fmla="+- 0 3517 3517"/>
                  <a:gd name="T11" fmla="*/ 3517 h 446"/>
                  <a:gd name="T12" fmla="+- 0 8375 8375"/>
                  <a:gd name="T13" fmla="*/ T12 w 462"/>
                  <a:gd name="T14" fmla="+- 0 3517 3517"/>
                  <a:gd name="T15" fmla="*/ 3517 h 446"/>
                  <a:gd name="T16" fmla="+- 0 8375 8375"/>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0" name="Group 79">
              <a:extLst>
                <a:ext uri="{FF2B5EF4-FFF2-40B4-BE49-F238E27FC236}">
                  <a16:creationId xmlns:a16="http://schemas.microsoft.com/office/drawing/2014/main" id="{C5B50613-E806-5865-0BEB-F3B99CFFA295}"/>
                </a:ext>
              </a:extLst>
            </p:cNvPr>
            <p:cNvGrpSpPr>
              <a:grpSpLocks/>
            </p:cNvGrpSpPr>
            <p:nvPr/>
          </p:nvGrpSpPr>
          <p:grpSpPr bwMode="auto">
            <a:xfrm>
              <a:off x="8831" y="3517"/>
              <a:ext cx="462" cy="446"/>
              <a:chOff x="8831" y="3517"/>
              <a:chExt cx="462" cy="446"/>
            </a:xfrm>
          </p:grpSpPr>
          <p:sp>
            <p:nvSpPr>
              <p:cNvPr id="1495" name="Freeform 4594">
                <a:extLst>
                  <a:ext uri="{FF2B5EF4-FFF2-40B4-BE49-F238E27FC236}">
                    <a16:creationId xmlns:a16="http://schemas.microsoft.com/office/drawing/2014/main" id="{908829C0-A94A-E22B-8BB5-B1BC03D90D27}"/>
                  </a:ext>
                </a:extLst>
              </p:cNvPr>
              <p:cNvSpPr>
                <a:spLocks/>
              </p:cNvSpPr>
              <p:nvPr/>
            </p:nvSpPr>
            <p:spPr bwMode="auto">
              <a:xfrm>
                <a:off x="8831" y="3517"/>
                <a:ext cx="462" cy="446"/>
              </a:xfrm>
              <a:custGeom>
                <a:avLst/>
                <a:gdLst>
                  <a:gd name="T0" fmla="+- 0 8831 8831"/>
                  <a:gd name="T1" fmla="*/ T0 w 462"/>
                  <a:gd name="T2" fmla="+- 0 3962 3517"/>
                  <a:gd name="T3" fmla="*/ 3962 h 446"/>
                  <a:gd name="T4" fmla="+- 0 9293 8831"/>
                  <a:gd name="T5" fmla="*/ T4 w 462"/>
                  <a:gd name="T6" fmla="+- 0 3962 3517"/>
                  <a:gd name="T7" fmla="*/ 3962 h 446"/>
                  <a:gd name="T8" fmla="+- 0 9293 8831"/>
                  <a:gd name="T9" fmla="*/ T8 w 462"/>
                  <a:gd name="T10" fmla="+- 0 3517 3517"/>
                  <a:gd name="T11" fmla="*/ 3517 h 446"/>
                  <a:gd name="T12" fmla="+- 0 8831 8831"/>
                  <a:gd name="T13" fmla="*/ T12 w 462"/>
                  <a:gd name="T14" fmla="+- 0 3517 3517"/>
                  <a:gd name="T15" fmla="*/ 3517 h 446"/>
                  <a:gd name="T16" fmla="+- 0 8831 8831"/>
                  <a:gd name="T17" fmla="*/ T16 w 462"/>
                  <a:gd name="T18" fmla="+- 0 3962 3517"/>
                  <a:gd name="T19" fmla="*/ 396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1" name="Group 80">
              <a:extLst>
                <a:ext uri="{FF2B5EF4-FFF2-40B4-BE49-F238E27FC236}">
                  <a16:creationId xmlns:a16="http://schemas.microsoft.com/office/drawing/2014/main" id="{76D072D2-7547-C8B8-17F1-366C9D2BD3C2}"/>
                </a:ext>
              </a:extLst>
            </p:cNvPr>
            <p:cNvGrpSpPr>
              <a:grpSpLocks/>
            </p:cNvGrpSpPr>
            <p:nvPr/>
          </p:nvGrpSpPr>
          <p:grpSpPr bwMode="auto">
            <a:xfrm>
              <a:off x="617" y="3957"/>
              <a:ext cx="1375" cy="446"/>
              <a:chOff x="617" y="3957"/>
              <a:chExt cx="1375" cy="446"/>
            </a:xfrm>
          </p:grpSpPr>
          <p:sp>
            <p:nvSpPr>
              <p:cNvPr id="1494" name="Freeform 4596">
                <a:extLst>
                  <a:ext uri="{FF2B5EF4-FFF2-40B4-BE49-F238E27FC236}">
                    <a16:creationId xmlns:a16="http://schemas.microsoft.com/office/drawing/2014/main" id="{544E60B1-F644-0BB4-AAFD-1867B2BE8498}"/>
                  </a:ext>
                </a:extLst>
              </p:cNvPr>
              <p:cNvSpPr>
                <a:spLocks/>
              </p:cNvSpPr>
              <p:nvPr/>
            </p:nvSpPr>
            <p:spPr bwMode="auto">
              <a:xfrm>
                <a:off x="617" y="3957"/>
                <a:ext cx="1375" cy="446"/>
              </a:xfrm>
              <a:custGeom>
                <a:avLst/>
                <a:gdLst>
                  <a:gd name="T0" fmla="+- 0 617 617"/>
                  <a:gd name="T1" fmla="*/ T0 w 1375"/>
                  <a:gd name="T2" fmla="+- 0 4402 3957"/>
                  <a:gd name="T3" fmla="*/ 4402 h 446"/>
                  <a:gd name="T4" fmla="+- 0 1992 617"/>
                  <a:gd name="T5" fmla="*/ T4 w 1375"/>
                  <a:gd name="T6" fmla="+- 0 4402 3957"/>
                  <a:gd name="T7" fmla="*/ 4402 h 446"/>
                  <a:gd name="T8" fmla="+- 0 1992 617"/>
                  <a:gd name="T9" fmla="*/ T8 w 1375"/>
                  <a:gd name="T10" fmla="+- 0 3957 3957"/>
                  <a:gd name="T11" fmla="*/ 3957 h 446"/>
                  <a:gd name="T12" fmla="+- 0 617 617"/>
                  <a:gd name="T13" fmla="*/ T12 w 1375"/>
                  <a:gd name="T14" fmla="+- 0 3957 3957"/>
                  <a:gd name="T15" fmla="*/ 3957 h 446"/>
                  <a:gd name="T16" fmla="+- 0 617 617"/>
                  <a:gd name="T17" fmla="*/ T16 w 1375"/>
                  <a:gd name="T18" fmla="+- 0 4402 3957"/>
                  <a:gd name="T19" fmla="*/ 4402 h 446"/>
                </a:gdLst>
                <a:ahLst/>
                <a:cxnLst>
                  <a:cxn ang="0">
                    <a:pos x="T1" y="T3"/>
                  </a:cxn>
                  <a:cxn ang="0">
                    <a:pos x="T5" y="T7"/>
                  </a:cxn>
                  <a:cxn ang="0">
                    <a:pos x="T9" y="T11"/>
                  </a:cxn>
                  <a:cxn ang="0">
                    <a:pos x="T13" y="T15"/>
                  </a:cxn>
                  <a:cxn ang="0">
                    <a:pos x="T17" y="T19"/>
                  </a:cxn>
                </a:cxnLst>
                <a:rect l="0" t="0" r="r" b="b"/>
                <a:pathLst>
                  <a:path w="1375" h="446">
                    <a:moveTo>
                      <a:pt x="0" y="445"/>
                    </a:moveTo>
                    <a:lnTo>
                      <a:pt x="1375" y="445"/>
                    </a:lnTo>
                    <a:lnTo>
                      <a:pt x="1375"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2" name="Group 81">
              <a:extLst>
                <a:ext uri="{FF2B5EF4-FFF2-40B4-BE49-F238E27FC236}">
                  <a16:creationId xmlns:a16="http://schemas.microsoft.com/office/drawing/2014/main" id="{026D4447-8018-EA0B-A300-F31817518457}"/>
                </a:ext>
              </a:extLst>
            </p:cNvPr>
            <p:cNvGrpSpPr>
              <a:grpSpLocks/>
            </p:cNvGrpSpPr>
            <p:nvPr/>
          </p:nvGrpSpPr>
          <p:grpSpPr bwMode="auto">
            <a:xfrm>
              <a:off x="1986" y="3957"/>
              <a:ext cx="462" cy="446"/>
              <a:chOff x="1986" y="3957"/>
              <a:chExt cx="462" cy="446"/>
            </a:xfrm>
          </p:grpSpPr>
          <p:sp>
            <p:nvSpPr>
              <p:cNvPr id="1493" name="Freeform 4598">
                <a:extLst>
                  <a:ext uri="{FF2B5EF4-FFF2-40B4-BE49-F238E27FC236}">
                    <a16:creationId xmlns:a16="http://schemas.microsoft.com/office/drawing/2014/main" id="{1122CB43-CAAA-5707-C2E4-ADC20781788D}"/>
                  </a:ext>
                </a:extLst>
              </p:cNvPr>
              <p:cNvSpPr>
                <a:spLocks/>
              </p:cNvSpPr>
              <p:nvPr/>
            </p:nvSpPr>
            <p:spPr bwMode="auto">
              <a:xfrm>
                <a:off x="1986" y="3957"/>
                <a:ext cx="462" cy="446"/>
              </a:xfrm>
              <a:custGeom>
                <a:avLst/>
                <a:gdLst>
                  <a:gd name="T0" fmla="+- 0 1986 1986"/>
                  <a:gd name="T1" fmla="*/ T0 w 462"/>
                  <a:gd name="T2" fmla="+- 0 4402 3957"/>
                  <a:gd name="T3" fmla="*/ 4402 h 446"/>
                  <a:gd name="T4" fmla="+- 0 2448 1986"/>
                  <a:gd name="T5" fmla="*/ T4 w 462"/>
                  <a:gd name="T6" fmla="+- 0 4402 3957"/>
                  <a:gd name="T7" fmla="*/ 4402 h 446"/>
                  <a:gd name="T8" fmla="+- 0 2448 1986"/>
                  <a:gd name="T9" fmla="*/ T8 w 462"/>
                  <a:gd name="T10" fmla="+- 0 3957 3957"/>
                  <a:gd name="T11" fmla="*/ 3957 h 446"/>
                  <a:gd name="T12" fmla="+- 0 1986 1986"/>
                  <a:gd name="T13" fmla="*/ T12 w 462"/>
                  <a:gd name="T14" fmla="+- 0 3957 3957"/>
                  <a:gd name="T15" fmla="*/ 3957 h 446"/>
                  <a:gd name="T16" fmla="+- 0 1986 1986"/>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3" name="Group 82">
              <a:extLst>
                <a:ext uri="{FF2B5EF4-FFF2-40B4-BE49-F238E27FC236}">
                  <a16:creationId xmlns:a16="http://schemas.microsoft.com/office/drawing/2014/main" id="{D3E49D56-F9D4-3839-8D36-99069D95EBA8}"/>
                </a:ext>
              </a:extLst>
            </p:cNvPr>
            <p:cNvGrpSpPr>
              <a:grpSpLocks/>
            </p:cNvGrpSpPr>
            <p:nvPr/>
          </p:nvGrpSpPr>
          <p:grpSpPr bwMode="auto">
            <a:xfrm>
              <a:off x="2443" y="3957"/>
              <a:ext cx="462" cy="446"/>
              <a:chOff x="2443" y="3957"/>
              <a:chExt cx="462" cy="446"/>
            </a:xfrm>
          </p:grpSpPr>
          <p:sp>
            <p:nvSpPr>
              <p:cNvPr id="1492" name="Freeform 4600">
                <a:extLst>
                  <a:ext uri="{FF2B5EF4-FFF2-40B4-BE49-F238E27FC236}">
                    <a16:creationId xmlns:a16="http://schemas.microsoft.com/office/drawing/2014/main" id="{60FC004C-6F50-F8E6-5927-645824630F50}"/>
                  </a:ext>
                </a:extLst>
              </p:cNvPr>
              <p:cNvSpPr>
                <a:spLocks/>
              </p:cNvSpPr>
              <p:nvPr/>
            </p:nvSpPr>
            <p:spPr bwMode="auto">
              <a:xfrm>
                <a:off x="2443" y="3957"/>
                <a:ext cx="462" cy="446"/>
              </a:xfrm>
              <a:custGeom>
                <a:avLst/>
                <a:gdLst>
                  <a:gd name="T0" fmla="+- 0 2443 2443"/>
                  <a:gd name="T1" fmla="*/ T0 w 462"/>
                  <a:gd name="T2" fmla="+- 0 4402 3957"/>
                  <a:gd name="T3" fmla="*/ 4402 h 446"/>
                  <a:gd name="T4" fmla="+- 0 2904 2443"/>
                  <a:gd name="T5" fmla="*/ T4 w 462"/>
                  <a:gd name="T6" fmla="+- 0 4402 3957"/>
                  <a:gd name="T7" fmla="*/ 4402 h 446"/>
                  <a:gd name="T8" fmla="+- 0 2904 2443"/>
                  <a:gd name="T9" fmla="*/ T8 w 462"/>
                  <a:gd name="T10" fmla="+- 0 3957 3957"/>
                  <a:gd name="T11" fmla="*/ 3957 h 446"/>
                  <a:gd name="T12" fmla="+- 0 2443 2443"/>
                  <a:gd name="T13" fmla="*/ T12 w 462"/>
                  <a:gd name="T14" fmla="+- 0 3957 3957"/>
                  <a:gd name="T15" fmla="*/ 3957 h 446"/>
                  <a:gd name="T16" fmla="+- 0 2443 2443"/>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4" name="Group 83">
              <a:extLst>
                <a:ext uri="{FF2B5EF4-FFF2-40B4-BE49-F238E27FC236}">
                  <a16:creationId xmlns:a16="http://schemas.microsoft.com/office/drawing/2014/main" id="{2E9C06E2-1144-1692-9FD0-1CBE8AE3685D}"/>
                </a:ext>
              </a:extLst>
            </p:cNvPr>
            <p:cNvGrpSpPr>
              <a:grpSpLocks/>
            </p:cNvGrpSpPr>
            <p:nvPr/>
          </p:nvGrpSpPr>
          <p:grpSpPr bwMode="auto">
            <a:xfrm>
              <a:off x="2899" y="3957"/>
              <a:ext cx="462" cy="446"/>
              <a:chOff x="2899" y="3957"/>
              <a:chExt cx="462" cy="446"/>
            </a:xfrm>
          </p:grpSpPr>
          <p:sp>
            <p:nvSpPr>
              <p:cNvPr id="1491" name="Freeform 4602">
                <a:extLst>
                  <a:ext uri="{FF2B5EF4-FFF2-40B4-BE49-F238E27FC236}">
                    <a16:creationId xmlns:a16="http://schemas.microsoft.com/office/drawing/2014/main" id="{8500E684-FCF2-A467-DBEA-BB1A79859602}"/>
                  </a:ext>
                </a:extLst>
              </p:cNvPr>
              <p:cNvSpPr>
                <a:spLocks/>
              </p:cNvSpPr>
              <p:nvPr/>
            </p:nvSpPr>
            <p:spPr bwMode="auto">
              <a:xfrm>
                <a:off x="2899" y="3957"/>
                <a:ext cx="462" cy="446"/>
              </a:xfrm>
              <a:custGeom>
                <a:avLst/>
                <a:gdLst>
                  <a:gd name="T0" fmla="+- 0 2899 2899"/>
                  <a:gd name="T1" fmla="*/ T0 w 462"/>
                  <a:gd name="T2" fmla="+- 0 4402 3957"/>
                  <a:gd name="T3" fmla="*/ 4402 h 446"/>
                  <a:gd name="T4" fmla="+- 0 3361 2899"/>
                  <a:gd name="T5" fmla="*/ T4 w 462"/>
                  <a:gd name="T6" fmla="+- 0 4402 3957"/>
                  <a:gd name="T7" fmla="*/ 4402 h 446"/>
                  <a:gd name="T8" fmla="+- 0 3361 2899"/>
                  <a:gd name="T9" fmla="*/ T8 w 462"/>
                  <a:gd name="T10" fmla="+- 0 3957 3957"/>
                  <a:gd name="T11" fmla="*/ 3957 h 446"/>
                  <a:gd name="T12" fmla="+- 0 2899 2899"/>
                  <a:gd name="T13" fmla="*/ T12 w 462"/>
                  <a:gd name="T14" fmla="+- 0 3957 3957"/>
                  <a:gd name="T15" fmla="*/ 3957 h 446"/>
                  <a:gd name="T16" fmla="+- 0 2899 2899"/>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5" name="Group 84">
              <a:extLst>
                <a:ext uri="{FF2B5EF4-FFF2-40B4-BE49-F238E27FC236}">
                  <a16:creationId xmlns:a16="http://schemas.microsoft.com/office/drawing/2014/main" id="{73D79173-AD68-ACCF-1AF6-3FE94E6F6519}"/>
                </a:ext>
              </a:extLst>
            </p:cNvPr>
            <p:cNvGrpSpPr>
              <a:grpSpLocks/>
            </p:cNvGrpSpPr>
            <p:nvPr/>
          </p:nvGrpSpPr>
          <p:grpSpPr bwMode="auto">
            <a:xfrm>
              <a:off x="3355" y="3957"/>
              <a:ext cx="462" cy="446"/>
              <a:chOff x="3355" y="3957"/>
              <a:chExt cx="462" cy="446"/>
            </a:xfrm>
          </p:grpSpPr>
          <p:sp>
            <p:nvSpPr>
              <p:cNvPr id="1490" name="Freeform 4604">
                <a:extLst>
                  <a:ext uri="{FF2B5EF4-FFF2-40B4-BE49-F238E27FC236}">
                    <a16:creationId xmlns:a16="http://schemas.microsoft.com/office/drawing/2014/main" id="{858194EA-813C-43E0-D8D7-DF03581E7378}"/>
                  </a:ext>
                </a:extLst>
              </p:cNvPr>
              <p:cNvSpPr>
                <a:spLocks/>
              </p:cNvSpPr>
              <p:nvPr/>
            </p:nvSpPr>
            <p:spPr bwMode="auto">
              <a:xfrm>
                <a:off x="3355" y="3957"/>
                <a:ext cx="462" cy="446"/>
              </a:xfrm>
              <a:custGeom>
                <a:avLst/>
                <a:gdLst>
                  <a:gd name="T0" fmla="+- 0 3355 3355"/>
                  <a:gd name="T1" fmla="*/ T0 w 462"/>
                  <a:gd name="T2" fmla="+- 0 4402 3957"/>
                  <a:gd name="T3" fmla="*/ 4402 h 446"/>
                  <a:gd name="T4" fmla="+- 0 3817 3355"/>
                  <a:gd name="T5" fmla="*/ T4 w 462"/>
                  <a:gd name="T6" fmla="+- 0 4402 3957"/>
                  <a:gd name="T7" fmla="*/ 4402 h 446"/>
                  <a:gd name="T8" fmla="+- 0 3817 3355"/>
                  <a:gd name="T9" fmla="*/ T8 w 462"/>
                  <a:gd name="T10" fmla="+- 0 3957 3957"/>
                  <a:gd name="T11" fmla="*/ 3957 h 446"/>
                  <a:gd name="T12" fmla="+- 0 3355 3355"/>
                  <a:gd name="T13" fmla="*/ T12 w 462"/>
                  <a:gd name="T14" fmla="+- 0 3957 3957"/>
                  <a:gd name="T15" fmla="*/ 3957 h 446"/>
                  <a:gd name="T16" fmla="+- 0 3355 3355"/>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5F8"/>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6" name="Group 85">
              <a:extLst>
                <a:ext uri="{FF2B5EF4-FFF2-40B4-BE49-F238E27FC236}">
                  <a16:creationId xmlns:a16="http://schemas.microsoft.com/office/drawing/2014/main" id="{E65E6E25-F272-D0C6-D1A2-A0607CD1E63A}"/>
                </a:ext>
              </a:extLst>
            </p:cNvPr>
            <p:cNvGrpSpPr>
              <a:grpSpLocks/>
            </p:cNvGrpSpPr>
            <p:nvPr/>
          </p:nvGrpSpPr>
          <p:grpSpPr bwMode="auto">
            <a:xfrm>
              <a:off x="3812" y="3957"/>
              <a:ext cx="462" cy="446"/>
              <a:chOff x="3812" y="3957"/>
              <a:chExt cx="462" cy="446"/>
            </a:xfrm>
          </p:grpSpPr>
          <p:sp>
            <p:nvSpPr>
              <p:cNvPr id="1489" name="Freeform 4606">
                <a:extLst>
                  <a:ext uri="{FF2B5EF4-FFF2-40B4-BE49-F238E27FC236}">
                    <a16:creationId xmlns:a16="http://schemas.microsoft.com/office/drawing/2014/main" id="{CA5C3EB7-549B-E7AE-C718-E55C84093AB8}"/>
                  </a:ext>
                </a:extLst>
              </p:cNvPr>
              <p:cNvSpPr>
                <a:spLocks/>
              </p:cNvSpPr>
              <p:nvPr/>
            </p:nvSpPr>
            <p:spPr bwMode="auto">
              <a:xfrm>
                <a:off x="3812" y="3957"/>
                <a:ext cx="462" cy="446"/>
              </a:xfrm>
              <a:custGeom>
                <a:avLst/>
                <a:gdLst>
                  <a:gd name="T0" fmla="+- 0 3812 3812"/>
                  <a:gd name="T1" fmla="*/ T0 w 462"/>
                  <a:gd name="T2" fmla="+- 0 4402 3957"/>
                  <a:gd name="T3" fmla="*/ 4402 h 446"/>
                  <a:gd name="T4" fmla="+- 0 4273 3812"/>
                  <a:gd name="T5" fmla="*/ T4 w 462"/>
                  <a:gd name="T6" fmla="+- 0 4402 3957"/>
                  <a:gd name="T7" fmla="*/ 4402 h 446"/>
                  <a:gd name="T8" fmla="+- 0 4273 3812"/>
                  <a:gd name="T9" fmla="*/ T8 w 462"/>
                  <a:gd name="T10" fmla="+- 0 3957 3957"/>
                  <a:gd name="T11" fmla="*/ 3957 h 446"/>
                  <a:gd name="T12" fmla="+- 0 3812 3812"/>
                  <a:gd name="T13" fmla="*/ T12 w 462"/>
                  <a:gd name="T14" fmla="+- 0 3957 3957"/>
                  <a:gd name="T15" fmla="*/ 3957 h 446"/>
                  <a:gd name="T16" fmla="+- 0 3812 3812"/>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1F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7" name="Group 86">
              <a:extLst>
                <a:ext uri="{FF2B5EF4-FFF2-40B4-BE49-F238E27FC236}">
                  <a16:creationId xmlns:a16="http://schemas.microsoft.com/office/drawing/2014/main" id="{1BBC78E4-8028-163F-F272-357B06986DB6}"/>
                </a:ext>
              </a:extLst>
            </p:cNvPr>
            <p:cNvGrpSpPr>
              <a:grpSpLocks/>
            </p:cNvGrpSpPr>
            <p:nvPr/>
          </p:nvGrpSpPr>
          <p:grpSpPr bwMode="auto">
            <a:xfrm>
              <a:off x="4268" y="3957"/>
              <a:ext cx="462" cy="446"/>
              <a:chOff x="4268" y="3957"/>
              <a:chExt cx="462" cy="446"/>
            </a:xfrm>
          </p:grpSpPr>
          <p:sp>
            <p:nvSpPr>
              <p:cNvPr id="1488" name="Freeform 4608">
                <a:extLst>
                  <a:ext uri="{FF2B5EF4-FFF2-40B4-BE49-F238E27FC236}">
                    <a16:creationId xmlns:a16="http://schemas.microsoft.com/office/drawing/2014/main" id="{22F04805-4DFF-C7E1-C155-0A98724B8559}"/>
                  </a:ext>
                </a:extLst>
              </p:cNvPr>
              <p:cNvSpPr>
                <a:spLocks/>
              </p:cNvSpPr>
              <p:nvPr/>
            </p:nvSpPr>
            <p:spPr bwMode="auto">
              <a:xfrm>
                <a:off x="4268" y="3957"/>
                <a:ext cx="462" cy="446"/>
              </a:xfrm>
              <a:custGeom>
                <a:avLst/>
                <a:gdLst>
                  <a:gd name="T0" fmla="+- 0 4268 4268"/>
                  <a:gd name="T1" fmla="*/ T0 w 462"/>
                  <a:gd name="T2" fmla="+- 0 4402 3957"/>
                  <a:gd name="T3" fmla="*/ 4402 h 446"/>
                  <a:gd name="T4" fmla="+- 0 4730 4268"/>
                  <a:gd name="T5" fmla="*/ T4 w 462"/>
                  <a:gd name="T6" fmla="+- 0 4402 3957"/>
                  <a:gd name="T7" fmla="*/ 4402 h 446"/>
                  <a:gd name="T8" fmla="+- 0 4730 4268"/>
                  <a:gd name="T9" fmla="*/ T8 w 462"/>
                  <a:gd name="T10" fmla="+- 0 3957 3957"/>
                  <a:gd name="T11" fmla="*/ 3957 h 446"/>
                  <a:gd name="T12" fmla="+- 0 4268 4268"/>
                  <a:gd name="T13" fmla="*/ T12 w 462"/>
                  <a:gd name="T14" fmla="+- 0 3957 3957"/>
                  <a:gd name="T15" fmla="*/ 3957 h 446"/>
                  <a:gd name="T16" fmla="+- 0 4268 4268"/>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8" name="Group 87">
              <a:extLst>
                <a:ext uri="{FF2B5EF4-FFF2-40B4-BE49-F238E27FC236}">
                  <a16:creationId xmlns:a16="http://schemas.microsoft.com/office/drawing/2014/main" id="{0FA4961D-BF3E-912A-1820-612321A23DBE}"/>
                </a:ext>
              </a:extLst>
            </p:cNvPr>
            <p:cNvGrpSpPr>
              <a:grpSpLocks/>
            </p:cNvGrpSpPr>
            <p:nvPr/>
          </p:nvGrpSpPr>
          <p:grpSpPr bwMode="auto">
            <a:xfrm>
              <a:off x="4724" y="3957"/>
              <a:ext cx="462" cy="446"/>
              <a:chOff x="4724" y="3957"/>
              <a:chExt cx="462" cy="446"/>
            </a:xfrm>
          </p:grpSpPr>
          <p:sp>
            <p:nvSpPr>
              <p:cNvPr id="1487" name="Freeform 4610">
                <a:extLst>
                  <a:ext uri="{FF2B5EF4-FFF2-40B4-BE49-F238E27FC236}">
                    <a16:creationId xmlns:a16="http://schemas.microsoft.com/office/drawing/2014/main" id="{B162CD10-F3C6-5D41-B97E-0D8CEA687C3D}"/>
                  </a:ext>
                </a:extLst>
              </p:cNvPr>
              <p:cNvSpPr>
                <a:spLocks/>
              </p:cNvSpPr>
              <p:nvPr/>
            </p:nvSpPr>
            <p:spPr bwMode="auto">
              <a:xfrm>
                <a:off x="4724" y="3957"/>
                <a:ext cx="462" cy="446"/>
              </a:xfrm>
              <a:custGeom>
                <a:avLst/>
                <a:gdLst>
                  <a:gd name="T0" fmla="+- 0 4724 4724"/>
                  <a:gd name="T1" fmla="*/ T0 w 462"/>
                  <a:gd name="T2" fmla="+- 0 4402 3957"/>
                  <a:gd name="T3" fmla="*/ 4402 h 446"/>
                  <a:gd name="T4" fmla="+- 0 5186 4724"/>
                  <a:gd name="T5" fmla="*/ T4 w 462"/>
                  <a:gd name="T6" fmla="+- 0 4402 3957"/>
                  <a:gd name="T7" fmla="*/ 4402 h 446"/>
                  <a:gd name="T8" fmla="+- 0 5186 4724"/>
                  <a:gd name="T9" fmla="*/ T8 w 462"/>
                  <a:gd name="T10" fmla="+- 0 3957 3957"/>
                  <a:gd name="T11" fmla="*/ 3957 h 446"/>
                  <a:gd name="T12" fmla="+- 0 4724 4724"/>
                  <a:gd name="T13" fmla="*/ T12 w 462"/>
                  <a:gd name="T14" fmla="+- 0 3957 3957"/>
                  <a:gd name="T15" fmla="*/ 3957 h 446"/>
                  <a:gd name="T16" fmla="+- 0 4724 4724"/>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86E7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89" name="Group 88">
              <a:extLst>
                <a:ext uri="{FF2B5EF4-FFF2-40B4-BE49-F238E27FC236}">
                  <a16:creationId xmlns:a16="http://schemas.microsoft.com/office/drawing/2014/main" id="{B221CB4D-9900-ADB0-5283-A4884FEFCD88}"/>
                </a:ext>
              </a:extLst>
            </p:cNvPr>
            <p:cNvGrpSpPr>
              <a:grpSpLocks/>
            </p:cNvGrpSpPr>
            <p:nvPr/>
          </p:nvGrpSpPr>
          <p:grpSpPr bwMode="auto">
            <a:xfrm>
              <a:off x="5181" y="3957"/>
              <a:ext cx="462" cy="446"/>
              <a:chOff x="5181" y="3957"/>
              <a:chExt cx="462" cy="446"/>
            </a:xfrm>
          </p:grpSpPr>
          <p:sp>
            <p:nvSpPr>
              <p:cNvPr id="1486" name="Freeform 4612">
                <a:extLst>
                  <a:ext uri="{FF2B5EF4-FFF2-40B4-BE49-F238E27FC236}">
                    <a16:creationId xmlns:a16="http://schemas.microsoft.com/office/drawing/2014/main" id="{E9E9818C-B5C8-9C77-760E-18CF242E7823}"/>
                  </a:ext>
                </a:extLst>
              </p:cNvPr>
              <p:cNvSpPr>
                <a:spLocks/>
              </p:cNvSpPr>
              <p:nvPr/>
            </p:nvSpPr>
            <p:spPr bwMode="auto">
              <a:xfrm>
                <a:off x="5181" y="3957"/>
                <a:ext cx="462" cy="446"/>
              </a:xfrm>
              <a:custGeom>
                <a:avLst/>
                <a:gdLst>
                  <a:gd name="T0" fmla="+- 0 5181 5181"/>
                  <a:gd name="T1" fmla="*/ T0 w 462"/>
                  <a:gd name="T2" fmla="+- 0 4402 3957"/>
                  <a:gd name="T3" fmla="*/ 4402 h 446"/>
                  <a:gd name="T4" fmla="+- 0 5642 5181"/>
                  <a:gd name="T5" fmla="*/ T4 w 462"/>
                  <a:gd name="T6" fmla="+- 0 4402 3957"/>
                  <a:gd name="T7" fmla="*/ 4402 h 446"/>
                  <a:gd name="T8" fmla="+- 0 5642 5181"/>
                  <a:gd name="T9" fmla="*/ T8 w 462"/>
                  <a:gd name="T10" fmla="+- 0 3957 3957"/>
                  <a:gd name="T11" fmla="*/ 3957 h 446"/>
                  <a:gd name="T12" fmla="+- 0 5181 5181"/>
                  <a:gd name="T13" fmla="*/ T12 w 462"/>
                  <a:gd name="T14" fmla="+- 0 3957 3957"/>
                  <a:gd name="T15" fmla="*/ 3957 h 446"/>
                  <a:gd name="T16" fmla="+- 0 5181 5181"/>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0" name="Group 89">
              <a:extLst>
                <a:ext uri="{FF2B5EF4-FFF2-40B4-BE49-F238E27FC236}">
                  <a16:creationId xmlns:a16="http://schemas.microsoft.com/office/drawing/2014/main" id="{2B43F42C-E671-29A8-FFAC-9AE9A166384F}"/>
                </a:ext>
              </a:extLst>
            </p:cNvPr>
            <p:cNvGrpSpPr>
              <a:grpSpLocks/>
            </p:cNvGrpSpPr>
            <p:nvPr/>
          </p:nvGrpSpPr>
          <p:grpSpPr bwMode="auto">
            <a:xfrm>
              <a:off x="5637" y="3957"/>
              <a:ext cx="462" cy="446"/>
              <a:chOff x="5637" y="3957"/>
              <a:chExt cx="462" cy="446"/>
            </a:xfrm>
          </p:grpSpPr>
          <p:sp>
            <p:nvSpPr>
              <p:cNvPr id="1485" name="Freeform 4614">
                <a:extLst>
                  <a:ext uri="{FF2B5EF4-FFF2-40B4-BE49-F238E27FC236}">
                    <a16:creationId xmlns:a16="http://schemas.microsoft.com/office/drawing/2014/main" id="{2C3010B2-EF26-7600-9309-E8ACA72FD6AC}"/>
                  </a:ext>
                </a:extLst>
              </p:cNvPr>
              <p:cNvSpPr>
                <a:spLocks/>
              </p:cNvSpPr>
              <p:nvPr/>
            </p:nvSpPr>
            <p:spPr bwMode="auto">
              <a:xfrm>
                <a:off x="5637" y="3957"/>
                <a:ext cx="462" cy="446"/>
              </a:xfrm>
              <a:custGeom>
                <a:avLst/>
                <a:gdLst>
                  <a:gd name="T0" fmla="+- 0 5637 5637"/>
                  <a:gd name="T1" fmla="*/ T0 w 462"/>
                  <a:gd name="T2" fmla="+- 0 4402 3957"/>
                  <a:gd name="T3" fmla="*/ 4402 h 446"/>
                  <a:gd name="T4" fmla="+- 0 6099 5637"/>
                  <a:gd name="T5" fmla="*/ T4 w 462"/>
                  <a:gd name="T6" fmla="+- 0 4402 3957"/>
                  <a:gd name="T7" fmla="*/ 4402 h 446"/>
                  <a:gd name="T8" fmla="+- 0 6099 5637"/>
                  <a:gd name="T9" fmla="*/ T8 w 462"/>
                  <a:gd name="T10" fmla="+- 0 3957 3957"/>
                  <a:gd name="T11" fmla="*/ 3957 h 446"/>
                  <a:gd name="T12" fmla="+- 0 5637 5637"/>
                  <a:gd name="T13" fmla="*/ T12 w 462"/>
                  <a:gd name="T14" fmla="+- 0 3957 3957"/>
                  <a:gd name="T15" fmla="*/ 3957 h 446"/>
                  <a:gd name="T16" fmla="+- 0 5637 5637"/>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1" name="Group 90">
              <a:extLst>
                <a:ext uri="{FF2B5EF4-FFF2-40B4-BE49-F238E27FC236}">
                  <a16:creationId xmlns:a16="http://schemas.microsoft.com/office/drawing/2014/main" id="{091DEAC6-5E5A-6F16-F39B-1A301FC66FFF}"/>
                </a:ext>
              </a:extLst>
            </p:cNvPr>
            <p:cNvGrpSpPr>
              <a:grpSpLocks/>
            </p:cNvGrpSpPr>
            <p:nvPr/>
          </p:nvGrpSpPr>
          <p:grpSpPr bwMode="auto">
            <a:xfrm>
              <a:off x="6093" y="3957"/>
              <a:ext cx="462" cy="446"/>
              <a:chOff x="6093" y="3957"/>
              <a:chExt cx="462" cy="446"/>
            </a:xfrm>
          </p:grpSpPr>
          <p:sp>
            <p:nvSpPr>
              <p:cNvPr id="1484" name="Freeform 4616">
                <a:extLst>
                  <a:ext uri="{FF2B5EF4-FFF2-40B4-BE49-F238E27FC236}">
                    <a16:creationId xmlns:a16="http://schemas.microsoft.com/office/drawing/2014/main" id="{EBE7E433-752F-01E4-11C2-69408DBAE4B6}"/>
                  </a:ext>
                </a:extLst>
              </p:cNvPr>
              <p:cNvSpPr>
                <a:spLocks/>
              </p:cNvSpPr>
              <p:nvPr/>
            </p:nvSpPr>
            <p:spPr bwMode="auto">
              <a:xfrm>
                <a:off x="6093" y="3957"/>
                <a:ext cx="462" cy="446"/>
              </a:xfrm>
              <a:custGeom>
                <a:avLst/>
                <a:gdLst>
                  <a:gd name="T0" fmla="+- 0 6093 6093"/>
                  <a:gd name="T1" fmla="*/ T0 w 462"/>
                  <a:gd name="T2" fmla="+- 0 4402 3957"/>
                  <a:gd name="T3" fmla="*/ 4402 h 446"/>
                  <a:gd name="T4" fmla="+- 0 6555 6093"/>
                  <a:gd name="T5" fmla="*/ T4 w 462"/>
                  <a:gd name="T6" fmla="+- 0 4402 3957"/>
                  <a:gd name="T7" fmla="*/ 4402 h 446"/>
                  <a:gd name="T8" fmla="+- 0 6555 6093"/>
                  <a:gd name="T9" fmla="*/ T8 w 462"/>
                  <a:gd name="T10" fmla="+- 0 3957 3957"/>
                  <a:gd name="T11" fmla="*/ 3957 h 446"/>
                  <a:gd name="T12" fmla="+- 0 6093 6093"/>
                  <a:gd name="T13" fmla="*/ T12 w 462"/>
                  <a:gd name="T14" fmla="+- 0 3957 3957"/>
                  <a:gd name="T15" fmla="*/ 3957 h 446"/>
                  <a:gd name="T16" fmla="+- 0 6093 6093"/>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2" name="Group 91">
              <a:extLst>
                <a:ext uri="{FF2B5EF4-FFF2-40B4-BE49-F238E27FC236}">
                  <a16:creationId xmlns:a16="http://schemas.microsoft.com/office/drawing/2014/main" id="{79ECFFB9-8D1B-277F-7792-96D1C198A0CD}"/>
                </a:ext>
              </a:extLst>
            </p:cNvPr>
            <p:cNvGrpSpPr>
              <a:grpSpLocks/>
            </p:cNvGrpSpPr>
            <p:nvPr/>
          </p:nvGrpSpPr>
          <p:grpSpPr bwMode="auto">
            <a:xfrm>
              <a:off x="6550" y="3957"/>
              <a:ext cx="918" cy="446"/>
              <a:chOff x="6550" y="3957"/>
              <a:chExt cx="918" cy="446"/>
            </a:xfrm>
          </p:grpSpPr>
          <p:sp>
            <p:nvSpPr>
              <p:cNvPr id="1483" name="Freeform 4618">
                <a:extLst>
                  <a:ext uri="{FF2B5EF4-FFF2-40B4-BE49-F238E27FC236}">
                    <a16:creationId xmlns:a16="http://schemas.microsoft.com/office/drawing/2014/main" id="{D33F994A-47DA-20E9-A4FC-482386DA85BF}"/>
                  </a:ext>
                </a:extLst>
              </p:cNvPr>
              <p:cNvSpPr>
                <a:spLocks/>
              </p:cNvSpPr>
              <p:nvPr/>
            </p:nvSpPr>
            <p:spPr bwMode="auto">
              <a:xfrm>
                <a:off x="6550" y="3957"/>
                <a:ext cx="918" cy="446"/>
              </a:xfrm>
              <a:custGeom>
                <a:avLst/>
                <a:gdLst>
                  <a:gd name="T0" fmla="+- 0 6550 6550"/>
                  <a:gd name="T1" fmla="*/ T0 w 918"/>
                  <a:gd name="T2" fmla="+- 0 4402 3957"/>
                  <a:gd name="T3" fmla="*/ 4402 h 446"/>
                  <a:gd name="T4" fmla="+- 0 7468 6550"/>
                  <a:gd name="T5" fmla="*/ T4 w 918"/>
                  <a:gd name="T6" fmla="+- 0 4402 3957"/>
                  <a:gd name="T7" fmla="*/ 4402 h 446"/>
                  <a:gd name="T8" fmla="+- 0 7468 6550"/>
                  <a:gd name="T9" fmla="*/ T8 w 918"/>
                  <a:gd name="T10" fmla="+- 0 3957 3957"/>
                  <a:gd name="T11" fmla="*/ 3957 h 446"/>
                  <a:gd name="T12" fmla="+- 0 6550 6550"/>
                  <a:gd name="T13" fmla="*/ T12 w 918"/>
                  <a:gd name="T14" fmla="+- 0 3957 3957"/>
                  <a:gd name="T15" fmla="*/ 3957 h 446"/>
                  <a:gd name="T16" fmla="+- 0 6550 6550"/>
                  <a:gd name="T17" fmla="*/ T16 w 918"/>
                  <a:gd name="T18" fmla="+- 0 4402 3957"/>
                  <a:gd name="T19" fmla="*/ 4402 h 446"/>
                </a:gdLst>
                <a:ahLst/>
                <a:cxnLst>
                  <a:cxn ang="0">
                    <a:pos x="T1" y="T3"/>
                  </a:cxn>
                  <a:cxn ang="0">
                    <a:pos x="T5" y="T7"/>
                  </a:cxn>
                  <a:cxn ang="0">
                    <a:pos x="T9" y="T11"/>
                  </a:cxn>
                  <a:cxn ang="0">
                    <a:pos x="T13" y="T15"/>
                  </a:cxn>
                  <a:cxn ang="0">
                    <a:pos x="T17" y="T19"/>
                  </a:cxn>
                </a:cxnLst>
                <a:rect l="0" t="0" r="r" b="b"/>
                <a:pathLst>
                  <a:path w="918" h="446">
                    <a:moveTo>
                      <a:pt x="0" y="445"/>
                    </a:moveTo>
                    <a:lnTo>
                      <a:pt x="918" y="445"/>
                    </a:lnTo>
                    <a:lnTo>
                      <a:pt x="918"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3" name="Group 92">
              <a:extLst>
                <a:ext uri="{FF2B5EF4-FFF2-40B4-BE49-F238E27FC236}">
                  <a16:creationId xmlns:a16="http://schemas.microsoft.com/office/drawing/2014/main" id="{FC7F8346-2907-D020-ECB6-504FEB5A55D1}"/>
                </a:ext>
              </a:extLst>
            </p:cNvPr>
            <p:cNvGrpSpPr>
              <a:grpSpLocks/>
            </p:cNvGrpSpPr>
            <p:nvPr/>
          </p:nvGrpSpPr>
          <p:grpSpPr bwMode="auto">
            <a:xfrm>
              <a:off x="7462" y="3957"/>
              <a:ext cx="462" cy="446"/>
              <a:chOff x="7462" y="3957"/>
              <a:chExt cx="462" cy="446"/>
            </a:xfrm>
          </p:grpSpPr>
          <p:sp>
            <p:nvSpPr>
              <p:cNvPr id="1482" name="Freeform 4620">
                <a:extLst>
                  <a:ext uri="{FF2B5EF4-FFF2-40B4-BE49-F238E27FC236}">
                    <a16:creationId xmlns:a16="http://schemas.microsoft.com/office/drawing/2014/main" id="{3C980761-DCAC-59DD-92E5-135B629C372A}"/>
                  </a:ext>
                </a:extLst>
              </p:cNvPr>
              <p:cNvSpPr>
                <a:spLocks/>
              </p:cNvSpPr>
              <p:nvPr/>
            </p:nvSpPr>
            <p:spPr bwMode="auto">
              <a:xfrm>
                <a:off x="7462" y="3957"/>
                <a:ext cx="462" cy="446"/>
              </a:xfrm>
              <a:custGeom>
                <a:avLst/>
                <a:gdLst>
                  <a:gd name="T0" fmla="+- 0 7462 7462"/>
                  <a:gd name="T1" fmla="*/ T0 w 462"/>
                  <a:gd name="T2" fmla="+- 0 4402 3957"/>
                  <a:gd name="T3" fmla="*/ 4402 h 446"/>
                  <a:gd name="T4" fmla="+- 0 7924 7462"/>
                  <a:gd name="T5" fmla="*/ T4 w 462"/>
                  <a:gd name="T6" fmla="+- 0 4402 3957"/>
                  <a:gd name="T7" fmla="*/ 4402 h 446"/>
                  <a:gd name="T8" fmla="+- 0 7924 7462"/>
                  <a:gd name="T9" fmla="*/ T8 w 462"/>
                  <a:gd name="T10" fmla="+- 0 3957 3957"/>
                  <a:gd name="T11" fmla="*/ 3957 h 446"/>
                  <a:gd name="T12" fmla="+- 0 7462 7462"/>
                  <a:gd name="T13" fmla="*/ T12 w 462"/>
                  <a:gd name="T14" fmla="+- 0 3957 3957"/>
                  <a:gd name="T15" fmla="*/ 3957 h 446"/>
                  <a:gd name="T16" fmla="+- 0 7462 7462"/>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1F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4" name="Group 93">
              <a:extLst>
                <a:ext uri="{FF2B5EF4-FFF2-40B4-BE49-F238E27FC236}">
                  <a16:creationId xmlns:a16="http://schemas.microsoft.com/office/drawing/2014/main" id="{46754EC7-5E09-AEAD-9410-7D1E85573FDE}"/>
                </a:ext>
              </a:extLst>
            </p:cNvPr>
            <p:cNvGrpSpPr>
              <a:grpSpLocks/>
            </p:cNvGrpSpPr>
            <p:nvPr/>
          </p:nvGrpSpPr>
          <p:grpSpPr bwMode="auto">
            <a:xfrm>
              <a:off x="7919" y="3957"/>
              <a:ext cx="462" cy="446"/>
              <a:chOff x="7919" y="3957"/>
              <a:chExt cx="462" cy="446"/>
            </a:xfrm>
          </p:grpSpPr>
          <p:sp>
            <p:nvSpPr>
              <p:cNvPr id="1481" name="Freeform 4622">
                <a:extLst>
                  <a:ext uri="{FF2B5EF4-FFF2-40B4-BE49-F238E27FC236}">
                    <a16:creationId xmlns:a16="http://schemas.microsoft.com/office/drawing/2014/main" id="{9042AD3B-5572-21EF-C998-2833A9A8B437}"/>
                  </a:ext>
                </a:extLst>
              </p:cNvPr>
              <p:cNvSpPr>
                <a:spLocks/>
              </p:cNvSpPr>
              <p:nvPr/>
            </p:nvSpPr>
            <p:spPr bwMode="auto">
              <a:xfrm>
                <a:off x="7919" y="3957"/>
                <a:ext cx="462" cy="446"/>
              </a:xfrm>
              <a:custGeom>
                <a:avLst/>
                <a:gdLst>
                  <a:gd name="T0" fmla="+- 0 7919 7919"/>
                  <a:gd name="T1" fmla="*/ T0 w 462"/>
                  <a:gd name="T2" fmla="+- 0 4402 3957"/>
                  <a:gd name="T3" fmla="*/ 4402 h 446"/>
                  <a:gd name="T4" fmla="+- 0 8380 7919"/>
                  <a:gd name="T5" fmla="*/ T4 w 462"/>
                  <a:gd name="T6" fmla="+- 0 4402 3957"/>
                  <a:gd name="T7" fmla="*/ 4402 h 446"/>
                  <a:gd name="T8" fmla="+- 0 8380 7919"/>
                  <a:gd name="T9" fmla="*/ T8 w 462"/>
                  <a:gd name="T10" fmla="+- 0 3957 3957"/>
                  <a:gd name="T11" fmla="*/ 3957 h 446"/>
                  <a:gd name="T12" fmla="+- 0 7919 7919"/>
                  <a:gd name="T13" fmla="*/ T12 w 462"/>
                  <a:gd name="T14" fmla="+- 0 3957 3957"/>
                  <a:gd name="T15" fmla="*/ 3957 h 446"/>
                  <a:gd name="T16" fmla="+- 0 7919 7919"/>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4F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5" name="Group 94">
              <a:extLst>
                <a:ext uri="{FF2B5EF4-FFF2-40B4-BE49-F238E27FC236}">
                  <a16:creationId xmlns:a16="http://schemas.microsoft.com/office/drawing/2014/main" id="{990C15A1-6718-9DB3-A2B8-46C54A007CBC}"/>
                </a:ext>
              </a:extLst>
            </p:cNvPr>
            <p:cNvGrpSpPr>
              <a:grpSpLocks/>
            </p:cNvGrpSpPr>
            <p:nvPr/>
          </p:nvGrpSpPr>
          <p:grpSpPr bwMode="auto">
            <a:xfrm>
              <a:off x="8375" y="3957"/>
              <a:ext cx="462" cy="446"/>
              <a:chOff x="8375" y="3957"/>
              <a:chExt cx="462" cy="446"/>
            </a:xfrm>
          </p:grpSpPr>
          <p:sp>
            <p:nvSpPr>
              <p:cNvPr id="1480" name="Freeform 4624">
                <a:extLst>
                  <a:ext uri="{FF2B5EF4-FFF2-40B4-BE49-F238E27FC236}">
                    <a16:creationId xmlns:a16="http://schemas.microsoft.com/office/drawing/2014/main" id="{B47E45CA-8C85-F0AA-2015-7986C4CAD506}"/>
                  </a:ext>
                </a:extLst>
              </p:cNvPr>
              <p:cNvSpPr>
                <a:spLocks/>
              </p:cNvSpPr>
              <p:nvPr/>
            </p:nvSpPr>
            <p:spPr bwMode="auto">
              <a:xfrm>
                <a:off x="8375" y="3957"/>
                <a:ext cx="462" cy="446"/>
              </a:xfrm>
              <a:custGeom>
                <a:avLst/>
                <a:gdLst>
                  <a:gd name="T0" fmla="+- 0 8375 8375"/>
                  <a:gd name="T1" fmla="*/ T0 w 462"/>
                  <a:gd name="T2" fmla="+- 0 4402 3957"/>
                  <a:gd name="T3" fmla="*/ 4402 h 446"/>
                  <a:gd name="T4" fmla="+- 0 8837 8375"/>
                  <a:gd name="T5" fmla="*/ T4 w 462"/>
                  <a:gd name="T6" fmla="+- 0 4402 3957"/>
                  <a:gd name="T7" fmla="*/ 4402 h 446"/>
                  <a:gd name="T8" fmla="+- 0 8837 8375"/>
                  <a:gd name="T9" fmla="*/ T8 w 462"/>
                  <a:gd name="T10" fmla="+- 0 3957 3957"/>
                  <a:gd name="T11" fmla="*/ 3957 h 446"/>
                  <a:gd name="T12" fmla="+- 0 8375 8375"/>
                  <a:gd name="T13" fmla="*/ T12 w 462"/>
                  <a:gd name="T14" fmla="+- 0 3957 3957"/>
                  <a:gd name="T15" fmla="*/ 3957 h 446"/>
                  <a:gd name="T16" fmla="+- 0 8375 8375"/>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6" name="Group 95">
              <a:extLst>
                <a:ext uri="{FF2B5EF4-FFF2-40B4-BE49-F238E27FC236}">
                  <a16:creationId xmlns:a16="http://schemas.microsoft.com/office/drawing/2014/main" id="{AF48C2DE-C4FE-129A-3CAA-14AD58DE1723}"/>
                </a:ext>
              </a:extLst>
            </p:cNvPr>
            <p:cNvGrpSpPr>
              <a:grpSpLocks/>
            </p:cNvGrpSpPr>
            <p:nvPr/>
          </p:nvGrpSpPr>
          <p:grpSpPr bwMode="auto">
            <a:xfrm>
              <a:off x="8831" y="3957"/>
              <a:ext cx="462" cy="446"/>
              <a:chOff x="8831" y="3957"/>
              <a:chExt cx="462" cy="446"/>
            </a:xfrm>
          </p:grpSpPr>
          <p:sp>
            <p:nvSpPr>
              <p:cNvPr id="1479" name="Freeform 4626">
                <a:extLst>
                  <a:ext uri="{FF2B5EF4-FFF2-40B4-BE49-F238E27FC236}">
                    <a16:creationId xmlns:a16="http://schemas.microsoft.com/office/drawing/2014/main" id="{00D62D7F-D4DE-1A54-F2BD-3271D4E08799}"/>
                  </a:ext>
                </a:extLst>
              </p:cNvPr>
              <p:cNvSpPr>
                <a:spLocks/>
              </p:cNvSpPr>
              <p:nvPr/>
            </p:nvSpPr>
            <p:spPr bwMode="auto">
              <a:xfrm>
                <a:off x="8831" y="3957"/>
                <a:ext cx="462" cy="446"/>
              </a:xfrm>
              <a:custGeom>
                <a:avLst/>
                <a:gdLst>
                  <a:gd name="T0" fmla="+- 0 8831 8831"/>
                  <a:gd name="T1" fmla="*/ T0 w 462"/>
                  <a:gd name="T2" fmla="+- 0 4402 3957"/>
                  <a:gd name="T3" fmla="*/ 4402 h 446"/>
                  <a:gd name="T4" fmla="+- 0 9293 8831"/>
                  <a:gd name="T5" fmla="*/ T4 w 462"/>
                  <a:gd name="T6" fmla="+- 0 4402 3957"/>
                  <a:gd name="T7" fmla="*/ 4402 h 446"/>
                  <a:gd name="T8" fmla="+- 0 9293 8831"/>
                  <a:gd name="T9" fmla="*/ T8 w 462"/>
                  <a:gd name="T10" fmla="+- 0 3957 3957"/>
                  <a:gd name="T11" fmla="*/ 3957 h 446"/>
                  <a:gd name="T12" fmla="+- 0 8831 8831"/>
                  <a:gd name="T13" fmla="*/ T12 w 462"/>
                  <a:gd name="T14" fmla="+- 0 3957 3957"/>
                  <a:gd name="T15" fmla="*/ 3957 h 446"/>
                  <a:gd name="T16" fmla="+- 0 8831 8831"/>
                  <a:gd name="T17" fmla="*/ T16 w 462"/>
                  <a:gd name="T18" fmla="+- 0 4402 3957"/>
                  <a:gd name="T19" fmla="*/ 4402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7" name="Group 96">
              <a:extLst>
                <a:ext uri="{FF2B5EF4-FFF2-40B4-BE49-F238E27FC236}">
                  <a16:creationId xmlns:a16="http://schemas.microsoft.com/office/drawing/2014/main" id="{4C9FEDC0-430E-9480-D4DA-00D9E6B878CB}"/>
                </a:ext>
              </a:extLst>
            </p:cNvPr>
            <p:cNvGrpSpPr>
              <a:grpSpLocks/>
            </p:cNvGrpSpPr>
            <p:nvPr/>
          </p:nvGrpSpPr>
          <p:grpSpPr bwMode="auto">
            <a:xfrm>
              <a:off x="617" y="4397"/>
              <a:ext cx="462" cy="446"/>
              <a:chOff x="617" y="4397"/>
              <a:chExt cx="462" cy="446"/>
            </a:xfrm>
          </p:grpSpPr>
          <p:sp>
            <p:nvSpPr>
              <p:cNvPr id="1478" name="Freeform 4628">
                <a:extLst>
                  <a:ext uri="{FF2B5EF4-FFF2-40B4-BE49-F238E27FC236}">
                    <a16:creationId xmlns:a16="http://schemas.microsoft.com/office/drawing/2014/main" id="{659C89F2-A94C-0755-3710-8EB8F5C1391D}"/>
                  </a:ext>
                </a:extLst>
              </p:cNvPr>
              <p:cNvSpPr>
                <a:spLocks/>
              </p:cNvSpPr>
              <p:nvPr/>
            </p:nvSpPr>
            <p:spPr bwMode="auto">
              <a:xfrm>
                <a:off x="617" y="4397"/>
                <a:ext cx="462" cy="446"/>
              </a:xfrm>
              <a:custGeom>
                <a:avLst/>
                <a:gdLst>
                  <a:gd name="T0" fmla="+- 0 617 617"/>
                  <a:gd name="T1" fmla="*/ T0 w 462"/>
                  <a:gd name="T2" fmla="+- 0 4843 4397"/>
                  <a:gd name="T3" fmla="*/ 4843 h 446"/>
                  <a:gd name="T4" fmla="+- 0 1079 617"/>
                  <a:gd name="T5" fmla="*/ T4 w 462"/>
                  <a:gd name="T6" fmla="+- 0 4843 4397"/>
                  <a:gd name="T7" fmla="*/ 4843 h 446"/>
                  <a:gd name="T8" fmla="+- 0 1079 617"/>
                  <a:gd name="T9" fmla="*/ T8 w 462"/>
                  <a:gd name="T10" fmla="+- 0 4397 4397"/>
                  <a:gd name="T11" fmla="*/ 4397 h 446"/>
                  <a:gd name="T12" fmla="+- 0 617 617"/>
                  <a:gd name="T13" fmla="*/ T12 w 462"/>
                  <a:gd name="T14" fmla="+- 0 4397 4397"/>
                  <a:gd name="T15" fmla="*/ 4397 h 446"/>
                  <a:gd name="T16" fmla="+- 0 617 617"/>
                  <a:gd name="T17" fmla="*/ T16 w 462"/>
                  <a:gd name="T18" fmla="+- 0 4843 4397"/>
                  <a:gd name="T19" fmla="*/ 4843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8" name="Group 97">
              <a:extLst>
                <a:ext uri="{FF2B5EF4-FFF2-40B4-BE49-F238E27FC236}">
                  <a16:creationId xmlns:a16="http://schemas.microsoft.com/office/drawing/2014/main" id="{45958FB4-BBC1-0D78-1235-D3358E723BA5}"/>
                </a:ext>
              </a:extLst>
            </p:cNvPr>
            <p:cNvGrpSpPr>
              <a:grpSpLocks/>
            </p:cNvGrpSpPr>
            <p:nvPr/>
          </p:nvGrpSpPr>
          <p:grpSpPr bwMode="auto">
            <a:xfrm>
              <a:off x="1074" y="4397"/>
              <a:ext cx="4113" cy="446"/>
              <a:chOff x="1074" y="4397"/>
              <a:chExt cx="4113" cy="446"/>
            </a:xfrm>
          </p:grpSpPr>
          <p:sp>
            <p:nvSpPr>
              <p:cNvPr id="1477" name="Freeform 4630">
                <a:extLst>
                  <a:ext uri="{FF2B5EF4-FFF2-40B4-BE49-F238E27FC236}">
                    <a16:creationId xmlns:a16="http://schemas.microsoft.com/office/drawing/2014/main" id="{EE4EC12A-F83C-B168-4726-DCFADD1C34BA}"/>
                  </a:ext>
                </a:extLst>
              </p:cNvPr>
              <p:cNvSpPr>
                <a:spLocks/>
              </p:cNvSpPr>
              <p:nvPr/>
            </p:nvSpPr>
            <p:spPr bwMode="auto">
              <a:xfrm>
                <a:off x="1074" y="4397"/>
                <a:ext cx="4113" cy="446"/>
              </a:xfrm>
              <a:custGeom>
                <a:avLst/>
                <a:gdLst>
                  <a:gd name="T0" fmla="+- 0 1074 1074"/>
                  <a:gd name="T1" fmla="*/ T0 w 4113"/>
                  <a:gd name="T2" fmla="+- 0 4843 4397"/>
                  <a:gd name="T3" fmla="*/ 4843 h 446"/>
                  <a:gd name="T4" fmla="+- 0 5186 1074"/>
                  <a:gd name="T5" fmla="*/ T4 w 4113"/>
                  <a:gd name="T6" fmla="+- 0 4843 4397"/>
                  <a:gd name="T7" fmla="*/ 4843 h 446"/>
                  <a:gd name="T8" fmla="+- 0 5186 1074"/>
                  <a:gd name="T9" fmla="*/ T8 w 4113"/>
                  <a:gd name="T10" fmla="+- 0 4397 4397"/>
                  <a:gd name="T11" fmla="*/ 4397 h 446"/>
                  <a:gd name="T12" fmla="+- 0 1074 1074"/>
                  <a:gd name="T13" fmla="*/ T12 w 4113"/>
                  <a:gd name="T14" fmla="+- 0 4397 4397"/>
                  <a:gd name="T15" fmla="*/ 4397 h 446"/>
                  <a:gd name="T16" fmla="+- 0 1074 1074"/>
                  <a:gd name="T17" fmla="*/ T16 w 4113"/>
                  <a:gd name="T18" fmla="+- 0 4843 4397"/>
                  <a:gd name="T19" fmla="*/ 4843 h 446"/>
                </a:gdLst>
                <a:ahLst/>
                <a:cxnLst>
                  <a:cxn ang="0">
                    <a:pos x="T1" y="T3"/>
                  </a:cxn>
                  <a:cxn ang="0">
                    <a:pos x="T5" y="T7"/>
                  </a:cxn>
                  <a:cxn ang="0">
                    <a:pos x="T9" y="T11"/>
                  </a:cxn>
                  <a:cxn ang="0">
                    <a:pos x="T13" y="T15"/>
                  </a:cxn>
                  <a:cxn ang="0">
                    <a:pos x="T17" y="T19"/>
                  </a:cxn>
                </a:cxnLst>
                <a:rect l="0" t="0" r="r" b="b"/>
                <a:pathLst>
                  <a:path w="4113" h="446">
                    <a:moveTo>
                      <a:pt x="0" y="446"/>
                    </a:moveTo>
                    <a:lnTo>
                      <a:pt x="4112" y="446"/>
                    </a:lnTo>
                    <a:lnTo>
                      <a:pt x="411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99" name="Group 98">
              <a:extLst>
                <a:ext uri="{FF2B5EF4-FFF2-40B4-BE49-F238E27FC236}">
                  <a16:creationId xmlns:a16="http://schemas.microsoft.com/office/drawing/2014/main" id="{8069BAFE-D4CF-9109-777D-7041C60E8E23}"/>
                </a:ext>
              </a:extLst>
            </p:cNvPr>
            <p:cNvGrpSpPr>
              <a:grpSpLocks/>
            </p:cNvGrpSpPr>
            <p:nvPr/>
          </p:nvGrpSpPr>
          <p:grpSpPr bwMode="auto">
            <a:xfrm>
              <a:off x="5181" y="4397"/>
              <a:ext cx="462" cy="446"/>
              <a:chOff x="5181" y="4397"/>
              <a:chExt cx="462" cy="446"/>
            </a:xfrm>
          </p:grpSpPr>
          <p:sp>
            <p:nvSpPr>
              <p:cNvPr id="1476" name="Freeform 4632">
                <a:extLst>
                  <a:ext uri="{FF2B5EF4-FFF2-40B4-BE49-F238E27FC236}">
                    <a16:creationId xmlns:a16="http://schemas.microsoft.com/office/drawing/2014/main" id="{895F70B3-80CF-28EB-20BB-BE200DCF6D04}"/>
                  </a:ext>
                </a:extLst>
              </p:cNvPr>
              <p:cNvSpPr>
                <a:spLocks/>
              </p:cNvSpPr>
              <p:nvPr/>
            </p:nvSpPr>
            <p:spPr bwMode="auto">
              <a:xfrm>
                <a:off x="5181" y="4397"/>
                <a:ext cx="462" cy="446"/>
              </a:xfrm>
              <a:custGeom>
                <a:avLst/>
                <a:gdLst>
                  <a:gd name="T0" fmla="+- 0 5181 5181"/>
                  <a:gd name="T1" fmla="*/ T0 w 462"/>
                  <a:gd name="T2" fmla="+- 0 4843 4397"/>
                  <a:gd name="T3" fmla="*/ 4843 h 446"/>
                  <a:gd name="T4" fmla="+- 0 5642 5181"/>
                  <a:gd name="T5" fmla="*/ T4 w 462"/>
                  <a:gd name="T6" fmla="+- 0 4843 4397"/>
                  <a:gd name="T7" fmla="*/ 4843 h 446"/>
                  <a:gd name="T8" fmla="+- 0 5642 5181"/>
                  <a:gd name="T9" fmla="*/ T8 w 462"/>
                  <a:gd name="T10" fmla="+- 0 4397 4397"/>
                  <a:gd name="T11" fmla="*/ 4397 h 446"/>
                  <a:gd name="T12" fmla="+- 0 5181 5181"/>
                  <a:gd name="T13" fmla="*/ T12 w 462"/>
                  <a:gd name="T14" fmla="+- 0 4397 4397"/>
                  <a:gd name="T15" fmla="*/ 4397 h 446"/>
                  <a:gd name="T16" fmla="+- 0 5181 5181"/>
                  <a:gd name="T17" fmla="*/ T16 w 462"/>
                  <a:gd name="T18" fmla="+- 0 4843 4397"/>
                  <a:gd name="T19" fmla="*/ 4843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99EA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0" name="Group 99">
              <a:extLst>
                <a:ext uri="{FF2B5EF4-FFF2-40B4-BE49-F238E27FC236}">
                  <a16:creationId xmlns:a16="http://schemas.microsoft.com/office/drawing/2014/main" id="{07EEC975-2F8B-2FD9-B837-370A32CFC583}"/>
                </a:ext>
              </a:extLst>
            </p:cNvPr>
            <p:cNvGrpSpPr>
              <a:grpSpLocks/>
            </p:cNvGrpSpPr>
            <p:nvPr/>
          </p:nvGrpSpPr>
          <p:grpSpPr bwMode="auto">
            <a:xfrm>
              <a:off x="5637" y="4397"/>
              <a:ext cx="919" cy="446"/>
              <a:chOff x="5637" y="4397"/>
              <a:chExt cx="919" cy="446"/>
            </a:xfrm>
          </p:grpSpPr>
          <p:sp>
            <p:nvSpPr>
              <p:cNvPr id="1475" name="Freeform 4634">
                <a:extLst>
                  <a:ext uri="{FF2B5EF4-FFF2-40B4-BE49-F238E27FC236}">
                    <a16:creationId xmlns:a16="http://schemas.microsoft.com/office/drawing/2014/main" id="{62CA969E-3C9C-5112-653C-0D7D6F25A6D0}"/>
                  </a:ext>
                </a:extLst>
              </p:cNvPr>
              <p:cNvSpPr>
                <a:spLocks/>
              </p:cNvSpPr>
              <p:nvPr/>
            </p:nvSpPr>
            <p:spPr bwMode="auto">
              <a:xfrm>
                <a:off x="5637" y="4397"/>
                <a:ext cx="919" cy="446"/>
              </a:xfrm>
              <a:custGeom>
                <a:avLst/>
                <a:gdLst>
                  <a:gd name="T0" fmla="+- 0 5637 5637"/>
                  <a:gd name="T1" fmla="*/ T0 w 919"/>
                  <a:gd name="T2" fmla="+- 0 4843 4397"/>
                  <a:gd name="T3" fmla="*/ 4843 h 446"/>
                  <a:gd name="T4" fmla="+- 0 6555 5637"/>
                  <a:gd name="T5" fmla="*/ T4 w 919"/>
                  <a:gd name="T6" fmla="+- 0 4843 4397"/>
                  <a:gd name="T7" fmla="*/ 4843 h 446"/>
                  <a:gd name="T8" fmla="+- 0 6555 5637"/>
                  <a:gd name="T9" fmla="*/ T8 w 919"/>
                  <a:gd name="T10" fmla="+- 0 4397 4397"/>
                  <a:gd name="T11" fmla="*/ 4397 h 446"/>
                  <a:gd name="T12" fmla="+- 0 5637 5637"/>
                  <a:gd name="T13" fmla="*/ T12 w 919"/>
                  <a:gd name="T14" fmla="+- 0 4397 4397"/>
                  <a:gd name="T15" fmla="*/ 4397 h 446"/>
                  <a:gd name="T16" fmla="+- 0 5637 5637"/>
                  <a:gd name="T17" fmla="*/ T16 w 919"/>
                  <a:gd name="T18" fmla="+- 0 4843 4397"/>
                  <a:gd name="T19" fmla="*/ 4843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1" name="Group 100">
              <a:extLst>
                <a:ext uri="{FF2B5EF4-FFF2-40B4-BE49-F238E27FC236}">
                  <a16:creationId xmlns:a16="http://schemas.microsoft.com/office/drawing/2014/main" id="{BD3CCDD7-2217-6616-1197-1310B7351C37}"/>
                </a:ext>
              </a:extLst>
            </p:cNvPr>
            <p:cNvGrpSpPr>
              <a:grpSpLocks/>
            </p:cNvGrpSpPr>
            <p:nvPr/>
          </p:nvGrpSpPr>
          <p:grpSpPr bwMode="auto">
            <a:xfrm>
              <a:off x="6550" y="4397"/>
              <a:ext cx="462" cy="446"/>
              <a:chOff x="6550" y="4397"/>
              <a:chExt cx="462" cy="446"/>
            </a:xfrm>
          </p:grpSpPr>
          <p:sp>
            <p:nvSpPr>
              <p:cNvPr id="1474" name="Freeform 4636">
                <a:extLst>
                  <a:ext uri="{FF2B5EF4-FFF2-40B4-BE49-F238E27FC236}">
                    <a16:creationId xmlns:a16="http://schemas.microsoft.com/office/drawing/2014/main" id="{9C0D871C-1F36-4B2B-7E38-29A26C6317EF}"/>
                  </a:ext>
                </a:extLst>
              </p:cNvPr>
              <p:cNvSpPr>
                <a:spLocks/>
              </p:cNvSpPr>
              <p:nvPr/>
            </p:nvSpPr>
            <p:spPr bwMode="auto">
              <a:xfrm>
                <a:off x="6550" y="4397"/>
                <a:ext cx="462" cy="446"/>
              </a:xfrm>
              <a:custGeom>
                <a:avLst/>
                <a:gdLst>
                  <a:gd name="T0" fmla="+- 0 6550 6550"/>
                  <a:gd name="T1" fmla="*/ T0 w 462"/>
                  <a:gd name="T2" fmla="+- 0 4843 4397"/>
                  <a:gd name="T3" fmla="*/ 4843 h 446"/>
                  <a:gd name="T4" fmla="+- 0 7011 6550"/>
                  <a:gd name="T5" fmla="*/ T4 w 462"/>
                  <a:gd name="T6" fmla="+- 0 4843 4397"/>
                  <a:gd name="T7" fmla="*/ 4843 h 446"/>
                  <a:gd name="T8" fmla="+- 0 7011 6550"/>
                  <a:gd name="T9" fmla="*/ T8 w 462"/>
                  <a:gd name="T10" fmla="+- 0 4397 4397"/>
                  <a:gd name="T11" fmla="*/ 4397 h 446"/>
                  <a:gd name="T12" fmla="+- 0 6550 6550"/>
                  <a:gd name="T13" fmla="*/ T12 w 462"/>
                  <a:gd name="T14" fmla="+- 0 4397 4397"/>
                  <a:gd name="T15" fmla="*/ 4397 h 446"/>
                  <a:gd name="T16" fmla="+- 0 6550 6550"/>
                  <a:gd name="T17" fmla="*/ T16 w 462"/>
                  <a:gd name="T18" fmla="+- 0 4843 4397"/>
                  <a:gd name="T19" fmla="*/ 4843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2" name="Group 101">
              <a:extLst>
                <a:ext uri="{FF2B5EF4-FFF2-40B4-BE49-F238E27FC236}">
                  <a16:creationId xmlns:a16="http://schemas.microsoft.com/office/drawing/2014/main" id="{73B75193-D78C-0306-789E-6DF59A21D17E}"/>
                </a:ext>
              </a:extLst>
            </p:cNvPr>
            <p:cNvGrpSpPr>
              <a:grpSpLocks/>
            </p:cNvGrpSpPr>
            <p:nvPr/>
          </p:nvGrpSpPr>
          <p:grpSpPr bwMode="auto">
            <a:xfrm>
              <a:off x="7006" y="4397"/>
              <a:ext cx="462" cy="446"/>
              <a:chOff x="7006" y="4397"/>
              <a:chExt cx="462" cy="446"/>
            </a:xfrm>
          </p:grpSpPr>
          <p:sp>
            <p:nvSpPr>
              <p:cNvPr id="1473" name="Freeform 4638">
                <a:extLst>
                  <a:ext uri="{FF2B5EF4-FFF2-40B4-BE49-F238E27FC236}">
                    <a16:creationId xmlns:a16="http://schemas.microsoft.com/office/drawing/2014/main" id="{268538E7-72BF-B9F5-A2DF-B1F666AD4E45}"/>
                  </a:ext>
                </a:extLst>
              </p:cNvPr>
              <p:cNvSpPr>
                <a:spLocks/>
              </p:cNvSpPr>
              <p:nvPr/>
            </p:nvSpPr>
            <p:spPr bwMode="auto">
              <a:xfrm>
                <a:off x="7006" y="4397"/>
                <a:ext cx="462" cy="446"/>
              </a:xfrm>
              <a:custGeom>
                <a:avLst/>
                <a:gdLst>
                  <a:gd name="T0" fmla="+- 0 7006 7006"/>
                  <a:gd name="T1" fmla="*/ T0 w 462"/>
                  <a:gd name="T2" fmla="+- 0 4843 4397"/>
                  <a:gd name="T3" fmla="*/ 4843 h 446"/>
                  <a:gd name="T4" fmla="+- 0 7468 7006"/>
                  <a:gd name="T5" fmla="*/ T4 w 462"/>
                  <a:gd name="T6" fmla="+- 0 4843 4397"/>
                  <a:gd name="T7" fmla="*/ 4843 h 446"/>
                  <a:gd name="T8" fmla="+- 0 7468 7006"/>
                  <a:gd name="T9" fmla="*/ T8 w 462"/>
                  <a:gd name="T10" fmla="+- 0 4397 4397"/>
                  <a:gd name="T11" fmla="*/ 4397 h 446"/>
                  <a:gd name="T12" fmla="+- 0 7006 7006"/>
                  <a:gd name="T13" fmla="*/ T12 w 462"/>
                  <a:gd name="T14" fmla="+- 0 4397 4397"/>
                  <a:gd name="T15" fmla="*/ 4397 h 446"/>
                  <a:gd name="T16" fmla="+- 0 7006 7006"/>
                  <a:gd name="T17" fmla="*/ T16 w 462"/>
                  <a:gd name="T18" fmla="+- 0 4843 4397"/>
                  <a:gd name="T19" fmla="*/ 4843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7F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3" name="Group 102">
              <a:extLst>
                <a:ext uri="{FF2B5EF4-FFF2-40B4-BE49-F238E27FC236}">
                  <a16:creationId xmlns:a16="http://schemas.microsoft.com/office/drawing/2014/main" id="{96392965-F99A-1CDF-F12D-D6F037B6BCA2}"/>
                </a:ext>
              </a:extLst>
            </p:cNvPr>
            <p:cNvGrpSpPr>
              <a:grpSpLocks/>
            </p:cNvGrpSpPr>
            <p:nvPr/>
          </p:nvGrpSpPr>
          <p:grpSpPr bwMode="auto">
            <a:xfrm>
              <a:off x="7462" y="4397"/>
              <a:ext cx="1375" cy="446"/>
              <a:chOff x="7462" y="4397"/>
              <a:chExt cx="1375" cy="446"/>
            </a:xfrm>
          </p:grpSpPr>
          <p:sp>
            <p:nvSpPr>
              <p:cNvPr id="1472" name="Freeform 4640">
                <a:extLst>
                  <a:ext uri="{FF2B5EF4-FFF2-40B4-BE49-F238E27FC236}">
                    <a16:creationId xmlns:a16="http://schemas.microsoft.com/office/drawing/2014/main" id="{773EAE51-5215-8107-9D4C-BDE3BC179BCE}"/>
                  </a:ext>
                </a:extLst>
              </p:cNvPr>
              <p:cNvSpPr>
                <a:spLocks/>
              </p:cNvSpPr>
              <p:nvPr/>
            </p:nvSpPr>
            <p:spPr bwMode="auto">
              <a:xfrm>
                <a:off x="7462" y="4397"/>
                <a:ext cx="1375" cy="446"/>
              </a:xfrm>
              <a:custGeom>
                <a:avLst/>
                <a:gdLst>
                  <a:gd name="T0" fmla="+- 0 7462 7462"/>
                  <a:gd name="T1" fmla="*/ T0 w 1375"/>
                  <a:gd name="T2" fmla="+- 0 4843 4397"/>
                  <a:gd name="T3" fmla="*/ 4843 h 446"/>
                  <a:gd name="T4" fmla="+- 0 8837 7462"/>
                  <a:gd name="T5" fmla="*/ T4 w 1375"/>
                  <a:gd name="T6" fmla="+- 0 4843 4397"/>
                  <a:gd name="T7" fmla="*/ 4843 h 446"/>
                  <a:gd name="T8" fmla="+- 0 8837 7462"/>
                  <a:gd name="T9" fmla="*/ T8 w 1375"/>
                  <a:gd name="T10" fmla="+- 0 4397 4397"/>
                  <a:gd name="T11" fmla="*/ 4397 h 446"/>
                  <a:gd name="T12" fmla="+- 0 7462 7462"/>
                  <a:gd name="T13" fmla="*/ T12 w 1375"/>
                  <a:gd name="T14" fmla="+- 0 4397 4397"/>
                  <a:gd name="T15" fmla="*/ 4397 h 446"/>
                  <a:gd name="T16" fmla="+- 0 7462 7462"/>
                  <a:gd name="T17" fmla="*/ T16 w 1375"/>
                  <a:gd name="T18" fmla="+- 0 4843 4397"/>
                  <a:gd name="T19" fmla="*/ 4843 h 446"/>
                </a:gdLst>
                <a:ahLst/>
                <a:cxnLst>
                  <a:cxn ang="0">
                    <a:pos x="T1" y="T3"/>
                  </a:cxn>
                  <a:cxn ang="0">
                    <a:pos x="T5" y="T7"/>
                  </a:cxn>
                  <a:cxn ang="0">
                    <a:pos x="T9" y="T11"/>
                  </a:cxn>
                  <a:cxn ang="0">
                    <a:pos x="T13" y="T15"/>
                  </a:cxn>
                  <a:cxn ang="0">
                    <a:pos x="T17" y="T19"/>
                  </a:cxn>
                </a:cxnLst>
                <a:rect l="0" t="0" r="r" b="b"/>
                <a:pathLst>
                  <a:path w="1375" h="446">
                    <a:moveTo>
                      <a:pt x="0" y="446"/>
                    </a:moveTo>
                    <a:lnTo>
                      <a:pt x="1375" y="446"/>
                    </a:lnTo>
                    <a:lnTo>
                      <a:pt x="1375"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4" name="Group 103">
              <a:extLst>
                <a:ext uri="{FF2B5EF4-FFF2-40B4-BE49-F238E27FC236}">
                  <a16:creationId xmlns:a16="http://schemas.microsoft.com/office/drawing/2014/main" id="{FA07562E-52D5-671C-CF1C-A12A6297CFF6}"/>
                </a:ext>
              </a:extLst>
            </p:cNvPr>
            <p:cNvGrpSpPr>
              <a:grpSpLocks/>
            </p:cNvGrpSpPr>
            <p:nvPr/>
          </p:nvGrpSpPr>
          <p:grpSpPr bwMode="auto">
            <a:xfrm>
              <a:off x="8831" y="4397"/>
              <a:ext cx="462" cy="446"/>
              <a:chOff x="8831" y="4397"/>
              <a:chExt cx="462" cy="446"/>
            </a:xfrm>
          </p:grpSpPr>
          <p:sp>
            <p:nvSpPr>
              <p:cNvPr id="1471" name="Freeform 4642">
                <a:extLst>
                  <a:ext uri="{FF2B5EF4-FFF2-40B4-BE49-F238E27FC236}">
                    <a16:creationId xmlns:a16="http://schemas.microsoft.com/office/drawing/2014/main" id="{0E2F6F5B-0124-2AF4-549B-568B9E948C7E}"/>
                  </a:ext>
                </a:extLst>
              </p:cNvPr>
              <p:cNvSpPr>
                <a:spLocks/>
              </p:cNvSpPr>
              <p:nvPr/>
            </p:nvSpPr>
            <p:spPr bwMode="auto">
              <a:xfrm>
                <a:off x="8831" y="4397"/>
                <a:ext cx="462" cy="446"/>
              </a:xfrm>
              <a:custGeom>
                <a:avLst/>
                <a:gdLst>
                  <a:gd name="T0" fmla="+- 0 8831 8831"/>
                  <a:gd name="T1" fmla="*/ T0 w 462"/>
                  <a:gd name="T2" fmla="+- 0 4843 4397"/>
                  <a:gd name="T3" fmla="*/ 4843 h 446"/>
                  <a:gd name="T4" fmla="+- 0 9293 8831"/>
                  <a:gd name="T5" fmla="*/ T4 w 462"/>
                  <a:gd name="T6" fmla="+- 0 4843 4397"/>
                  <a:gd name="T7" fmla="*/ 4843 h 446"/>
                  <a:gd name="T8" fmla="+- 0 9293 8831"/>
                  <a:gd name="T9" fmla="*/ T8 w 462"/>
                  <a:gd name="T10" fmla="+- 0 4397 4397"/>
                  <a:gd name="T11" fmla="*/ 4397 h 446"/>
                  <a:gd name="T12" fmla="+- 0 8831 8831"/>
                  <a:gd name="T13" fmla="*/ T12 w 462"/>
                  <a:gd name="T14" fmla="+- 0 4397 4397"/>
                  <a:gd name="T15" fmla="*/ 4397 h 446"/>
                  <a:gd name="T16" fmla="+- 0 8831 8831"/>
                  <a:gd name="T17" fmla="*/ T16 w 462"/>
                  <a:gd name="T18" fmla="+- 0 4843 4397"/>
                  <a:gd name="T19" fmla="*/ 4843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5" name="Group 104">
              <a:extLst>
                <a:ext uri="{FF2B5EF4-FFF2-40B4-BE49-F238E27FC236}">
                  <a16:creationId xmlns:a16="http://schemas.microsoft.com/office/drawing/2014/main" id="{16216BC6-7B28-17A7-0962-2BA87499E340}"/>
                </a:ext>
              </a:extLst>
            </p:cNvPr>
            <p:cNvGrpSpPr>
              <a:grpSpLocks/>
            </p:cNvGrpSpPr>
            <p:nvPr/>
          </p:nvGrpSpPr>
          <p:grpSpPr bwMode="auto">
            <a:xfrm>
              <a:off x="617" y="4837"/>
              <a:ext cx="1831" cy="446"/>
              <a:chOff x="617" y="4837"/>
              <a:chExt cx="1831" cy="446"/>
            </a:xfrm>
          </p:grpSpPr>
          <p:sp>
            <p:nvSpPr>
              <p:cNvPr id="1470" name="Freeform 4644">
                <a:extLst>
                  <a:ext uri="{FF2B5EF4-FFF2-40B4-BE49-F238E27FC236}">
                    <a16:creationId xmlns:a16="http://schemas.microsoft.com/office/drawing/2014/main" id="{5F0BA349-70FF-EEAD-DF90-2C412D17351D}"/>
                  </a:ext>
                </a:extLst>
              </p:cNvPr>
              <p:cNvSpPr>
                <a:spLocks/>
              </p:cNvSpPr>
              <p:nvPr/>
            </p:nvSpPr>
            <p:spPr bwMode="auto">
              <a:xfrm>
                <a:off x="617" y="4837"/>
                <a:ext cx="1831" cy="446"/>
              </a:xfrm>
              <a:custGeom>
                <a:avLst/>
                <a:gdLst>
                  <a:gd name="T0" fmla="+- 0 617 617"/>
                  <a:gd name="T1" fmla="*/ T0 w 1831"/>
                  <a:gd name="T2" fmla="+- 0 5283 4837"/>
                  <a:gd name="T3" fmla="*/ 5283 h 446"/>
                  <a:gd name="T4" fmla="+- 0 2448 617"/>
                  <a:gd name="T5" fmla="*/ T4 w 1831"/>
                  <a:gd name="T6" fmla="+- 0 5283 4837"/>
                  <a:gd name="T7" fmla="*/ 5283 h 446"/>
                  <a:gd name="T8" fmla="+- 0 2448 617"/>
                  <a:gd name="T9" fmla="*/ T8 w 1831"/>
                  <a:gd name="T10" fmla="+- 0 4837 4837"/>
                  <a:gd name="T11" fmla="*/ 4837 h 446"/>
                  <a:gd name="T12" fmla="+- 0 617 617"/>
                  <a:gd name="T13" fmla="*/ T12 w 1831"/>
                  <a:gd name="T14" fmla="+- 0 4837 4837"/>
                  <a:gd name="T15" fmla="*/ 4837 h 446"/>
                  <a:gd name="T16" fmla="+- 0 617 617"/>
                  <a:gd name="T17" fmla="*/ T16 w 1831"/>
                  <a:gd name="T18" fmla="+- 0 5283 4837"/>
                  <a:gd name="T19" fmla="*/ 5283 h 446"/>
                </a:gdLst>
                <a:ahLst/>
                <a:cxnLst>
                  <a:cxn ang="0">
                    <a:pos x="T1" y="T3"/>
                  </a:cxn>
                  <a:cxn ang="0">
                    <a:pos x="T5" y="T7"/>
                  </a:cxn>
                  <a:cxn ang="0">
                    <a:pos x="T9" y="T11"/>
                  </a:cxn>
                  <a:cxn ang="0">
                    <a:pos x="T13" y="T15"/>
                  </a:cxn>
                  <a:cxn ang="0">
                    <a:pos x="T17" y="T19"/>
                  </a:cxn>
                </a:cxnLst>
                <a:rect l="0" t="0" r="r" b="b"/>
                <a:pathLst>
                  <a:path w="1831" h="446">
                    <a:moveTo>
                      <a:pt x="0" y="446"/>
                    </a:moveTo>
                    <a:lnTo>
                      <a:pt x="1831" y="446"/>
                    </a:lnTo>
                    <a:lnTo>
                      <a:pt x="183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6" name="Group 105">
              <a:extLst>
                <a:ext uri="{FF2B5EF4-FFF2-40B4-BE49-F238E27FC236}">
                  <a16:creationId xmlns:a16="http://schemas.microsoft.com/office/drawing/2014/main" id="{6DE7A79E-8523-C2C6-A22E-F267E28077A5}"/>
                </a:ext>
              </a:extLst>
            </p:cNvPr>
            <p:cNvGrpSpPr>
              <a:grpSpLocks/>
            </p:cNvGrpSpPr>
            <p:nvPr/>
          </p:nvGrpSpPr>
          <p:grpSpPr bwMode="auto">
            <a:xfrm>
              <a:off x="2899" y="4837"/>
              <a:ext cx="2744" cy="446"/>
              <a:chOff x="2899" y="4837"/>
              <a:chExt cx="2744" cy="446"/>
            </a:xfrm>
          </p:grpSpPr>
          <p:sp>
            <p:nvSpPr>
              <p:cNvPr id="1469" name="Freeform 4646">
                <a:extLst>
                  <a:ext uri="{FF2B5EF4-FFF2-40B4-BE49-F238E27FC236}">
                    <a16:creationId xmlns:a16="http://schemas.microsoft.com/office/drawing/2014/main" id="{62EA51CA-0D87-230F-5DF7-A97B738C4E6F}"/>
                  </a:ext>
                </a:extLst>
              </p:cNvPr>
              <p:cNvSpPr>
                <a:spLocks/>
              </p:cNvSpPr>
              <p:nvPr/>
            </p:nvSpPr>
            <p:spPr bwMode="auto">
              <a:xfrm>
                <a:off x="2899" y="4837"/>
                <a:ext cx="2744" cy="446"/>
              </a:xfrm>
              <a:custGeom>
                <a:avLst/>
                <a:gdLst>
                  <a:gd name="T0" fmla="+- 0 2899 2899"/>
                  <a:gd name="T1" fmla="*/ T0 w 2744"/>
                  <a:gd name="T2" fmla="+- 0 5283 4837"/>
                  <a:gd name="T3" fmla="*/ 5283 h 446"/>
                  <a:gd name="T4" fmla="+- 0 5642 2899"/>
                  <a:gd name="T5" fmla="*/ T4 w 2744"/>
                  <a:gd name="T6" fmla="+- 0 5283 4837"/>
                  <a:gd name="T7" fmla="*/ 5283 h 446"/>
                  <a:gd name="T8" fmla="+- 0 5642 2899"/>
                  <a:gd name="T9" fmla="*/ T8 w 2744"/>
                  <a:gd name="T10" fmla="+- 0 4837 4837"/>
                  <a:gd name="T11" fmla="*/ 4837 h 446"/>
                  <a:gd name="T12" fmla="+- 0 2899 2899"/>
                  <a:gd name="T13" fmla="*/ T12 w 2744"/>
                  <a:gd name="T14" fmla="+- 0 4837 4837"/>
                  <a:gd name="T15" fmla="*/ 4837 h 446"/>
                  <a:gd name="T16" fmla="+- 0 2899 2899"/>
                  <a:gd name="T17" fmla="*/ T16 w 2744"/>
                  <a:gd name="T18" fmla="+- 0 5283 4837"/>
                  <a:gd name="T19" fmla="*/ 5283 h 446"/>
                </a:gdLst>
                <a:ahLst/>
                <a:cxnLst>
                  <a:cxn ang="0">
                    <a:pos x="T1" y="T3"/>
                  </a:cxn>
                  <a:cxn ang="0">
                    <a:pos x="T5" y="T7"/>
                  </a:cxn>
                  <a:cxn ang="0">
                    <a:pos x="T9" y="T11"/>
                  </a:cxn>
                  <a:cxn ang="0">
                    <a:pos x="T13" y="T15"/>
                  </a:cxn>
                  <a:cxn ang="0">
                    <a:pos x="T17" y="T19"/>
                  </a:cxn>
                </a:cxnLst>
                <a:rect l="0" t="0" r="r" b="b"/>
                <a:pathLst>
                  <a:path w="2744" h="446">
                    <a:moveTo>
                      <a:pt x="0" y="446"/>
                    </a:moveTo>
                    <a:lnTo>
                      <a:pt x="2743" y="446"/>
                    </a:lnTo>
                    <a:lnTo>
                      <a:pt x="2743"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7" name="Group 106">
              <a:extLst>
                <a:ext uri="{FF2B5EF4-FFF2-40B4-BE49-F238E27FC236}">
                  <a16:creationId xmlns:a16="http://schemas.microsoft.com/office/drawing/2014/main" id="{D1038B7B-0ECC-A2F7-C1FC-9090BE6BD08D}"/>
                </a:ext>
              </a:extLst>
            </p:cNvPr>
            <p:cNvGrpSpPr>
              <a:grpSpLocks/>
            </p:cNvGrpSpPr>
            <p:nvPr/>
          </p:nvGrpSpPr>
          <p:grpSpPr bwMode="auto">
            <a:xfrm>
              <a:off x="5637" y="4837"/>
              <a:ext cx="462" cy="446"/>
              <a:chOff x="5637" y="4837"/>
              <a:chExt cx="462" cy="446"/>
            </a:xfrm>
          </p:grpSpPr>
          <p:sp>
            <p:nvSpPr>
              <p:cNvPr id="1468" name="Freeform 4648">
                <a:extLst>
                  <a:ext uri="{FF2B5EF4-FFF2-40B4-BE49-F238E27FC236}">
                    <a16:creationId xmlns:a16="http://schemas.microsoft.com/office/drawing/2014/main" id="{8AED65A6-92AF-C4DE-9DC5-13C02082AC39}"/>
                  </a:ext>
                </a:extLst>
              </p:cNvPr>
              <p:cNvSpPr>
                <a:spLocks/>
              </p:cNvSpPr>
              <p:nvPr/>
            </p:nvSpPr>
            <p:spPr bwMode="auto">
              <a:xfrm>
                <a:off x="5637" y="4837"/>
                <a:ext cx="462" cy="446"/>
              </a:xfrm>
              <a:custGeom>
                <a:avLst/>
                <a:gdLst>
                  <a:gd name="T0" fmla="+- 0 5637 5637"/>
                  <a:gd name="T1" fmla="*/ T0 w 462"/>
                  <a:gd name="T2" fmla="+- 0 5283 4837"/>
                  <a:gd name="T3" fmla="*/ 5283 h 446"/>
                  <a:gd name="T4" fmla="+- 0 6099 5637"/>
                  <a:gd name="T5" fmla="*/ T4 w 462"/>
                  <a:gd name="T6" fmla="+- 0 5283 4837"/>
                  <a:gd name="T7" fmla="*/ 5283 h 446"/>
                  <a:gd name="T8" fmla="+- 0 6099 5637"/>
                  <a:gd name="T9" fmla="*/ T8 w 462"/>
                  <a:gd name="T10" fmla="+- 0 4837 4837"/>
                  <a:gd name="T11" fmla="*/ 4837 h 446"/>
                  <a:gd name="T12" fmla="+- 0 5637 5637"/>
                  <a:gd name="T13" fmla="*/ T12 w 462"/>
                  <a:gd name="T14" fmla="+- 0 4837 4837"/>
                  <a:gd name="T15" fmla="*/ 4837 h 446"/>
                  <a:gd name="T16" fmla="+- 0 5637 5637"/>
                  <a:gd name="T17" fmla="*/ T16 w 462"/>
                  <a:gd name="T18" fmla="+- 0 5283 4837"/>
                  <a:gd name="T19" fmla="*/ 5283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8777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8" name="Group 107">
              <a:extLst>
                <a:ext uri="{FF2B5EF4-FFF2-40B4-BE49-F238E27FC236}">
                  <a16:creationId xmlns:a16="http://schemas.microsoft.com/office/drawing/2014/main" id="{97BA91D4-D5D1-61BF-037E-856F54B77C39}"/>
                </a:ext>
              </a:extLst>
            </p:cNvPr>
            <p:cNvGrpSpPr>
              <a:grpSpLocks/>
            </p:cNvGrpSpPr>
            <p:nvPr/>
          </p:nvGrpSpPr>
          <p:grpSpPr bwMode="auto">
            <a:xfrm>
              <a:off x="6093" y="4837"/>
              <a:ext cx="3200" cy="446"/>
              <a:chOff x="6093" y="4837"/>
              <a:chExt cx="3200" cy="446"/>
            </a:xfrm>
          </p:grpSpPr>
          <p:sp>
            <p:nvSpPr>
              <p:cNvPr id="1467" name="Freeform 4650">
                <a:extLst>
                  <a:ext uri="{FF2B5EF4-FFF2-40B4-BE49-F238E27FC236}">
                    <a16:creationId xmlns:a16="http://schemas.microsoft.com/office/drawing/2014/main" id="{B9A9EC34-ED9F-FF05-0240-62FDC16A3174}"/>
                  </a:ext>
                </a:extLst>
              </p:cNvPr>
              <p:cNvSpPr>
                <a:spLocks/>
              </p:cNvSpPr>
              <p:nvPr/>
            </p:nvSpPr>
            <p:spPr bwMode="auto">
              <a:xfrm>
                <a:off x="6093" y="4837"/>
                <a:ext cx="3200" cy="446"/>
              </a:xfrm>
              <a:custGeom>
                <a:avLst/>
                <a:gdLst>
                  <a:gd name="T0" fmla="+- 0 6093 6093"/>
                  <a:gd name="T1" fmla="*/ T0 w 3200"/>
                  <a:gd name="T2" fmla="+- 0 5283 4837"/>
                  <a:gd name="T3" fmla="*/ 5283 h 446"/>
                  <a:gd name="T4" fmla="+- 0 9293 6093"/>
                  <a:gd name="T5" fmla="*/ T4 w 3200"/>
                  <a:gd name="T6" fmla="+- 0 5283 4837"/>
                  <a:gd name="T7" fmla="*/ 5283 h 446"/>
                  <a:gd name="T8" fmla="+- 0 9293 6093"/>
                  <a:gd name="T9" fmla="*/ T8 w 3200"/>
                  <a:gd name="T10" fmla="+- 0 4837 4837"/>
                  <a:gd name="T11" fmla="*/ 4837 h 446"/>
                  <a:gd name="T12" fmla="+- 0 6093 6093"/>
                  <a:gd name="T13" fmla="*/ T12 w 3200"/>
                  <a:gd name="T14" fmla="+- 0 4837 4837"/>
                  <a:gd name="T15" fmla="*/ 4837 h 446"/>
                  <a:gd name="T16" fmla="+- 0 6093 6093"/>
                  <a:gd name="T17" fmla="*/ T16 w 3200"/>
                  <a:gd name="T18" fmla="+- 0 5283 4837"/>
                  <a:gd name="T19" fmla="*/ 5283 h 446"/>
                </a:gdLst>
                <a:ahLst/>
                <a:cxnLst>
                  <a:cxn ang="0">
                    <a:pos x="T1" y="T3"/>
                  </a:cxn>
                  <a:cxn ang="0">
                    <a:pos x="T5" y="T7"/>
                  </a:cxn>
                  <a:cxn ang="0">
                    <a:pos x="T9" y="T11"/>
                  </a:cxn>
                  <a:cxn ang="0">
                    <a:pos x="T13" y="T15"/>
                  </a:cxn>
                  <a:cxn ang="0">
                    <a:pos x="T17" y="T19"/>
                  </a:cxn>
                </a:cxnLst>
                <a:rect l="0" t="0" r="r" b="b"/>
                <a:pathLst>
                  <a:path w="3200" h="446">
                    <a:moveTo>
                      <a:pt x="0" y="446"/>
                    </a:moveTo>
                    <a:lnTo>
                      <a:pt x="3200" y="446"/>
                    </a:lnTo>
                    <a:lnTo>
                      <a:pt x="3200"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09" name="Group 108">
              <a:extLst>
                <a:ext uri="{FF2B5EF4-FFF2-40B4-BE49-F238E27FC236}">
                  <a16:creationId xmlns:a16="http://schemas.microsoft.com/office/drawing/2014/main" id="{7C117B0A-67FE-CE55-48E2-FACA337AFB13}"/>
                </a:ext>
              </a:extLst>
            </p:cNvPr>
            <p:cNvGrpSpPr>
              <a:grpSpLocks/>
            </p:cNvGrpSpPr>
            <p:nvPr/>
          </p:nvGrpSpPr>
          <p:grpSpPr bwMode="auto">
            <a:xfrm>
              <a:off x="617" y="5278"/>
              <a:ext cx="2287" cy="446"/>
              <a:chOff x="617" y="5278"/>
              <a:chExt cx="2287" cy="446"/>
            </a:xfrm>
          </p:grpSpPr>
          <p:sp>
            <p:nvSpPr>
              <p:cNvPr id="1466" name="Freeform 4652">
                <a:extLst>
                  <a:ext uri="{FF2B5EF4-FFF2-40B4-BE49-F238E27FC236}">
                    <a16:creationId xmlns:a16="http://schemas.microsoft.com/office/drawing/2014/main" id="{F37272F0-CBC2-5AA5-8590-6DB94BBC12AC}"/>
                  </a:ext>
                </a:extLst>
              </p:cNvPr>
              <p:cNvSpPr>
                <a:spLocks/>
              </p:cNvSpPr>
              <p:nvPr/>
            </p:nvSpPr>
            <p:spPr bwMode="auto">
              <a:xfrm>
                <a:off x="617" y="5278"/>
                <a:ext cx="2287" cy="446"/>
              </a:xfrm>
              <a:custGeom>
                <a:avLst/>
                <a:gdLst>
                  <a:gd name="T0" fmla="+- 0 617 617"/>
                  <a:gd name="T1" fmla="*/ T0 w 2287"/>
                  <a:gd name="T2" fmla="+- 0 5723 5278"/>
                  <a:gd name="T3" fmla="*/ 5723 h 446"/>
                  <a:gd name="T4" fmla="+- 0 2904 617"/>
                  <a:gd name="T5" fmla="*/ T4 w 2287"/>
                  <a:gd name="T6" fmla="+- 0 5723 5278"/>
                  <a:gd name="T7" fmla="*/ 5723 h 446"/>
                  <a:gd name="T8" fmla="+- 0 2904 617"/>
                  <a:gd name="T9" fmla="*/ T8 w 2287"/>
                  <a:gd name="T10" fmla="+- 0 5278 5278"/>
                  <a:gd name="T11" fmla="*/ 5278 h 446"/>
                  <a:gd name="T12" fmla="+- 0 617 617"/>
                  <a:gd name="T13" fmla="*/ T12 w 2287"/>
                  <a:gd name="T14" fmla="+- 0 5278 5278"/>
                  <a:gd name="T15" fmla="*/ 5278 h 446"/>
                  <a:gd name="T16" fmla="+- 0 617 617"/>
                  <a:gd name="T17" fmla="*/ T16 w 2287"/>
                  <a:gd name="T18" fmla="+- 0 5723 5278"/>
                  <a:gd name="T19" fmla="*/ 5723 h 446"/>
                </a:gdLst>
                <a:ahLst/>
                <a:cxnLst>
                  <a:cxn ang="0">
                    <a:pos x="T1" y="T3"/>
                  </a:cxn>
                  <a:cxn ang="0">
                    <a:pos x="T5" y="T7"/>
                  </a:cxn>
                  <a:cxn ang="0">
                    <a:pos x="T9" y="T11"/>
                  </a:cxn>
                  <a:cxn ang="0">
                    <a:pos x="T13" y="T15"/>
                  </a:cxn>
                  <a:cxn ang="0">
                    <a:pos x="T17" y="T19"/>
                  </a:cxn>
                </a:cxnLst>
                <a:rect l="0" t="0" r="r" b="b"/>
                <a:pathLst>
                  <a:path w="2287" h="446">
                    <a:moveTo>
                      <a:pt x="0" y="445"/>
                    </a:moveTo>
                    <a:lnTo>
                      <a:pt x="2287" y="445"/>
                    </a:lnTo>
                    <a:lnTo>
                      <a:pt x="2287"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0" name="Group 109">
              <a:extLst>
                <a:ext uri="{FF2B5EF4-FFF2-40B4-BE49-F238E27FC236}">
                  <a16:creationId xmlns:a16="http://schemas.microsoft.com/office/drawing/2014/main" id="{83741251-53DA-206A-3B6F-A5319E1183DE}"/>
                </a:ext>
              </a:extLst>
            </p:cNvPr>
            <p:cNvGrpSpPr>
              <a:grpSpLocks/>
            </p:cNvGrpSpPr>
            <p:nvPr/>
          </p:nvGrpSpPr>
          <p:grpSpPr bwMode="auto">
            <a:xfrm>
              <a:off x="2899" y="5278"/>
              <a:ext cx="462" cy="446"/>
              <a:chOff x="2899" y="5278"/>
              <a:chExt cx="462" cy="446"/>
            </a:xfrm>
          </p:grpSpPr>
          <p:sp>
            <p:nvSpPr>
              <p:cNvPr id="1465" name="Freeform 4654">
                <a:extLst>
                  <a:ext uri="{FF2B5EF4-FFF2-40B4-BE49-F238E27FC236}">
                    <a16:creationId xmlns:a16="http://schemas.microsoft.com/office/drawing/2014/main" id="{95820460-8A3A-1F1A-B040-B0BA5532E845}"/>
                  </a:ext>
                </a:extLst>
              </p:cNvPr>
              <p:cNvSpPr>
                <a:spLocks/>
              </p:cNvSpPr>
              <p:nvPr/>
            </p:nvSpPr>
            <p:spPr bwMode="auto">
              <a:xfrm>
                <a:off x="2899" y="5278"/>
                <a:ext cx="462" cy="446"/>
              </a:xfrm>
              <a:custGeom>
                <a:avLst/>
                <a:gdLst>
                  <a:gd name="T0" fmla="+- 0 2899 2899"/>
                  <a:gd name="T1" fmla="*/ T0 w 462"/>
                  <a:gd name="T2" fmla="+- 0 5723 5278"/>
                  <a:gd name="T3" fmla="*/ 5723 h 446"/>
                  <a:gd name="T4" fmla="+- 0 3361 2899"/>
                  <a:gd name="T5" fmla="*/ T4 w 462"/>
                  <a:gd name="T6" fmla="+- 0 5723 5278"/>
                  <a:gd name="T7" fmla="*/ 5723 h 446"/>
                  <a:gd name="T8" fmla="+- 0 3361 2899"/>
                  <a:gd name="T9" fmla="*/ T8 w 462"/>
                  <a:gd name="T10" fmla="+- 0 5278 5278"/>
                  <a:gd name="T11" fmla="*/ 5278 h 446"/>
                  <a:gd name="T12" fmla="+- 0 2899 2899"/>
                  <a:gd name="T13" fmla="*/ T12 w 462"/>
                  <a:gd name="T14" fmla="+- 0 5278 5278"/>
                  <a:gd name="T15" fmla="*/ 5278 h 446"/>
                  <a:gd name="T16" fmla="+- 0 2899 2899"/>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1" name="Group 110">
              <a:extLst>
                <a:ext uri="{FF2B5EF4-FFF2-40B4-BE49-F238E27FC236}">
                  <a16:creationId xmlns:a16="http://schemas.microsoft.com/office/drawing/2014/main" id="{C3F7BC98-A382-C331-7D36-FF0D8DB56EA6}"/>
                </a:ext>
              </a:extLst>
            </p:cNvPr>
            <p:cNvGrpSpPr>
              <a:grpSpLocks/>
            </p:cNvGrpSpPr>
            <p:nvPr/>
          </p:nvGrpSpPr>
          <p:grpSpPr bwMode="auto">
            <a:xfrm>
              <a:off x="3355" y="5278"/>
              <a:ext cx="1831" cy="446"/>
              <a:chOff x="3355" y="5278"/>
              <a:chExt cx="1831" cy="446"/>
            </a:xfrm>
          </p:grpSpPr>
          <p:sp>
            <p:nvSpPr>
              <p:cNvPr id="1464" name="Freeform 4656">
                <a:extLst>
                  <a:ext uri="{FF2B5EF4-FFF2-40B4-BE49-F238E27FC236}">
                    <a16:creationId xmlns:a16="http://schemas.microsoft.com/office/drawing/2014/main" id="{7D31D4F0-4094-DE6F-F867-F57E224AE811}"/>
                  </a:ext>
                </a:extLst>
              </p:cNvPr>
              <p:cNvSpPr>
                <a:spLocks/>
              </p:cNvSpPr>
              <p:nvPr/>
            </p:nvSpPr>
            <p:spPr bwMode="auto">
              <a:xfrm>
                <a:off x="3355" y="5278"/>
                <a:ext cx="1831" cy="446"/>
              </a:xfrm>
              <a:custGeom>
                <a:avLst/>
                <a:gdLst>
                  <a:gd name="T0" fmla="+- 0 3355 3355"/>
                  <a:gd name="T1" fmla="*/ T0 w 1831"/>
                  <a:gd name="T2" fmla="+- 0 5723 5278"/>
                  <a:gd name="T3" fmla="*/ 5723 h 446"/>
                  <a:gd name="T4" fmla="+- 0 5186 3355"/>
                  <a:gd name="T5" fmla="*/ T4 w 1831"/>
                  <a:gd name="T6" fmla="+- 0 5723 5278"/>
                  <a:gd name="T7" fmla="*/ 5723 h 446"/>
                  <a:gd name="T8" fmla="+- 0 5186 3355"/>
                  <a:gd name="T9" fmla="*/ T8 w 1831"/>
                  <a:gd name="T10" fmla="+- 0 5278 5278"/>
                  <a:gd name="T11" fmla="*/ 5278 h 446"/>
                  <a:gd name="T12" fmla="+- 0 3355 3355"/>
                  <a:gd name="T13" fmla="*/ T12 w 1831"/>
                  <a:gd name="T14" fmla="+- 0 5278 5278"/>
                  <a:gd name="T15" fmla="*/ 5278 h 446"/>
                  <a:gd name="T16" fmla="+- 0 3355 3355"/>
                  <a:gd name="T17" fmla="*/ T16 w 1831"/>
                  <a:gd name="T18" fmla="+- 0 5723 5278"/>
                  <a:gd name="T19" fmla="*/ 5723 h 446"/>
                </a:gdLst>
                <a:ahLst/>
                <a:cxnLst>
                  <a:cxn ang="0">
                    <a:pos x="T1" y="T3"/>
                  </a:cxn>
                  <a:cxn ang="0">
                    <a:pos x="T5" y="T7"/>
                  </a:cxn>
                  <a:cxn ang="0">
                    <a:pos x="T9" y="T11"/>
                  </a:cxn>
                  <a:cxn ang="0">
                    <a:pos x="T13" y="T15"/>
                  </a:cxn>
                  <a:cxn ang="0">
                    <a:pos x="T17" y="T19"/>
                  </a:cxn>
                </a:cxnLst>
                <a:rect l="0" t="0" r="r" b="b"/>
                <a:pathLst>
                  <a:path w="1831" h="446">
                    <a:moveTo>
                      <a:pt x="0" y="445"/>
                    </a:moveTo>
                    <a:lnTo>
                      <a:pt x="1831" y="445"/>
                    </a:lnTo>
                    <a:lnTo>
                      <a:pt x="1831"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2" name="Group 111">
              <a:extLst>
                <a:ext uri="{FF2B5EF4-FFF2-40B4-BE49-F238E27FC236}">
                  <a16:creationId xmlns:a16="http://schemas.microsoft.com/office/drawing/2014/main" id="{F51638BB-F2E8-DEB6-BCC9-81E279698DC2}"/>
                </a:ext>
              </a:extLst>
            </p:cNvPr>
            <p:cNvGrpSpPr>
              <a:grpSpLocks/>
            </p:cNvGrpSpPr>
            <p:nvPr/>
          </p:nvGrpSpPr>
          <p:grpSpPr bwMode="auto">
            <a:xfrm>
              <a:off x="5181" y="5278"/>
              <a:ext cx="462" cy="446"/>
              <a:chOff x="5181" y="5278"/>
              <a:chExt cx="462" cy="446"/>
            </a:xfrm>
          </p:grpSpPr>
          <p:sp>
            <p:nvSpPr>
              <p:cNvPr id="1463" name="Freeform 4658">
                <a:extLst>
                  <a:ext uri="{FF2B5EF4-FFF2-40B4-BE49-F238E27FC236}">
                    <a16:creationId xmlns:a16="http://schemas.microsoft.com/office/drawing/2014/main" id="{1DB9964D-CC0A-AA5D-D23B-DFE51623691A}"/>
                  </a:ext>
                </a:extLst>
              </p:cNvPr>
              <p:cNvSpPr>
                <a:spLocks/>
              </p:cNvSpPr>
              <p:nvPr/>
            </p:nvSpPr>
            <p:spPr bwMode="auto">
              <a:xfrm>
                <a:off x="5181" y="5278"/>
                <a:ext cx="462" cy="446"/>
              </a:xfrm>
              <a:custGeom>
                <a:avLst/>
                <a:gdLst>
                  <a:gd name="T0" fmla="+- 0 5181 5181"/>
                  <a:gd name="T1" fmla="*/ T0 w 462"/>
                  <a:gd name="T2" fmla="+- 0 5723 5278"/>
                  <a:gd name="T3" fmla="*/ 5723 h 446"/>
                  <a:gd name="T4" fmla="+- 0 5642 5181"/>
                  <a:gd name="T5" fmla="*/ T4 w 462"/>
                  <a:gd name="T6" fmla="+- 0 5723 5278"/>
                  <a:gd name="T7" fmla="*/ 5723 h 446"/>
                  <a:gd name="T8" fmla="+- 0 5642 5181"/>
                  <a:gd name="T9" fmla="*/ T8 w 462"/>
                  <a:gd name="T10" fmla="+- 0 5278 5278"/>
                  <a:gd name="T11" fmla="*/ 5278 h 446"/>
                  <a:gd name="T12" fmla="+- 0 5181 5181"/>
                  <a:gd name="T13" fmla="*/ T12 w 462"/>
                  <a:gd name="T14" fmla="+- 0 5278 5278"/>
                  <a:gd name="T15" fmla="*/ 5278 h 446"/>
                  <a:gd name="T16" fmla="+- 0 5181 5181"/>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4F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3" name="Group 112">
              <a:extLst>
                <a:ext uri="{FF2B5EF4-FFF2-40B4-BE49-F238E27FC236}">
                  <a16:creationId xmlns:a16="http://schemas.microsoft.com/office/drawing/2014/main" id="{61AAAC5E-AD10-5C0E-FC32-2A27ABFA1637}"/>
                </a:ext>
              </a:extLst>
            </p:cNvPr>
            <p:cNvGrpSpPr>
              <a:grpSpLocks/>
            </p:cNvGrpSpPr>
            <p:nvPr/>
          </p:nvGrpSpPr>
          <p:grpSpPr bwMode="auto">
            <a:xfrm>
              <a:off x="5637" y="5278"/>
              <a:ext cx="462" cy="446"/>
              <a:chOff x="5637" y="5278"/>
              <a:chExt cx="462" cy="446"/>
            </a:xfrm>
          </p:grpSpPr>
          <p:sp>
            <p:nvSpPr>
              <p:cNvPr id="1462" name="Freeform 4660">
                <a:extLst>
                  <a:ext uri="{FF2B5EF4-FFF2-40B4-BE49-F238E27FC236}">
                    <a16:creationId xmlns:a16="http://schemas.microsoft.com/office/drawing/2014/main" id="{999761C9-4693-8D1A-0F86-5D65C68AE927}"/>
                  </a:ext>
                </a:extLst>
              </p:cNvPr>
              <p:cNvSpPr>
                <a:spLocks/>
              </p:cNvSpPr>
              <p:nvPr/>
            </p:nvSpPr>
            <p:spPr bwMode="auto">
              <a:xfrm>
                <a:off x="5637" y="5278"/>
                <a:ext cx="462" cy="446"/>
              </a:xfrm>
              <a:custGeom>
                <a:avLst/>
                <a:gdLst>
                  <a:gd name="T0" fmla="+- 0 5637 5637"/>
                  <a:gd name="T1" fmla="*/ T0 w 462"/>
                  <a:gd name="T2" fmla="+- 0 5723 5278"/>
                  <a:gd name="T3" fmla="*/ 5723 h 446"/>
                  <a:gd name="T4" fmla="+- 0 6099 5637"/>
                  <a:gd name="T5" fmla="*/ T4 w 462"/>
                  <a:gd name="T6" fmla="+- 0 5723 5278"/>
                  <a:gd name="T7" fmla="*/ 5723 h 446"/>
                  <a:gd name="T8" fmla="+- 0 6099 5637"/>
                  <a:gd name="T9" fmla="*/ T8 w 462"/>
                  <a:gd name="T10" fmla="+- 0 5278 5278"/>
                  <a:gd name="T11" fmla="*/ 5278 h 446"/>
                  <a:gd name="T12" fmla="+- 0 5637 5637"/>
                  <a:gd name="T13" fmla="*/ T12 w 462"/>
                  <a:gd name="T14" fmla="+- 0 5278 5278"/>
                  <a:gd name="T15" fmla="*/ 5278 h 446"/>
                  <a:gd name="T16" fmla="+- 0 5637 5637"/>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4" name="Group 113">
              <a:extLst>
                <a:ext uri="{FF2B5EF4-FFF2-40B4-BE49-F238E27FC236}">
                  <a16:creationId xmlns:a16="http://schemas.microsoft.com/office/drawing/2014/main" id="{62B47897-12C4-47A8-2D22-7956ECA9DB91}"/>
                </a:ext>
              </a:extLst>
            </p:cNvPr>
            <p:cNvGrpSpPr>
              <a:grpSpLocks/>
            </p:cNvGrpSpPr>
            <p:nvPr/>
          </p:nvGrpSpPr>
          <p:grpSpPr bwMode="auto">
            <a:xfrm>
              <a:off x="6093" y="5278"/>
              <a:ext cx="462" cy="446"/>
              <a:chOff x="6093" y="5278"/>
              <a:chExt cx="462" cy="446"/>
            </a:xfrm>
          </p:grpSpPr>
          <p:sp>
            <p:nvSpPr>
              <p:cNvPr id="1461" name="Freeform 4662">
                <a:extLst>
                  <a:ext uri="{FF2B5EF4-FFF2-40B4-BE49-F238E27FC236}">
                    <a16:creationId xmlns:a16="http://schemas.microsoft.com/office/drawing/2014/main" id="{76FD725A-A611-C074-51BA-988E35A26992}"/>
                  </a:ext>
                </a:extLst>
              </p:cNvPr>
              <p:cNvSpPr>
                <a:spLocks/>
              </p:cNvSpPr>
              <p:nvPr/>
            </p:nvSpPr>
            <p:spPr bwMode="auto">
              <a:xfrm>
                <a:off x="6093" y="5278"/>
                <a:ext cx="462" cy="446"/>
              </a:xfrm>
              <a:custGeom>
                <a:avLst/>
                <a:gdLst>
                  <a:gd name="T0" fmla="+- 0 6093 6093"/>
                  <a:gd name="T1" fmla="*/ T0 w 462"/>
                  <a:gd name="T2" fmla="+- 0 5723 5278"/>
                  <a:gd name="T3" fmla="*/ 5723 h 446"/>
                  <a:gd name="T4" fmla="+- 0 6555 6093"/>
                  <a:gd name="T5" fmla="*/ T4 w 462"/>
                  <a:gd name="T6" fmla="+- 0 5723 5278"/>
                  <a:gd name="T7" fmla="*/ 5723 h 446"/>
                  <a:gd name="T8" fmla="+- 0 6555 6093"/>
                  <a:gd name="T9" fmla="*/ T8 w 462"/>
                  <a:gd name="T10" fmla="+- 0 5278 5278"/>
                  <a:gd name="T11" fmla="*/ 5278 h 446"/>
                  <a:gd name="T12" fmla="+- 0 6093 6093"/>
                  <a:gd name="T13" fmla="*/ T12 w 462"/>
                  <a:gd name="T14" fmla="+- 0 5278 5278"/>
                  <a:gd name="T15" fmla="*/ 5278 h 446"/>
                  <a:gd name="T16" fmla="+- 0 6093 6093"/>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87A7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5" name="Group 114">
              <a:extLst>
                <a:ext uri="{FF2B5EF4-FFF2-40B4-BE49-F238E27FC236}">
                  <a16:creationId xmlns:a16="http://schemas.microsoft.com/office/drawing/2014/main" id="{77347AB1-32D2-AE8B-07C2-A99F49C65291}"/>
                </a:ext>
              </a:extLst>
            </p:cNvPr>
            <p:cNvGrpSpPr>
              <a:grpSpLocks/>
            </p:cNvGrpSpPr>
            <p:nvPr/>
          </p:nvGrpSpPr>
          <p:grpSpPr bwMode="auto">
            <a:xfrm>
              <a:off x="6550" y="5278"/>
              <a:ext cx="462" cy="446"/>
              <a:chOff x="6550" y="5278"/>
              <a:chExt cx="462" cy="446"/>
            </a:xfrm>
          </p:grpSpPr>
          <p:sp>
            <p:nvSpPr>
              <p:cNvPr id="1460" name="Freeform 4664">
                <a:extLst>
                  <a:ext uri="{FF2B5EF4-FFF2-40B4-BE49-F238E27FC236}">
                    <a16:creationId xmlns:a16="http://schemas.microsoft.com/office/drawing/2014/main" id="{A4FF1DF6-1592-3F56-FB58-F7370571DD03}"/>
                  </a:ext>
                </a:extLst>
              </p:cNvPr>
              <p:cNvSpPr>
                <a:spLocks/>
              </p:cNvSpPr>
              <p:nvPr/>
            </p:nvSpPr>
            <p:spPr bwMode="auto">
              <a:xfrm>
                <a:off x="6550" y="5278"/>
                <a:ext cx="462" cy="446"/>
              </a:xfrm>
              <a:custGeom>
                <a:avLst/>
                <a:gdLst>
                  <a:gd name="T0" fmla="+- 0 6550 6550"/>
                  <a:gd name="T1" fmla="*/ T0 w 462"/>
                  <a:gd name="T2" fmla="+- 0 5723 5278"/>
                  <a:gd name="T3" fmla="*/ 5723 h 446"/>
                  <a:gd name="T4" fmla="+- 0 7011 6550"/>
                  <a:gd name="T5" fmla="*/ T4 w 462"/>
                  <a:gd name="T6" fmla="+- 0 5723 5278"/>
                  <a:gd name="T7" fmla="*/ 5723 h 446"/>
                  <a:gd name="T8" fmla="+- 0 7011 6550"/>
                  <a:gd name="T9" fmla="*/ T8 w 462"/>
                  <a:gd name="T10" fmla="+- 0 5278 5278"/>
                  <a:gd name="T11" fmla="*/ 5278 h 446"/>
                  <a:gd name="T12" fmla="+- 0 6550 6550"/>
                  <a:gd name="T13" fmla="*/ T12 w 462"/>
                  <a:gd name="T14" fmla="+- 0 5278 5278"/>
                  <a:gd name="T15" fmla="*/ 5278 h 446"/>
                  <a:gd name="T16" fmla="+- 0 6550 6550"/>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EEF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6" name="Group 115">
              <a:extLst>
                <a:ext uri="{FF2B5EF4-FFF2-40B4-BE49-F238E27FC236}">
                  <a16:creationId xmlns:a16="http://schemas.microsoft.com/office/drawing/2014/main" id="{E6DB1EB0-0143-0FD6-19C9-60AF478913B7}"/>
                </a:ext>
              </a:extLst>
            </p:cNvPr>
            <p:cNvGrpSpPr>
              <a:grpSpLocks/>
            </p:cNvGrpSpPr>
            <p:nvPr/>
          </p:nvGrpSpPr>
          <p:grpSpPr bwMode="auto">
            <a:xfrm>
              <a:off x="7006" y="5278"/>
              <a:ext cx="462" cy="446"/>
              <a:chOff x="7006" y="5278"/>
              <a:chExt cx="462" cy="446"/>
            </a:xfrm>
          </p:grpSpPr>
          <p:sp>
            <p:nvSpPr>
              <p:cNvPr id="1459" name="Freeform 4666">
                <a:extLst>
                  <a:ext uri="{FF2B5EF4-FFF2-40B4-BE49-F238E27FC236}">
                    <a16:creationId xmlns:a16="http://schemas.microsoft.com/office/drawing/2014/main" id="{0B560EF0-057F-0DD4-9DB8-D1BDD8CCF670}"/>
                  </a:ext>
                </a:extLst>
              </p:cNvPr>
              <p:cNvSpPr>
                <a:spLocks/>
              </p:cNvSpPr>
              <p:nvPr/>
            </p:nvSpPr>
            <p:spPr bwMode="auto">
              <a:xfrm>
                <a:off x="7006" y="5278"/>
                <a:ext cx="462" cy="446"/>
              </a:xfrm>
              <a:custGeom>
                <a:avLst/>
                <a:gdLst>
                  <a:gd name="T0" fmla="+- 0 7006 7006"/>
                  <a:gd name="T1" fmla="*/ T0 w 462"/>
                  <a:gd name="T2" fmla="+- 0 5723 5278"/>
                  <a:gd name="T3" fmla="*/ 5723 h 446"/>
                  <a:gd name="T4" fmla="+- 0 7468 7006"/>
                  <a:gd name="T5" fmla="*/ T4 w 462"/>
                  <a:gd name="T6" fmla="+- 0 5723 5278"/>
                  <a:gd name="T7" fmla="*/ 5723 h 446"/>
                  <a:gd name="T8" fmla="+- 0 7468 7006"/>
                  <a:gd name="T9" fmla="*/ T8 w 462"/>
                  <a:gd name="T10" fmla="+- 0 5278 5278"/>
                  <a:gd name="T11" fmla="*/ 5278 h 446"/>
                  <a:gd name="T12" fmla="+- 0 7006 7006"/>
                  <a:gd name="T13" fmla="*/ T12 w 462"/>
                  <a:gd name="T14" fmla="+- 0 5278 5278"/>
                  <a:gd name="T15" fmla="*/ 5278 h 446"/>
                  <a:gd name="T16" fmla="+- 0 7006 7006"/>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8F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7" name="Group 116">
              <a:extLst>
                <a:ext uri="{FF2B5EF4-FFF2-40B4-BE49-F238E27FC236}">
                  <a16:creationId xmlns:a16="http://schemas.microsoft.com/office/drawing/2014/main" id="{03ACDED7-B0AA-813A-E9C3-D3A93DE3BAFB}"/>
                </a:ext>
              </a:extLst>
            </p:cNvPr>
            <p:cNvGrpSpPr>
              <a:grpSpLocks/>
            </p:cNvGrpSpPr>
            <p:nvPr/>
          </p:nvGrpSpPr>
          <p:grpSpPr bwMode="auto">
            <a:xfrm>
              <a:off x="7462" y="5278"/>
              <a:ext cx="462" cy="446"/>
              <a:chOff x="7462" y="5278"/>
              <a:chExt cx="462" cy="446"/>
            </a:xfrm>
          </p:grpSpPr>
          <p:sp>
            <p:nvSpPr>
              <p:cNvPr id="1458" name="Freeform 4668">
                <a:extLst>
                  <a:ext uri="{FF2B5EF4-FFF2-40B4-BE49-F238E27FC236}">
                    <a16:creationId xmlns:a16="http://schemas.microsoft.com/office/drawing/2014/main" id="{A17F5859-7D9A-1869-ECF2-710A96F65FA4}"/>
                  </a:ext>
                </a:extLst>
              </p:cNvPr>
              <p:cNvSpPr>
                <a:spLocks/>
              </p:cNvSpPr>
              <p:nvPr/>
            </p:nvSpPr>
            <p:spPr bwMode="auto">
              <a:xfrm>
                <a:off x="7462" y="5278"/>
                <a:ext cx="462" cy="446"/>
              </a:xfrm>
              <a:custGeom>
                <a:avLst/>
                <a:gdLst>
                  <a:gd name="T0" fmla="+- 0 7462 7462"/>
                  <a:gd name="T1" fmla="*/ T0 w 462"/>
                  <a:gd name="T2" fmla="+- 0 5723 5278"/>
                  <a:gd name="T3" fmla="*/ 5723 h 446"/>
                  <a:gd name="T4" fmla="+- 0 7924 7462"/>
                  <a:gd name="T5" fmla="*/ T4 w 462"/>
                  <a:gd name="T6" fmla="+- 0 5723 5278"/>
                  <a:gd name="T7" fmla="*/ 5723 h 446"/>
                  <a:gd name="T8" fmla="+- 0 7924 7462"/>
                  <a:gd name="T9" fmla="*/ T8 w 462"/>
                  <a:gd name="T10" fmla="+- 0 5278 5278"/>
                  <a:gd name="T11" fmla="*/ 5278 h 446"/>
                  <a:gd name="T12" fmla="+- 0 7462 7462"/>
                  <a:gd name="T13" fmla="*/ T12 w 462"/>
                  <a:gd name="T14" fmla="+- 0 5278 5278"/>
                  <a:gd name="T15" fmla="*/ 5278 h 446"/>
                  <a:gd name="T16" fmla="+- 0 7462 7462"/>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4F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8" name="Group 117">
              <a:extLst>
                <a:ext uri="{FF2B5EF4-FFF2-40B4-BE49-F238E27FC236}">
                  <a16:creationId xmlns:a16="http://schemas.microsoft.com/office/drawing/2014/main" id="{2BE3C8D0-3CC7-D8D6-2D66-41AB940B1B5F}"/>
                </a:ext>
              </a:extLst>
            </p:cNvPr>
            <p:cNvGrpSpPr>
              <a:grpSpLocks/>
            </p:cNvGrpSpPr>
            <p:nvPr/>
          </p:nvGrpSpPr>
          <p:grpSpPr bwMode="auto">
            <a:xfrm>
              <a:off x="7919" y="5278"/>
              <a:ext cx="462" cy="446"/>
              <a:chOff x="7919" y="5278"/>
              <a:chExt cx="462" cy="446"/>
            </a:xfrm>
          </p:grpSpPr>
          <p:sp>
            <p:nvSpPr>
              <p:cNvPr id="1457" name="Freeform 4670">
                <a:extLst>
                  <a:ext uri="{FF2B5EF4-FFF2-40B4-BE49-F238E27FC236}">
                    <a16:creationId xmlns:a16="http://schemas.microsoft.com/office/drawing/2014/main" id="{181C9744-A2B4-637A-0F81-7A61C08CECB6}"/>
                  </a:ext>
                </a:extLst>
              </p:cNvPr>
              <p:cNvSpPr>
                <a:spLocks/>
              </p:cNvSpPr>
              <p:nvPr/>
            </p:nvSpPr>
            <p:spPr bwMode="auto">
              <a:xfrm>
                <a:off x="7919" y="5278"/>
                <a:ext cx="462" cy="446"/>
              </a:xfrm>
              <a:custGeom>
                <a:avLst/>
                <a:gdLst>
                  <a:gd name="T0" fmla="+- 0 7919 7919"/>
                  <a:gd name="T1" fmla="*/ T0 w 462"/>
                  <a:gd name="T2" fmla="+- 0 5723 5278"/>
                  <a:gd name="T3" fmla="*/ 5723 h 446"/>
                  <a:gd name="T4" fmla="+- 0 8380 7919"/>
                  <a:gd name="T5" fmla="*/ T4 w 462"/>
                  <a:gd name="T6" fmla="+- 0 5723 5278"/>
                  <a:gd name="T7" fmla="*/ 5723 h 446"/>
                  <a:gd name="T8" fmla="+- 0 8380 7919"/>
                  <a:gd name="T9" fmla="*/ T8 w 462"/>
                  <a:gd name="T10" fmla="+- 0 5278 5278"/>
                  <a:gd name="T11" fmla="*/ 5278 h 446"/>
                  <a:gd name="T12" fmla="+- 0 7919 7919"/>
                  <a:gd name="T13" fmla="*/ T12 w 462"/>
                  <a:gd name="T14" fmla="+- 0 5278 5278"/>
                  <a:gd name="T15" fmla="*/ 5278 h 446"/>
                  <a:gd name="T16" fmla="+- 0 7919 7919"/>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EBE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19" name="Group 118">
              <a:extLst>
                <a:ext uri="{FF2B5EF4-FFF2-40B4-BE49-F238E27FC236}">
                  <a16:creationId xmlns:a16="http://schemas.microsoft.com/office/drawing/2014/main" id="{499BF67B-D1DA-59DA-300C-33A1C24D848B}"/>
                </a:ext>
              </a:extLst>
            </p:cNvPr>
            <p:cNvGrpSpPr>
              <a:grpSpLocks/>
            </p:cNvGrpSpPr>
            <p:nvPr/>
          </p:nvGrpSpPr>
          <p:grpSpPr bwMode="auto">
            <a:xfrm>
              <a:off x="8375" y="5278"/>
              <a:ext cx="462" cy="446"/>
              <a:chOff x="8375" y="5278"/>
              <a:chExt cx="462" cy="446"/>
            </a:xfrm>
          </p:grpSpPr>
          <p:sp>
            <p:nvSpPr>
              <p:cNvPr id="1456" name="Freeform 4672">
                <a:extLst>
                  <a:ext uri="{FF2B5EF4-FFF2-40B4-BE49-F238E27FC236}">
                    <a16:creationId xmlns:a16="http://schemas.microsoft.com/office/drawing/2014/main" id="{2272469B-C0CE-9A5A-5D5B-FDCC52B4EF6B}"/>
                  </a:ext>
                </a:extLst>
              </p:cNvPr>
              <p:cNvSpPr>
                <a:spLocks/>
              </p:cNvSpPr>
              <p:nvPr/>
            </p:nvSpPr>
            <p:spPr bwMode="auto">
              <a:xfrm>
                <a:off x="8375" y="5278"/>
                <a:ext cx="462" cy="446"/>
              </a:xfrm>
              <a:custGeom>
                <a:avLst/>
                <a:gdLst>
                  <a:gd name="T0" fmla="+- 0 8375 8375"/>
                  <a:gd name="T1" fmla="*/ T0 w 462"/>
                  <a:gd name="T2" fmla="+- 0 5723 5278"/>
                  <a:gd name="T3" fmla="*/ 5723 h 446"/>
                  <a:gd name="T4" fmla="+- 0 8837 8375"/>
                  <a:gd name="T5" fmla="*/ T4 w 462"/>
                  <a:gd name="T6" fmla="+- 0 5723 5278"/>
                  <a:gd name="T7" fmla="*/ 5723 h 446"/>
                  <a:gd name="T8" fmla="+- 0 8837 8375"/>
                  <a:gd name="T9" fmla="*/ T8 w 462"/>
                  <a:gd name="T10" fmla="+- 0 5278 5278"/>
                  <a:gd name="T11" fmla="*/ 5278 h 446"/>
                  <a:gd name="T12" fmla="+- 0 8375 8375"/>
                  <a:gd name="T13" fmla="*/ T12 w 462"/>
                  <a:gd name="T14" fmla="+- 0 5278 5278"/>
                  <a:gd name="T15" fmla="*/ 5278 h 446"/>
                  <a:gd name="T16" fmla="+- 0 8375 8375"/>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0" name="Group 119">
              <a:extLst>
                <a:ext uri="{FF2B5EF4-FFF2-40B4-BE49-F238E27FC236}">
                  <a16:creationId xmlns:a16="http://schemas.microsoft.com/office/drawing/2014/main" id="{28465BF4-A9D8-9BA2-0376-AE0C465FCDB5}"/>
                </a:ext>
              </a:extLst>
            </p:cNvPr>
            <p:cNvGrpSpPr>
              <a:grpSpLocks/>
            </p:cNvGrpSpPr>
            <p:nvPr/>
          </p:nvGrpSpPr>
          <p:grpSpPr bwMode="auto">
            <a:xfrm>
              <a:off x="8831" y="5278"/>
              <a:ext cx="462" cy="446"/>
              <a:chOff x="8831" y="5278"/>
              <a:chExt cx="462" cy="446"/>
            </a:xfrm>
          </p:grpSpPr>
          <p:sp>
            <p:nvSpPr>
              <p:cNvPr id="1455" name="Freeform 4674">
                <a:extLst>
                  <a:ext uri="{FF2B5EF4-FFF2-40B4-BE49-F238E27FC236}">
                    <a16:creationId xmlns:a16="http://schemas.microsoft.com/office/drawing/2014/main" id="{880859DC-1F5C-7BBB-ADFE-7BED8B22AC44}"/>
                  </a:ext>
                </a:extLst>
              </p:cNvPr>
              <p:cNvSpPr>
                <a:spLocks/>
              </p:cNvSpPr>
              <p:nvPr/>
            </p:nvSpPr>
            <p:spPr bwMode="auto">
              <a:xfrm>
                <a:off x="8831" y="5278"/>
                <a:ext cx="462" cy="446"/>
              </a:xfrm>
              <a:custGeom>
                <a:avLst/>
                <a:gdLst>
                  <a:gd name="T0" fmla="+- 0 8831 8831"/>
                  <a:gd name="T1" fmla="*/ T0 w 462"/>
                  <a:gd name="T2" fmla="+- 0 5723 5278"/>
                  <a:gd name="T3" fmla="*/ 5723 h 446"/>
                  <a:gd name="T4" fmla="+- 0 9293 8831"/>
                  <a:gd name="T5" fmla="*/ T4 w 462"/>
                  <a:gd name="T6" fmla="+- 0 5723 5278"/>
                  <a:gd name="T7" fmla="*/ 5723 h 446"/>
                  <a:gd name="T8" fmla="+- 0 9293 8831"/>
                  <a:gd name="T9" fmla="*/ T8 w 462"/>
                  <a:gd name="T10" fmla="+- 0 5278 5278"/>
                  <a:gd name="T11" fmla="*/ 5278 h 446"/>
                  <a:gd name="T12" fmla="+- 0 8831 8831"/>
                  <a:gd name="T13" fmla="*/ T12 w 462"/>
                  <a:gd name="T14" fmla="+- 0 5278 5278"/>
                  <a:gd name="T15" fmla="*/ 5278 h 446"/>
                  <a:gd name="T16" fmla="+- 0 8831 8831"/>
                  <a:gd name="T17" fmla="*/ T16 w 462"/>
                  <a:gd name="T18" fmla="+- 0 5723 5278"/>
                  <a:gd name="T19" fmla="*/ 572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1" name="Group 120">
              <a:extLst>
                <a:ext uri="{FF2B5EF4-FFF2-40B4-BE49-F238E27FC236}">
                  <a16:creationId xmlns:a16="http://schemas.microsoft.com/office/drawing/2014/main" id="{5FFFE931-61DE-B3FC-A3C9-775BBCB641FB}"/>
                </a:ext>
              </a:extLst>
            </p:cNvPr>
            <p:cNvGrpSpPr>
              <a:grpSpLocks/>
            </p:cNvGrpSpPr>
            <p:nvPr/>
          </p:nvGrpSpPr>
          <p:grpSpPr bwMode="auto">
            <a:xfrm>
              <a:off x="617" y="5718"/>
              <a:ext cx="2287" cy="446"/>
              <a:chOff x="617" y="5718"/>
              <a:chExt cx="2287" cy="446"/>
            </a:xfrm>
          </p:grpSpPr>
          <p:sp>
            <p:nvSpPr>
              <p:cNvPr id="1454" name="Freeform 4676">
                <a:extLst>
                  <a:ext uri="{FF2B5EF4-FFF2-40B4-BE49-F238E27FC236}">
                    <a16:creationId xmlns:a16="http://schemas.microsoft.com/office/drawing/2014/main" id="{6A868762-7CB2-8C79-E68B-7344439034A4}"/>
                  </a:ext>
                </a:extLst>
              </p:cNvPr>
              <p:cNvSpPr>
                <a:spLocks/>
              </p:cNvSpPr>
              <p:nvPr/>
            </p:nvSpPr>
            <p:spPr bwMode="auto">
              <a:xfrm>
                <a:off x="617" y="5718"/>
                <a:ext cx="2287" cy="446"/>
              </a:xfrm>
              <a:custGeom>
                <a:avLst/>
                <a:gdLst>
                  <a:gd name="T0" fmla="+- 0 617 617"/>
                  <a:gd name="T1" fmla="*/ T0 w 2287"/>
                  <a:gd name="T2" fmla="+- 0 6163 5718"/>
                  <a:gd name="T3" fmla="*/ 6163 h 446"/>
                  <a:gd name="T4" fmla="+- 0 2904 617"/>
                  <a:gd name="T5" fmla="*/ T4 w 2287"/>
                  <a:gd name="T6" fmla="+- 0 6163 5718"/>
                  <a:gd name="T7" fmla="*/ 6163 h 446"/>
                  <a:gd name="T8" fmla="+- 0 2904 617"/>
                  <a:gd name="T9" fmla="*/ T8 w 2287"/>
                  <a:gd name="T10" fmla="+- 0 5718 5718"/>
                  <a:gd name="T11" fmla="*/ 5718 h 446"/>
                  <a:gd name="T12" fmla="+- 0 617 617"/>
                  <a:gd name="T13" fmla="*/ T12 w 2287"/>
                  <a:gd name="T14" fmla="+- 0 5718 5718"/>
                  <a:gd name="T15" fmla="*/ 5718 h 446"/>
                  <a:gd name="T16" fmla="+- 0 617 617"/>
                  <a:gd name="T17" fmla="*/ T16 w 2287"/>
                  <a:gd name="T18" fmla="+- 0 6163 5718"/>
                  <a:gd name="T19" fmla="*/ 6163 h 446"/>
                </a:gdLst>
                <a:ahLst/>
                <a:cxnLst>
                  <a:cxn ang="0">
                    <a:pos x="T1" y="T3"/>
                  </a:cxn>
                  <a:cxn ang="0">
                    <a:pos x="T5" y="T7"/>
                  </a:cxn>
                  <a:cxn ang="0">
                    <a:pos x="T9" y="T11"/>
                  </a:cxn>
                  <a:cxn ang="0">
                    <a:pos x="T13" y="T15"/>
                  </a:cxn>
                  <a:cxn ang="0">
                    <a:pos x="T17" y="T19"/>
                  </a:cxn>
                </a:cxnLst>
                <a:rect l="0" t="0" r="r" b="b"/>
                <a:pathLst>
                  <a:path w="2287" h="446">
                    <a:moveTo>
                      <a:pt x="0" y="445"/>
                    </a:moveTo>
                    <a:lnTo>
                      <a:pt x="2287" y="445"/>
                    </a:lnTo>
                    <a:lnTo>
                      <a:pt x="2287"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2" name="Group 121">
              <a:extLst>
                <a:ext uri="{FF2B5EF4-FFF2-40B4-BE49-F238E27FC236}">
                  <a16:creationId xmlns:a16="http://schemas.microsoft.com/office/drawing/2014/main" id="{72B65F35-3D26-6A29-4431-69F70DF608B6}"/>
                </a:ext>
              </a:extLst>
            </p:cNvPr>
            <p:cNvGrpSpPr>
              <a:grpSpLocks/>
            </p:cNvGrpSpPr>
            <p:nvPr/>
          </p:nvGrpSpPr>
          <p:grpSpPr bwMode="auto">
            <a:xfrm>
              <a:off x="2899" y="5718"/>
              <a:ext cx="462" cy="446"/>
              <a:chOff x="2899" y="5718"/>
              <a:chExt cx="462" cy="446"/>
            </a:xfrm>
          </p:grpSpPr>
          <p:sp>
            <p:nvSpPr>
              <p:cNvPr id="1453" name="Freeform 4678">
                <a:extLst>
                  <a:ext uri="{FF2B5EF4-FFF2-40B4-BE49-F238E27FC236}">
                    <a16:creationId xmlns:a16="http://schemas.microsoft.com/office/drawing/2014/main" id="{4921EBA4-1D68-D44B-095C-CD944E1E6EC4}"/>
                  </a:ext>
                </a:extLst>
              </p:cNvPr>
              <p:cNvSpPr>
                <a:spLocks/>
              </p:cNvSpPr>
              <p:nvPr/>
            </p:nvSpPr>
            <p:spPr bwMode="auto">
              <a:xfrm>
                <a:off x="2899" y="5718"/>
                <a:ext cx="462" cy="446"/>
              </a:xfrm>
              <a:custGeom>
                <a:avLst/>
                <a:gdLst>
                  <a:gd name="T0" fmla="+- 0 2899 2899"/>
                  <a:gd name="T1" fmla="*/ T0 w 462"/>
                  <a:gd name="T2" fmla="+- 0 6163 5718"/>
                  <a:gd name="T3" fmla="*/ 6163 h 446"/>
                  <a:gd name="T4" fmla="+- 0 3361 2899"/>
                  <a:gd name="T5" fmla="*/ T4 w 462"/>
                  <a:gd name="T6" fmla="+- 0 6163 5718"/>
                  <a:gd name="T7" fmla="*/ 6163 h 446"/>
                  <a:gd name="T8" fmla="+- 0 3361 2899"/>
                  <a:gd name="T9" fmla="*/ T8 w 462"/>
                  <a:gd name="T10" fmla="+- 0 5718 5718"/>
                  <a:gd name="T11" fmla="*/ 5718 h 446"/>
                  <a:gd name="T12" fmla="+- 0 2899 2899"/>
                  <a:gd name="T13" fmla="*/ T12 w 462"/>
                  <a:gd name="T14" fmla="+- 0 5718 5718"/>
                  <a:gd name="T15" fmla="*/ 5718 h 446"/>
                  <a:gd name="T16" fmla="+- 0 2899 2899"/>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3" name="Group 122">
              <a:extLst>
                <a:ext uri="{FF2B5EF4-FFF2-40B4-BE49-F238E27FC236}">
                  <a16:creationId xmlns:a16="http://schemas.microsoft.com/office/drawing/2014/main" id="{290D7C65-B697-9865-4B95-1F008FB165F8}"/>
                </a:ext>
              </a:extLst>
            </p:cNvPr>
            <p:cNvGrpSpPr>
              <a:grpSpLocks/>
            </p:cNvGrpSpPr>
            <p:nvPr/>
          </p:nvGrpSpPr>
          <p:grpSpPr bwMode="auto">
            <a:xfrm>
              <a:off x="3355" y="5718"/>
              <a:ext cx="1831" cy="446"/>
              <a:chOff x="3355" y="5718"/>
              <a:chExt cx="1831" cy="446"/>
            </a:xfrm>
          </p:grpSpPr>
          <p:sp>
            <p:nvSpPr>
              <p:cNvPr id="1452" name="Freeform 4680">
                <a:extLst>
                  <a:ext uri="{FF2B5EF4-FFF2-40B4-BE49-F238E27FC236}">
                    <a16:creationId xmlns:a16="http://schemas.microsoft.com/office/drawing/2014/main" id="{BDCE6D77-3CDA-8FCC-332C-7BA82A2EE360}"/>
                  </a:ext>
                </a:extLst>
              </p:cNvPr>
              <p:cNvSpPr>
                <a:spLocks/>
              </p:cNvSpPr>
              <p:nvPr/>
            </p:nvSpPr>
            <p:spPr bwMode="auto">
              <a:xfrm>
                <a:off x="3355" y="5718"/>
                <a:ext cx="1831" cy="446"/>
              </a:xfrm>
              <a:custGeom>
                <a:avLst/>
                <a:gdLst>
                  <a:gd name="T0" fmla="+- 0 3355 3355"/>
                  <a:gd name="T1" fmla="*/ T0 w 1831"/>
                  <a:gd name="T2" fmla="+- 0 6163 5718"/>
                  <a:gd name="T3" fmla="*/ 6163 h 446"/>
                  <a:gd name="T4" fmla="+- 0 5186 3355"/>
                  <a:gd name="T5" fmla="*/ T4 w 1831"/>
                  <a:gd name="T6" fmla="+- 0 6163 5718"/>
                  <a:gd name="T7" fmla="*/ 6163 h 446"/>
                  <a:gd name="T8" fmla="+- 0 5186 3355"/>
                  <a:gd name="T9" fmla="*/ T8 w 1831"/>
                  <a:gd name="T10" fmla="+- 0 5718 5718"/>
                  <a:gd name="T11" fmla="*/ 5718 h 446"/>
                  <a:gd name="T12" fmla="+- 0 3355 3355"/>
                  <a:gd name="T13" fmla="*/ T12 w 1831"/>
                  <a:gd name="T14" fmla="+- 0 5718 5718"/>
                  <a:gd name="T15" fmla="*/ 5718 h 446"/>
                  <a:gd name="T16" fmla="+- 0 3355 3355"/>
                  <a:gd name="T17" fmla="*/ T16 w 1831"/>
                  <a:gd name="T18" fmla="+- 0 6163 5718"/>
                  <a:gd name="T19" fmla="*/ 6163 h 446"/>
                </a:gdLst>
                <a:ahLst/>
                <a:cxnLst>
                  <a:cxn ang="0">
                    <a:pos x="T1" y="T3"/>
                  </a:cxn>
                  <a:cxn ang="0">
                    <a:pos x="T5" y="T7"/>
                  </a:cxn>
                  <a:cxn ang="0">
                    <a:pos x="T9" y="T11"/>
                  </a:cxn>
                  <a:cxn ang="0">
                    <a:pos x="T13" y="T15"/>
                  </a:cxn>
                  <a:cxn ang="0">
                    <a:pos x="T17" y="T19"/>
                  </a:cxn>
                </a:cxnLst>
                <a:rect l="0" t="0" r="r" b="b"/>
                <a:pathLst>
                  <a:path w="1831" h="446">
                    <a:moveTo>
                      <a:pt x="0" y="445"/>
                    </a:moveTo>
                    <a:lnTo>
                      <a:pt x="1831" y="445"/>
                    </a:lnTo>
                    <a:lnTo>
                      <a:pt x="1831"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4" name="Group 123">
              <a:extLst>
                <a:ext uri="{FF2B5EF4-FFF2-40B4-BE49-F238E27FC236}">
                  <a16:creationId xmlns:a16="http://schemas.microsoft.com/office/drawing/2014/main" id="{7F537885-8293-14C5-BBC9-698F3F0F5435}"/>
                </a:ext>
              </a:extLst>
            </p:cNvPr>
            <p:cNvGrpSpPr>
              <a:grpSpLocks/>
            </p:cNvGrpSpPr>
            <p:nvPr/>
          </p:nvGrpSpPr>
          <p:grpSpPr bwMode="auto">
            <a:xfrm>
              <a:off x="5181" y="5718"/>
              <a:ext cx="462" cy="446"/>
              <a:chOff x="5181" y="5718"/>
              <a:chExt cx="462" cy="446"/>
            </a:xfrm>
          </p:grpSpPr>
          <p:sp>
            <p:nvSpPr>
              <p:cNvPr id="1451" name="Freeform 4682">
                <a:extLst>
                  <a:ext uri="{FF2B5EF4-FFF2-40B4-BE49-F238E27FC236}">
                    <a16:creationId xmlns:a16="http://schemas.microsoft.com/office/drawing/2014/main" id="{591457F1-7C4B-5BCF-95C1-E160C0BDA818}"/>
                  </a:ext>
                </a:extLst>
              </p:cNvPr>
              <p:cNvSpPr>
                <a:spLocks/>
              </p:cNvSpPr>
              <p:nvPr/>
            </p:nvSpPr>
            <p:spPr bwMode="auto">
              <a:xfrm>
                <a:off x="5181" y="5718"/>
                <a:ext cx="462" cy="446"/>
              </a:xfrm>
              <a:custGeom>
                <a:avLst/>
                <a:gdLst>
                  <a:gd name="T0" fmla="+- 0 5181 5181"/>
                  <a:gd name="T1" fmla="*/ T0 w 462"/>
                  <a:gd name="T2" fmla="+- 0 6163 5718"/>
                  <a:gd name="T3" fmla="*/ 6163 h 446"/>
                  <a:gd name="T4" fmla="+- 0 5642 5181"/>
                  <a:gd name="T5" fmla="*/ T4 w 462"/>
                  <a:gd name="T6" fmla="+- 0 6163 5718"/>
                  <a:gd name="T7" fmla="*/ 6163 h 446"/>
                  <a:gd name="T8" fmla="+- 0 5642 5181"/>
                  <a:gd name="T9" fmla="*/ T8 w 462"/>
                  <a:gd name="T10" fmla="+- 0 5718 5718"/>
                  <a:gd name="T11" fmla="*/ 5718 h 446"/>
                  <a:gd name="T12" fmla="+- 0 5181 5181"/>
                  <a:gd name="T13" fmla="*/ T12 w 462"/>
                  <a:gd name="T14" fmla="+- 0 5718 5718"/>
                  <a:gd name="T15" fmla="*/ 5718 h 446"/>
                  <a:gd name="T16" fmla="+- 0 5181 5181"/>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7F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5" name="Group 124">
              <a:extLst>
                <a:ext uri="{FF2B5EF4-FFF2-40B4-BE49-F238E27FC236}">
                  <a16:creationId xmlns:a16="http://schemas.microsoft.com/office/drawing/2014/main" id="{65ACCCC0-C5CA-C225-BCF6-F7E1EA665010}"/>
                </a:ext>
              </a:extLst>
            </p:cNvPr>
            <p:cNvGrpSpPr>
              <a:grpSpLocks/>
            </p:cNvGrpSpPr>
            <p:nvPr/>
          </p:nvGrpSpPr>
          <p:grpSpPr bwMode="auto">
            <a:xfrm>
              <a:off x="5637" y="5718"/>
              <a:ext cx="919" cy="446"/>
              <a:chOff x="5637" y="5718"/>
              <a:chExt cx="919" cy="446"/>
            </a:xfrm>
          </p:grpSpPr>
          <p:sp>
            <p:nvSpPr>
              <p:cNvPr id="1450" name="Freeform 4684">
                <a:extLst>
                  <a:ext uri="{FF2B5EF4-FFF2-40B4-BE49-F238E27FC236}">
                    <a16:creationId xmlns:a16="http://schemas.microsoft.com/office/drawing/2014/main" id="{5B33C86D-F292-25D5-38E7-AB4B297322A9}"/>
                  </a:ext>
                </a:extLst>
              </p:cNvPr>
              <p:cNvSpPr>
                <a:spLocks/>
              </p:cNvSpPr>
              <p:nvPr/>
            </p:nvSpPr>
            <p:spPr bwMode="auto">
              <a:xfrm>
                <a:off x="5637" y="5718"/>
                <a:ext cx="919" cy="446"/>
              </a:xfrm>
              <a:custGeom>
                <a:avLst/>
                <a:gdLst>
                  <a:gd name="T0" fmla="+- 0 5637 5637"/>
                  <a:gd name="T1" fmla="*/ T0 w 919"/>
                  <a:gd name="T2" fmla="+- 0 6163 5718"/>
                  <a:gd name="T3" fmla="*/ 6163 h 446"/>
                  <a:gd name="T4" fmla="+- 0 6555 5637"/>
                  <a:gd name="T5" fmla="*/ T4 w 919"/>
                  <a:gd name="T6" fmla="+- 0 6163 5718"/>
                  <a:gd name="T7" fmla="*/ 6163 h 446"/>
                  <a:gd name="T8" fmla="+- 0 6555 5637"/>
                  <a:gd name="T9" fmla="*/ T8 w 919"/>
                  <a:gd name="T10" fmla="+- 0 5718 5718"/>
                  <a:gd name="T11" fmla="*/ 5718 h 446"/>
                  <a:gd name="T12" fmla="+- 0 5637 5637"/>
                  <a:gd name="T13" fmla="*/ T12 w 919"/>
                  <a:gd name="T14" fmla="+- 0 5718 5718"/>
                  <a:gd name="T15" fmla="*/ 5718 h 446"/>
                  <a:gd name="T16" fmla="+- 0 5637 5637"/>
                  <a:gd name="T17" fmla="*/ T16 w 919"/>
                  <a:gd name="T18" fmla="+- 0 6163 5718"/>
                  <a:gd name="T19" fmla="*/ 6163 h 446"/>
                </a:gdLst>
                <a:ahLst/>
                <a:cxnLst>
                  <a:cxn ang="0">
                    <a:pos x="T1" y="T3"/>
                  </a:cxn>
                  <a:cxn ang="0">
                    <a:pos x="T5" y="T7"/>
                  </a:cxn>
                  <a:cxn ang="0">
                    <a:pos x="T9" y="T11"/>
                  </a:cxn>
                  <a:cxn ang="0">
                    <a:pos x="T13" y="T15"/>
                  </a:cxn>
                  <a:cxn ang="0">
                    <a:pos x="T17" y="T19"/>
                  </a:cxn>
                </a:cxnLst>
                <a:rect l="0" t="0" r="r" b="b"/>
                <a:pathLst>
                  <a:path w="919" h="446">
                    <a:moveTo>
                      <a:pt x="0" y="445"/>
                    </a:moveTo>
                    <a:lnTo>
                      <a:pt x="918" y="445"/>
                    </a:lnTo>
                    <a:lnTo>
                      <a:pt x="918"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6" name="Group 125">
              <a:extLst>
                <a:ext uri="{FF2B5EF4-FFF2-40B4-BE49-F238E27FC236}">
                  <a16:creationId xmlns:a16="http://schemas.microsoft.com/office/drawing/2014/main" id="{9DFA0926-A5A2-D545-797A-48B0FC384E2F}"/>
                </a:ext>
              </a:extLst>
            </p:cNvPr>
            <p:cNvGrpSpPr>
              <a:grpSpLocks/>
            </p:cNvGrpSpPr>
            <p:nvPr/>
          </p:nvGrpSpPr>
          <p:grpSpPr bwMode="auto">
            <a:xfrm>
              <a:off x="6550" y="5718"/>
              <a:ext cx="462" cy="446"/>
              <a:chOff x="6550" y="5718"/>
              <a:chExt cx="462" cy="446"/>
            </a:xfrm>
          </p:grpSpPr>
          <p:sp>
            <p:nvSpPr>
              <p:cNvPr id="1449" name="Freeform 4686">
                <a:extLst>
                  <a:ext uri="{FF2B5EF4-FFF2-40B4-BE49-F238E27FC236}">
                    <a16:creationId xmlns:a16="http://schemas.microsoft.com/office/drawing/2014/main" id="{00705BA3-047D-1B22-2434-5071BED760A9}"/>
                  </a:ext>
                </a:extLst>
              </p:cNvPr>
              <p:cNvSpPr>
                <a:spLocks/>
              </p:cNvSpPr>
              <p:nvPr/>
            </p:nvSpPr>
            <p:spPr bwMode="auto">
              <a:xfrm>
                <a:off x="6550" y="5718"/>
                <a:ext cx="462" cy="446"/>
              </a:xfrm>
              <a:custGeom>
                <a:avLst/>
                <a:gdLst>
                  <a:gd name="T0" fmla="+- 0 6550 6550"/>
                  <a:gd name="T1" fmla="*/ T0 w 462"/>
                  <a:gd name="T2" fmla="+- 0 6163 5718"/>
                  <a:gd name="T3" fmla="*/ 6163 h 446"/>
                  <a:gd name="T4" fmla="+- 0 7011 6550"/>
                  <a:gd name="T5" fmla="*/ T4 w 462"/>
                  <a:gd name="T6" fmla="+- 0 6163 5718"/>
                  <a:gd name="T7" fmla="*/ 6163 h 446"/>
                  <a:gd name="T8" fmla="+- 0 7011 6550"/>
                  <a:gd name="T9" fmla="*/ T8 w 462"/>
                  <a:gd name="T10" fmla="+- 0 5718 5718"/>
                  <a:gd name="T11" fmla="*/ 5718 h 446"/>
                  <a:gd name="T12" fmla="+- 0 6550 6550"/>
                  <a:gd name="T13" fmla="*/ T12 w 462"/>
                  <a:gd name="T14" fmla="+- 0 5718 5718"/>
                  <a:gd name="T15" fmla="*/ 5718 h 446"/>
                  <a:gd name="T16" fmla="+- 0 6550 6550"/>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9929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7" name="Group 126">
              <a:extLst>
                <a:ext uri="{FF2B5EF4-FFF2-40B4-BE49-F238E27FC236}">
                  <a16:creationId xmlns:a16="http://schemas.microsoft.com/office/drawing/2014/main" id="{F9BAA27C-E961-852C-90FD-17A518749DC4}"/>
                </a:ext>
              </a:extLst>
            </p:cNvPr>
            <p:cNvGrpSpPr>
              <a:grpSpLocks/>
            </p:cNvGrpSpPr>
            <p:nvPr/>
          </p:nvGrpSpPr>
          <p:grpSpPr bwMode="auto">
            <a:xfrm>
              <a:off x="7006" y="5718"/>
              <a:ext cx="462" cy="446"/>
              <a:chOff x="7006" y="5718"/>
              <a:chExt cx="462" cy="446"/>
            </a:xfrm>
          </p:grpSpPr>
          <p:sp>
            <p:nvSpPr>
              <p:cNvPr id="1448" name="Freeform 4688">
                <a:extLst>
                  <a:ext uri="{FF2B5EF4-FFF2-40B4-BE49-F238E27FC236}">
                    <a16:creationId xmlns:a16="http://schemas.microsoft.com/office/drawing/2014/main" id="{E3C3ED3F-D42C-D658-3244-AF678495F2A4}"/>
                  </a:ext>
                </a:extLst>
              </p:cNvPr>
              <p:cNvSpPr>
                <a:spLocks/>
              </p:cNvSpPr>
              <p:nvPr/>
            </p:nvSpPr>
            <p:spPr bwMode="auto">
              <a:xfrm>
                <a:off x="7006" y="5718"/>
                <a:ext cx="462" cy="446"/>
              </a:xfrm>
              <a:custGeom>
                <a:avLst/>
                <a:gdLst>
                  <a:gd name="T0" fmla="+- 0 7006 7006"/>
                  <a:gd name="T1" fmla="*/ T0 w 462"/>
                  <a:gd name="T2" fmla="+- 0 6163 5718"/>
                  <a:gd name="T3" fmla="*/ 6163 h 446"/>
                  <a:gd name="T4" fmla="+- 0 7468 7006"/>
                  <a:gd name="T5" fmla="*/ T4 w 462"/>
                  <a:gd name="T6" fmla="+- 0 6163 5718"/>
                  <a:gd name="T7" fmla="*/ 6163 h 446"/>
                  <a:gd name="T8" fmla="+- 0 7468 7006"/>
                  <a:gd name="T9" fmla="*/ T8 w 462"/>
                  <a:gd name="T10" fmla="+- 0 5718 5718"/>
                  <a:gd name="T11" fmla="*/ 5718 h 446"/>
                  <a:gd name="T12" fmla="+- 0 7006 7006"/>
                  <a:gd name="T13" fmla="*/ T12 w 462"/>
                  <a:gd name="T14" fmla="+- 0 5718 5718"/>
                  <a:gd name="T15" fmla="*/ 5718 h 446"/>
                  <a:gd name="T16" fmla="+- 0 7006 7006"/>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AC5C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8" name="Group 127">
              <a:extLst>
                <a:ext uri="{FF2B5EF4-FFF2-40B4-BE49-F238E27FC236}">
                  <a16:creationId xmlns:a16="http://schemas.microsoft.com/office/drawing/2014/main" id="{83356EF7-4742-4DC0-6551-A3E1C99FB051}"/>
                </a:ext>
              </a:extLst>
            </p:cNvPr>
            <p:cNvGrpSpPr>
              <a:grpSpLocks/>
            </p:cNvGrpSpPr>
            <p:nvPr/>
          </p:nvGrpSpPr>
          <p:grpSpPr bwMode="auto">
            <a:xfrm>
              <a:off x="7462" y="5718"/>
              <a:ext cx="462" cy="446"/>
              <a:chOff x="7462" y="5718"/>
              <a:chExt cx="462" cy="446"/>
            </a:xfrm>
          </p:grpSpPr>
          <p:sp>
            <p:nvSpPr>
              <p:cNvPr id="1447" name="Freeform 4690">
                <a:extLst>
                  <a:ext uri="{FF2B5EF4-FFF2-40B4-BE49-F238E27FC236}">
                    <a16:creationId xmlns:a16="http://schemas.microsoft.com/office/drawing/2014/main" id="{7390DA89-DE4D-026A-679D-925AD43C86DB}"/>
                  </a:ext>
                </a:extLst>
              </p:cNvPr>
              <p:cNvSpPr>
                <a:spLocks/>
              </p:cNvSpPr>
              <p:nvPr/>
            </p:nvSpPr>
            <p:spPr bwMode="auto">
              <a:xfrm>
                <a:off x="7462" y="5718"/>
                <a:ext cx="462" cy="446"/>
              </a:xfrm>
              <a:custGeom>
                <a:avLst/>
                <a:gdLst>
                  <a:gd name="T0" fmla="+- 0 7462 7462"/>
                  <a:gd name="T1" fmla="*/ T0 w 462"/>
                  <a:gd name="T2" fmla="+- 0 6163 5718"/>
                  <a:gd name="T3" fmla="*/ 6163 h 446"/>
                  <a:gd name="T4" fmla="+- 0 7924 7462"/>
                  <a:gd name="T5" fmla="*/ T4 w 462"/>
                  <a:gd name="T6" fmla="+- 0 6163 5718"/>
                  <a:gd name="T7" fmla="*/ 6163 h 446"/>
                  <a:gd name="T8" fmla="+- 0 7924 7462"/>
                  <a:gd name="T9" fmla="*/ T8 w 462"/>
                  <a:gd name="T10" fmla="+- 0 5718 5718"/>
                  <a:gd name="T11" fmla="*/ 5718 h 446"/>
                  <a:gd name="T12" fmla="+- 0 7462 7462"/>
                  <a:gd name="T13" fmla="*/ T12 w 462"/>
                  <a:gd name="T14" fmla="+- 0 5718 5718"/>
                  <a:gd name="T15" fmla="*/ 5718 h 446"/>
                  <a:gd name="T16" fmla="+- 0 7462 7462"/>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E3E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29" name="Group 128">
              <a:extLst>
                <a:ext uri="{FF2B5EF4-FFF2-40B4-BE49-F238E27FC236}">
                  <a16:creationId xmlns:a16="http://schemas.microsoft.com/office/drawing/2014/main" id="{2324E6D7-6428-4703-38F7-CC0C05F66D0C}"/>
                </a:ext>
              </a:extLst>
            </p:cNvPr>
            <p:cNvGrpSpPr>
              <a:grpSpLocks/>
            </p:cNvGrpSpPr>
            <p:nvPr/>
          </p:nvGrpSpPr>
          <p:grpSpPr bwMode="auto">
            <a:xfrm>
              <a:off x="7919" y="5718"/>
              <a:ext cx="462" cy="446"/>
              <a:chOff x="7919" y="5718"/>
              <a:chExt cx="462" cy="446"/>
            </a:xfrm>
          </p:grpSpPr>
          <p:sp>
            <p:nvSpPr>
              <p:cNvPr id="1446" name="Freeform 4692">
                <a:extLst>
                  <a:ext uri="{FF2B5EF4-FFF2-40B4-BE49-F238E27FC236}">
                    <a16:creationId xmlns:a16="http://schemas.microsoft.com/office/drawing/2014/main" id="{A803414A-BE16-D236-F328-AA39422A721A}"/>
                  </a:ext>
                </a:extLst>
              </p:cNvPr>
              <p:cNvSpPr>
                <a:spLocks/>
              </p:cNvSpPr>
              <p:nvPr/>
            </p:nvSpPr>
            <p:spPr bwMode="auto">
              <a:xfrm>
                <a:off x="7919" y="5718"/>
                <a:ext cx="462" cy="446"/>
              </a:xfrm>
              <a:custGeom>
                <a:avLst/>
                <a:gdLst>
                  <a:gd name="T0" fmla="+- 0 7919 7919"/>
                  <a:gd name="T1" fmla="*/ T0 w 462"/>
                  <a:gd name="T2" fmla="+- 0 6163 5718"/>
                  <a:gd name="T3" fmla="*/ 6163 h 446"/>
                  <a:gd name="T4" fmla="+- 0 8380 7919"/>
                  <a:gd name="T5" fmla="*/ T4 w 462"/>
                  <a:gd name="T6" fmla="+- 0 6163 5718"/>
                  <a:gd name="T7" fmla="*/ 6163 h 446"/>
                  <a:gd name="T8" fmla="+- 0 8380 7919"/>
                  <a:gd name="T9" fmla="*/ T8 w 462"/>
                  <a:gd name="T10" fmla="+- 0 5718 5718"/>
                  <a:gd name="T11" fmla="*/ 5718 h 446"/>
                  <a:gd name="T12" fmla="+- 0 7919 7919"/>
                  <a:gd name="T13" fmla="*/ T12 w 462"/>
                  <a:gd name="T14" fmla="+- 0 5718 5718"/>
                  <a:gd name="T15" fmla="*/ 5718 h 446"/>
                  <a:gd name="T16" fmla="+- 0 7919 7919"/>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1F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0" name="Group 129">
              <a:extLst>
                <a:ext uri="{FF2B5EF4-FFF2-40B4-BE49-F238E27FC236}">
                  <a16:creationId xmlns:a16="http://schemas.microsoft.com/office/drawing/2014/main" id="{C471FC65-1326-4FB3-E03C-1703DD9148DA}"/>
                </a:ext>
              </a:extLst>
            </p:cNvPr>
            <p:cNvGrpSpPr>
              <a:grpSpLocks/>
            </p:cNvGrpSpPr>
            <p:nvPr/>
          </p:nvGrpSpPr>
          <p:grpSpPr bwMode="auto">
            <a:xfrm>
              <a:off x="8375" y="5718"/>
              <a:ext cx="462" cy="446"/>
              <a:chOff x="8375" y="5718"/>
              <a:chExt cx="462" cy="446"/>
            </a:xfrm>
          </p:grpSpPr>
          <p:sp>
            <p:nvSpPr>
              <p:cNvPr id="1445" name="Freeform 4694">
                <a:extLst>
                  <a:ext uri="{FF2B5EF4-FFF2-40B4-BE49-F238E27FC236}">
                    <a16:creationId xmlns:a16="http://schemas.microsoft.com/office/drawing/2014/main" id="{CF4A3265-2B5F-DCEA-631A-9D737FABEFDB}"/>
                  </a:ext>
                </a:extLst>
              </p:cNvPr>
              <p:cNvSpPr>
                <a:spLocks/>
              </p:cNvSpPr>
              <p:nvPr/>
            </p:nvSpPr>
            <p:spPr bwMode="auto">
              <a:xfrm>
                <a:off x="8375" y="5718"/>
                <a:ext cx="462" cy="446"/>
              </a:xfrm>
              <a:custGeom>
                <a:avLst/>
                <a:gdLst>
                  <a:gd name="T0" fmla="+- 0 8375 8375"/>
                  <a:gd name="T1" fmla="*/ T0 w 462"/>
                  <a:gd name="T2" fmla="+- 0 6163 5718"/>
                  <a:gd name="T3" fmla="*/ 6163 h 446"/>
                  <a:gd name="T4" fmla="+- 0 8837 8375"/>
                  <a:gd name="T5" fmla="*/ T4 w 462"/>
                  <a:gd name="T6" fmla="+- 0 6163 5718"/>
                  <a:gd name="T7" fmla="*/ 6163 h 446"/>
                  <a:gd name="T8" fmla="+- 0 8837 8375"/>
                  <a:gd name="T9" fmla="*/ T8 w 462"/>
                  <a:gd name="T10" fmla="+- 0 5718 5718"/>
                  <a:gd name="T11" fmla="*/ 5718 h 446"/>
                  <a:gd name="T12" fmla="+- 0 8375 8375"/>
                  <a:gd name="T13" fmla="*/ T12 w 462"/>
                  <a:gd name="T14" fmla="+- 0 5718 5718"/>
                  <a:gd name="T15" fmla="*/ 5718 h 446"/>
                  <a:gd name="T16" fmla="+- 0 8375 8375"/>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1" name="Group 130">
              <a:extLst>
                <a:ext uri="{FF2B5EF4-FFF2-40B4-BE49-F238E27FC236}">
                  <a16:creationId xmlns:a16="http://schemas.microsoft.com/office/drawing/2014/main" id="{64DA6BFA-2EE2-392E-89FA-A1C1DCE962C0}"/>
                </a:ext>
              </a:extLst>
            </p:cNvPr>
            <p:cNvGrpSpPr>
              <a:grpSpLocks/>
            </p:cNvGrpSpPr>
            <p:nvPr/>
          </p:nvGrpSpPr>
          <p:grpSpPr bwMode="auto">
            <a:xfrm>
              <a:off x="8831" y="5718"/>
              <a:ext cx="462" cy="446"/>
              <a:chOff x="8831" y="5718"/>
              <a:chExt cx="462" cy="446"/>
            </a:xfrm>
          </p:grpSpPr>
          <p:sp>
            <p:nvSpPr>
              <p:cNvPr id="1444" name="Freeform 4696">
                <a:extLst>
                  <a:ext uri="{FF2B5EF4-FFF2-40B4-BE49-F238E27FC236}">
                    <a16:creationId xmlns:a16="http://schemas.microsoft.com/office/drawing/2014/main" id="{96B830AA-DCA3-143A-6A5D-7DA24806F816}"/>
                  </a:ext>
                </a:extLst>
              </p:cNvPr>
              <p:cNvSpPr>
                <a:spLocks/>
              </p:cNvSpPr>
              <p:nvPr/>
            </p:nvSpPr>
            <p:spPr bwMode="auto">
              <a:xfrm>
                <a:off x="8831" y="5718"/>
                <a:ext cx="462" cy="446"/>
              </a:xfrm>
              <a:custGeom>
                <a:avLst/>
                <a:gdLst>
                  <a:gd name="T0" fmla="+- 0 8831 8831"/>
                  <a:gd name="T1" fmla="*/ T0 w 462"/>
                  <a:gd name="T2" fmla="+- 0 6163 5718"/>
                  <a:gd name="T3" fmla="*/ 6163 h 446"/>
                  <a:gd name="T4" fmla="+- 0 9293 8831"/>
                  <a:gd name="T5" fmla="*/ T4 w 462"/>
                  <a:gd name="T6" fmla="+- 0 6163 5718"/>
                  <a:gd name="T7" fmla="*/ 6163 h 446"/>
                  <a:gd name="T8" fmla="+- 0 9293 8831"/>
                  <a:gd name="T9" fmla="*/ T8 w 462"/>
                  <a:gd name="T10" fmla="+- 0 5718 5718"/>
                  <a:gd name="T11" fmla="*/ 5718 h 446"/>
                  <a:gd name="T12" fmla="+- 0 8831 8831"/>
                  <a:gd name="T13" fmla="*/ T12 w 462"/>
                  <a:gd name="T14" fmla="+- 0 5718 5718"/>
                  <a:gd name="T15" fmla="*/ 5718 h 446"/>
                  <a:gd name="T16" fmla="+- 0 8831 8831"/>
                  <a:gd name="T17" fmla="*/ T16 w 462"/>
                  <a:gd name="T18" fmla="+- 0 6163 5718"/>
                  <a:gd name="T19" fmla="*/ 6163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2" name="Group 131">
              <a:extLst>
                <a:ext uri="{FF2B5EF4-FFF2-40B4-BE49-F238E27FC236}">
                  <a16:creationId xmlns:a16="http://schemas.microsoft.com/office/drawing/2014/main" id="{294F37E6-223E-DE8C-0107-95C3BD24CC90}"/>
                </a:ext>
              </a:extLst>
            </p:cNvPr>
            <p:cNvGrpSpPr>
              <a:grpSpLocks/>
            </p:cNvGrpSpPr>
            <p:nvPr/>
          </p:nvGrpSpPr>
          <p:grpSpPr bwMode="auto">
            <a:xfrm>
              <a:off x="617" y="6158"/>
              <a:ext cx="5025" cy="446"/>
              <a:chOff x="617" y="6158"/>
              <a:chExt cx="5025" cy="446"/>
            </a:xfrm>
          </p:grpSpPr>
          <p:sp>
            <p:nvSpPr>
              <p:cNvPr id="1443" name="Freeform 4698">
                <a:extLst>
                  <a:ext uri="{FF2B5EF4-FFF2-40B4-BE49-F238E27FC236}">
                    <a16:creationId xmlns:a16="http://schemas.microsoft.com/office/drawing/2014/main" id="{FA4EA06C-80FC-5B3B-E877-78146778EB70}"/>
                  </a:ext>
                </a:extLst>
              </p:cNvPr>
              <p:cNvSpPr>
                <a:spLocks/>
              </p:cNvSpPr>
              <p:nvPr/>
            </p:nvSpPr>
            <p:spPr bwMode="auto">
              <a:xfrm>
                <a:off x="617" y="6158"/>
                <a:ext cx="5025" cy="446"/>
              </a:xfrm>
              <a:custGeom>
                <a:avLst/>
                <a:gdLst>
                  <a:gd name="T0" fmla="+- 0 617 617"/>
                  <a:gd name="T1" fmla="*/ T0 w 5025"/>
                  <a:gd name="T2" fmla="+- 0 6604 6158"/>
                  <a:gd name="T3" fmla="*/ 6604 h 446"/>
                  <a:gd name="T4" fmla="+- 0 5642 617"/>
                  <a:gd name="T5" fmla="*/ T4 w 5025"/>
                  <a:gd name="T6" fmla="+- 0 6604 6158"/>
                  <a:gd name="T7" fmla="*/ 6604 h 446"/>
                  <a:gd name="T8" fmla="+- 0 5642 617"/>
                  <a:gd name="T9" fmla="*/ T8 w 5025"/>
                  <a:gd name="T10" fmla="+- 0 6158 6158"/>
                  <a:gd name="T11" fmla="*/ 6158 h 446"/>
                  <a:gd name="T12" fmla="+- 0 617 617"/>
                  <a:gd name="T13" fmla="*/ T12 w 5025"/>
                  <a:gd name="T14" fmla="+- 0 6158 6158"/>
                  <a:gd name="T15" fmla="*/ 6158 h 446"/>
                  <a:gd name="T16" fmla="+- 0 617 617"/>
                  <a:gd name="T17" fmla="*/ T16 w 5025"/>
                  <a:gd name="T18" fmla="+- 0 6604 6158"/>
                  <a:gd name="T19" fmla="*/ 6604 h 446"/>
                </a:gdLst>
                <a:ahLst/>
                <a:cxnLst>
                  <a:cxn ang="0">
                    <a:pos x="T1" y="T3"/>
                  </a:cxn>
                  <a:cxn ang="0">
                    <a:pos x="T5" y="T7"/>
                  </a:cxn>
                  <a:cxn ang="0">
                    <a:pos x="T9" y="T11"/>
                  </a:cxn>
                  <a:cxn ang="0">
                    <a:pos x="T13" y="T15"/>
                  </a:cxn>
                  <a:cxn ang="0">
                    <a:pos x="T17" y="T19"/>
                  </a:cxn>
                </a:cxnLst>
                <a:rect l="0" t="0" r="r" b="b"/>
                <a:pathLst>
                  <a:path w="5025" h="446">
                    <a:moveTo>
                      <a:pt x="0" y="446"/>
                    </a:moveTo>
                    <a:lnTo>
                      <a:pt x="5025" y="446"/>
                    </a:lnTo>
                    <a:lnTo>
                      <a:pt x="5025"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3" name="Group 132">
              <a:extLst>
                <a:ext uri="{FF2B5EF4-FFF2-40B4-BE49-F238E27FC236}">
                  <a16:creationId xmlns:a16="http://schemas.microsoft.com/office/drawing/2014/main" id="{02A74A93-FF79-C181-7865-49015F9B2941}"/>
                </a:ext>
              </a:extLst>
            </p:cNvPr>
            <p:cNvGrpSpPr>
              <a:grpSpLocks/>
            </p:cNvGrpSpPr>
            <p:nvPr/>
          </p:nvGrpSpPr>
          <p:grpSpPr bwMode="auto">
            <a:xfrm>
              <a:off x="5637" y="6158"/>
              <a:ext cx="1375" cy="446"/>
              <a:chOff x="5637" y="6158"/>
              <a:chExt cx="1375" cy="446"/>
            </a:xfrm>
          </p:grpSpPr>
          <p:sp>
            <p:nvSpPr>
              <p:cNvPr id="1442" name="Freeform 4700">
                <a:extLst>
                  <a:ext uri="{FF2B5EF4-FFF2-40B4-BE49-F238E27FC236}">
                    <a16:creationId xmlns:a16="http://schemas.microsoft.com/office/drawing/2014/main" id="{C55D8235-D9E3-2655-4C1C-5EA47EA24E72}"/>
                  </a:ext>
                </a:extLst>
              </p:cNvPr>
              <p:cNvSpPr>
                <a:spLocks/>
              </p:cNvSpPr>
              <p:nvPr/>
            </p:nvSpPr>
            <p:spPr bwMode="auto">
              <a:xfrm>
                <a:off x="5637" y="6158"/>
                <a:ext cx="1375" cy="446"/>
              </a:xfrm>
              <a:custGeom>
                <a:avLst/>
                <a:gdLst>
                  <a:gd name="T0" fmla="+- 0 5637 5637"/>
                  <a:gd name="T1" fmla="*/ T0 w 1375"/>
                  <a:gd name="T2" fmla="+- 0 6604 6158"/>
                  <a:gd name="T3" fmla="*/ 6604 h 446"/>
                  <a:gd name="T4" fmla="+- 0 7011 5637"/>
                  <a:gd name="T5" fmla="*/ T4 w 1375"/>
                  <a:gd name="T6" fmla="+- 0 6604 6158"/>
                  <a:gd name="T7" fmla="*/ 6604 h 446"/>
                  <a:gd name="T8" fmla="+- 0 7011 5637"/>
                  <a:gd name="T9" fmla="*/ T8 w 1375"/>
                  <a:gd name="T10" fmla="+- 0 6158 6158"/>
                  <a:gd name="T11" fmla="*/ 6158 h 446"/>
                  <a:gd name="T12" fmla="+- 0 5637 5637"/>
                  <a:gd name="T13" fmla="*/ T12 w 1375"/>
                  <a:gd name="T14" fmla="+- 0 6158 6158"/>
                  <a:gd name="T15" fmla="*/ 6158 h 446"/>
                  <a:gd name="T16" fmla="+- 0 5637 5637"/>
                  <a:gd name="T17" fmla="*/ T16 w 1375"/>
                  <a:gd name="T18" fmla="+- 0 6604 6158"/>
                  <a:gd name="T19" fmla="*/ 6604 h 446"/>
                </a:gdLst>
                <a:ahLst/>
                <a:cxnLst>
                  <a:cxn ang="0">
                    <a:pos x="T1" y="T3"/>
                  </a:cxn>
                  <a:cxn ang="0">
                    <a:pos x="T5" y="T7"/>
                  </a:cxn>
                  <a:cxn ang="0">
                    <a:pos x="T9" y="T11"/>
                  </a:cxn>
                  <a:cxn ang="0">
                    <a:pos x="T13" y="T15"/>
                  </a:cxn>
                  <a:cxn ang="0">
                    <a:pos x="T17" y="T19"/>
                  </a:cxn>
                </a:cxnLst>
                <a:rect l="0" t="0" r="r" b="b"/>
                <a:pathLst>
                  <a:path w="1375" h="446">
                    <a:moveTo>
                      <a:pt x="0" y="446"/>
                    </a:moveTo>
                    <a:lnTo>
                      <a:pt x="1374" y="446"/>
                    </a:lnTo>
                    <a:lnTo>
                      <a:pt x="1374"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4" name="Group 133">
              <a:extLst>
                <a:ext uri="{FF2B5EF4-FFF2-40B4-BE49-F238E27FC236}">
                  <a16:creationId xmlns:a16="http://schemas.microsoft.com/office/drawing/2014/main" id="{0AB30D0D-4E2E-1E3A-5F2E-02F6A5519FC5}"/>
                </a:ext>
              </a:extLst>
            </p:cNvPr>
            <p:cNvGrpSpPr>
              <a:grpSpLocks/>
            </p:cNvGrpSpPr>
            <p:nvPr/>
          </p:nvGrpSpPr>
          <p:grpSpPr bwMode="auto">
            <a:xfrm>
              <a:off x="7006" y="6158"/>
              <a:ext cx="462" cy="446"/>
              <a:chOff x="7006" y="6158"/>
              <a:chExt cx="462" cy="446"/>
            </a:xfrm>
          </p:grpSpPr>
          <p:sp>
            <p:nvSpPr>
              <p:cNvPr id="1441" name="Freeform 4702">
                <a:extLst>
                  <a:ext uri="{FF2B5EF4-FFF2-40B4-BE49-F238E27FC236}">
                    <a16:creationId xmlns:a16="http://schemas.microsoft.com/office/drawing/2014/main" id="{2F626C45-E3E4-E7F9-234A-FB683A3E9547}"/>
                  </a:ext>
                </a:extLst>
              </p:cNvPr>
              <p:cNvSpPr>
                <a:spLocks/>
              </p:cNvSpPr>
              <p:nvPr/>
            </p:nvSpPr>
            <p:spPr bwMode="auto">
              <a:xfrm>
                <a:off x="7006" y="6158"/>
                <a:ext cx="462" cy="446"/>
              </a:xfrm>
              <a:custGeom>
                <a:avLst/>
                <a:gdLst>
                  <a:gd name="T0" fmla="+- 0 7006 7006"/>
                  <a:gd name="T1" fmla="*/ T0 w 462"/>
                  <a:gd name="T2" fmla="+- 0 6604 6158"/>
                  <a:gd name="T3" fmla="*/ 6604 h 446"/>
                  <a:gd name="T4" fmla="+- 0 7468 7006"/>
                  <a:gd name="T5" fmla="*/ T4 w 462"/>
                  <a:gd name="T6" fmla="+- 0 6604 6158"/>
                  <a:gd name="T7" fmla="*/ 6604 h 446"/>
                  <a:gd name="T8" fmla="+- 0 7468 7006"/>
                  <a:gd name="T9" fmla="*/ T8 w 462"/>
                  <a:gd name="T10" fmla="+- 0 6158 6158"/>
                  <a:gd name="T11" fmla="*/ 6158 h 446"/>
                  <a:gd name="T12" fmla="+- 0 7006 7006"/>
                  <a:gd name="T13" fmla="*/ T12 w 462"/>
                  <a:gd name="T14" fmla="+- 0 6158 6158"/>
                  <a:gd name="T15" fmla="*/ 6158 h 446"/>
                  <a:gd name="T16" fmla="+- 0 7006 7006"/>
                  <a:gd name="T17" fmla="*/ T16 w 462"/>
                  <a:gd name="T18" fmla="+- 0 6604 6158"/>
                  <a:gd name="T19" fmla="*/ 660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ABBB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5" name="Group 134">
              <a:extLst>
                <a:ext uri="{FF2B5EF4-FFF2-40B4-BE49-F238E27FC236}">
                  <a16:creationId xmlns:a16="http://schemas.microsoft.com/office/drawing/2014/main" id="{E329B74F-464C-A3AC-7DF5-26329BFFB1DA}"/>
                </a:ext>
              </a:extLst>
            </p:cNvPr>
            <p:cNvGrpSpPr>
              <a:grpSpLocks/>
            </p:cNvGrpSpPr>
            <p:nvPr/>
          </p:nvGrpSpPr>
          <p:grpSpPr bwMode="auto">
            <a:xfrm>
              <a:off x="7462" y="6158"/>
              <a:ext cx="1831" cy="446"/>
              <a:chOff x="7462" y="6158"/>
              <a:chExt cx="1831" cy="446"/>
            </a:xfrm>
          </p:grpSpPr>
          <p:sp>
            <p:nvSpPr>
              <p:cNvPr id="1440" name="Freeform 4704">
                <a:extLst>
                  <a:ext uri="{FF2B5EF4-FFF2-40B4-BE49-F238E27FC236}">
                    <a16:creationId xmlns:a16="http://schemas.microsoft.com/office/drawing/2014/main" id="{209D51CC-275D-5A59-B6BA-0ED11CB49DD0}"/>
                  </a:ext>
                </a:extLst>
              </p:cNvPr>
              <p:cNvSpPr>
                <a:spLocks/>
              </p:cNvSpPr>
              <p:nvPr/>
            </p:nvSpPr>
            <p:spPr bwMode="auto">
              <a:xfrm>
                <a:off x="7462" y="6158"/>
                <a:ext cx="1831" cy="446"/>
              </a:xfrm>
              <a:custGeom>
                <a:avLst/>
                <a:gdLst>
                  <a:gd name="T0" fmla="+- 0 7462 7462"/>
                  <a:gd name="T1" fmla="*/ T0 w 1831"/>
                  <a:gd name="T2" fmla="+- 0 6604 6158"/>
                  <a:gd name="T3" fmla="*/ 6604 h 446"/>
                  <a:gd name="T4" fmla="+- 0 9293 7462"/>
                  <a:gd name="T5" fmla="*/ T4 w 1831"/>
                  <a:gd name="T6" fmla="+- 0 6604 6158"/>
                  <a:gd name="T7" fmla="*/ 6604 h 446"/>
                  <a:gd name="T8" fmla="+- 0 9293 7462"/>
                  <a:gd name="T9" fmla="*/ T8 w 1831"/>
                  <a:gd name="T10" fmla="+- 0 6158 6158"/>
                  <a:gd name="T11" fmla="*/ 6158 h 446"/>
                  <a:gd name="T12" fmla="+- 0 7462 7462"/>
                  <a:gd name="T13" fmla="*/ T12 w 1831"/>
                  <a:gd name="T14" fmla="+- 0 6158 6158"/>
                  <a:gd name="T15" fmla="*/ 6158 h 446"/>
                  <a:gd name="T16" fmla="+- 0 7462 7462"/>
                  <a:gd name="T17" fmla="*/ T16 w 1831"/>
                  <a:gd name="T18" fmla="+- 0 6604 6158"/>
                  <a:gd name="T19" fmla="*/ 6604 h 446"/>
                </a:gdLst>
                <a:ahLst/>
                <a:cxnLst>
                  <a:cxn ang="0">
                    <a:pos x="T1" y="T3"/>
                  </a:cxn>
                  <a:cxn ang="0">
                    <a:pos x="T5" y="T7"/>
                  </a:cxn>
                  <a:cxn ang="0">
                    <a:pos x="T9" y="T11"/>
                  </a:cxn>
                  <a:cxn ang="0">
                    <a:pos x="T13" y="T15"/>
                  </a:cxn>
                  <a:cxn ang="0">
                    <a:pos x="T17" y="T19"/>
                  </a:cxn>
                </a:cxnLst>
                <a:rect l="0" t="0" r="r" b="b"/>
                <a:pathLst>
                  <a:path w="1831" h="446">
                    <a:moveTo>
                      <a:pt x="0" y="446"/>
                    </a:moveTo>
                    <a:lnTo>
                      <a:pt x="1831" y="446"/>
                    </a:lnTo>
                    <a:lnTo>
                      <a:pt x="183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6" name="Group 135">
              <a:extLst>
                <a:ext uri="{FF2B5EF4-FFF2-40B4-BE49-F238E27FC236}">
                  <a16:creationId xmlns:a16="http://schemas.microsoft.com/office/drawing/2014/main" id="{D427D0B4-8009-C4FE-2C76-61FE714A2B1F}"/>
                </a:ext>
              </a:extLst>
            </p:cNvPr>
            <p:cNvGrpSpPr>
              <a:grpSpLocks/>
            </p:cNvGrpSpPr>
            <p:nvPr/>
          </p:nvGrpSpPr>
          <p:grpSpPr bwMode="auto">
            <a:xfrm>
              <a:off x="617" y="6598"/>
              <a:ext cx="462" cy="446"/>
              <a:chOff x="617" y="6598"/>
              <a:chExt cx="462" cy="446"/>
            </a:xfrm>
          </p:grpSpPr>
          <p:sp>
            <p:nvSpPr>
              <p:cNvPr id="1439" name="Freeform 4706">
                <a:extLst>
                  <a:ext uri="{FF2B5EF4-FFF2-40B4-BE49-F238E27FC236}">
                    <a16:creationId xmlns:a16="http://schemas.microsoft.com/office/drawing/2014/main" id="{68004A57-D036-0F08-BFE3-BAF0DF53371E}"/>
                  </a:ext>
                </a:extLst>
              </p:cNvPr>
              <p:cNvSpPr>
                <a:spLocks/>
              </p:cNvSpPr>
              <p:nvPr/>
            </p:nvSpPr>
            <p:spPr bwMode="auto">
              <a:xfrm>
                <a:off x="617" y="6598"/>
                <a:ext cx="462" cy="446"/>
              </a:xfrm>
              <a:custGeom>
                <a:avLst/>
                <a:gdLst>
                  <a:gd name="T0" fmla="+- 0 617 617"/>
                  <a:gd name="T1" fmla="*/ T0 w 462"/>
                  <a:gd name="T2" fmla="+- 0 7044 6598"/>
                  <a:gd name="T3" fmla="*/ 7044 h 446"/>
                  <a:gd name="T4" fmla="+- 0 1079 617"/>
                  <a:gd name="T5" fmla="*/ T4 w 462"/>
                  <a:gd name="T6" fmla="+- 0 7044 6598"/>
                  <a:gd name="T7" fmla="*/ 7044 h 446"/>
                  <a:gd name="T8" fmla="+- 0 1079 617"/>
                  <a:gd name="T9" fmla="*/ T8 w 462"/>
                  <a:gd name="T10" fmla="+- 0 6598 6598"/>
                  <a:gd name="T11" fmla="*/ 6598 h 446"/>
                  <a:gd name="T12" fmla="+- 0 617 617"/>
                  <a:gd name="T13" fmla="*/ T12 w 462"/>
                  <a:gd name="T14" fmla="+- 0 6598 6598"/>
                  <a:gd name="T15" fmla="*/ 6598 h 446"/>
                  <a:gd name="T16" fmla="+- 0 617 617"/>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7" name="Group 136">
              <a:extLst>
                <a:ext uri="{FF2B5EF4-FFF2-40B4-BE49-F238E27FC236}">
                  <a16:creationId xmlns:a16="http://schemas.microsoft.com/office/drawing/2014/main" id="{05ADBA2A-E26A-A9E9-C5A3-3D047B79E5D4}"/>
                </a:ext>
              </a:extLst>
            </p:cNvPr>
            <p:cNvGrpSpPr>
              <a:grpSpLocks/>
            </p:cNvGrpSpPr>
            <p:nvPr/>
          </p:nvGrpSpPr>
          <p:grpSpPr bwMode="auto">
            <a:xfrm>
              <a:off x="1074" y="6598"/>
              <a:ext cx="1831" cy="446"/>
              <a:chOff x="1074" y="6598"/>
              <a:chExt cx="1831" cy="446"/>
            </a:xfrm>
          </p:grpSpPr>
          <p:sp>
            <p:nvSpPr>
              <p:cNvPr id="1438" name="Freeform 4708">
                <a:extLst>
                  <a:ext uri="{FF2B5EF4-FFF2-40B4-BE49-F238E27FC236}">
                    <a16:creationId xmlns:a16="http://schemas.microsoft.com/office/drawing/2014/main" id="{E6A96BDF-6881-6981-E334-64FB89BDDE9A}"/>
                  </a:ext>
                </a:extLst>
              </p:cNvPr>
              <p:cNvSpPr>
                <a:spLocks/>
              </p:cNvSpPr>
              <p:nvPr/>
            </p:nvSpPr>
            <p:spPr bwMode="auto">
              <a:xfrm>
                <a:off x="1074" y="6598"/>
                <a:ext cx="1831" cy="446"/>
              </a:xfrm>
              <a:custGeom>
                <a:avLst/>
                <a:gdLst>
                  <a:gd name="T0" fmla="+- 0 1074 1074"/>
                  <a:gd name="T1" fmla="*/ T0 w 1831"/>
                  <a:gd name="T2" fmla="+- 0 7044 6598"/>
                  <a:gd name="T3" fmla="*/ 7044 h 446"/>
                  <a:gd name="T4" fmla="+- 0 2904 1074"/>
                  <a:gd name="T5" fmla="*/ T4 w 1831"/>
                  <a:gd name="T6" fmla="+- 0 7044 6598"/>
                  <a:gd name="T7" fmla="*/ 7044 h 446"/>
                  <a:gd name="T8" fmla="+- 0 2904 1074"/>
                  <a:gd name="T9" fmla="*/ T8 w 1831"/>
                  <a:gd name="T10" fmla="+- 0 6598 6598"/>
                  <a:gd name="T11" fmla="*/ 6598 h 446"/>
                  <a:gd name="T12" fmla="+- 0 1074 1074"/>
                  <a:gd name="T13" fmla="*/ T12 w 1831"/>
                  <a:gd name="T14" fmla="+- 0 6598 6598"/>
                  <a:gd name="T15" fmla="*/ 6598 h 446"/>
                  <a:gd name="T16" fmla="+- 0 1074 1074"/>
                  <a:gd name="T17" fmla="*/ T16 w 1831"/>
                  <a:gd name="T18" fmla="+- 0 7044 6598"/>
                  <a:gd name="T19" fmla="*/ 7044 h 446"/>
                </a:gdLst>
                <a:ahLst/>
                <a:cxnLst>
                  <a:cxn ang="0">
                    <a:pos x="T1" y="T3"/>
                  </a:cxn>
                  <a:cxn ang="0">
                    <a:pos x="T5" y="T7"/>
                  </a:cxn>
                  <a:cxn ang="0">
                    <a:pos x="T9" y="T11"/>
                  </a:cxn>
                  <a:cxn ang="0">
                    <a:pos x="T13" y="T15"/>
                  </a:cxn>
                  <a:cxn ang="0">
                    <a:pos x="T17" y="T19"/>
                  </a:cxn>
                </a:cxnLst>
                <a:rect l="0" t="0" r="r" b="b"/>
                <a:pathLst>
                  <a:path w="1831" h="446">
                    <a:moveTo>
                      <a:pt x="0" y="446"/>
                    </a:moveTo>
                    <a:lnTo>
                      <a:pt x="1830" y="446"/>
                    </a:lnTo>
                    <a:lnTo>
                      <a:pt x="1830"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8" name="Group 137">
              <a:extLst>
                <a:ext uri="{FF2B5EF4-FFF2-40B4-BE49-F238E27FC236}">
                  <a16:creationId xmlns:a16="http://schemas.microsoft.com/office/drawing/2014/main" id="{F0835C1B-3B0E-F15B-0BC7-B277860CB296}"/>
                </a:ext>
              </a:extLst>
            </p:cNvPr>
            <p:cNvGrpSpPr>
              <a:grpSpLocks/>
            </p:cNvGrpSpPr>
            <p:nvPr/>
          </p:nvGrpSpPr>
          <p:grpSpPr bwMode="auto">
            <a:xfrm>
              <a:off x="2899" y="6598"/>
              <a:ext cx="462" cy="446"/>
              <a:chOff x="2899" y="6598"/>
              <a:chExt cx="462" cy="446"/>
            </a:xfrm>
          </p:grpSpPr>
          <p:sp>
            <p:nvSpPr>
              <p:cNvPr id="1437" name="Freeform 4710">
                <a:extLst>
                  <a:ext uri="{FF2B5EF4-FFF2-40B4-BE49-F238E27FC236}">
                    <a16:creationId xmlns:a16="http://schemas.microsoft.com/office/drawing/2014/main" id="{5436B6BC-2C9A-8B81-1400-5E8C623A21ED}"/>
                  </a:ext>
                </a:extLst>
              </p:cNvPr>
              <p:cNvSpPr>
                <a:spLocks/>
              </p:cNvSpPr>
              <p:nvPr/>
            </p:nvSpPr>
            <p:spPr bwMode="auto">
              <a:xfrm>
                <a:off x="2899" y="6598"/>
                <a:ext cx="462" cy="446"/>
              </a:xfrm>
              <a:custGeom>
                <a:avLst/>
                <a:gdLst>
                  <a:gd name="T0" fmla="+- 0 2899 2899"/>
                  <a:gd name="T1" fmla="*/ T0 w 462"/>
                  <a:gd name="T2" fmla="+- 0 7044 6598"/>
                  <a:gd name="T3" fmla="*/ 7044 h 446"/>
                  <a:gd name="T4" fmla="+- 0 3361 2899"/>
                  <a:gd name="T5" fmla="*/ T4 w 462"/>
                  <a:gd name="T6" fmla="+- 0 7044 6598"/>
                  <a:gd name="T7" fmla="*/ 7044 h 446"/>
                  <a:gd name="T8" fmla="+- 0 3361 2899"/>
                  <a:gd name="T9" fmla="*/ T8 w 462"/>
                  <a:gd name="T10" fmla="+- 0 6598 6598"/>
                  <a:gd name="T11" fmla="*/ 6598 h 446"/>
                  <a:gd name="T12" fmla="+- 0 2899 2899"/>
                  <a:gd name="T13" fmla="*/ T12 w 462"/>
                  <a:gd name="T14" fmla="+- 0 6598 6598"/>
                  <a:gd name="T15" fmla="*/ 6598 h 446"/>
                  <a:gd name="T16" fmla="+- 0 2899 2899"/>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5F8"/>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39" name="Group 138">
              <a:extLst>
                <a:ext uri="{FF2B5EF4-FFF2-40B4-BE49-F238E27FC236}">
                  <a16:creationId xmlns:a16="http://schemas.microsoft.com/office/drawing/2014/main" id="{E4F38AC4-8DBA-82C7-8994-FB9EA8034EE2}"/>
                </a:ext>
              </a:extLst>
            </p:cNvPr>
            <p:cNvGrpSpPr>
              <a:grpSpLocks/>
            </p:cNvGrpSpPr>
            <p:nvPr/>
          </p:nvGrpSpPr>
          <p:grpSpPr bwMode="auto">
            <a:xfrm>
              <a:off x="3355" y="6598"/>
              <a:ext cx="1831" cy="446"/>
              <a:chOff x="3355" y="6598"/>
              <a:chExt cx="1831" cy="446"/>
            </a:xfrm>
          </p:grpSpPr>
          <p:sp>
            <p:nvSpPr>
              <p:cNvPr id="1436" name="Freeform 4712">
                <a:extLst>
                  <a:ext uri="{FF2B5EF4-FFF2-40B4-BE49-F238E27FC236}">
                    <a16:creationId xmlns:a16="http://schemas.microsoft.com/office/drawing/2014/main" id="{4BB788C3-7EDD-71DB-E153-290A43DB2A89}"/>
                  </a:ext>
                </a:extLst>
              </p:cNvPr>
              <p:cNvSpPr>
                <a:spLocks/>
              </p:cNvSpPr>
              <p:nvPr/>
            </p:nvSpPr>
            <p:spPr bwMode="auto">
              <a:xfrm>
                <a:off x="3355" y="6598"/>
                <a:ext cx="1831" cy="446"/>
              </a:xfrm>
              <a:custGeom>
                <a:avLst/>
                <a:gdLst>
                  <a:gd name="T0" fmla="+- 0 3355 3355"/>
                  <a:gd name="T1" fmla="*/ T0 w 1831"/>
                  <a:gd name="T2" fmla="+- 0 7044 6598"/>
                  <a:gd name="T3" fmla="*/ 7044 h 446"/>
                  <a:gd name="T4" fmla="+- 0 5186 3355"/>
                  <a:gd name="T5" fmla="*/ T4 w 1831"/>
                  <a:gd name="T6" fmla="+- 0 7044 6598"/>
                  <a:gd name="T7" fmla="*/ 7044 h 446"/>
                  <a:gd name="T8" fmla="+- 0 5186 3355"/>
                  <a:gd name="T9" fmla="*/ T8 w 1831"/>
                  <a:gd name="T10" fmla="+- 0 6598 6598"/>
                  <a:gd name="T11" fmla="*/ 6598 h 446"/>
                  <a:gd name="T12" fmla="+- 0 3355 3355"/>
                  <a:gd name="T13" fmla="*/ T12 w 1831"/>
                  <a:gd name="T14" fmla="+- 0 6598 6598"/>
                  <a:gd name="T15" fmla="*/ 6598 h 446"/>
                  <a:gd name="T16" fmla="+- 0 3355 3355"/>
                  <a:gd name="T17" fmla="*/ T16 w 1831"/>
                  <a:gd name="T18" fmla="+- 0 7044 6598"/>
                  <a:gd name="T19" fmla="*/ 7044 h 446"/>
                </a:gdLst>
                <a:ahLst/>
                <a:cxnLst>
                  <a:cxn ang="0">
                    <a:pos x="T1" y="T3"/>
                  </a:cxn>
                  <a:cxn ang="0">
                    <a:pos x="T5" y="T7"/>
                  </a:cxn>
                  <a:cxn ang="0">
                    <a:pos x="T9" y="T11"/>
                  </a:cxn>
                  <a:cxn ang="0">
                    <a:pos x="T13" y="T15"/>
                  </a:cxn>
                  <a:cxn ang="0">
                    <a:pos x="T17" y="T19"/>
                  </a:cxn>
                </a:cxnLst>
                <a:rect l="0" t="0" r="r" b="b"/>
                <a:pathLst>
                  <a:path w="1831" h="446">
                    <a:moveTo>
                      <a:pt x="0" y="446"/>
                    </a:moveTo>
                    <a:lnTo>
                      <a:pt x="1831" y="446"/>
                    </a:lnTo>
                    <a:lnTo>
                      <a:pt x="183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0" name="Group 139">
              <a:extLst>
                <a:ext uri="{FF2B5EF4-FFF2-40B4-BE49-F238E27FC236}">
                  <a16:creationId xmlns:a16="http://schemas.microsoft.com/office/drawing/2014/main" id="{8CC0A0B8-A315-0E16-C489-408E5AD64D7B}"/>
                </a:ext>
              </a:extLst>
            </p:cNvPr>
            <p:cNvGrpSpPr>
              <a:grpSpLocks/>
            </p:cNvGrpSpPr>
            <p:nvPr/>
          </p:nvGrpSpPr>
          <p:grpSpPr bwMode="auto">
            <a:xfrm>
              <a:off x="5181" y="6598"/>
              <a:ext cx="462" cy="446"/>
              <a:chOff x="5181" y="6598"/>
              <a:chExt cx="462" cy="446"/>
            </a:xfrm>
          </p:grpSpPr>
          <p:sp>
            <p:nvSpPr>
              <p:cNvPr id="1435" name="Freeform 4714">
                <a:extLst>
                  <a:ext uri="{FF2B5EF4-FFF2-40B4-BE49-F238E27FC236}">
                    <a16:creationId xmlns:a16="http://schemas.microsoft.com/office/drawing/2014/main" id="{A8C1B2D7-39A6-EE11-DF6B-F62D48B0B967}"/>
                  </a:ext>
                </a:extLst>
              </p:cNvPr>
              <p:cNvSpPr>
                <a:spLocks/>
              </p:cNvSpPr>
              <p:nvPr/>
            </p:nvSpPr>
            <p:spPr bwMode="auto">
              <a:xfrm>
                <a:off x="5181" y="6598"/>
                <a:ext cx="462" cy="446"/>
              </a:xfrm>
              <a:custGeom>
                <a:avLst/>
                <a:gdLst>
                  <a:gd name="T0" fmla="+- 0 5181 5181"/>
                  <a:gd name="T1" fmla="*/ T0 w 462"/>
                  <a:gd name="T2" fmla="+- 0 7044 6598"/>
                  <a:gd name="T3" fmla="*/ 7044 h 446"/>
                  <a:gd name="T4" fmla="+- 0 5642 5181"/>
                  <a:gd name="T5" fmla="*/ T4 w 462"/>
                  <a:gd name="T6" fmla="+- 0 7044 6598"/>
                  <a:gd name="T7" fmla="*/ 7044 h 446"/>
                  <a:gd name="T8" fmla="+- 0 5642 5181"/>
                  <a:gd name="T9" fmla="*/ T8 w 462"/>
                  <a:gd name="T10" fmla="+- 0 6598 6598"/>
                  <a:gd name="T11" fmla="*/ 6598 h 446"/>
                  <a:gd name="T12" fmla="+- 0 5181 5181"/>
                  <a:gd name="T13" fmla="*/ T12 w 462"/>
                  <a:gd name="T14" fmla="+- 0 6598 6598"/>
                  <a:gd name="T15" fmla="*/ 6598 h 446"/>
                  <a:gd name="T16" fmla="+- 0 5181 5181"/>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5F8"/>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1" name="Group 140">
              <a:extLst>
                <a:ext uri="{FF2B5EF4-FFF2-40B4-BE49-F238E27FC236}">
                  <a16:creationId xmlns:a16="http://schemas.microsoft.com/office/drawing/2014/main" id="{DBC75379-B8D6-A28F-E115-7C43627F3D58}"/>
                </a:ext>
              </a:extLst>
            </p:cNvPr>
            <p:cNvGrpSpPr>
              <a:grpSpLocks/>
            </p:cNvGrpSpPr>
            <p:nvPr/>
          </p:nvGrpSpPr>
          <p:grpSpPr bwMode="auto">
            <a:xfrm>
              <a:off x="5637" y="6598"/>
              <a:ext cx="919" cy="446"/>
              <a:chOff x="5637" y="6598"/>
              <a:chExt cx="919" cy="446"/>
            </a:xfrm>
          </p:grpSpPr>
          <p:sp>
            <p:nvSpPr>
              <p:cNvPr id="1434" name="Freeform 4716">
                <a:extLst>
                  <a:ext uri="{FF2B5EF4-FFF2-40B4-BE49-F238E27FC236}">
                    <a16:creationId xmlns:a16="http://schemas.microsoft.com/office/drawing/2014/main" id="{0B8B7932-82AB-5E36-AB52-E041246DB853}"/>
                  </a:ext>
                </a:extLst>
              </p:cNvPr>
              <p:cNvSpPr>
                <a:spLocks/>
              </p:cNvSpPr>
              <p:nvPr/>
            </p:nvSpPr>
            <p:spPr bwMode="auto">
              <a:xfrm>
                <a:off x="5637" y="6598"/>
                <a:ext cx="919" cy="446"/>
              </a:xfrm>
              <a:custGeom>
                <a:avLst/>
                <a:gdLst>
                  <a:gd name="T0" fmla="+- 0 5637 5637"/>
                  <a:gd name="T1" fmla="*/ T0 w 919"/>
                  <a:gd name="T2" fmla="+- 0 7044 6598"/>
                  <a:gd name="T3" fmla="*/ 7044 h 446"/>
                  <a:gd name="T4" fmla="+- 0 6555 5637"/>
                  <a:gd name="T5" fmla="*/ T4 w 919"/>
                  <a:gd name="T6" fmla="+- 0 7044 6598"/>
                  <a:gd name="T7" fmla="*/ 7044 h 446"/>
                  <a:gd name="T8" fmla="+- 0 6555 5637"/>
                  <a:gd name="T9" fmla="*/ T8 w 919"/>
                  <a:gd name="T10" fmla="+- 0 6598 6598"/>
                  <a:gd name="T11" fmla="*/ 6598 h 446"/>
                  <a:gd name="T12" fmla="+- 0 5637 5637"/>
                  <a:gd name="T13" fmla="*/ T12 w 919"/>
                  <a:gd name="T14" fmla="+- 0 6598 6598"/>
                  <a:gd name="T15" fmla="*/ 6598 h 446"/>
                  <a:gd name="T16" fmla="+- 0 5637 5637"/>
                  <a:gd name="T17" fmla="*/ T16 w 919"/>
                  <a:gd name="T18" fmla="+- 0 7044 6598"/>
                  <a:gd name="T19" fmla="*/ 7044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2" name="Group 141">
              <a:extLst>
                <a:ext uri="{FF2B5EF4-FFF2-40B4-BE49-F238E27FC236}">
                  <a16:creationId xmlns:a16="http://schemas.microsoft.com/office/drawing/2014/main" id="{D1B8C4FE-5AC2-D016-DE82-C903A8AB3C5E}"/>
                </a:ext>
              </a:extLst>
            </p:cNvPr>
            <p:cNvGrpSpPr>
              <a:grpSpLocks/>
            </p:cNvGrpSpPr>
            <p:nvPr/>
          </p:nvGrpSpPr>
          <p:grpSpPr bwMode="auto">
            <a:xfrm>
              <a:off x="6550" y="6598"/>
              <a:ext cx="918" cy="446"/>
              <a:chOff x="6550" y="6598"/>
              <a:chExt cx="918" cy="446"/>
            </a:xfrm>
          </p:grpSpPr>
          <p:sp>
            <p:nvSpPr>
              <p:cNvPr id="1433" name="Freeform 4718">
                <a:extLst>
                  <a:ext uri="{FF2B5EF4-FFF2-40B4-BE49-F238E27FC236}">
                    <a16:creationId xmlns:a16="http://schemas.microsoft.com/office/drawing/2014/main" id="{1AEA46BC-B3DF-3833-2863-343DF872CCED}"/>
                  </a:ext>
                </a:extLst>
              </p:cNvPr>
              <p:cNvSpPr>
                <a:spLocks/>
              </p:cNvSpPr>
              <p:nvPr/>
            </p:nvSpPr>
            <p:spPr bwMode="auto">
              <a:xfrm>
                <a:off x="6550" y="6598"/>
                <a:ext cx="918" cy="446"/>
              </a:xfrm>
              <a:custGeom>
                <a:avLst/>
                <a:gdLst>
                  <a:gd name="T0" fmla="+- 0 6550 6550"/>
                  <a:gd name="T1" fmla="*/ T0 w 918"/>
                  <a:gd name="T2" fmla="+- 0 7044 6598"/>
                  <a:gd name="T3" fmla="*/ 7044 h 446"/>
                  <a:gd name="T4" fmla="+- 0 7468 6550"/>
                  <a:gd name="T5" fmla="*/ T4 w 918"/>
                  <a:gd name="T6" fmla="+- 0 7044 6598"/>
                  <a:gd name="T7" fmla="*/ 7044 h 446"/>
                  <a:gd name="T8" fmla="+- 0 7468 6550"/>
                  <a:gd name="T9" fmla="*/ T8 w 918"/>
                  <a:gd name="T10" fmla="+- 0 6598 6598"/>
                  <a:gd name="T11" fmla="*/ 6598 h 446"/>
                  <a:gd name="T12" fmla="+- 0 6550 6550"/>
                  <a:gd name="T13" fmla="*/ T12 w 918"/>
                  <a:gd name="T14" fmla="+- 0 6598 6598"/>
                  <a:gd name="T15" fmla="*/ 6598 h 446"/>
                  <a:gd name="T16" fmla="+- 0 6550 6550"/>
                  <a:gd name="T17" fmla="*/ T16 w 918"/>
                  <a:gd name="T18" fmla="+- 0 7044 6598"/>
                  <a:gd name="T19" fmla="*/ 7044 h 446"/>
                </a:gdLst>
                <a:ahLst/>
                <a:cxnLst>
                  <a:cxn ang="0">
                    <a:pos x="T1" y="T3"/>
                  </a:cxn>
                  <a:cxn ang="0">
                    <a:pos x="T5" y="T7"/>
                  </a:cxn>
                  <a:cxn ang="0">
                    <a:pos x="T9" y="T11"/>
                  </a:cxn>
                  <a:cxn ang="0">
                    <a:pos x="T13" y="T15"/>
                  </a:cxn>
                  <a:cxn ang="0">
                    <a:pos x="T17" y="T19"/>
                  </a:cxn>
                </a:cxnLst>
                <a:rect l="0" t="0" r="r" b="b"/>
                <a:pathLst>
                  <a:path w="918"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3" name="Group 142">
              <a:extLst>
                <a:ext uri="{FF2B5EF4-FFF2-40B4-BE49-F238E27FC236}">
                  <a16:creationId xmlns:a16="http://schemas.microsoft.com/office/drawing/2014/main" id="{88CFDB12-C3A2-2AC9-7FA2-DB7E6B00F3B2}"/>
                </a:ext>
              </a:extLst>
            </p:cNvPr>
            <p:cNvGrpSpPr>
              <a:grpSpLocks/>
            </p:cNvGrpSpPr>
            <p:nvPr/>
          </p:nvGrpSpPr>
          <p:grpSpPr bwMode="auto">
            <a:xfrm>
              <a:off x="7462" y="6598"/>
              <a:ext cx="462" cy="446"/>
              <a:chOff x="7462" y="6598"/>
              <a:chExt cx="462" cy="446"/>
            </a:xfrm>
          </p:grpSpPr>
          <p:sp>
            <p:nvSpPr>
              <p:cNvPr id="1432" name="Freeform 4720">
                <a:extLst>
                  <a:ext uri="{FF2B5EF4-FFF2-40B4-BE49-F238E27FC236}">
                    <a16:creationId xmlns:a16="http://schemas.microsoft.com/office/drawing/2014/main" id="{5A0737C2-6D28-39F3-F40E-85F45238D8F5}"/>
                  </a:ext>
                </a:extLst>
              </p:cNvPr>
              <p:cNvSpPr>
                <a:spLocks/>
              </p:cNvSpPr>
              <p:nvPr/>
            </p:nvSpPr>
            <p:spPr bwMode="auto">
              <a:xfrm>
                <a:off x="7462" y="6598"/>
                <a:ext cx="462" cy="446"/>
              </a:xfrm>
              <a:custGeom>
                <a:avLst/>
                <a:gdLst>
                  <a:gd name="T0" fmla="+- 0 7462 7462"/>
                  <a:gd name="T1" fmla="*/ T0 w 462"/>
                  <a:gd name="T2" fmla="+- 0 7044 6598"/>
                  <a:gd name="T3" fmla="*/ 7044 h 446"/>
                  <a:gd name="T4" fmla="+- 0 7924 7462"/>
                  <a:gd name="T5" fmla="*/ T4 w 462"/>
                  <a:gd name="T6" fmla="+- 0 7044 6598"/>
                  <a:gd name="T7" fmla="*/ 7044 h 446"/>
                  <a:gd name="T8" fmla="+- 0 7924 7462"/>
                  <a:gd name="T9" fmla="*/ T8 w 462"/>
                  <a:gd name="T10" fmla="+- 0 6598 6598"/>
                  <a:gd name="T11" fmla="*/ 6598 h 446"/>
                  <a:gd name="T12" fmla="+- 0 7462 7462"/>
                  <a:gd name="T13" fmla="*/ T12 w 462"/>
                  <a:gd name="T14" fmla="+- 0 6598 6598"/>
                  <a:gd name="T15" fmla="*/ 6598 h 446"/>
                  <a:gd name="T16" fmla="+- 0 7462 7462"/>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AC0C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4" name="Group 143">
              <a:extLst>
                <a:ext uri="{FF2B5EF4-FFF2-40B4-BE49-F238E27FC236}">
                  <a16:creationId xmlns:a16="http://schemas.microsoft.com/office/drawing/2014/main" id="{6C7B8C74-CE60-0E0A-F8C8-79707312E65C}"/>
                </a:ext>
              </a:extLst>
            </p:cNvPr>
            <p:cNvGrpSpPr>
              <a:grpSpLocks/>
            </p:cNvGrpSpPr>
            <p:nvPr/>
          </p:nvGrpSpPr>
          <p:grpSpPr bwMode="auto">
            <a:xfrm>
              <a:off x="7919" y="6598"/>
              <a:ext cx="462" cy="446"/>
              <a:chOff x="7919" y="6598"/>
              <a:chExt cx="462" cy="446"/>
            </a:xfrm>
          </p:grpSpPr>
          <p:sp>
            <p:nvSpPr>
              <p:cNvPr id="1431" name="Freeform 4722">
                <a:extLst>
                  <a:ext uri="{FF2B5EF4-FFF2-40B4-BE49-F238E27FC236}">
                    <a16:creationId xmlns:a16="http://schemas.microsoft.com/office/drawing/2014/main" id="{749E9F82-902A-6A98-9D5C-65D864509E35}"/>
                  </a:ext>
                </a:extLst>
              </p:cNvPr>
              <p:cNvSpPr>
                <a:spLocks/>
              </p:cNvSpPr>
              <p:nvPr/>
            </p:nvSpPr>
            <p:spPr bwMode="auto">
              <a:xfrm>
                <a:off x="7919" y="6598"/>
                <a:ext cx="462" cy="446"/>
              </a:xfrm>
              <a:custGeom>
                <a:avLst/>
                <a:gdLst>
                  <a:gd name="T0" fmla="+- 0 7919 7919"/>
                  <a:gd name="T1" fmla="*/ T0 w 462"/>
                  <a:gd name="T2" fmla="+- 0 7044 6598"/>
                  <a:gd name="T3" fmla="*/ 7044 h 446"/>
                  <a:gd name="T4" fmla="+- 0 8380 7919"/>
                  <a:gd name="T5" fmla="*/ T4 w 462"/>
                  <a:gd name="T6" fmla="+- 0 7044 6598"/>
                  <a:gd name="T7" fmla="*/ 7044 h 446"/>
                  <a:gd name="T8" fmla="+- 0 8380 7919"/>
                  <a:gd name="T9" fmla="*/ T8 w 462"/>
                  <a:gd name="T10" fmla="+- 0 6598 6598"/>
                  <a:gd name="T11" fmla="*/ 6598 h 446"/>
                  <a:gd name="T12" fmla="+- 0 7919 7919"/>
                  <a:gd name="T13" fmla="*/ T12 w 462"/>
                  <a:gd name="T14" fmla="+- 0 6598 6598"/>
                  <a:gd name="T15" fmla="*/ 6598 h 446"/>
                  <a:gd name="T16" fmla="+- 0 7919 7919"/>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7F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5" name="Group 144">
              <a:extLst>
                <a:ext uri="{FF2B5EF4-FFF2-40B4-BE49-F238E27FC236}">
                  <a16:creationId xmlns:a16="http://schemas.microsoft.com/office/drawing/2014/main" id="{17D95E67-80DD-BB52-A809-CD9375582C89}"/>
                </a:ext>
              </a:extLst>
            </p:cNvPr>
            <p:cNvGrpSpPr>
              <a:grpSpLocks/>
            </p:cNvGrpSpPr>
            <p:nvPr/>
          </p:nvGrpSpPr>
          <p:grpSpPr bwMode="auto">
            <a:xfrm>
              <a:off x="8375" y="6598"/>
              <a:ext cx="462" cy="446"/>
              <a:chOff x="8375" y="6598"/>
              <a:chExt cx="462" cy="446"/>
            </a:xfrm>
          </p:grpSpPr>
          <p:sp>
            <p:nvSpPr>
              <p:cNvPr id="1430" name="Freeform 4724">
                <a:extLst>
                  <a:ext uri="{FF2B5EF4-FFF2-40B4-BE49-F238E27FC236}">
                    <a16:creationId xmlns:a16="http://schemas.microsoft.com/office/drawing/2014/main" id="{EC0D0692-4692-5C59-FE11-39074620A3BD}"/>
                  </a:ext>
                </a:extLst>
              </p:cNvPr>
              <p:cNvSpPr>
                <a:spLocks/>
              </p:cNvSpPr>
              <p:nvPr/>
            </p:nvSpPr>
            <p:spPr bwMode="auto">
              <a:xfrm>
                <a:off x="8375" y="6598"/>
                <a:ext cx="462" cy="446"/>
              </a:xfrm>
              <a:custGeom>
                <a:avLst/>
                <a:gdLst>
                  <a:gd name="T0" fmla="+- 0 8375 8375"/>
                  <a:gd name="T1" fmla="*/ T0 w 462"/>
                  <a:gd name="T2" fmla="+- 0 7044 6598"/>
                  <a:gd name="T3" fmla="*/ 7044 h 446"/>
                  <a:gd name="T4" fmla="+- 0 8837 8375"/>
                  <a:gd name="T5" fmla="*/ T4 w 462"/>
                  <a:gd name="T6" fmla="+- 0 7044 6598"/>
                  <a:gd name="T7" fmla="*/ 7044 h 446"/>
                  <a:gd name="T8" fmla="+- 0 8837 8375"/>
                  <a:gd name="T9" fmla="*/ T8 w 462"/>
                  <a:gd name="T10" fmla="+- 0 6598 6598"/>
                  <a:gd name="T11" fmla="*/ 6598 h 446"/>
                  <a:gd name="T12" fmla="+- 0 8375 8375"/>
                  <a:gd name="T13" fmla="*/ T12 w 462"/>
                  <a:gd name="T14" fmla="+- 0 6598 6598"/>
                  <a:gd name="T15" fmla="*/ 6598 h 446"/>
                  <a:gd name="T16" fmla="+- 0 8375 8375"/>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6" name="Group 145">
              <a:extLst>
                <a:ext uri="{FF2B5EF4-FFF2-40B4-BE49-F238E27FC236}">
                  <a16:creationId xmlns:a16="http://schemas.microsoft.com/office/drawing/2014/main" id="{2E620669-73DE-5984-EB21-BF7B2BECFE9B}"/>
                </a:ext>
              </a:extLst>
            </p:cNvPr>
            <p:cNvGrpSpPr>
              <a:grpSpLocks/>
            </p:cNvGrpSpPr>
            <p:nvPr/>
          </p:nvGrpSpPr>
          <p:grpSpPr bwMode="auto">
            <a:xfrm>
              <a:off x="8831" y="6598"/>
              <a:ext cx="462" cy="446"/>
              <a:chOff x="8831" y="6598"/>
              <a:chExt cx="462" cy="446"/>
            </a:xfrm>
          </p:grpSpPr>
          <p:sp>
            <p:nvSpPr>
              <p:cNvPr id="1429" name="Freeform 4726">
                <a:extLst>
                  <a:ext uri="{FF2B5EF4-FFF2-40B4-BE49-F238E27FC236}">
                    <a16:creationId xmlns:a16="http://schemas.microsoft.com/office/drawing/2014/main" id="{5C8CD2E1-45F5-5BBE-B7BD-29DE5E361F3B}"/>
                  </a:ext>
                </a:extLst>
              </p:cNvPr>
              <p:cNvSpPr>
                <a:spLocks/>
              </p:cNvSpPr>
              <p:nvPr/>
            </p:nvSpPr>
            <p:spPr bwMode="auto">
              <a:xfrm>
                <a:off x="8831" y="6598"/>
                <a:ext cx="462" cy="446"/>
              </a:xfrm>
              <a:custGeom>
                <a:avLst/>
                <a:gdLst>
                  <a:gd name="T0" fmla="+- 0 8831 8831"/>
                  <a:gd name="T1" fmla="*/ T0 w 462"/>
                  <a:gd name="T2" fmla="+- 0 7044 6598"/>
                  <a:gd name="T3" fmla="*/ 7044 h 446"/>
                  <a:gd name="T4" fmla="+- 0 9293 8831"/>
                  <a:gd name="T5" fmla="*/ T4 w 462"/>
                  <a:gd name="T6" fmla="+- 0 7044 6598"/>
                  <a:gd name="T7" fmla="*/ 7044 h 446"/>
                  <a:gd name="T8" fmla="+- 0 9293 8831"/>
                  <a:gd name="T9" fmla="*/ T8 w 462"/>
                  <a:gd name="T10" fmla="+- 0 6598 6598"/>
                  <a:gd name="T11" fmla="*/ 6598 h 446"/>
                  <a:gd name="T12" fmla="+- 0 8831 8831"/>
                  <a:gd name="T13" fmla="*/ T12 w 462"/>
                  <a:gd name="T14" fmla="+- 0 6598 6598"/>
                  <a:gd name="T15" fmla="*/ 6598 h 446"/>
                  <a:gd name="T16" fmla="+- 0 8831 8831"/>
                  <a:gd name="T17" fmla="*/ T16 w 462"/>
                  <a:gd name="T18" fmla="+- 0 7044 6598"/>
                  <a:gd name="T19" fmla="*/ 704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7" name="Group 146">
              <a:extLst>
                <a:ext uri="{FF2B5EF4-FFF2-40B4-BE49-F238E27FC236}">
                  <a16:creationId xmlns:a16="http://schemas.microsoft.com/office/drawing/2014/main" id="{B3E0C439-F31F-0B2C-0797-09F87D955651}"/>
                </a:ext>
              </a:extLst>
            </p:cNvPr>
            <p:cNvGrpSpPr>
              <a:grpSpLocks/>
            </p:cNvGrpSpPr>
            <p:nvPr/>
          </p:nvGrpSpPr>
          <p:grpSpPr bwMode="auto">
            <a:xfrm>
              <a:off x="617" y="7038"/>
              <a:ext cx="919" cy="446"/>
              <a:chOff x="617" y="7038"/>
              <a:chExt cx="919" cy="446"/>
            </a:xfrm>
          </p:grpSpPr>
          <p:sp>
            <p:nvSpPr>
              <p:cNvPr id="1428" name="Freeform 4728">
                <a:extLst>
                  <a:ext uri="{FF2B5EF4-FFF2-40B4-BE49-F238E27FC236}">
                    <a16:creationId xmlns:a16="http://schemas.microsoft.com/office/drawing/2014/main" id="{30F35605-160D-4634-8588-388A69594DB5}"/>
                  </a:ext>
                </a:extLst>
              </p:cNvPr>
              <p:cNvSpPr>
                <a:spLocks/>
              </p:cNvSpPr>
              <p:nvPr/>
            </p:nvSpPr>
            <p:spPr bwMode="auto">
              <a:xfrm>
                <a:off x="617" y="7038"/>
                <a:ext cx="919" cy="446"/>
              </a:xfrm>
              <a:custGeom>
                <a:avLst/>
                <a:gdLst>
                  <a:gd name="T0" fmla="+- 0 617 617"/>
                  <a:gd name="T1" fmla="*/ T0 w 919"/>
                  <a:gd name="T2" fmla="+- 0 7484 7038"/>
                  <a:gd name="T3" fmla="*/ 7484 h 446"/>
                  <a:gd name="T4" fmla="+- 0 1535 617"/>
                  <a:gd name="T5" fmla="*/ T4 w 919"/>
                  <a:gd name="T6" fmla="+- 0 7484 7038"/>
                  <a:gd name="T7" fmla="*/ 7484 h 446"/>
                  <a:gd name="T8" fmla="+- 0 1535 617"/>
                  <a:gd name="T9" fmla="*/ T8 w 919"/>
                  <a:gd name="T10" fmla="+- 0 7038 7038"/>
                  <a:gd name="T11" fmla="*/ 7038 h 446"/>
                  <a:gd name="T12" fmla="+- 0 617 617"/>
                  <a:gd name="T13" fmla="*/ T12 w 919"/>
                  <a:gd name="T14" fmla="+- 0 7038 7038"/>
                  <a:gd name="T15" fmla="*/ 7038 h 446"/>
                  <a:gd name="T16" fmla="+- 0 617 617"/>
                  <a:gd name="T17" fmla="*/ T16 w 919"/>
                  <a:gd name="T18" fmla="+- 0 7484 7038"/>
                  <a:gd name="T19" fmla="*/ 7484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8" name="Group 147">
              <a:extLst>
                <a:ext uri="{FF2B5EF4-FFF2-40B4-BE49-F238E27FC236}">
                  <a16:creationId xmlns:a16="http://schemas.microsoft.com/office/drawing/2014/main" id="{E1646556-1D55-0770-08B2-E459ABF81A6E}"/>
                </a:ext>
              </a:extLst>
            </p:cNvPr>
            <p:cNvGrpSpPr>
              <a:grpSpLocks/>
            </p:cNvGrpSpPr>
            <p:nvPr/>
          </p:nvGrpSpPr>
          <p:grpSpPr bwMode="auto">
            <a:xfrm>
              <a:off x="1530" y="7038"/>
              <a:ext cx="919" cy="446"/>
              <a:chOff x="1530" y="7038"/>
              <a:chExt cx="919" cy="446"/>
            </a:xfrm>
          </p:grpSpPr>
          <p:sp>
            <p:nvSpPr>
              <p:cNvPr id="1427" name="Freeform 4730">
                <a:extLst>
                  <a:ext uri="{FF2B5EF4-FFF2-40B4-BE49-F238E27FC236}">
                    <a16:creationId xmlns:a16="http://schemas.microsoft.com/office/drawing/2014/main" id="{85C1AC1F-A1BD-591F-4B13-24E1BEAC0E12}"/>
                  </a:ext>
                </a:extLst>
              </p:cNvPr>
              <p:cNvSpPr>
                <a:spLocks/>
              </p:cNvSpPr>
              <p:nvPr/>
            </p:nvSpPr>
            <p:spPr bwMode="auto">
              <a:xfrm>
                <a:off x="1530" y="7038"/>
                <a:ext cx="919" cy="446"/>
              </a:xfrm>
              <a:custGeom>
                <a:avLst/>
                <a:gdLst>
                  <a:gd name="T0" fmla="+- 0 1530 1530"/>
                  <a:gd name="T1" fmla="*/ T0 w 919"/>
                  <a:gd name="T2" fmla="+- 0 7484 7038"/>
                  <a:gd name="T3" fmla="*/ 7484 h 446"/>
                  <a:gd name="T4" fmla="+- 0 2448 1530"/>
                  <a:gd name="T5" fmla="*/ T4 w 919"/>
                  <a:gd name="T6" fmla="+- 0 7484 7038"/>
                  <a:gd name="T7" fmla="*/ 7484 h 446"/>
                  <a:gd name="T8" fmla="+- 0 2448 1530"/>
                  <a:gd name="T9" fmla="*/ T8 w 919"/>
                  <a:gd name="T10" fmla="+- 0 7038 7038"/>
                  <a:gd name="T11" fmla="*/ 7038 h 446"/>
                  <a:gd name="T12" fmla="+- 0 1530 1530"/>
                  <a:gd name="T13" fmla="*/ T12 w 919"/>
                  <a:gd name="T14" fmla="+- 0 7038 7038"/>
                  <a:gd name="T15" fmla="*/ 7038 h 446"/>
                  <a:gd name="T16" fmla="+- 0 1530 1530"/>
                  <a:gd name="T17" fmla="*/ T16 w 919"/>
                  <a:gd name="T18" fmla="+- 0 7484 7038"/>
                  <a:gd name="T19" fmla="*/ 7484 h 446"/>
                </a:gdLst>
                <a:ahLst/>
                <a:cxnLst>
                  <a:cxn ang="0">
                    <a:pos x="T1" y="T3"/>
                  </a:cxn>
                  <a:cxn ang="0">
                    <a:pos x="T5" y="T7"/>
                  </a:cxn>
                  <a:cxn ang="0">
                    <a:pos x="T9" y="T11"/>
                  </a:cxn>
                  <a:cxn ang="0">
                    <a:pos x="T13" y="T15"/>
                  </a:cxn>
                  <a:cxn ang="0">
                    <a:pos x="T17" y="T19"/>
                  </a:cxn>
                </a:cxnLst>
                <a:rect l="0" t="0" r="r" b="b"/>
                <a:pathLst>
                  <a:path w="919" h="446">
                    <a:moveTo>
                      <a:pt x="0" y="446"/>
                    </a:moveTo>
                    <a:lnTo>
                      <a:pt x="918" y="446"/>
                    </a:lnTo>
                    <a:lnTo>
                      <a:pt x="918"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49" name="Group 148">
              <a:extLst>
                <a:ext uri="{FF2B5EF4-FFF2-40B4-BE49-F238E27FC236}">
                  <a16:creationId xmlns:a16="http://schemas.microsoft.com/office/drawing/2014/main" id="{EB4CF9E4-8D1C-4437-35EC-C9EAFB6E4189}"/>
                </a:ext>
              </a:extLst>
            </p:cNvPr>
            <p:cNvGrpSpPr>
              <a:grpSpLocks/>
            </p:cNvGrpSpPr>
            <p:nvPr/>
          </p:nvGrpSpPr>
          <p:grpSpPr bwMode="auto">
            <a:xfrm>
              <a:off x="2443" y="7038"/>
              <a:ext cx="462" cy="446"/>
              <a:chOff x="2443" y="7038"/>
              <a:chExt cx="462" cy="446"/>
            </a:xfrm>
          </p:grpSpPr>
          <p:sp>
            <p:nvSpPr>
              <p:cNvPr id="1426" name="Freeform 4732">
                <a:extLst>
                  <a:ext uri="{FF2B5EF4-FFF2-40B4-BE49-F238E27FC236}">
                    <a16:creationId xmlns:a16="http://schemas.microsoft.com/office/drawing/2014/main" id="{8A937151-13FA-9C66-8022-CB11163F5A21}"/>
                  </a:ext>
                </a:extLst>
              </p:cNvPr>
              <p:cNvSpPr>
                <a:spLocks/>
              </p:cNvSpPr>
              <p:nvPr/>
            </p:nvSpPr>
            <p:spPr bwMode="auto">
              <a:xfrm>
                <a:off x="2443" y="7038"/>
                <a:ext cx="462" cy="446"/>
              </a:xfrm>
              <a:custGeom>
                <a:avLst/>
                <a:gdLst>
                  <a:gd name="T0" fmla="+- 0 2443 2443"/>
                  <a:gd name="T1" fmla="*/ T0 w 462"/>
                  <a:gd name="T2" fmla="+- 0 7484 7038"/>
                  <a:gd name="T3" fmla="*/ 7484 h 446"/>
                  <a:gd name="T4" fmla="+- 0 2904 2443"/>
                  <a:gd name="T5" fmla="*/ T4 w 462"/>
                  <a:gd name="T6" fmla="+- 0 7484 7038"/>
                  <a:gd name="T7" fmla="*/ 7484 h 446"/>
                  <a:gd name="T8" fmla="+- 0 2904 2443"/>
                  <a:gd name="T9" fmla="*/ T8 w 462"/>
                  <a:gd name="T10" fmla="+- 0 7038 7038"/>
                  <a:gd name="T11" fmla="*/ 7038 h 446"/>
                  <a:gd name="T12" fmla="+- 0 2443 2443"/>
                  <a:gd name="T13" fmla="*/ T12 w 462"/>
                  <a:gd name="T14" fmla="+- 0 7038 7038"/>
                  <a:gd name="T15" fmla="*/ 7038 h 446"/>
                  <a:gd name="T16" fmla="+- 0 2443 2443"/>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0" name="Group 149">
              <a:extLst>
                <a:ext uri="{FF2B5EF4-FFF2-40B4-BE49-F238E27FC236}">
                  <a16:creationId xmlns:a16="http://schemas.microsoft.com/office/drawing/2014/main" id="{ADDD7E08-706A-B22E-8C0F-24F6AD416217}"/>
                </a:ext>
              </a:extLst>
            </p:cNvPr>
            <p:cNvGrpSpPr>
              <a:grpSpLocks/>
            </p:cNvGrpSpPr>
            <p:nvPr/>
          </p:nvGrpSpPr>
          <p:grpSpPr bwMode="auto">
            <a:xfrm>
              <a:off x="2899" y="7038"/>
              <a:ext cx="462" cy="446"/>
              <a:chOff x="2899" y="7038"/>
              <a:chExt cx="462" cy="446"/>
            </a:xfrm>
          </p:grpSpPr>
          <p:sp>
            <p:nvSpPr>
              <p:cNvPr id="1425" name="Freeform 4734">
                <a:extLst>
                  <a:ext uri="{FF2B5EF4-FFF2-40B4-BE49-F238E27FC236}">
                    <a16:creationId xmlns:a16="http://schemas.microsoft.com/office/drawing/2014/main" id="{D2C7DE7C-C811-15BC-8F62-BA4C8FBCA230}"/>
                  </a:ext>
                </a:extLst>
              </p:cNvPr>
              <p:cNvSpPr>
                <a:spLocks/>
              </p:cNvSpPr>
              <p:nvPr/>
            </p:nvSpPr>
            <p:spPr bwMode="auto">
              <a:xfrm>
                <a:off x="2899" y="7038"/>
                <a:ext cx="462" cy="446"/>
              </a:xfrm>
              <a:custGeom>
                <a:avLst/>
                <a:gdLst>
                  <a:gd name="T0" fmla="+- 0 2899 2899"/>
                  <a:gd name="T1" fmla="*/ T0 w 462"/>
                  <a:gd name="T2" fmla="+- 0 7484 7038"/>
                  <a:gd name="T3" fmla="*/ 7484 h 446"/>
                  <a:gd name="T4" fmla="+- 0 3361 2899"/>
                  <a:gd name="T5" fmla="*/ T4 w 462"/>
                  <a:gd name="T6" fmla="+- 0 7484 7038"/>
                  <a:gd name="T7" fmla="*/ 7484 h 446"/>
                  <a:gd name="T8" fmla="+- 0 3361 2899"/>
                  <a:gd name="T9" fmla="*/ T8 w 462"/>
                  <a:gd name="T10" fmla="+- 0 7038 7038"/>
                  <a:gd name="T11" fmla="*/ 7038 h 446"/>
                  <a:gd name="T12" fmla="+- 0 2899 2899"/>
                  <a:gd name="T13" fmla="*/ T12 w 462"/>
                  <a:gd name="T14" fmla="+- 0 7038 7038"/>
                  <a:gd name="T15" fmla="*/ 7038 h 446"/>
                  <a:gd name="T16" fmla="+- 0 2899 2899"/>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1" name="Group 150">
              <a:extLst>
                <a:ext uri="{FF2B5EF4-FFF2-40B4-BE49-F238E27FC236}">
                  <a16:creationId xmlns:a16="http://schemas.microsoft.com/office/drawing/2014/main" id="{BCCFBD6D-8B3A-D092-9B41-361C942137BE}"/>
                </a:ext>
              </a:extLst>
            </p:cNvPr>
            <p:cNvGrpSpPr>
              <a:grpSpLocks/>
            </p:cNvGrpSpPr>
            <p:nvPr/>
          </p:nvGrpSpPr>
          <p:grpSpPr bwMode="auto">
            <a:xfrm>
              <a:off x="3355" y="7038"/>
              <a:ext cx="1831" cy="446"/>
              <a:chOff x="3355" y="7038"/>
              <a:chExt cx="1831" cy="446"/>
            </a:xfrm>
          </p:grpSpPr>
          <p:sp>
            <p:nvSpPr>
              <p:cNvPr id="1424" name="Freeform 4736">
                <a:extLst>
                  <a:ext uri="{FF2B5EF4-FFF2-40B4-BE49-F238E27FC236}">
                    <a16:creationId xmlns:a16="http://schemas.microsoft.com/office/drawing/2014/main" id="{570313E6-59AA-A0BE-AFF4-A2CE1576C5B4}"/>
                  </a:ext>
                </a:extLst>
              </p:cNvPr>
              <p:cNvSpPr>
                <a:spLocks/>
              </p:cNvSpPr>
              <p:nvPr/>
            </p:nvSpPr>
            <p:spPr bwMode="auto">
              <a:xfrm>
                <a:off x="3355" y="7038"/>
                <a:ext cx="1831" cy="446"/>
              </a:xfrm>
              <a:custGeom>
                <a:avLst/>
                <a:gdLst>
                  <a:gd name="T0" fmla="+- 0 3355 3355"/>
                  <a:gd name="T1" fmla="*/ T0 w 1831"/>
                  <a:gd name="T2" fmla="+- 0 7484 7038"/>
                  <a:gd name="T3" fmla="*/ 7484 h 446"/>
                  <a:gd name="T4" fmla="+- 0 5186 3355"/>
                  <a:gd name="T5" fmla="*/ T4 w 1831"/>
                  <a:gd name="T6" fmla="+- 0 7484 7038"/>
                  <a:gd name="T7" fmla="*/ 7484 h 446"/>
                  <a:gd name="T8" fmla="+- 0 5186 3355"/>
                  <a:gd name="T9" fmla="*/ T8 w 1831"/>
                  <a:gd name="T10" fmla="+- 0 7038 7038"/>
                  <a:gd name="T11" fmla="*/ 7038 h 446"/>
                  <a:gd name="T12" fmla="+- 0 3355 3355"/>
                  <a:gd name="T13" fmla="*/ T12 w 1831"/>
                  <a:gd name="T14" fmla="+- 0 7038 7038"/>
                  <a:gd name="T15" fmla="*/ 7038 h 446"/>
                  <a:gd name="T16" fmla="+- 0 3355 3355"/>
                  <a:gd name="T17" fmla="*/ T16 w 1831"/>
                  <a:gd name="T18" fmla="+- 0 7484 7038"/>
                  <a:gd name="T19" fmla="*/ 7484 h 446"/>
                </a:gdLst>
                <a:ahLst/>
                <a:cxnLst>
                  <a:cxn ang="0">
                    <a:pos x="T1" y="T3"/>
                  </a:cxn>
                  <a:cxn ang="0">
                    <a:pos x="T5" y="T7"/>
                  </a:cxn>
                  <a:cxn ang="0">
                    <a:pos x="T9" y="T11"/>
                  </a:cxn>
                  <a:cxn ang="0">
                    <a:pos x="T13" y="T15"/>
                  </a:cxn>
                  <a:cxn ang="0">
                    <a:pos x="T17" y="T19"/>
                  </a:cxn>
                </a:cxnLst>
                <a:rect l="0" t="0" r="r" b="b"/>
                <a:pathLst>
                  <a:path w="1831" h="446">
                    <a:moveTo>
                      <a:pt x="0" y="446"/>
                    </a:moveTo>
                    <a:lnTo>
                      <a:pt x="1831" y="446"/>
                    </a:lnTo>
                    <a:lnTo>
                      <a:pt x="1831"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2" name="Group 151">
              <a:extLst>
                <a:ext uri="{FF2B5EF4-FFF2-40B4-BE49-F238E27FC236}">
                  <a16:creationId xmlns:a16="http://schemas.microsoft.com/office/drawing/2014/main" id="{06538906-9420-B4BE-4EAD-FC9D9E862EA0}"/>
                </a:ext>
              </a:extLst>
            </p:cNvPr>
            <p:cNvGrpSpPr>
              <a:grpSpLocks/>
            </p:cNvGrpSpPr>
            <p:nvPr/>
          </p:nvGrpSpPr>
          <p:grpSpPr bwMode="auto">
            <a:xfrm>
              <a:off x="5181" y="7038"/>
              <a:ext cx="462" cy="446"/>
              <a:chOff x="5181" y="7038"/>
              <a:chExt cx="462" cy="446"/>
            </a:xfrm>
          </p:grpSpPr>
          <p:sp>
            <p:nvSpPr>
              <p:cNvPr id="1423" name="Freeform 4738">
                <a:extLst>
                  <a:ext uri="{FF2B5EF4-FFF2-40B4-BE49-F238E27FC236}">
                    <a16:creationId xmlns:a16="http://schemas.microsoft.com/office/drawing/2014/main" id="{7349CE04-D4DF-FABD-60B8-99338B51A166}"/>
                  </a:ext>
                </a:extLst>
              </p:cNvPr>
              <p:cNvSpPr>
                <a:spLocks/>
              </p:cNvSpPr>
              <p:nvPr/>
            </p:nvSpPr>
            <p:spPr bwMode="auto">
              <a:xfrm>
                <a:off x="5181" y="7038"/>
                <a:ext cx="462" cy="446"/>
              </a:xfrm>
              <a:custGeom>
                <a:avLst/>
                <a:gdLst>
                  <a:gd name="T0" fmla="+- 0 5181 5181"/>
                  <a:gd name="T1" fmla="*/ T0 w 462"/>
                  <a:gd name="T2" fmla="+- 0 7484 7038"/>
                  <a:gd name="T3" fmla="*/ 7484 h 446"/>
                  <a:gd name="T4" fmla="+- 0 5642 5181"/>
                  <a:gd name="T5" fmla="*/ T4 w 462"/>
                  <a:gd name="T6" fmla="+- 0 7484 7038"/>
                  <a:gd name="T7" fmla="*/ 7484 h 446"/>
                  <a:gd name="T8" fmla="+- 0 5642 5181"/>
                  <a:gd name="T9" fmla="*/ T8 w 462"/>
                  <a:gd name="T10" fmla="+- 0 7038 7038"/>
                  <a:gd name="T11" fmla="*/ 7038 h 446"/>
                  <a:gd name="T12" fmla="+- 0 5181 5181"/>
                  <a:gd name="T13" fmla="*/ T12 w 462"/>
                  <a:gd name="T14" fmla="+- 0 7038 7038"/>
                  <a:gd name="T15" fmla="*/ 7038 h 446"/>
                  <a:gd name="T16" fmla="+- 0 5181 5181"/>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E1E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3" name="Group 152">
              <a:extLst>
                <a:ext uri="{FF2B5EF4-FFF2-40B4-BE49-F238E27FC236}">
                  <a16:creationId xmlns:a16="http://schemas.microsoft.com/office/drawing/2014/main" id="{33707587-6200-A2C9-BCFD-05ABF64B003C}"/>
                </a:ext>
              </a:extLst>
            </p:cNvPr>
            <p:cNvGrpSpPr>
              <a:grpSpLocks/>
            </p:cNvGrpSpPr>
            <p:nvPr/>
          </p:nvGrpSpPr>
          <p:grpSpPr bwMode="auto">
            <a:xfrm>
              <a:off x="5637" y="7038"/>
              <a:ext cx="462" cy="446"/>
              <a:chOff x="5637" y="7038"/>
              <a:chExt cx="462" cy="446"/>
            </a:xfrm>
          </p:grpSpPr>
          <p:sp>
            <p:nvSpPr>
              <p:cNvPr id="1422" name="Freeform 4740">
                <a:extLst>
                  <a:ext uri="{FF2B5EF4-FFF2-40B4-BE49-F238E27FC236}">
                    <a16:creationId xmlns:a16="http://schemas.microsoft.com/office/drawing/2014/main" id="{78C986A0-A5C3-0BC2-CD68-C773D7FF7B66}"/>
                  </a:ext>
                </a:extLst>
              </p:cNvPr>
              <p:cNvSpPr>
                <a:spLocks/>
              </p:cNvSpPr>
              <p:nvPr/>
            </p:nvSpPr>
            <p:spPr bwMode="auto">
              <a:xfrm>
                <a:off x="5637" y="7038"/>
                <a:ext cx="462" cy="446"/>
              </a:xfrm>
              <a:custGeom>
                <a:avLst/>
                <a:gdLst>
                  <a:gd name="T0" fmla="+- 0 5637 5637"/>
                  <a:gd name="T1" fmla="*/ T0 w 462"/>
                  <a:gd name="T2" fmla="+- 0 7484 7038"/>
                  <a:gd name="T3" fmla="*/ 7484 h 446"/>
                  <a:gd name="T4" fmla="+- 0 6099 5637"/>
                  <a:gd name="T5" fmla="*/ T4 w 462"/>
                  <a:gd name="T6" fmla="+- 0 7484 7038"/>
                  <a:gd name="T7" fmla="*/ 7484 h 446"/>
                  <a:gd name="T8" fmla="+- 0 6099 5637"/>
                  <a:gd name="T9" fmla="*/ T8 w 462"/>
                  <a:gd name="T10" fmla="+- 0 7038 7038"/>
                  <a:gd name="T11" fmla="*/ 7038 h 446"/>
                  <a:gd name="T12" fmla="+- 0 5637 5637"/>
                  <a:gd name="T13" fmla="*/ T12 w 462"/>
                  <a:gd name="T14" fmla="+- 0 7038 7038"/>
                  <a:gd name="T15" fmla="*/ 7038 h 446"/>
                  <a:gd name="T16" fmla="+- 0 5637 5637"/>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4" name="Group 153">
              <a:extLst>
                <a:ext uri="{FF2B5EF4-FFF2-40B4-BE49-F238E27FC236}">
                  <a16:creationId xmlns:a16="http://schemas.microsoft.com/office/drawing/2014/main" id="{B8CE1DD8-4C93-7EDA-2E80-4DDE1DEBF8AB}"/>
                </a:ext>
              </a:extLst>
            </p:cNvPr>
            <p:cNvGrpSpPr>
              <a:grpSpLocks/>
            </p:cNvGrpSpPr>
            <p:nvPr/>
          </p:nvGrpSpPr>
          <p:grpSpPr bwMode="auto">
            <a:xfrm>
              <a:off x="6093" y="7038"/>
              <a:ext cx="462" cy="446"/>
              <a:chOff x="6093" y="7038"/>
              <a:chExt cx="462" cy="446"/>
            </a:xfrm>
          </p:grpSpPr>
          <p:sp>
            <p:nvSpPr>
              <p:cNvPr id="1421" name="Freeform 4742">
                <a:extLst>
                  <a:ext uri="{FF2B5EF4-FFF2-40B4-BE49-F238E27FC236}">
                    <a16:creationId xmlns:a16="http://schemas.microsoft.com/office/drawing/2014/main" id="{E72AAC40-73D0-0156-4BF1-1F80A41237B6}"/>
                  </a:ext>
                </a:extLst>
              </p:cNvPr>
              <p:cNvSpPr>
                <a:spLocks/>
              </p:cNvSpPr>
              <p:nvPr/>
            </p:nvSpPr>
            <p:spPr bwMode="auto">
              <a:xfrm>
                <a:off x="6093" y="7038"/>
                <a:ext cx="462" cy="446"/>
              </a:xfrm>
              <a:custGeom>
                <a:avLst/>
                <a:gdLst>
                  <a:gd name="T0" fmla="+- 0 6093 6093"/>
                  <a:gd name="T1" fmla="*/ T0 w 462"/>
                  <a:gd name="T2" fmla="+- 0 7484 7038"/>
                  <a:gd name="T3" fmla="*/ 7484 h 446"/>
                  <a:gd name="T4" fmla="+- 0 6555 6093"/>
                  <a:gd name="T5" fmla="*/ T4 w 462"/>
                  <a:gd name="T6" fmla="+- 0 7484 7038"/>
                  <a:gd name="T7" fmla="*/ 7484 h 446"/>
                  <a:gd name="T8" fmla="+- 0 6555 6093"/>
                  <a:gd name="T9" fmla="*/ T8 w 462"/>
                  <a:gd name="T10" fmla="+- 0 7038 7038"/>
                  <a:gd name="T11" fmla="*/ 7038 h 446"/>
                  <a:gd name="T12" fmla="+- 0 6093 6093"/>
                  <a:gd name="T13" fmla="*/ T12 w 462"/>
                  <a:gd name="T14" fmla="+- 0 7038 7038"/>
                  <a:gd name="T15" fmla="*/ 7038 h 446"/>
                  <a:gd name="T16" fmla="+- 0 6093 6093"/>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F7F9"/>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5" name="Group 154">
              <a:extLst>
                <a:ext uri="{FF2B5EF4-FFF2-40B4-BE49-F238E27FC236}">
                  <a16:creationId xmlns:a16="http://schemas.microsoft.com/office/drawing/2014/main" id="{B26EE5CE-F8C6-4C71-E04C-DE4446D18FBC}"/>
                </a:ext>
              </a:extLst>
            </p:cNvPr>
            <p:cNvGrpSpPr>
              <a:grpSpLocks/>
            </p:cNvGrpSpPr>
            <p:nvPr/>
          </p:nvGrpSpPr>
          <p:grpSpPr bwMode="auto">
            <a:xfrm>
              <a:off x="6550" y="7038"/>
              <a:ext cx="462" cy="446"/>
              <a:chOff x="6550" y="7038"/>
              <a:chExt cx="462" cy="446"/>
            </a:xfrm>
          </p:grpSpPr>
          <p:sp>
            <p:nvSpPr>
              <p:cNvPr id="1420" name="Freeform 4744">
                <a:extLst>
                  <a:ext uri="{FF2B5EF4-FFF2-40B4-BE49-F238E27FC236}">
                    <a16:creationId xmlns:a16="http://schemas.microsoft.com/office/drawing/2014/main" id="{5E4498A8-0C98-C0C3-6475-19FCA3BFC296}"/>
                  </a:ext>
                </a:extLst>
              </p:cNvPr>
              <p:cNvSpPr>
                <a:spLocks/>
              </p:cNvSpPr>
              <p:nvPr/>
            </p:nvSpPr>
            <p:spPr bwMode="auto">
              <a:xfrm>
                <a:off x="6550" y="7038"/>
                <a:ext cx="462" cy="446"/>
              </a:xfrm>
              <a:custGeom>
                <a:avLst/>
                <a:gdLst>
                  <a:gd name="T0" fmla="+- 0 6550 6550"/>
                  <a:gd name="T1" fmla="*/ T0 w 462"/>
                  <a:gd name="T2" fmla="+- 0 7484 7038"/>
                  <a:gd name="T3" fmla="*/ 7484 h 446"/>
                  <a:gd name="T4" fmla="+- 0 7011 6550"/>
                  <a:gd name="T5" fmla="*/ T4 w 462"/>
                  <a:gd name="T6" fmla="+- 0 7484 7038"/>
                  <a:gd name="T7" fmla="*/ 7484 h 446"/>
                  <a:gd name="T8" fmla="+- 0 7011 6550"/>
                  <a:gd name="T9" fmla="*/ T8 w 462"/>
                  <a:gd name="T10" fmla="+- 0 7038 7038"/>
                  <a:gd name="T11" fmla="*/ 7038 h 446"/>
                  <a:gd name="T12" fmla="+- 0 6550 6550"/>
                  <a:gd name="T13" fmla="*/ T12 w 462"/>
                  <a:gd name="T14" fmla="+- 0 7038 7038"/>
                  <a:gd name="T15" fmla="*/ 7038 h 446"/>
                  <a:gd name="T16" fmla="+- 0 6550 6550"/>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BE4E8"/>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6" name="Group 155">
              <a:extLst>
                <a:ext uri="{FF2B5EF4-FFF2-40B4-BE49-F238E27FC236}">
                  <a16:creationId xmlns:a16="http://schemas.microsoft.com/office/drawing/2014/main" id="{4F356415-3851-5268-BCBF-7A7D7A07C652}"/>
                </a:ext>
              </a:extLst>
            </p:cNvPr>
            <p:cNvGrpSpPr>
              <a:grpSpLocks/>
            </p:cNvGrpSpPr>
            <p:nvPr/>
          </p:nvGrpSpPr>
          <p:grpSpPr bwMode="auto">
            <a:xfrm>
              <a:off x="7006" y="7038"/>
              <a:ext cx="462" cy="446"/>
              <a:chOff x="7006" y="7038"/>
              <a:chExt cx="462" cy="446"/>
            </a:xfrm>
          </p:grpSpPr>
          <p:sp>
            <p:nvSpPr>
              <p:cNvPr id="1419" name="Freeform 4746">
                <a:extLst>
                  <a:ext uri="{FF2B5EF4-FFF2-40B4-BE49-F238E27FC236}">
                    <a16:creationId xmlns:a16="http://schemas.microsoft.com/office/drawing/2014/main" id="{434FA7BA-3789-0996-81AC-C7C33C60CE0A}"/>
                  </a:ext>
                </a:extLst>
              </p:cNvPr>
              <p:cNvSpPr>
                <a:spLocks/>
              </p:cNvSpPr>
              <p:nvPr/>
            </p:nvSpPr>
            <p:spPr bwMode="auto">
              <a:xfrm>
                <a:off x="7006" y="7038"/>
                <a:ext cx="462" cy="446"/>
              </a:xfrm>
              <a:custGeom>
                <a:avLst/>
                <a:gdLst>
                  <a:gd name="T0" fmla="+- 0 7006 7006"/>
                  <a:gd name="T1" fmla="*/ T0 w 462"/>
                  <a:gd name="T2" fmla="+- 0 7484 7038"/>
                  <a:gd name="T3" fmla="*/ 7484 h 446"/>
                  <a:gd name="T4" fmla="+- 0 7468 7006"/>
                  <a:gd name="T5" fmla="*/ T4 w 462"/>
                  <a:gd name="T6" fmla="+- 0 7484 7038"/>
                  <a:gd name="T7" fmla="*/ 7484 h 446"/>
                  <a:gd name="T8" fmla="+- 0 7468 7006"/>
                  <a:gd name="T9" fmla="*/ T8 w 462"/>
                  <a:gd name="T10" fmla="+- 0 7038 7038"/>
                  <a:gd name="T11" fmla="*/ 7038 h 446"/>
                  <a:gd name="T12" fmla="+- 0 7006 7006"/>
                  <a:gd name="T13" fmla="*/ T12 w 462"/>
                  <a:gd name="T14" fmla="+- 0 7038 7038"/>
                  <a:gd name="T15" fmla="*/ 7038 h 446"/>
                  <a:gd name="T16" fmla="+- 0 7006 7006"/>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EBEE"/>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7" name="Group 156">
              <a:extLst>
                <a:ext uri="{FF2B5EF4-FFF2-40B4-BE49-F238E27FC236}">
                  <a16:creationId xmlns:a16="http://schemas.microsoft.com/office/drawing/2014/main" id="{A73B9DEE-CA3E-C101-6AD6-B12C8B1E0862}"/>
                </a:ext>
              </a:extLst>
            </p:cNvPr>
            <p:cNvGrpSpPr>
              <a:grpSpLocks/>
            </p:cNvGrpSpPr>
            <p:nvPr/>
          </p:nvGrpSpPr>
          <p:grpSpPr bwMode="auto">
            <a:xfrm>
              <a:off x="7462" y="7038"/>
              <a:ext cx="462" cy="446"/>
              <a:chOff x="7462" y="7038"/>
              <a:chExt cx="462" cy="446"/>
            </a:xfrm>
          </p:grpSpPr>
          <p:sp>
            <p:nvSpPr>
              <p:cNvPr id="1418" name="Freeform 4748">
                <a:extLst>
                  <a:ext uri="{FF2B5EF4-FFF2-40B4-BE49-F238E27FC236}">
                    <a16:creationId xmlns:a16="http://schemas.microsoft.com/office/drawing/2014/main" id="{0D9A8829-50F0-C024-006D-2E4033DE736B}"/>
                  </a:ext>
                </a:extLst>
              </p:cNvPr>
              <p:cNvSpPr>
                <a:spLocks/>
              </p:cNvSpPr>
              <p:nvPr/>
            </p:nvSpPr>
            <p:spPr bwMode="auto">
              <a:xfrm>
                <a:off x="7462" y="7038"/>
                <a:ext cx="462" cy="446"/>
              </a:xfrm>
              <a:custGeom>
                <a:avLst/>
                <a:gdLst>
                  <a:gd name="T0" fmla="+- 0 7462 7462"/>
                  <a:gd name="T1" fmla="*/ T0 w 462"/>
                  <a:gd name="T2" fmla="+- 0 7484 7038"/>
                  <a:gd name="T3" fmla="*/ 7484 h 446"/>
                  <a:gd name="T4" fmla="+- 0 7924 7462"/>
                  <a:gd name="T5" fmla="*/ T4 w 462"/>
                  <a:gd name="T6" fmla="+- 0 7484 7038"/>
                  <a:gd name="T7" fmla="*/ 7484 h 446"/>
                  <a:gd name="T8" fmla="+- 0 7924 7462"/>
                  <a:gd name="T9" fmla="*/ T8 w 462"/>
                  <a:gd name="T10" fmla="+- 0 7038 7038"/>
                  <a:gd name="T11" fmla="*/ 7038 h 446"/>
                  <a:gd name="T12" fmla="+- 0 7462 7462"/>
                  <a:gd name="T13" fmla="*/ T12 w 462"/>
                  <a:gd name="T14" fmla="+- 0 7038 7038"/>
                  <a:gd name="T15" fmla="*/ 7038 h 446"/>
                  <a:gd name="T16" fmla="+- 0 7462 7462"/>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2" y="446"/>
                    </a:lnTo>
                    <a:lnTo>
                      <a:pt x="462" y="0"/>
                    </a:lnTo>
                    <a:lnTo>
                      <a:pt x="0" y="0"/>
                    </a:lnTo>
                    <a:lnTo>
                      <a:pt x="0" y="446"/>
                    </a:lnTo>
                    <a:close/>
                  </a:path>
                </a:pathLst>
              </a:custGeom>
              <a:solidFill>
                <a:srgbClr val="FBE1E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8" name="Group 157">
              <a:extLst>
                <a:ext uri="{FF2B5EF4-FFF2-40B4-BE49-F238E27FC236}">
                  <a16:creationId xmlns:a16="http://schemas.microsoft.com/office/drawing/2014/main" id="{9A49D9BF-3A98-72C4-B8B2-872D37D0F19A}"/>
                </a:ext>
              </a:extLst>
            </p:cNvPr>
            <p:cNvGrpSpPr>
              <a:grpSpLocks/>
            </p:cNvGrpSpPr>
            <p:nvPr/>
          </p:nvGrpSpPr>
          <p:grpSpPr bwMode="auto">
            <a:xfrm>
              <a:off x="7919" y="7038"/>
              <a:ext cx="462" cy="446"/>
              <a:chOff x="7919" y="7038"/>
              <a:chExt cx="462" cy="446"/>
            </a:xfrm>
          </p:grpSpPr>
          <p:sp>
            <p:nvSpPr>
              <p:cNvPr id="1417" name="Freeform 4750">
                <a:extLst>
                  <a:ext uri="{FF2B5EF4-FFF2-40B4-BE49-F238E27FC236}">
                    <a16:creationId xmlns:a16="http://schemas.microsoft.com/office/drawing/2014/main" id="{4101A653-7B70-8233-3DB9-E501A8FA5973}"/>
                  </a:ext>
                </a:extLst>
              </p:cNvPr>
              <p:cNvSpPr>
                <a:spLocks/>
              </p:cNvSpPr>
              <p:nvPr/>
            </p:nvSpPr>
            <p:spPr bwMode="auto">
              <a:xfrm>
                <a:off x="7919" y="7038"/>
                <a:ext cx="462" cy="446"/>
              </a:xfrm>
              <a:custGeom>
                <a:avLst/>
                <a:gdLst>
                  <a:gd name="T0" fmla="+- 0 7919 7919"/>
                  <a:gd name="T1" fmla="*/ T0 w 462"/>
                  <a:gd name="T2" fmla="+- 0 7484 7038"/>
                  <a:gd name="T3" fmla="*/ 7484 h 446"/>
                  <a:gd name="T4" fmla="+- 0 8380 7919"/>
                  <a:gd name="T5" fmla="*/ T4 w 462"/>
                  <a:gd name="T6" fmla="+- 0 7484 7038"/>
                  <a:gd name="T7" fmla="*/ 7484 h 446"/>
                  <a:gd name="T8" fmla="+- 0 8380 7919"/>
                  <a:gd name="T9" fmla="*/ T8 w 462"/>
                  <a:gd name="T10" fmla="+- 0 7038 7038"/>
                  <a:gd name="T11" fmla="*/ 7038 h 446"/>
                  <a:gd name="T12" fmla="+- 0 7919 7919"/>
                  <a:gd name="T13" fmla="*/ T12 w 462"/>
                  <a:gd name="T14" fmla="+- 0 7038 7038"/>
                  <a:gd name="T15" fmla="*/ 7038 h 446"/>
                  <a:gd name="T16" fmla="+- 0 7919 7919"/>
                  <a:gd name="T17" fmla="*/ T16 w 462"/>
                  <a:gd name="T18" fmla="+- 0 7484 7038"/>
                  <a:gd name="T19" fmla="*/ 7484 h 446"/>
                </a:gdLst>
                <a:ahLst/>
                <a:cxnLst>
                  <a:cxn ang="0">
                    <a:pos x="T1" y="T3"/>
                  </a:cxn>
                  <a:cxn ang="0">
                    <a:pos x="T5" y="T7"/>
                  </a:cxn>
                  <a:cxn ang="0">
                    <a:pos x="T9" y="T11"/>
                  </a:cxn>
                  <a:cxn ang="0">
                    <a:pos x="T13" y="T15"/>
                  </a:cxn>
                  <a:cxn ang="0">
                    <a:pos x="T17" y="T19"/>
                  </a:cxn>
                </a:cxnLst>
                <a:rect l="0" t="0" r="r" b="b"/>
                <a:pathLst>
                  <a:path w="462" h="446">
                    <a:moveTo>
                      <a:pt x="0" y="446"/>
                    </a:moveTo>
                    <a:lnTo>
                      <a:pt x="461" y="446"/>
                    </a:lnTo>
                    <a:lnTo>
                      <a:pt x="461" y="0"/>
                    </a:lnTo>
                    <a:lnTo>
                      <a:pt x="0" y="0"/>
                    </a:lnTo>
                    <a:lnTo>
                      <a:pt x="0" y="446"/>
                    </a:lnTo>
                    <a:close/>
                  </a:path>
                </a:pathLst>
              </a:custGeom>
              <a:solidFill>
                <a:srgbClr val="F9A0A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59" name="Group 158">
              <a:extLst>
                <a:ext uri="{FF2B5EF4-FFF2-40B4-BE49-F238E27FC236}">
                  <a16:creationId xmlns:a16="http://schemas.microsoft.com/office/drawing/2014/main" id="{2A7F5FE4-DBCD-7F1D-C406-895CF8627899}"/>
                </a:ext>
              </a:extLst>
            </p:cNvPr>
            <p:cNvGrpSpPr>
              <a:grpSpLocks/>
            </p:cNvGrpSpPr>
            <p:nvPr/>
          </p:nvGrpSpPr>
          <p:grpSpPr bwMode="auto">
            <a:xfrm>
              <a:off x="8375" y="7038"/>
              <a:ext cx="918" cy="446"/>
              <a:chOff x="8375" y="7038"/>
              <a:chExt cx="918" cy="446"/>
            </a:xfrm>
          </p:grpSpPr>
          <p:sp>
            <p:nvSpPr>
              <p:cNvPr id="1416" name="Freeform 4752">
                <a:extLst>
                  <a:ext uri="{FF2B5EF4-FFF2-40B4-BE49-F238E27FC236}">
                    <a16:creationId xmlns:a16="http://schemas.microsoft.com/office/drawing/2014/main" id="{8E1DB107-E057-5871-DFAB-B7B6B49C9AE0}"/>
                  </a:ext>
                </a:extLst>
              </p:cNvPr>
              <p:cNvSpPr>
                <a:spLocks/>
              </p:cNvSpPr>
              <p:nvPr/>
            </p:nvSpPr>
            <p:spPr bwMode="auto">
              <a:xfrm>
                <a:off x="8375" y="7038"/>
                <a:ext cx="918" cy="446"/>
              </a:xfrm>
              <a:custGeom>
                <a:avLst/>
                <a:gdLst>
                  <a:gd name="T0" fmla="+- 0 8375 8375"/>
                  <a:gd name="T1" fmla="*/ T0 w 918"/>
                  <a:gd name="T2" fmla="+- 0 7484 7038"/>
                  <a:gd name="T3" fmla="*/ 7484 h 446"/>
                  <a:gd name="T4" fmla="+- 0 9293 8375"/>
                  <a:gd name="T5" fmla="*/ T4 w 918"/>
                  <a:gd name="T6" fmla="+- 0 7484 7038"/>
                  <a:gd name="T7" fmla="*/ 7484 h 446"/>
                  <a:gd name="T8" fmla="+- 0 9293 8375"/>
                  <a:gd name="T9" fmla="*/ T8 w 918"/>
                  <a:gd name="T10" fmla="+- 0 7038 7038"/>
                  <a:gd name="T11" fmla="*/ 7038 h 446"/>
                  <a:gd name="T12" fmla="+- 0 8375 8375"/>
                  <a:gd name="T13" fmla="*/ T12 w 918"/>
                  <a:gd name="T14" fmla="+- 0 7038 7038"/>
                  <a:gd name="T15" fmla="*/ 7038 h 446"/>
                  <a:gd name="T16" fmla="+- 0 8375 8375"/>
                  <a:gd name="T17" fmla="*/ T16 w 918"/>
                  <a:gd name="T18" fmla="+- 0 7484 7038"/>
                  <a:gd name="T19" fmla="*/ 7484 h 446"/>
                </a:gdLst>
                <a:ahLst/>
                <a:cxnLst>
                  <a:cxn ang="0">
                    <a:pos x="T1" y="T3"/>
                  </a:cxn>
                  <a:cxn ang="0">
                    <a:pos x="T5" y="T7"/>
                  </a:cxn>
                  <a:cxn ang="0">
                    <a:pos x="T9" y="T11"/>
                  </a:cxn>
                  <a:cxn ang="0">
                    <a:pos x="T13" y="T15"/>
                  </a:cxn>
                  <a:cxn ang="0">
                    <a:pos x="T17" y="T19"/>
                  </a:cxn>
                </a:cxnLst>
                <a:rect l="0" t="0" r="r" b="b"/>
                <a:pathLst>
                  <a:path w="918" h="446">
                    <a:moveTo>
                      <a:pt x="0" y="446"/>
                    </a:moveTo>
                    <a:lnTo>
                      <a:pt x="918" y="446"/>
                    </a:lnTo>
                    <a:lnTo>
                      <a:pt x="918" y="0"/>
                    </a:lnTo>
                    <a:lnTo>
                      <a:pt x="0" y="0"/>
                    </a:lnTo>
                    <a:lnTo>
                      <a:pt x="0" y="446"/>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0" name="Group 159">
              <a:extLst>
                <a:ext uri="{FF2B5EF4-FFF2-40B4-BE49-F238E27FC236}">
                  <a16:creationId xmlns:a16="http://schemas.microsoft.com/office/drawing/2014/main" id="{BEFC92B0-53B5-0AD8-117D-1036000B61BA}"/>
                </a:ext>
              </a:extLst>
            </p:cNvPr>
            <p:cNvGrpSpPr>
              <a:grpSpLocks/>
            </p:cNvGrpSpPr>
            <p:nvPr/>
          </p:nvGrpSpPr>
          <p:grpSpPr bwMode="auto">
            <a:xfrm>
              <a:off x="617" y="7479"/>
              <a:ext cx="462" cy="446"/>
              <a:chOff x="617" y="7479"/>
              <a:chExt cx="462" cy="446"/>
            </a:xfrm>
          </p:grpSpPr>
          <p:sp>
            <p:nvSpPr>
              <p:cNvPr id="1415" name="Freeform 4754">
                <a:extLst>
                  <a:ext uri="{FF2B5EF4-FFF2-40B4-BE49-F238E27FC236}">
                    <a16:creationId xmlns:a16="http://schemas.microsoft.com/office/drawing/2014/main" id="{32D6F8E8-7EE3-3EE2-00C0-B611BA415663}"/>
                  </a:ext>
                </a:extLst>
              </p:cNvPr>
              <p:cNvSpPr>
                <a:spLocks/>
              </p:cNvSpPr>
              <p:nvPr/>
            </p:nvSpPr>
            <p:spPr bwMode="auto">
              <a:xfrm>
                <a:off x="617" y="7479"/>
                <a:ext cx="462" cy="446"/>
              </a:xfrm>
              <a:custGeom>
                <a:avLst/>
                <a:gdLst>
                  <a:gd name="T0" fmla="+- 0 617 617"/>
                  <a:gd name="T1" fmla="*/ T0 w 462"/>
                  <a:gd name="T2" fmla="+- 0 7924 7479"/>
                  <a:gd name="T3" fmla="*/ 7924 h 446"/>
                  <a:gd name="T4" fmla="+- 0 1079 617"/>
                  <a:gd name="T5" fmla="*/ T4 w 462"/>
                  <a:gd name="T6" fmla="+- 0 7924 7479"/>
                  <a:gd name="T7" fmla="*/ 7924 h 446"/>
                  <a:gd name="T8" fmla="+- 0 1079 617"/>
                  <a:gd name="T9" fmla="*/ T8 w 462"/>
                  <a:gd name="T10" fmla="+- 0 7479 7479"/>
                  <a:gd name="T11" fmla="*/ 7479 h 446"/>
                  <a:gd name="T12" fmla="+- 0 617 617"/>
                  <a:gd name="T13" fmla="*/ T12 w 462"/>
                  <a:gd name="T14" fmla="+- 0 7479 7479"/>
                  <a:gd name="T15" fmla="*/ 7479 h 446"/>
                  <a:gd name="T16" fmla="+- 0 617 617"/>
                  <a:gd name="T17" fmla="*/ T16 w 462"/>
                  <a:gd name="T18" fmla="+- 0 7924 7479"/>
                  <a:gd name="T19" fmla="*/ 792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9FC"/>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1" name="Group 160">
              <a:extLst>
                <a:ext uri="{FF2B5EF4-FFF2-40B4-BE49-F238E27FC236}">
                  <a16:creationId xmlns:a16="http://schemas.microsoft.com/office/drawing/2014/main" id="{0683DBA0-756B-C843-5510-003C2FA1ADAB}"/>
                </a:ext>
              </a:extLst>
            </p:cNvPr>
            <p:cNvGrpSpPr>
              <a:grpSpLocks/>
            </p:cNvGrpSpPr>
            <p:nvPr/>
          </p:nvGrpSpPr>
          <p:grpSpPr bwMode="auto">
            <a:xfrm>
              <a:off x="1074" y="7479"/>
              <a:ext cx="1831" cy="446"/>
              <a:chOff x="1074" y="7479"/>
              <a:chExt cx="1831" cy="446"/>
            </a:xfrm>
          </p:grpSpPr>
          <p:sp>
            <p:nvSpPr>
              <p:cNvPr id="1414" name="Freeform 4756">
                <a:extLst>
                  <a:ext uri="{FF2B5EF4-FFF2-40B4-BE49-F238E27FC236}">
                    <a16:creationId xmlns:a16="http://schemas.microsoft.com/office/drawing/2014/main" id="{0BBCB388-9CEA-FECB-9E50-0CF208527A7E}"/>
                  </a:ext>
                </a:extLst>
              </p:cNvPr>
              <p:cNvSpPr>
                <a:spLocks/>
              </p:cNvSpPr>
              <p:nvPr/>
            </p:nvSpPr>
            <p:spPr bwMode="auto">
              <a:xfrm>
                <a:off x="1074" y="7479"/>
                <a:ext cx="1831" cy="446"/>
              </a:xfrm>
              <a:custGeom>
                <a:avLst/>
                <a:gdLst>
                  <a:gd name="T0" fmla="+- 0 1074 1074"/>
                  <a:gd name="T1" fmla="*/ T0 w 1831"/>
                  <a:gd name="T2" fmla="+- 0 7924 7479"/>
                  <a:gd name="T3" fmla="*/ 7924 h 446"/>
                  <a:gd name="T4" fmla="+- 0 2904 1074"/>
                  <a:gd name="T5" fmla="*/ T4 w 1831"/>
                  <a:gd name="T6" fmla="+- 0 7924 7479"/>
                  <a:gd name="T7" fmla="*/ 7924 h 446"/>
                  <a:gd name="T8" fmla="+- 0 2904 1074"/>
                  <a:gd name="T9" fmla="*/ T8 w 1831"/>
                  <a:gd name="T10" fmla="+- 0 7479 7479"/>
                  <a:gd name="T11" fmla="*/ 7479 h 446"/>
                  <a:gd name="T12" fmla="+- 0 1074 1074"/>
                  <a:gd name="T13" fmla="*/ T12 w 1831"/>
                  <a:gd name="T14" fmla="+- 0 7479 7479"/>
                  <a:gd name="T15" fmla="*/ 7479 h 446"/>
                  <a:gd name="T16" fmla="+- 0 1074 1074"/>
                  <a:gd name="T17" fmla="*/ T16 w 1831"/>
                  <a:gd name="T18" fmla="+- 0 7924 7479"/>
                  <a:gd name="T19" fmla="*/ 7924 h 446"/>
                </a:gdLst>
                <a:ahLst/>
                <a:cxnLst>
                  <a:cxn ang="0">
                    <a:pos x="T1" y="T3"/>
                  </a:cxn>
                  <a:cxn ang="0">
                    <a:pos x="T5" y="T7"/>
                  </a:cxn>
                  <a:cxn ang="0">
                    <a:pos x="T9" y="T11"/>
                  </a:cxn>
                  <a:cxn ang="0">
                    <a:pos x="T13" y="T15"/>
                  </a:cxn>
                  <a:cxn ang="0">
                    <a:pos x="T17" y="T19"/>
                  </a:cxn>
                </a:cxnLst>
                <a:rect l="0" t="0" r="r" b="b"/>
                <a:pathLst>
                  <a:path w="1831" h="446">
                    <a:moveTo>
                      <a:pt x="0" y="445"/>
                    </a:moveTo>
                    <a:lnTo>
                      <a:pt x="1830" y="445"/>
                    </a:lnTo>
                    <a:lnTo>
                      <a:pt x="1830"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2" name="Group 161">
              <a:extLst>
                <a:ext uri="{FF2B5EF4-FFF2-40B4-BE49-F238E27FC236}">
                  <a16:creationId xmlns:a16="http://schemas.microsoft.com/office/drawing/2014/main" id="{85E0D8FE-C417-B8FB-4BEF-5F1A12782432}"/>
                </a:ext>
              </a:extLst>
            </p:cNvPr>
            <p:cNvGrpSpPr>
              <a:grpSpLocks/>
            </p:cNvGrpSpPr>
            <p:nvPr/>
          </p:nvGrpSpPr>
          <p:grpSpPr bwMode="auto">
            <a:xfrm>
              <a:off x="2899" y="7479"/>
              <a:ext cx="462" cy="446"/>
              <a:chOff x="2899" y="7479"/>
              <a:chExt cx="462" cy="446"/>
            </a:xfrm>
          </p:grpSpPr>
          <p:sp>
            <p:nvSpPr>
              <p:cNvPr id="1413" name="Freeform 4758">
                <a:extLst>
                  <a:ext uri="{FF2B5EF4-FFF2-40B4-BE49-F238E27FC236}">
                    <a16:creationId xmlns:a16="http://schemas.microsoft.com/office/drawing/2014/main" id="{2D54C3C0-8245-4E77-B0B9-9A3E7C9E4250}"/>
                  </a:ext>
                </a:extLst>
              </p:cNvPr>
              <p:cNvSpPr>
                <a:spLocks/>
              </p:cNvSpPr>
              <p:nvPr/>
            </p:nvSpPr>
            <p:spPr bwMode="auto">
              <a:xfrm>
                <a:off x="2899" y="7479"/>
                <a:ext cx="462" cy="446"/>
              </a:xfrm>
              <a:custGeom>
                <a:avLst/>
                <a:gdLst>
                  <a:gd name="T0" fmla="+- 0 2899 2899"/>
                  <a:gd name="T1" fmla="*/ T0 w 462"/>
                  <a:gd name="T2" fmla="+- 0 7924 7479"/>
                  <a:gd name="T3" fmla="*/ 7924 h 446"/>
                  <a:gd name="T4" fmla="+- 0 3361 2899"/>
                  <a:gd name="T5" fmla="*/ T4 w 462"/>
                  <a:gd name="T6" fmla="+- 0 7924 7479"/>
                  <a:gd name="T7" fmla="*/ 7924 h 446"/>
                  <a:gd name="T8" fmla="+- 0 3361 2899"/>
                  <a:gd name="T9" fmla="*/ T8 w 462"/>
                  <a:gd name="T10" fmla="+- 0 7479 7479"/>
                  <a:gd name="T11" fmla="*/ 7479 h 446"/>
                  <a:gd name="T12" fmla="+- 0 2899 2899"/>
                  <a:gd name="T13" fmla="*/ T12 w 462"/>
                  <a:gd name="T14" fmla="+- 0 7479 7479"/>
                  <a:gd name="T15" fmla="*/ 7479 h 446"/>
                  <a:gd name="T16" fmla="+- 0 2899 2899"/>
                  <a:gd name="T17" fmla="*/ T16 w 462"/>
                  <a:gd name="T18" fmla="+- 0 7924 7479"/>
                  <a:gd name="T19" fmla="*/ 792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1F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3" name="Group 162">
              <a:extLst>
                <a:ext uri="{FF2B5EF4-FFF2-40B4-BE49-F238E27FC236}">
                  <a16:creationId xmlns:a16="http://schemas.microsoft.com/office/drawing/2014/main" id="{F54F68AE-EF13-3D7D-5216-F4831E5C2A9F}"/>
                </a:ext>
              </a:extLst>
            </p:cNvPr>
            <p:cNvGrpSpPr>
              <a:grpSpLocks/>
            </p:cNvGrpSpPr>
            <p:nvPr/>
          </p:nvGrpSpPr>
          <p:grpSpPr bwMode="auto">
            <a:xfrm>
              <a:off x="3355" y="7479"/>
              <a:ext cx="5025" cy="446"/>
              <a:chOff x="3355" y="7479"/>
              <a:chExt cx="5025" cy="446"/>
            </a:xfrm>
          </p:grpSpPr>
          <p:sp>
            <p:nvSpPr>
              <p:cNvPr id="1412" name="Freeform 4760">
                <a:extLst>
                  <a:ext uri="{FF2B5EF4-FFF2-40B4-BE49-F238E27FC236}">
                    <a16:creationId xmlns:a16="http://schemas.microsoft.com/office/drawing/2014/main" id="{69A1197C-5527-148E-B5C0-661F37CD012D}"/>
                  </a:ext>
                </a:extLst>
              </p:cNvPr>
              <p:cNvSpPr>
                <a:spLocks/>
              </p:cNvSpPr>
              <p:nvPr/>
            </p:nvSpPr>
            <p:spPr bwMode="auto">
              <a:xfrm>
                <a:off x="3355" y="7479"/>
                <a:ext cx="5025" cy="446"/>
              </a:xfrm>
              <a:custGeom>
                <a:avLst/>
                <a:gdLst>
                  <a:gd name="T0" fmla="+- 0 3355 3355"/>
                  <a:gd name="T1" fmla="*/ T0 w 5025"/>
                  <a:gd name="T2" fmla="+- 0 7924 7479"/>
                  <a:gd name="T3" fmla="*/ 7924 h 446"/>
                  <a:gd name="T4" fmla="+- 0 8380 3355"/>
                  <a:gd name="T5" fmla="*/ T4 w 5025"/>
                  <a:gd name="T6" fmla="+- 0 7924 7479"/>
                  <a:gd name="T7" fmla="*/ 7924 h 446"/>
                  <a:gd name="T8" fmla="+- 0 8380 3355"/>
                  <a:gd name="T9" fmla="*/ T8 w 5025"/>
                  <a:gd name="T10" fmla="+- 0 7479 7479"/>
                  <a:gd name="T11" fmla="*/ 7479 h 446"/>
                  <a:gd name="T12" fmla="+- 0 3355 3355"/>
                  <a:gd name="T13" fmla="*/ T12 w 5025"/>
                  <a:gd name="T14" fmla="+- 0 7479 7479"/>
                  <a:gd name="T15" fmla="*/ 7479 h 446"/>
                  <a:gd name="T16" fmla="+- 0 3355 3355"/>
                  <a:gd name="T17" fmla="*/ T16 w 5025"/>
                  <a:gd name="T18" fmla="+- 0 7924 7479"/>
                  <a:gd name="T19" fmla="*/ 7924 h 446"/>
                </a:gdLst>
                <a:ahLst/>
                <a:cxnLst>
                  <a:cxn ang="0">
                    <a:pos x="T1" y="T3"/>
                  </a:cxn>
                  <a:cxn ang="0">
                    <a:pos x="T5" y="T7"/>
                  </a:cxn>
                  <a:cxn ang="0">
                    <a:pos x="T9" y="T11"/>
                  </a:cxn>
                  <a:cxn ang="0">
                    <a:pos x="T13" y="T15"/>
                  </a:cxn>
                  <a:cxn ang="0">
                    <a:pos x="T17" y="T19"/>
                  </a:cxn>
                </a:cxnLst>
                <a:rect l="0" t="0" r="r" b="b"/>
                <a:pathLst>
                  <a:path w="5025" h="446">
                    <a:moveTo>
                      <a:pt x="0" y="445"/>
                    </a:moveTo>
                    <a:lnTo>
                      <a:pt x="5025" y="445"/>
                    </a:lnTo>
                    <a:lnTo>
                      <a:pt x="5025"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4" name="Group 163">
              <a:extLst>
                <a:ext uri="{FF2B5EF4-FFF2-40B4-BE49-F238E27FC236}">
                  <a16:creationId xmlns:a16="http://schemas.microsoft.com/office/drawing/2014/main" id="{9A693822-DA0C-E988-BFB6-26F3886CDADB}"/>
                </a:ext>
              </a:extLst>
            </p:cNvPr>
            <p:cNvGrpSpPr>
              <a:grpSpLocks/>
            </p:cNvGrpSpPr>
            <p:nvPr/>
          </p:nvGrpSpPr>
          <p:grpSpPr bwMode="auto">
            <a:xfrm>
              <a:off x="8375" y="7479"/>
              <a:ext cx="462" cy="446"/>
              <a:chOff x="8375" y="7479"/>
              <a:chExt cx="462" cy="446"/>
            </a:xfrm>
          </p:grpSpPr>
          <p:sp>
            <p:nvSpPr>
              <p:cNvPr id="1411" name="Freeform 4762">
                <a:extLst>
                  <a:ext uri="{FF2B5EF4-FFF2-40B4-BE49-F238E27FC236}">
                    <a16:creationId xmlns:a16="http://schemas.microsoft.com/office/drawing/2014/main" id="{84AC894A-09B5-C636-10CC-B22A8CF6137C}"/>
                  </a:ext>
                </a:extLst>
              </p:cNvPr>
              <p:cNvSpPr>
                <a:spLocks/>
              </p:cNvSpPr>
              <p:nvPr/>
            </p:nvSpPr>
            <p:spPr bwMode="auto">
              <a:xfrm>
                <a:off x="8375" y="7479"/>
                <a:ext cx="462" cy="446"/>
              </a:xfrm>
              <a:custGeom>
                <a:avLst/>
                <a:gdLst>
                  <a:gd name="T0" fmla="+- 0 8375 8375"/>
                  <a:gd name="T1" fmla="*/ T0 w 462"/>
                  <a:gd name="T2" fmla="+- 0 7924 7479"/>
                  <a:gd name="T3" fmla="*/ 7924 h 446"/>
                  <a:gd name="T4" fmla="+- 0 8837 8375"/>
                  <a:gd name="T5" fmla="*/ T4 w 462"/>
                  <a:gd name="T6" fmla="+- 0 7924 7479"/>
                  <a:gd name="T7" fmla="*/ 7924 h 446"/>
                  <a:gd name="T8" fmla="+- 0 8837 8375"/>
                  <a:gd name="T9" fmla="*/ T8 w 462"/>
                  <a:gd name="T10" fmla="+- 0 7479 7479"/>
                  <a:gd name="T11" fmla="*/ 7479 h 446"/>
                  <a:gd name="T12" fmla="+- 0 8375 8375"/>
                  <a:gd name="T13" fmla="*/ T12 w 462"/>
                  <a:gd name="T14" fmla="+- 0 7479 7479"/>
                  <a:gd name="T15" fmla="*/ 7479 h 446"/>
                  <a:gd name="T16" fmla="+- 0 8375 8375"/>
                  <a:gd name="T17" fmla="*/ T16 w 462"/>
                  <a:gd name="T18" fmla="+- 0 7924 7479"/>
                  <a:gd name="T19" fmla="*/ 792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8757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5" name="Group 164">
              <a:extLst>
                <a:ext uri="{FF2B5EF4-FFF2-40B4-BE49-F238E27FC236}">
                  <a16:creationId xmlns:a16="http://schemas.microsoft.com/office/drawing/2014/main" id="{CAB86AA5-F1DB-6C3D-114B-D6FF20954073}"/>
                </a:ext>
              </a:extLst>
            </p:cNvPr>
            <p:cNvGrpSpPr>
              <a:grpSpLocks/>
            </p:cNvGrpSpPr>
            <p:nvPr/>
          </p:nvGrpSpPr>
          <p:grpSpPr bwMode="auto">
            <a:xfrm>
              <a:off x="8831" y="7479"/>
              <a:ext cx="462" cy="446"/>
              <a:chOff x="8831" y="7479"/>
              <a:chExt cx="462" cy="446"/>
            </a:xfrm>
          </p:grpSpPr>
          <p:sp>
            <p:nvSpPr>
              <p:cNvPr id="1410" name="Freeform 4764">
                <a:extLst>
                  <a:ext uri="{FF2B5EF4-FFF2-40B4-BE49-F238E27FC236}">
                    <a16:creationId xmlns:a16="http://schemas.microsoft.com/office/drawing/2014/main" id="{DA118C48-3C0F-C25E-F695-C1EF62C9353F}"/>
                  </a:ext>
                </a:extLst>
              </p:cNvPr>
              <p:cNvSpPr>
                <a:spLocks/>
              </p:cNvSpPr>
              <p:nvPr/>
            </p:nvSpPr>
            <p:spPr bwMode="auto">
              <a:xfrm>
                <a:off x="8831" y="7479"/>
                <a:ext cx="462" cy="446"/>
              </a:xfrm>
              <a:custGeom>
                <a:avLst/>
                <a:gdLst>
                  <a:gd name="T0" fmla="+- 0 8831 8831"/>
                  <a:gd name="T1" fmla="*/ T0 w 462"/>
                  <a:gd name="T2" fmla="+- 0 7924 7479"/>
                  <a:gd name="T3" fmla="*/ 7924 h 446"/>
                  <a:gd name="T4" fmla="+- 0 9293 8831"/>
                  <a:gd name="T5" fmla="*/ T4 w 462"/>
                  <a:gd name="T6" fmla="+- 0 7924 7479"/>
                  <a:gd name="T7" fmla="*/ 7924 h 446"/>
                  <a:gd name="T8" fmla="+- 0 9293 8831"/>
                  <a:gd name="T9" fmla="*/ T8 w 462"/>
                  <a:gd name="T10" fmla="+- 0 7479 7479"/>
                  <a:gd name="T11" fmla="*/ 7479 h 446"/>
                  <a:gd name="T12" fmla="+- 0 8831 8831"/>
                  <a:gd name="T13" fmla="*/ T12 w 462"/>
                  <a:gd name="T14" fmla="+- 0 7479 7479"/>
                  <a:gd name="T15" fmla="*/ 7479 h 446"/>
                  <a:gd name="T16" fmla="+- 0 8831 8831"/>
                  <a:gd name="T17" fmla="*/ T16 w 462"/>
                  <a:gd name="T18" fmla="+- 0 7924 7479"/>
                  <a:gd name="T19" fmla="*/ 792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6" name="Group 165">
              <a:extLst>
                <a:ext uri="{FF2B5EF4-FFF2-40B4-BE49-F238E27FC236}">
                  <a16:creationId xmlns:a16="http://schemas.microsoft.com/office/drawing/2014/main" id="{32F0D897-EC98-D724-9299-80C0C98DF140}"/>
                </a:ext>
              </a:extLst>
            </p:cNvPr>
            <p:cNvGrpSpPr>
              <a:grpSpLocks/>
            </p:cNvGrpSpPr>
            <p:nvPr/>
          </p:nvGrpSpPr>
          <p:grpSpPr bwMode="auto">
            <a:xfrm>
              <a:off x="617" y="7919"/>
              <a:ext cx="1375" cy="446"/>
              <a:chOff x="617" y="7919"/>
              <a:chExt cx="1375" cy="446"/>
            </a:xfrm>
          </p:grpSpPr>
          <p:sp>
            <p:nvSpPr>
              <p:cNvPr id="1409" name="Freeform 4766">
                <a:extLst>
                  <a:ext uri="{FF2B5EF4-FFF2-40B4-BE49-F238E27FC236}">
                    <a16:creationId xmlns:a16="http://schemas.microsoft.com/office/drawing/2014/main" id="{16FE4B09-3135-86A2-4377-201240976228}"/>
                  </a:ext>
                </a:extLst>
              </p:cNvPr>
              <p:cNvSpPr>
                <a:spLocks/>
              </p:cNvSpPr>
              <p:nvPr/>
            </p:nvSpPr>
            <p:spPr bwMode="auto">
              <a:xfrm>
                <a:off x="617" y="7919"/>
                <a:ext cx="1375" cy="446"/>
              </a:xfrm>
              <a:custGeom>
                <a:avLst/>
                <a:gdLst>
                  <a:gd name="T0" fmla="+- 0 617 617"/>
                  <a:gd name="T1" fmla="*/ T0 w 1375"/>
                  <a:gd name="T2" fmla="+- 0 8364 7919"/>
                  <a:gd name="T3" fmla="*/ 8364 h 446"/>
                  <a:gd name="T4" fmla="+- 0 1992 617"/>
                  <a:gd name="T5" fmla="*/ T4 w 1375"/>
                  <a:gd name="T6" fmla="+- 0 8364 7919"/>
                  <a:gd name="T7" fmla="*/ 8364 h 446"/>
                  <a:gd name="T8" fmla="+- 0 1992 617"/>
                  <a:gd name="T9" fmla="*/ T8 w 1375"/>
                  <a:gd name="T10" fmla="+- 0 7919 7919"/>
                  <a:gd name="T11" fmla="*/ 7919 h 446"/>
                  <a:gd name="T12" fmla="+- 0 617 617"/>
                  <a:gd name="T13" fmla="*/ T12 w 1375"/>
                  <a:gd name="T14" fmla="+- 0 7919 7919"/>
                  <a:gd name="T15" fmla="*/ 7919 h 446"/>
                  <a:gd name="T16" fmla="+- 0 617 617"/>
                  <a:gd name="T17" fmla="*/ T16 w 1375"/>
                  <a:gd name="T18" fmla="+- 0 8364 7919"/>
                  <a:gd name="T19" fmla="*/ 8364 h 446"/>
                </a:gdLst>
                <a:ahLst/>
                <a:cxnLst>
                  <a:cxn ang="0">
                    <a:pos x="T1" y="T3"/>
                  </a:cxn>
                  <a:cxn ang="0">
                    <a:pos x="T5" y="T7"/>
                  </a:cxn>
                  <a:cxn ang="0">
                    <a:pos x="T9" y="T11"/>
                  </a:cxn>
                  <a:cxn ang="0">
                    <a:pos x="T13" y="T15"/>
                  </a:cxn>
                  <a:cxn ang="0">
                    <a:pos x="T17" y="T19"/>
                  </a:cxn>
                </a:cxnLst>
                <a:rect l="0" t="0" r="r" b="b"/>
                <a:pathLst>
                  <a:path w="1375" h="446">
                    <a:moveTo>
                      <a:pt x="0" y="445"/>
                    </a:moveTo>
                    <a:lnTo>
                      <a:pt x="1375" y="445"/>
                    </a:lnTo>
                    <a:lnTo>
                      <a:pt x="1375"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7" name="Group 166">
              <a:extLst>
                <a:ext uri="{FF2B5EF4-FFF2-40B4-BE49-F238E27FC236}">
                  <a16:creationId xmlns:a16="http://schemas.microsoft.com/office/drawing/2014/main" id="{83D0755D-F29D-DB4E-CB91-154AE239BFFA}"/>
                </a:ext>
              </a:extLst>
            </p:cNvPr>
            <p:cNvGrpSpPr>
              <a:grpSpLocks/>
            </p:cNvGrpSpPr>
            <p:nvPr/>
          </p:nvGrpSpPr>
          <p:grpSpPr bwMode="auto">
            <a:xfrm>
              <a:off x="1986" y="7919"/>
              <a:ext cx="462" cy="446"/>
              <a:chOff x="1986" y="7919"/>
              <a:chExt cx="462" cy="446"/>
            </a:xfrm>
          </p:grpSpPr>
          <p:sp>
            <p:nvSpPr>
              <p:cNvPr id="1408" name="Freeform 4768">
                <a:extLst>
                  <a:ext uri="{FF2B5EF4-FFF2-40B4-BE49-F238E27FC236}">
                    <a16:creationId xmlns:a16="http://schemas.microsoft.com/office/drawing/2014/main" id="{C94A5B67-9D00-9F70-BF0D-E834FF6ACF9E}"/>
                  </a:ext>
                </a:extLst>
              </p:cNvPr>
              <p:cNvSpPr>
                <a:spLocks/>
              </p:cNvSpPr>
              <p:nvPr/>
            </p:nvSpPr>
            <p:spPr bwMode="auto">
              <a:xfrm>
                <a:off x="1986" y="7919"/>
                <a:ext cx="462" cy="446"/>
              </a:xfrm>
              <a:custGeom>
                <a:avLst/>
                <a:gdLst>
                  <a:gd name="T0" fmla="+- 0 1986 1986"/>
                  <a:gd name="T1" fmla="*/ T0 w 462"/>
                  <a:gd name="T2" fmla="+- 0 8364 7919"/>
                  <a:gd name="T3" fmla="*/ 8364 h 446"/>
                  <a:gd name="T4" fmla="+- 0 2448 1986"/>
                  <a:gd name="T5" fmla="*/ T4 w 462"/>
                  <a:gd name="T6" fmla="+- 0 8364 7919"/>
                  <a:gd name="T7" fmla="*/ 8364 h 446"/>
                  <a:gd name="T8" fmla="+- 0 2448 1986"/>
                  <a:gd name="T9" fmla="*/ T8 w 462"/>
                  <a:gd name="T10" fmla="+- 0 7919 7919"/>
                  <a:gd name="T11" fmla="*/ 7919 h 446"/>
                  <a:gd name="T12" fmla="+- 0 1986 1986"/>
                  <a:gd name="T13" fmla="*/ T12 w 462"/>
                  <a:gd name="T14" fmla="+- 0 7919 7919"/>
                  <a:gd name="T15" fmla="*/ 7919 h 446"/>
                  <a:gd name="T16" fmla="+- 0 1986 1986"/>
                  <a:gd name="T17" fmla="*/ T16 w 462"/>
                  <a:gd name="T18" fmla="+- 0 8364 7919"/>
                  <a:gd name="T19" fmla="*/ 836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8" name="Group 167">
              <a:extLst>
                <a:ext uri="{FF2B5EF4-FFF2-40B4-BE49-F238E27FC236}">
                  <a16:creationId xmlns:a16="http://schemas.microsoft.com/office/drawing/2014/main" id="{803F5046-4523-C382-7ACE-37B03AD99772}"/>
                </a:ext>
              </a:extLst>
            </p:cNvPr>
            <p:cNvGrpSpPr>
              <a:grpSpLocks/>
            </p:cNvGrpSpPr>
            <p:nvPr/>
          </p:nvGrpSpPr>
          <p:grpSpPr bwMode="auto">
            <a:xfrm>
              <a:off x="2443" y="7919"/>
              <a:ext cx="462" cy="446"/>
              <a:chOff x="2443" y="7919"/>
              <a:chExt cx="462" cy="446"/>
            </a:xfrm>
          </p:grpSpPr>
          <p:sp>
            <p:nvSpPr>
              <p:cNvPr id="1407" name="Freeform 4770">
                <a:extLst>
                  <a:ext uri="{FF2B5EF4-FFF2-40B4-BE49-F238E27FC236}">
                    <a16:creationId xmlns:a16="http://schemas.microsoft.com/office/drawing/2014/main" id="{5F9A1092-1D63-816B-804C-FE3C0B9CDA30}"/>
                  </a:ext>
                </a:extLst>
              </p:cNvPr>
              <p:cNvSpPr>
                <a:spLocks/>
              </p:cNvSpPr>
              <p:nvPr/>
            </p:nvSpPr>
            <p:spPr bwMode="auto">
              <a:xfrm>
                <a:off x="2443" y="7919"/>
                <a:ext cx="462" cy="446"/>
              </a:xfrm>
              <a:custGeom>
                <a:avLst/>
                <a:gdLst>
                  <a:gd name="T0" fmla="+- 0 2443 2443"/>
                  <a:gd name="T1" fmla="*/ T0 w 462"/>
                  <a:gd name="T2" fmla="+- 0 8364 7919"/>
                  <a:gd name="T3" fmla="*/ 8364 h 446"/>
                  <a:gd name="T4" fmla="+- 0 2904 2443"/>
                  <a:gd name="T5" fmla="*/ T4 w 462"/>
                  <a:gd name="T6" fmla="+- 0 8364 7919"/>
                  <a:gd name="T7" fmla="*/ 8364 h 446"/>
                  <a:gd name="T8" fmla="+- 0 2904 2443"/>
                  <a:gd name="T9" fmla="*/ T8 w 462"/>
                  <a:gd name="T10" fmla="+- 0 7919 7919"/>
                  <a:gd name="T11" fmla="*/ 7919 h 446"/>
                  <a:gd name="T12" fmla="+- 0 2443 2443"/>
                  <a:gd name="T13" fmla="*/ T12 w 462"/>
                  <a:gd name="T14" fmla="+- 0 7919 7919"/>
                  <a:gd name="T15" fmla="*/ 7919 h 446"/>
                  <a:gd name="T16" fmla="+- 0 2443 2443"/>
                  <a:gd name="T17" fmla="*/ T16 w 462"/>
                  <a:gd name="T18" fmla="+- 0 8364 7919"/>
                  <a:gd name="T19" fmla="*/ 8364 h 446"/>
                </a:gdLst>
                <a:ahLst/>
                <a:cxnLst>
                  <a:cxn ang="0">
                    <a:pos x="T1" y="T3"/>
                  </a:cxn>
                  <a:cxn ang="0">
                    <a:pos x="T5" y="T7"/>
                  </a:cxn>
                  <a:cxn ang="0">
                    <a:pos x="T9" y="T11"/>
                  </a:cxn>
                  <a:cxn ang="0">
                    <a:pos x="T13" y="T15"/>
                  </a:cxn>
                  <a:cxn ang="0">
                    <a:pos x="T17" y="T19"/>
                  </a:cxn>
                </a:cxnLst>
                <a:rect l="0" t="0" r="r" b="b"/>
                <a:pathLst>
                  <a:path w="462" h="446">
                    <a:moveTo>
                      <a:pt x="0" y="445"/>
                    </a:moveTo>
                    <a:lnTo>
                      <a:pt x="461" y="445"/>
                    </a:lnTo>
                    <a:lnTo>
                      <a:pt x="461"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69" name="Group 168">
              <a:extLst>
                <a:ext uri="{FF2B5EF4-FFF2-40B4-BE49-F238E27FC236}">
                  <a16:creationId xmlns:a16="http://schemas.microsoft.com/office/drawing/2014/main" id="{A55B08BA-7ABC-3493-6B6F-7839E1774673}"/>
                </a:ext>
              </a:extLst>
            </p:cNvPr>
            <p:cNvGrpSpPr>
              <a:grpSpLocks/>
            </p:cNvGrpSpPr>
            <p:nvPr/>
          </p:nvGrpSpPr>
          <p:grpSpPr bwMode="auto">
            <a:xfrm>
              <a:off x="2899" y="7919"/>
              <a:ext cx="462" cy="446"/>
              <a:chOff x="2899" y="7919"/>
              <a:chExt cx="462" cy="446"/>
            </a:xfrm>
          </p:grpSpPr>
          <p:sp>
            <p:nvSpPr>
              <p:cNvPr id="1406" name="Freeform 4772">
                <a:extLst>
                  <a:ext uri="{FF2B5EF4-FFF2-40B4-BE49-F238E27FC236}">
                    <a16:creationId xmlns:a16="http://schemas.microsoft.com/office/drawing/2014/main" id="{AC918472-B2BC-B906-7697-49E34BE5209D}"/>
                  </a:ext>
                </a:extLst>
              </p:cNvPr>
              <p:cNvSpPr>
                <a:spLocks/>
              </p:cNvSpPr>
              <p:nvPr/>
            </p:nvSpPr>
            <p:spPr bwMode="auto">
              <a:xfrm>
                <a:off x="2899" y="7919"/>
                <a:ext cx="462" cy="446"/>
              </a:xfrm>
              <a:custGeom>
                <a:avLst/>
                <a:gdLst>
                  <a:gd name="T0" fmla="+- 0 2899 2899"/>
                  <a:gd name="T1" fmla="*/ T0 w 462"/>
                  <a:gd name="T2" fmla="+- 0 8364 7919"/>
                  <a:gd name="T3" fmla="*/ 8364 h 446"/>
                  <a:gd name="T4" fmla="+- 0 3361 2899"/>
                  <a:gd name="T5" fmla="*/ T4 w 462"/>
                  <a:gd name="T6" fmla="+- 0 8364 7919"/>
                  <a:gd name="T7" fmla="*/ 8364 h 446"/>
                  <a:gd name="T8" fmla="+- 0 3361 2899"/>
                  <a:gd name="T9" fmla="*/ T8 w 462"/>
                  <a:gd name="T10" fmla="+- 0 7919 7919"/>
                  <a:gd name="T11" fmla="*/ 7919 h 446"/>
                  <a:gd name="T12" fmla="+- 0 2899 2899"/>
                  <a:gd name="T13" fmla="*/ T12 w 462"/>
                  <a:gd name="T14" fmla="+- 0 7919 7919"/>
                  <a:gd name="T15" fmla="*/ 7919 h 446"/>
                  <a:gd name="T16" fmla="+- 0 2899 2899"/>
                  <a:gd name="T17" fmla="*/ T16 w 462"/>
                  <a:gd name="T18" fmla="+- 0 8364 7919"/>
                  <a:gd name="T19" fmla="*/ 8364 h 446"/>
                </a:gdLst>
                <a:ahLst/>
                <a:cxnLst>
                  <a:cxn ang="0">
                    <a:pos x="T1" y="T3"/>
                  </a:cxn>
                  <a:cxn ang="0">
                    <a:pos x="T5" y="T7"/>
                  </a:cxn>
                  <a:cxn ang="0">
                    <a:pos x="T9" y="T11"/>
                  </a:cxn>
                  <a:cxn ang="0">
                    <a:pos x="T13" y="T15"/>
                  </a:cxn>
                  <a:cxn ang="0">
                    <a:pos x="T17" y="T19"/>
                  </a:cxn>
                </a:cxnLst>
                <a:rect l="0" t="0" r="r" b="b"/>
                <a:pathLst>
                  <a:path w="462" h="446">
                    <a:moveTo>
                      <a:pt x="0" y="445"/>
                    </a:moveTo>
                    <a:lnTo>
                      <a:pt x="462" y="445"/>
                    </a:lnTo>
                    <a:lnTo>
                      <a:pt x="462" y="0"/>
                    </a:lnTo>
                    <a:lnTo>
                      <a:pt x="0" y="0"/>
                    </a:lnTo>
                    <a:lnTo>
                      <a:pt x="0" y="445"/>
                    </a:lnTo>
                    <a:close/>
                  </a:path>
                </a:pathLst>
              </a:custGeom>
              <a:solidFill>
                <a:srgbClr val="FBFAF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0" name="Group 169">
              <a:extLst>
                <a:ext uri="{FF2B5EF4-FFF2-40B4-BE49-F238E27FC236}">
                  <a16:creationId xmlns:a16="http://schemas.microsoft.com/office/drawing/2014/main" id="{BAEE76D5-2933-FCC4-E838-52109DA0843D}"/>
                </a:ext>
              </a:extLst>
            </p:cNvPr>
            <p:cNvGrpSpPr>
              <a:grpSpLocks/>
            </p:cNvGrpSpPr>
            <p:nvPr/>
          </p:nvGrpSpPr>
          <p:grpSpPr bwMode="auto">
            <a:xfrm>
              <a:off x="327" y="182"/>
              <a:ext cx="8966" cy="8721"/>
              <a:chOff x="327" y="182"/>
              <a:chExt cx="8966" cy="8721"/>
            </a:xfrm>
          </p:grpSpPr>
          <p:sp>
            <p:nvSpPr>
              <p:cNvPr id="1403" name="Freeform 4774">
                <a:extLst>
                  <a:ext uri="{FF2B5EF4-FFF2-40B4-BE49-F238E27FC236}">
                    <a16:creationId xmlns:a16="http://schemas.microsoft.com/office/drawing/2014/main" id="{921D5D8F-35D4-576A-EE6E-E03704A31ABE}"/>
                  </a:ext>
                </a:extLst>
              </p:cNvPr>
              <p:cNvSpPr>
                <a:spLocks/>
              </p:cNvSpPr>
              <p:nvPr/>
            </p:nvSpPr>
            <p:spPr bwMode="auto">
              <a:xfrm>
                <a:off x="3355" y="7919"/>
                <a:ext cx="5482" cy="446"/>
              </a:xfrm>
              <a:custGeom>
                <a:avLst/>
                <a:gdLst>
                  <a:gd name="T0" fmla="+- 0 3355 3355"/>
                  <a:gd name="T1" fmla="*/ T0 w 5482"/>
                  <a:gd name="T2" fmla="+- 0 8364 7919"/>
                  <a:gd name="T3" fmla="*/ 8364 h 446"/>
                  <a:gd name="T4" fmla="+- 0 8837 3355"/>
                  <a:gd name="T5" fmla="*/ T4 w 5482"/>
                  <a:gd name="T6" fmla="+- 0 8364 7919"/>
                  <a:gd name="T7" fmla="*/ 8364 h 446"/>
                  <a:gd name="T8" fmla="+- 0 8837 3355"/>
                  <a:gd name="T9" fmla="*/ T8 w 5482"/>
                  <a:gd name="T10" fmla="+- 0 7919 7919"/>
                  <a:gd name="T11" fmla="*/ 7919 h 446"/>
                  <a:gd name="T12" fmla="+- 0 3355 3355"/>
                  <a:gd name="T13" fmla="*/ T12 w 5482"/>
                  <a:gd name="T14" fmla="+- 0 7919 7919"/>
                  <a:gd name="T15" fmla="*/ 7919 h 446"/>
                  <a:gd name="T16" fmla="+- 0 3355 3355"/>
                  <a:gd name="T17" fmla="*/ T16 w 5482"/>
                  <a:gd name="T18" fmla="+- 0 8364 7919"/>
                  <a:gd name="T19" fmla="*/ 8364 h 446"/>
                </a:gdLst>
                <a:ahLst/>
                <a:cxnLst>
                  <a:cxn ang="0">
                    <a:pos x="T1" y="T3"/>
                  </a:cxn>
                  <a:cxn ang="0">
                    <a:pos x="T5" y="T7"/>
                  </a:cxn>
                  <a:cxn ang="0">
                    <a:pos x="T9" y="T11"/>
                  </a:cxn>
                  <a:cxn ang="0">
                    <a:pos x="T13" y="T15"/>
                  </a:cxn>
                  <a:cxn ang="0">
                    <a:pos x="T17" y="T19"/>
                  </a:cxn>
                </a:cxnLst>
                <a:rect l="0" t="0" r="r" b="b"/>
                <a:pathLst>
                  <a:path w="5482" h="446">
                    <a:moveTo>
                      <a:pt x="0" y="445"/>
                    </a:moveTo>
                    <a:lnTo>
                      <a:pt x="5482" y="445"/>
                    </a:lnTo>
                    <a:lnTo>
                      <a:pt x="5482" y="0"/>
                    </a:lnTo>
                    <a:lnTo>
                      <a:pt x="0" y="0"/>
                    </a:lnTo>
                    <a:lnTo>
                      <a:pt x="0" y="445"/>
                    </a:lnTo>
                    <a:close/>
                  </a:path>
                </a:pathLst>
              </a:custGeom>
              <a:solidFill>
                <a:srgbClr val="FBFB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404" name="Picture 1403">
                <a:extLst>
                  <a:ext uri="{FF2B5EF4-FFF2-40B4-BE49-F238E27FC236}">
                    <a16:creationId xmlns:a16="http://schemas.microsoft.com/office/drawing/2014/main" id="{A0FBEC48-9125-52B7-44A2-7F9334CB2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 y="7843"/>
                <a:ext cx="2166" cy="1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5" name="Picture 1404">
                <a:extLst>
                  <a:ext uri="{FF2B5EF4-FFF2-40B4-BE49-F238E27FC236}">
                    <a16:creationId xmlns:a16="http://schemas.microsoft.com/office/drawing/2014/main" id="{F00605BA-4181-8129-A9A6-A395E9DB0C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 y="182"/>
                <a:ext cx="27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1" name="Group 170">
              <a:extLst>
                <a:ext uri="{FF2B5EF4-FFF2-40B4-BE49-F238E27FC236}">
                  <a16:creationId xmlns:a16="http://schemas.microsoft.com/office/drawing/2014/main" id="{3B628987-C934-80A7-A4DC-615DF8616326}"/>
                </a:ext>
              </a:extLst>
            </p:cNvPr>
            <p:cNvGrpSpPr>
              <a:grpSpLocks/>
            </p:cNvGrpSpPr>
            <p:nvPr/>
          </p:nvGrpSpPr>
          <p:grpSpPr bwMode="auto">
            <a:xfrm>
              <a:off x="991" y="359"/>
              <a:ext cx="72" cy="56"/>
              <a:chOff x="991" y="359"/>
              <a:chExt cx="72" cy="56"/>
            </a:xfrm>
          </p:grpSpPr>
          <p:sp>
            <p:nvSpPr>
              <p:cNvPr id="1397" name="Freeform 4778">
                <a:extLst>
                  <a:ext uri="{FF2B5EF4-FFF2-40B4-BE49-F238E27FC236}">
                    <a16:creationId xmlns:a16="http://schemas.microsoft.com/office/drawing/2014/main" id="{00EAB9DD-D07A-CE5C-D33F-816DC1A54709}"/>
                  </a:ext>
                </a:extLst>
              </p:cNvPr>
              <p:cNvSpPr>
                <a:spLocks/>
              </p:cNvSpPr>
              <p:nvPr/>
            </p:nvSpPr>
            <p:spPr bwMode="auto">
              <a:xfrm>
                <a:off x="991" y="359"/>
                <a:ext cx="72" cy="56"/>
              </a:xfrm>
              <a:custGeom>
                <a:avLst/>
                <a:gdLst>
                  <a:gd name="T0" fmla="+- 0 1024 991"/>
                  <a:gd name="T1" fmla="*/ T0 w 72"/>
                  <a:gd name="T2" fmla="+- 0 390 359"/>
                  <a:gd name="T3" fmla="*/ 390 h 56"/>
                  <a:gd name="T4" fmla="+- 0 1016 991"/>
                  <a:gd name="T5" fmla="*/ T4 w 72"/>
                  <a:gd name="T6" fmla="+- 0 390 359"/>
                  <a:gd name="T7" fmla="*/ 390 h 56"/>
                  <a:gd name="T8" fmla="+- 0 1015 991"/>
                  <a:gd name="T9" fmla="*/ T8 w 72"/>
                  <a:gd name="T10" fmla="+- 0 395 359"/>
                  <a:gd name="T11" fmla="*/ 395 h 56"/>
                  <a:gd name="T12" fmla="+- 0 1013 991"/>
                  <a:gd name="T13" fmla="*/ T12 w 72"/>
                  <a:gd name="T14" fmla="+- 0 399 359"/>
                  <a:gd name="T15" fmla="*/ 399 h 56"/>
                  <a:gd name="T16" fmla="+- 0 992 991"/>
                  <a:gd name="T17" fmla="*/ T16 w 72"/>
                  <a:gd name="T18" fmla="+- 0 413 359"/>
                  <a:gd name="T19" fmla="*/ 413 h 56"/>
                  <a:gd name="T20" fmla="+- 0 992 991"/>
                  <a:gd name="T21" fmla="*/ T20 w 72"/>
                  <a:gd name="T22" fmla="+- 0 414 359"/>
                  <a:gd name="T23" fmla="*/ 414 h 56"/>
                  <a:gd name="T24" fmla="+- 0 999 991"/>
                  <a:gd name="T25" fmla="*/ T24 w 72"/>
                  <a:gd name="T26" fmla="+- 0 414 359"/>
                  <a:gd name="T27" fmla="*/ 414 h 56"/>
                  <a:gd name="T28" fmla="+- 0 1004 991"/>
                  <a:gd name="T29" fmla="*/ T28 w 72"/>
                  <a:gd name="T30" fmla="+- 0 413 359"/>
                  <a:gd name="T31" fmla="*/ 413 h 56"/>
                  <a:gd name="T32" fmla="+- 0 1008 991"/>
                  <a:gd name="T33" fmla="*/ T32 w 72"/>
                  <a:gd name="T34" fmla="+- 0 410 359"/>
                  <a:gd name="T35" fmla="*/ 410 h 56"/>
                  <a:gd name="T36" fmla="+- 0 1013 991"/>
                  <a:gd name="T37" fmla="*/ T36 w 72"/>
                  <a:gd name="T38" fmla="+- 0 407 359"/>
                  <a:gd name="T39" fmla="*/ 407 h 56"/>
                  <a:gd name="T40" fmla="+- 0 1017 991"/>
                  <a:gd name="T41" fmla="*/ T40 w 72"/>
                  <a:gd name="T42" fmla="+- 0 403 359"/>
                  <a:gd name="T43" fmla="*/ 403 h 56"/>
                  <a:gd name="T44" fmla="+- 0 1023 991"/>
                  <a:gd name="T45" fmla="*/ T44 w 72"/>
                  <a:gd name="T46" fmla="+- 0 392 359"/>
                  <a:gd name="T47" fmla="*/ 392 h 56"/>
                  <a:gd name="T48" fmla="+- 0 1024 991"/>
                  <a:gd name="T49" fmla="*/ T48 w 72"/>
                  <a:gd name="T50" fmla="+- 0 390 359"/>
                  <a:gd name="T51" fmla="*/ 39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72" h="56">
                    <a:moveTo>
                      <a:pt x="33" y="31"/>
                    </a:moveTo>
                    <a:lnTo>
                      <a:pt x="25" y="31"/>
                    </a:lnTo>
                    <a:lnTo>
                      <a:pt x="24" y="36"/>
                    </a:lnTo>
                    <a:lnTo>
                      <a:pt x="22" y="40"/>
                    </a:lnTo>
                    <a:lnTo>
                      <a:pt x="1" y="54"/>
                    </a:lnTo>
                    <a:lnTo>
                      <a:pt x="1" y="55"/>
                    </a:lnTo>
                    <a:lnTo>
                      <a:pt x="8" y="55"/>
                    </a:lnTo>
                    <a:lnTo>
                      <a:pt x="13" y="54"/>
                    </a:lnTo>
                    <a:lnTo>
                      <a:pt x="17" y="51"/>
                    </a:lnTo>
                    <a:lnTo>
                      <a:pt x="22" y="48"/>
                    </a:lnTo>
                    <a:lnTo>
                      <a:pt x="26" y="44"/>
                    </a:lnTo>
                    <a:lnTo>
                      <a:pt x="32"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8" name="Freeform 4779">
                <a:extLst>
                  <a:ext uri="{FF2B5EF4-FFF2-40B4-BE49-F238E27FC236}">
                    <a16:creationId xmlns:a16="http://schemas.microsoft.com/office/drawing/2014/main" id="{662D6B51-8401-7BD5-2CD7-EBEEFB9DD87B}"/>
                  </a:ext>
                </a:extLst>
              </p:cNvPr>
              <p:cNvSpPr>
                <a:spLocks/>
              </p:cNvSpPr>
              <p:nvPr/>
            </p:nvSpPr>
            <p:spPr bwMode="auto">
              <a:xfrm>
                <a:off x="991" y="359"/>
                <a:ext cx="72" cy="56"/>
              </a:xfrm>
              <a:custGeom>
                <a:avLst/>
                <a:gdLst>
                  <a:gd name="T0" fmla="+- 0 1012 991"/>
                  <a:gd name="T1" fmla="*/ T0 w 72"/>
                  <a:gd name="T2" fmla="+- 0 359 359"/>
                  <a:gd name="T3" fmla="*/ 359 h 56"/>
                  <a:gd name="T4" fmla="+- 0 1002 991"/>
                  <a:gd name="T5" fmla="*/ T4 w 72"/>
                  <a:gd name="T6" fmla="+- 0 359 359"/>
                  <a:gd name="T7" fmla="*/ 359 h 56"/>
                  <a:gd name="T8" fmla="+- 0 998 991"/>
                  <a:gd name="T9" fmla="*/ T8 w 72"/>
                  <a:gd name="T10" fmla="+- 0 361 359"/>
                  <a:gd name="T11" fmla="*/ 361 h 56"/>
                  <a:gd name="T12" fmla="+- 0 992 991"/>
                  <a:gd name="T13" fmla="*/ T12 w 72"/>
                  <a:gd name="T14" fmla="+- 0 369 359"/>
                  <a:gd name="T15" fmla="*/ 369 h 56"/>
                  <a:gd name="T16" fmla="+- 0 991 991"/>
                  <a:gd name="T17" fmla="*/ T16 w 72"/>
                  <a:gd name="T18" fmla="+- 0 373 359"/>
                  <a:gd name="T19" fmla="*/ 373 h 56"/>
                  <a:gd name="T20" fmla="+- 0 991 991"/>
                  <a:gd name="T21" fmla="*/ T20 w 72"/>
                  <a:gd name="T22" fmla="+- 0 383 359"/>
                  <a:gd name="T23" fmla="*/ 383 h 56"/>
                  <a:gd name="T24" fmla="+- 0 992 991"/>
                  <a:gd name="T25" fmla="*/ T24 w 72"/>
                  <a:gd name="T26" fmla="+- 0 387 359"/>
                  <a:gd name="T27" fmla="*/ 387 h 56"/>
                  <a:gd name="T28" fmla="+- 0 998 991"/>
                  <a:gd name="T29" fmla="*/ T28 w 72"/>
                  <a:gd name="T30" fmla="+- 0 392 359"/>
                  <a:gd name="T31" fmla="*/ 392 h 56"/>
                  <a:gd name="T32" fmla="+- 0 1001 991"/>
                  <a:gd name="T33" fmla="*/ T32 w 72"/>
                  <a:gd name="T34" fmla="+- 0 394 359"/>
                  <a:gd name="T35" fmla="*/ 394 h 56"/>
                  <a:gd name="T36" fmla="+- 0 1008 991"/>
                  <a:gd name="T37" fmla="*/ T36 w 72"/>
                  <a:gd name="T38" fmla="+- 0 394 359"/>
                  <a:gd name="T39" fmla="*/ 394 h 56"/>
                  <a:gd name="T40" fmla="+- 0 1012 991"/>
                  <a:gd name="T41" fmla="*/ T40 w 72"/>
                  <a:gd name="T42" fmla="+- 0 393 359"/>
                  <a:gd name="T43" fmla="*/ 393 h 56"/>
                  <a:gd name="T44" fmla="+- 0 1015 991"/>
                  <a:gd name="T45" fmla="*/ T44 w 72"/>
                  <a:gd name="T46" fmla="+- 0 390 359"/>
                  <a:gd name="T47" fmla="*/ 390 h 56"/>
                  <a:gd name="T48" fmla="+- 0 1005 991"/>
                  <a:gd name="T49" fmla="*/ T48 w 72"/>
                  <a:gd name="T50" fmla="+- 0 390 359"/>
                  <a:gd name="T51" fmla="*/ 390 h 56"/>
                  <a:gd name="T52" fmla="+- 0 1003 991"/>
                  <a:gd name="T53" fmla="*/ T52 w 72"/>
                  <a:gd name="T54" fmla="+- 0 389 359"/>
                  <a:gd name="T55" fmla="*/ 389 h 56"/>
                  <a:gd name="T56" fmla="+- 0 999 991"/>
                  <a:gd name="T57" fmla="*/ T56 w 72"/>
                  <a:gd name="T58" fmla="+- 0 384 359"/>
                  <a:gd name="T59" fmla="*/ 384 h 56"/>
                  <a:gd name="T60" fmla="+- 0 998 991"/>
                  <a:gd name="T61" fmla="*/ T60 w 72"/>
                  <a:gd name="T62" fmla="+- 0 379 359"/>
                  <a:gd name="T63" fmla="*/ 379 h 56"/>
                  <a:gd name="T64" fmla="+- 0 998 991"/>
                  <a:gd name="T65" fmla="*/ T64 w 72"/>
                  <a:gd name="T66" fmla="+- 0 369 359"/>
                  <a:gd name="T67" fmla="*/ 369 h 56"/>
                  <a:gd name="T68" fmla="+- 0 999 991"/>
                  <a:gd name="T69" fmla="*/ T68 w 72"/>
                  <a:gd name="T70" fmla="+- 0 367 359"/>
                  <a:gd name="T71" fmla="*/ 367 h 56"/>
                  <a:gd name="T72" fmla="+- 0 1002 991"/>
                  <a:gd name="T73" fmla="*/ T72 w 72"/>
                  <a:gd name="T74" fmla="+- 0 363 359"/>
                  <a:gd name="T75" fmla="*/ 363 h 56"/>
                  <a:gd name="T76" fmla="+- 0 1004 991"/>
                  <a:gd name="T77" fmla="*/ T76 w 72"/>
                  <a:gd name="T78" fmla="+- 0 361 359"/>
                  <a:gd name="T79" fmla="*/ 361 h 56"/>
                  <a:gd name="T80" fmla="+- 0 1016 991"/>
                  <a:gd name="T81" fmla="*/ T80 w 72"/>
                  <a:gd name="T82" fmla="+- 0 361 359"/>
                  <a:gd name="T83" fmla="*/ 361 h 56"/>
                  <a:gd name="T84" fmla="+- 0 1016 991"/>
                  <a:gd name="T85" fmla="*/ T84 w 72"/>
                  <a:gd name="T86" fmla="+- 0 361 359"/>
                  <a:gd name="T87" fmla="*/ 361 h 56"/>
                  <a:gd name="T88" fmla="+- 0 1012 991"/>
                  <a:gd name="T89" fmla="*/ T88 w 72"/>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21" y="0"/>
                    </a:moveTo>
                    <a:lnTo>
                      <a:pt x="11" y="0"/>
                    </a:lnTo>
                    <a:lnTo>
                      <a:pt x="7" y="2"/>
                    </a:lnTo>
                    <a:lnTo>
                      <a:pt x="1" y="10"/>
                    </a:lnTo>
                    <a:lnTo>
                      <a:pt x="0" y="14"/>
                    </a:lnTo>
                    <a:lnTo>
                      <a:pt x="0" y="24"/>
                    </a:lnTo>
                    <a:lnTo>
                      <a:pt x="1" y="28"/>
                    </a:lnTo>
                    <a:lnTo>
                      <a:pt x="7" y="33"/>
                    </a:lnTo>
                    <a:lnTo>
                      <a:pt x="10" y="35"/>
                    </a:lnTo>
                    <a:lnTo>
                      <a:pt x="17" y="35"/>
                    </a:lnTo>
                    <a:lnTo>
                      <a:pt x="21" y="34"/>
                    </a:lnTo>
                    <a:lnTo>
                      <a:pt x="24" y="31"/>
                    </a:lnTo>
                    <a:lnTo>
                      <a:pt x="14" y="31"/>
                    </a:lnTo>
                    <a:lnTo>
                      <a:pt x="12" y="30"/>
                    </a:lnTo>
                    <a:lnTo>
                      <a:pt x="8" y="25"/>
                    </a:lnTo>
                    <a:lnTo>
                      <a:pt x="7" y="20"/>
                    </a:lnTo>
                    <a:lnTo>
                      <a:pt x="7" y="10"/>
                    </a:lnTo>
                    <a:lnTo>
                      <a:pt x="8" y="8"/>
                    </a:lnTo>
                    <a:lnTo>
                      <a:pt x="11" y="4"/>
                    </a:lnTo>
                    <a:lnTo>
                      <a:pt x="13"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9" name="Freeform 4780">
                <a:extLst>
                  <a:ext uri="{FF2B5EF4-FFF2-40B4-BE49-F238E27FC236}">
                    <a16:creationId xmlns:a16="http://schemas.microsoft.com/office/drawing/2014/main" id="{923B301E-4DAE-7965-BA85-C5DB6858D6EF}"/>
                  </a:ext>
                </a:extLst>
              </p:cNvPr>
              <p:cNvSpPr>
                <a:spLocks/>
              </p:cNvSpPr>
              <p:nvPr/>
            </p:nvSpPr>
            <p:spPr bwMode="auto">
              <a:xfrm>
                <a:off x="991" y="359"/>
                <a:ext cx="72" cy="56"/>
              </a:xfrm>
              <a:custGeom>
                <a:avLst/>
                <a:gdLst>
                  <a:gd name="T0" fmla="+- 0 1016 991"/>
                  <a:gd name="T1" fmla="*/ T0 w 72"/>
                  <a:gd name="T2" fmla="+- 0 361 359"/>
                  <a:gd name="T3" fmla="*/ 361 h 56"/>
                  <a:gd name="T4" fmla="+- 0 1009 991"/>
                  <a:gd name="T5" fmla="*/ T4 w 72"/>
                  <a:gd name="T6" fmla="+- 0 361 359"/>
                  <a:gd name="T7" fmla="*/ 361 h 56"/>
                  <a:gd name="T8" fmla="+- 0 1011 991"/>
                  <a:gd name="T9" fmla="*/ T8 w 72"/>
                  <a:gd name="T10" fmla="+- 0 362 359"/>
                  <a:gd name="T11" fmla="*/ 362 h 56"/>
                  <a:gd name="T12" fmla="+- 0 1014 991"/>
                  <a:gd name="T13" fmla="*/ T12 w 72"/>
                  <a:gd name="T14" fmla="+- 0 365 359"/>
                  <a:gd name="T15" fmla="*/ 365 h 56"/>
                  <a:gd name="T16" fmla="+- 0 1015 991"/>
                  <a:gd name="T17" fmla="*/ T16 w 72"/>
                  <a:gd name="T18" fmla="+- 0 368 359"/>
                  <a:gd name="T19" fmla="*/ 368 h 56"/>
                  <a:gd name="T20" fmla="+- 0 1017 991"/>
                  <a:gd name="T21" fmla="*/ T20 w 72"/>
                  <a:gd name="T22" fmla="+- 0 373 359"/>
                  <a:gd name="T23" fmla="*/ 373 h 56"/>
                  <a:gd name="T24" fmla="+- 0 1017 991"/>
                  <a:gd name="T25" fmla="*/ T24 w 72"/>
                  <a:gd name="T26" fmla="+- 0 374 359"/>
                  <a:gd name="T27" fmla="*/ 374 h 56"/>
                  <a:gd name="T28" fmla="+- 0 1017 991"/>
                  <a:gd name="T29" fmla="*/ T28 w 72"/>
                  <a:gd name="T30" fmla="+- 0 383 359"/>
                  <a:gd name="T31" fmla="*/ 383 h 56"/>
                  <a:gd name="T32" fmla="+- 0 1017 991"/>
                  <a:gd name="T33" fmla="*/ T32 w 72"/>
                  <a:gd name="T34" fmla="+- 0 384 359"/>
                  <a:gd name="T35" fmla="*/ 384 h 56"/>
                  <a:gd name="T36" fmla="+- 0 1016 991"/>
                  <a:gd name="T37" fmla="*/ T36 w 72"/>
                  <a:gd name="T38" fmla="+- 0 387 359"/>
                  <a:gd name="T39" fmla="*/ 387 h 56"/>
                  <a:gd name="T40" fmla="+- 0 1012 991"/>
                  <a:gd name="T41" fmla="*/ T40 w 72"/>
                  <a:gd name="T42" fmla="+- 0 389 359"/>
                  <a:gd name="T43" fmla="*/ 389 h 56"/>
                  <a:gd name="T44" fmla="+- 0 1008 991"/>
                  <a:gd name="T45" fmla="*/ T44 w 72"/>
                  <a:gd name="T46" fmla="+- 0 390 359"/>
                  <a:gd name="T47" fmla="*/ 390 h 56"/>
                  <a:gd name="T48" fmla="+- 0 1015 991"/>
                  <a:gd name="T49" fmla="*/ T48 w 72"/>
                  <a:gd name="T50" fmla="+- 0 390 359"/>
                  <a:gd name="T51" fmla="*/ 390 h 56"/>
                  <a:gd name="T52" fmla="+- 0 1016 991"/>
                  <a:gd name="T53" fmla="*/ T52 w 72"/>
                  <a:gd name="T54" fmla="+- 0 390 359"/>
                  <a:gd name="T55" fmla="*/ 390 h 56"/>
                  <a:gd name="T56" fmla="+- 0 1024 991"/>
                  <a:gd name="T57" fmla="*/ T56 w 72"/>
                  <a:gd name="T58" fmla="+- 0 390 359"/>
                  <a:gd name="T59" fmla="*/ 390 h 56"/>
                  <a:gd name="T60" fmla="+- 0 1025 991"/>
                  <a:gd name="T61" fmla="*/ T60 w 72"/>
                  <a:gd name="T62" fmla="+- 0 387 359"/>
                  <a:gd name="T63" fmla="*/ 387 h 56"/>
                  <a:gd name="T64" fmla="+- 0 1025 991"/>
                  <a:gd name="T65" fmla="*/ T64 w 72"/>
                  <a:gd name="T66" fmla="+- 0 374 359"/>
                  <a:gd name="T67" fmla="*/ 374 h 56"/>
                  <a:gd name="T68" fmla="+- 0 1023 991"/>
                  <a:gd name="T69" fmla="*/ T68 w 72"/>
                  <a:gd name="T70" fmla="+- 0 369 359"/>
                  <a:gd name="T71" fmla="*/ 369 h 56"/>
                  <a:gd name="T72" fmla="+- 0 1016 991"/>
                  <a:gd name="T73" fmla="*/ T72 w 72"/>
                  <a:gd name="T74" fmla="+- 0 361 359"/>
                  <a:gd name="T75" fmla="*/ 3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5" y="2"/>
                    </a:moveTo>
                    <a:lnTo>
                      <a:pt x="18" y="2"/>
                    </a:lnTo>
                    <a:lnTo>
                      <a:pt x="20" y="3"/>
                    </a:lnTo>
                    <a:lnTo>
                      <a:pt x="23" y="6"/>
                    </a:lnTo>
                    <a:lnTo>
                      <a:pt x="24" y="9"/>
                    </a:lnTo>
                    <a:lnTo>
                      <a:pt x="26" y="14"/>
                    </a:lnTo>
                    <a:lnTo>
                      <a:pt x="26" y="15"/>
                    </a:lnTo>
                    <a:lnTo>
                      <a:pt x="26" y="24"/>
                    </a:lnTo>
                    <a:lnTo>
                      <a:pt x="26" y="25"/>
                    </a:lnTo>
                    <a:lnTo>
                      <a:pt x="25" y="28"/>
                    </a:lnTo>
                    <a:lnTo>
                      <a:pt x="21" y="30"/>
                    </a:lnTo>
                    <a:lnTo>
                      <a:pt x="17" y="31"/>
                    </a:lnTo>
                    <a:lnTo>
                      <a:pt x="24" y="31"/>
                    </a:lnTo>
                    <a:lnTo>
                      <a:pt x="25" y="31"/>
                    </a:lnTo>
                    <a:lnTo>
                      <a:pt x="33" y="31"/>
                    </a:lnTo>
                    <a:lnTo>
                      <a:pt x="34" y="28"/>
                    </a:lnTo>
                    <a:lnTo>
                      <a:pt x="34" y="15"/>
                    </a:lnTo>
                    <a:lnTo>
                      <a:pt x="32" y="10"/>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00" name="Freeform 4781">
                <a:extLst>
                  <a:ext uri="{FF2B5EF4-FFF2-40B4-BE49-F238E27FC236}">
                    <a16:creationId xmlns:a16="http://schemas.microsoft.com/office/drawing/2014/main" id="{6F2F1F9F-34F3-A1C3-1255-B7D44070E81F}"/>
                  </a:ext>
                </a:extLst>
              </p:cNvPr>
              <p:cNvSpPr>
                <a:spLocks/>
              </p:cNvSpPr>
              <p:nvPr/>
            </p:nvSpPr>
            <p:spPr bwMode="auto">
              <a:xfrm>
                <a:off x="991" y="359"/>
                <a:ext cx="72" cy="56"/>
              </a:xfrm>
              <a:custGeom>
                <a:avLst/>
                <a:gdLst>
                  <a:gd name="T0" fmla="+- 0 1056 991"/>
                  <a:gd name="T1" fmla="*/ T0 w 72"/>
                  <a:gd name="T2" fmla="+- 0 399 359"/>
                  <a:gd name="T3" fmla="*/ 399 h 56"/>
                  <a:gd name="T4" fmla="+- 0 1049 991"/>
                  <a:gd name="T5" fmla="*/ T4 w 72"/>
                  <a:gd name="T6" fmla="+- 0 399 359"/>
                  <a:gd name="T7" fmla="*/ 399 h 56"/>
                  <a:gd name="T8" fmla="+- 0 1049 991"/>
                  <a:gd name="T9" fmla="*/ T8 w 72"/>
                  <a:gd name="T10" fmla="+- 0 413 359"/>
                  <a:gd name="T11" fmla="*/ 413 h 56"/>
                  <a:gd name="T12" fmla="+- 0 1056 991"/>
                  <a:gd name="T13" fmla="*/ T12 w 72"/>
                  <a:gd name="T14" fmla="+- 0 413 359"/>
                  <a:gd name="T15" fmla="*/ 413 h 56"/>
                  <a:gd name="T16" fmla="+- 0 1056 991"/>
                  <a:gd name="T17" fmla="*/ T16 w 72"/>
                  <a:gd name="T18" fmla="+- 0 399 359"/>
                  <a:gd name="T19" fmla="*/ 399 h 56"/>
                </a:gdLst>
                <a:ahLst/>
                <a:cxnLst>
                  <a:cxn ang="0">
                    <a:pos x="T1" y="T3"/>
                  </a:cxn>
                  <a:cxn ang="0">
                    <a:pos x="T5" y="T7"/>
                  </a:cxn>
                  <a:cxn ang="0">
                    <a:pos x="T9" y="T11"/>
                  </a:cxn>
                  <a:cxn ang="0">
                    <a:pos x="T13" y="T15"/>
                  </a:cxn>
                  <a:cxn ang="0">
                    <a:pos x="T17" y="T19"/>
                  </a:cxn>
                </a:cxnLst>
                <a:rect l="0" t="0" r="r" b="b"/>
                <a:pathLst>
                  <a:path w="72" h="56">
                    <a:moveTo>
                      <a:pt x="65" y="40"/>
                    </a:moveTo>
                    <a:lnTo>
                      <a:pt x="58" y="40"/>
                    </a:lnTo>
                    <a:lnTo>
                      <a:pt x="58" y="54"/>
                    </a:lnTo>
                    <a:lnTo>
                      <a:pt x="65" y="54"/>
                    </a:lnTo>
                    <a:lnTo>
                      <a:pt x="65"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01" name="Freeform 4782">
                <a:extLst>
                  <a:ext uri="{FF2B5EF4-FFF2-40B4-BE49-F238E27FC236}">
                    <a16:creationId xmlns:a16="http://schemas.microsoft.com/office/drawing/2014/main" id="{53319129-8946-20B4-0A4C-2BCA309AE91E}"/>
                  </a:ext>
                </a:extLst>
              </p:cNvPr>
              <p:cNvSpPr>
                <a:spLocks/>
              </p:cNvSpPr>
              <p:nvPr/>
            </p:nvSpPr>
            <p:spPr bwMode="auto">
              <a:xfrm>
                <a:off x="991" y="359"/>
                <a:ext cx="72" cy="56"/>
              </a:xfrm>
              <a:custGeom>
                <a:avLst/>
                <a:gdLst>
                  <a:gd name="T0" fmla="+- 0 1056 991"/>
                  <a:gd name="T1" fmla="*/ T0 w 72"/>
                  <a:gd name="T2" fmla="+- 0 359 359"/>
                  <a:gd name="T3" fmla="*/ 359 h 56"/>
                  <a:gd name="T4" fmla="+- 0 1051 991"/>
                  <a:gd name="T5" fmla="*/ T4 w 72"/>
                  <a:gd name="T6" fmla="+- 0 359 359"/>
                  <a:gd name="T7" fmla="*/ 359 h 56"/>
                  <a:gd name="T8" fmla="+- 0 1027 991"/>
                  <a:gd name="T9" fmla="*/ T8 w 72"/>
                  <a:gd name="T10" fmla="+- 0 394 359"/>
                  <a:gd name="T11" fmla="*/ 394 h 56"/>
                  <a:gd name="T12" fmla="+- 0 1027 991"/>
                  <a:gd name="T13" fmla="*/ T12 w 72"/>
                  <a:gd name="T14" fmla="+- 0 399 359"/>
                  <a:gd name="T15" fmla="*/ 399 h 56"/>
                  <a:gd name="T16" fmla="+- 0 1063 991"/>
                  <a:gd name="T17" fmla="*/ T16 w 72"/>
                  <a:gd name="T18" fmla="+- 0 399 359"/>
                  <a:gd name="T19" fmla="*/ 399 h 56"/>
                  <a:gd name="T20" fmla="+- 0 1063 991"/>
                  <a:gd name="T21" fmla="*/ T20 w 72"/>
                  <a:gd name="T22" fmla="+- 0 394 359"/>
                  <a:gd name="T23" fmla="*/ 394 h 56"/>
                  <a:gd name="T24" fmla="+- 0 1030 991"/>
                  <a:gd name="T25" fmla="*/ T24 w 72"/>
                  <a:gd name="T26" fmla="+- 0 394 359"/>
                  <a:gd name="T27" fmla="*/ 394 h 56"/>
                  <a:gd name="T28" fmla="+- 0 1049 991"/>
                  <a:gd name="T29" fmla="*/ T28 w 72"/>
                  <a:gd name="T30" fmla="+- 0 367 359"/>
                  <a:gd name="T31" fmla="*/ 367 h 56"/>
                  <a:gd name="T32" fmla="+- 0 1056 991"/>
                  <a:gd name="T33" fmla="*/ T32 w 72"/>
                  <a:gd name="T34" fmla="+- 0 367 359"/>
                  <a:gd name="T35" fmla="*/ 367 h 56"/>
                  <a:gd name="T36" fmla="+- 0 1056 991"/>
                  <a:gd name="T37" fmla="*/ T36 w 72"/>
                  <a:gd name="T38" fmla="+- 0 359 359"/>
                  <a:gd name="T39"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72" h="56">
                    <a:moveTo>
                      <a:pt x="65" y="0"/>
                    </a:moveTo>
                    <a:lnTo>
                      <a:pt x="60" y="0"/>
                    </a:lnTo>
                    <a:lnTo>
                      <a:pt x="36" y="35"/>
                    </a:lnTo>
                    <a:lnTo>
                      <a:pt x="36" y="40"/>
                    </a:lnTo>
                    <a:lnTo>
                      <a:pt x="72" y="40"/>
                    </a:lnTo>
                    <a:lnTo>
                      <a:pt x="72" y="35"/>
                    </a:lnTo>
                    <a:lnTo>
                      <a:pt x="39" y="35"/>
                    </a:lnTo>
                    <a:lnTo>
                      <a:pt x="58" y="8"/>
                    </a:lnTo>
                    <a:lnTo>
                      <a:pt x="65" y="8"/>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02" name="Freeform 4783">
                <a:extLst>
                  <a:ext uri="{FF2B5EF4-FFF2-40B4-BE49-F238E27FC236}">
                    <a16:creationId xmlns:a16="http://schemas.microsoft.com/office/drawing/2014/main" id="{7D89CF04-FB11-9426-E6C6-D841F42148BE}"/>
                  </a:ext>
                </a:extLst>
              </p:cNvPr>
              <p:cNvSpPr>
                <a:spLocks/>
              </p:cNvSpPr>
              <p:nvPr/>
            </p:nvSpPr>
            <p:spPr bwMode="auto">
              <a:xfrm>
                <a:off x="991" y="359"/>
                <a:ext cx="72" cy="56"/>
              </a:xfrm>
              <a:custGeom>
                <a:avLst/>
                <a:gdLst>
                  <a:gd name="T0" fmla="+- 0 1056 991"/>
                  <a:gd name="T1" fmla="*/ T0 w 72"/>
                  <a:gd name="T2" fmla="+- 0 367 359"/>
                  <a:gd name="T3" fmla="*/ 367 h 56"/>
                  <a:gd name="T4" fmla="+- 0 1049 991"/>
                  <a:gd name="T5" fmla="*/ T4 w 72"/>
                  <a:gd name="T6" fmla="+- 0 367 359"/>
                  <a:gd name="T7" fmla="*/ 367 h 56"/>
                  <a:gd name="T8" fmla="+- 0 1049 991"/>
                  <a:gd name="T9" fmla="*/ T8 w 72"/>
                  <a:gd name="T10" fmla="+- 0 394 359"/>
                  <a:gd name="T11" fmla="*/ 394 h 56"/>
                  <a:gd name="T12" fmla="+- 0 1056 991"/>
                  <a:gd name="T13" fmla="*/ T12 w 72"/>
                  <a:gd name="T14" fmla="+- 0 394 359"/>
                  <a:gd name="T15" fmla="*/ 394 h 56"/>
                  <a:gd name="T16" fmla="+- 0 1056 991"/>
                  <a:gd name="T17" fmla="*/ T16 w 72"/>
                  <a:gd name="T18" fmla="+- 0 367 359"/>
                  <a:gd name="T19" fmla="*/ 367 h 56"/>
                </a:gdLst>
                <a:ahLst/>
                <a:cxnLst>
                  <a:cxn ang="0">
                    <a:pos x="T1" y="T3"/>
                  </a:cxn>
                  <a:cxn ang="0">
                    <a:pos x="T5" y="T7"/>
                  </a:cxn>
                  <a:cxn ang="0">
                    <a:pos x="T9" y="T11"/>
                  </a:cxn>
                  <a:cxn ang="0">
                    <a:pos x="T13" y="T15"/>
                  </a:cxn>
                  <a:cxn ang="0">
                    <a:pos x="T17" y="T19"/>
                  </a:cxn>
                </a:cxnLst>
                <a:rect l="0" t="0" r="r" b="b"/>
                <a:pathLst>
                  <a:path w="72" h="56">
                    <a:moveTo>
                      <a:pt x="65" y="8"/>
                    </a:moveTo>
                    <a:lnTo>
                      <a:pt x="58" y="8"/>
                    </a:lnTo>
                    <a:lnTo>
                      <a:pt x="58" y="35"/>
                    </a:lnTo>
                    <a:lnTo>
                      <a:pt x="65" y="35"/>
                    </a:lnTo>
                    <a:lnTo>
                      <a:pt x="6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2" name="Group 171">
              <a:extLst>
                <a:ext uri="{FF2B5EF4-FFF2-40B4-BE49-F238E27FC236}">
                  <a16:creationId xmlns:a16="http://schemas.microsoft.com/office/drawing/2014/main" id="{6DDBF0EA-D7C4-DACC-06AD-46CFE9AAA02F}"/>
                </a:ext>
              </a:extLst>
            </p:cNvPr>
            <p:cNvGrpSpPr>
              <a:grpSpLocks/>
            </p:cNvGrpSpPr>
            <p:nvPr/>
          </p:nvGrpSpPr>
          <p:grpSpPr bwMode="auto">
            <a:xfrm>
              <a:off x="1485" y="359"/>
              <a:ext cx="35" cy="56"/>
              <a:chOff x="1485" y="359"/>
              <a:chExt cx="35" cy="56"/>
            </a:xfrm>
          </p:grpSpPr>
          <p:sp>
            <p:nvSpPr>
              <p:cNvPr id="1395" name="Freeform 4785">
                <a:extLst>
                  <a:ext uri="{FF2B5EF4-FFF2-40B4-BE49-F238E27FC236}">
                    <a16:creationId xmlns:a16="http://schemas.microsoft.com/office/drawing/2014/main" id="{EAD0E999-6DF6-3AD1-C2C2-36E41CC5C245}"/>
                  </a:ext>
                </a:extLst>
              </p:cNvPr>
              <p:cNvSpPr>
                <a:spLocks/>
              </p:cNvSpPr>
              <p:nvPr/>
            </p:nvSpPr>
            <p:spPr bwMode="auto">
              <a:xfrm>
                <a:off x="1485" y="359"/>
                <a:ext cx="35" cy="56"/>
              </a:xfrm>
              <a:custGeom>
                <a:avLst/>
                <a:gdLst>
                  <a:gd name="T0" fmla="+- 0 1506 1485"/>
                  <a:gd name="T1" fmla="*/ T0 w 35"/>
                  <a:gd name="T2" fmla="+- 0 359 359"/>
                  <a:gd name="T3" fmla="*/ 359 h 56"/>
                  <a:gd name="T4" fmla="+- 0 1500 1485"/>
                  <a:gd name="T5" fmla="*/ T4 w 35"/>
                  <a:gd name="T6" fmla="+- 0 359 359"/>
                  <a:gd name="T7" fmla="*/ 359 h 56"/>
                  <a:gd name="T8" fmla="+- 0 1497 1485"/>
                  <a:gd name="T9" fmla="*/ T8 w 35"/>
                  <a:gd name="T10" fmla="+- 0 360 359"/>
                  <a:gd name="T11" fmla="*/ 360 h 56"/>
                  <a:gd name="T12" fmla="+- 0 1495 1485"/>
                  <a:gd name="T13" fmla="*/ T12 w 35"/>
                  <a:gd name="T14" fmla="+- 0 362 359"/>
                  <a:gd name="T15" fmla="*/ 362 h 56"/>
                  <a:gd name="T16" fmla="+- 0 1492 1485"/>
                  <a:gd name="T17" fmla="*/ T16 w 35"/>
                  <a:gd name="T18" fmla="+- 0 364 359"/>
                  <a:gd name="T19" fmla="*/ 364 h 56"/>
                  <a:gd name="T20" fmla="+- 0 1489 1485"/>
                  <a:gd name="T21" fmla="*/ T20 w 35"/>
                  <a:gd name="T22" fmla="+- 0 367 359"/>
                  <a:gd name="T23" fmla="*/ 367 h 56"/>
                  <a:gd name="T24" fmla="+- 0 1486 1485"/>
                  <a:gd name="T25" fmla="*/ T24 w 35"/>
                  <a:gd name="T26" fmla="+- 0 376 359"/>
                  <a:gd name="T27" fmla="*/ 376 h 56"/>
                  <a:gd name="T28" fmla="+- 0 1485 1485"/>
                  <a:gd name="T29" fmla="*/ T28 w 35"/>
                  <a:gd name="T30" fmla="+- 0 381 359"/>
                  <a:gd name="T31" fmla="*/ 381 h 56"/>
                  <a:gd name="T32" fmla="+- 0 1485 1485"/>
                  <a:gd name="T33" fmla="*/ T32 w 35"/>
                  <a:gd name="T34" fmla="+- 0 394 359"/>
                  <a:gd name="T35" fmla="*/ 394 h 56"/>
                  <a:gd name="T36" fmla="+- 0 1486 1485"/>
                  <a:gd name="T37" fmla="*/ T36 w 35"/>
                  <a:gd name="T38" fmla="+- 0 400 359"/>
                  <a:gd name="T39" fmla="*/ 400 h 56"/>
                  <a:gd name="T40" fmla="+- 0 1492 1485"/>
                  <a:gd name="T41" fmla="*/ T40 w 35"/>
                  <a:gd name="T42" fmla="+- 0 411 359"/>
                  <a:gd name="T43" fmla="*/ 411 h 56"/>
                  <a:gd name="T44" fmla="+- 0 1497 1485"/>
                  <a:gd name="T45" fmla="*/ T44 w 35"/>
                  <a:gd name="T46" fmla="+- 0 414 359"/>
                  <a:gd name="T47" fmla="*/ 414 h 56"/>
                  <a:gd name="T48" fmla="+- 0 1504 1485"/>
                  <a:gd name="T49" fmla="*/ T48 w 35"/>
                  <a:gd name="T50" fmla="+- 0 414 359"/>
                  <a:gd name="T51" fmla="*/ 414 h 56"/>
                  <a:gd name="T52" fmla="+- 0 1507 1485"/>
                  <a:gd name="T53" fmla="*/ T52 w 35"/>
                  <a:gd name="T54" fmla="+- 0 413 359"/>
                  <a:gd name="T55" fmla="*/ 413 h 56"/>
                  <a:gd name="T56" fmla="+- 0 1509 1485"/>
                  <a:gd name="T57" fmla="*/ T56 w 35"/>
                  <a:gd name="T58" fmla="+- 0 412 359"/>
                  <a:gd name="T59" fmla="*/ 412 h 56"/>
                  <a:gd name="T60" fmla="+- 0 1499 1485"/>
                  <a:gd name="T61" fmla="*/ T60 w 35"/>
                  <a:gd name="T62" fmla="+- 0 412 359"/>
                  <a:gd name="T63" fmla="*/ 412 h 56"/>
                  <a:gd name="T64" fmla="+- 0 1497 1485"/>
                  <a:gd name="T65" fmla="*/ T64 w 35"/>
                  <a:gd name="T66" fmla="+- 0 410 359"/>
                  <a:gd name="T67" fmla="*/ 410 h 56"/>
                  <a:gd name="T68" fmla="+- 0 1493 1485"/>
                  <a:gd name="T69" fmla="*/ T68 w 35"/>
                  <a:gd name="T70" fmla="+- 0 401 359"/>
                  <a:gd name="T71" fmla="*/ 401 h 56"/>
                  <a:gd name="T72" fmla="+- 0 1492 1485"/>
                  <a:gd name="T73" fmla="*/ T72 w 35"/>
                  <a:gd name="T74" fmla="+- 0 395 359"/>
                  <a:gd name="T75" fmla="*/ 395 h 56"/>
                  <a:gd name="T76" fmla="+- 0 1493 1485"/>
                  <a:gd name="T77" fmla="*/ T76 w 35"/>
                  <a:gd name="T78" fmla="+- 0 381 359"/>
                  <a:gd name="T79" fmla="*/ 381 h 56"/>
                  <a:gd name="T80" fmla="+- 0 1502 1485"/>
                  <a:gd name="T81" fmla="*/ T80 w 35"/>
                  <a:gd name="T82" fmla="+- 0 362 359"/>
                  <a:gd name="T83" fmla="*/ 362 h 56"/>
                  <a:gd name="T84" fmla="+- 0 1510 1485"/>
                  <a:gd name="T85" fmla="*/ T84 w 35"/>
                  <a:gd name="T86" fmla="+- 0 362 359"/>
                  <a:gd name="T87" fmla="*/ 362 h 56"/>
                  <a:gd name="T88" fmla="+- 0 1510 1485"/>
                  <a:gd name="T89" fmla="*/ T88 w 35"/>
                  <a:gd name="T90" fmla="+- 0 361 359"/>
                  <a:gd name="T91" fmla="*/ 361 h 56"/>
                  <a:gd name="T92" fmla="+- 0 1506 1485"/>
                  <a:gd name="T93" fmla="*/ T92 w 35"/>
                  <a:gd name="T94" fmla="+- 0 359 359"/>
                  <a:gd name="T95"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6" name="Freeform 4786">
                <a:extLst>
                  <a:ext uri="{FF2B5EF4-FFF2-40B4-BE49-F238E27FC236}">
                    <a16:creationId xmlns:a16="http://schemas.microsoft.com/office/drawing/2014/main" id="{EFAD122F-9EAE-6B05-E541-1E91E29DFB03}"/>
                  </a:ext>
                </a:extLst>
              </p:cNvPr>
              <p:cNvSpPr>
                <a:spLocks/>
              </p:cNvSpPr>
              <p:nvPr/>
            </p:nvSpPr>
            <p:spPr bwMode="auto">
              <a:xfrm>
                <a:off x="1485" y="359"/>
                <a:ext cx="35" cy="56"/>
              </a:xfrm>
              <a:custGeom>
                <a:avLst/>
                <a:gdLst>
                  <a:gd name="T0" fmla="+- 0 1510 1485"/>
                  <a:gd name="T1" fmla="*/ T0 w 35"/>
                  <a:gd name="T2" fmla="+- 0 362 359"/>
                  <a:gd name="T3" fmla="*/ 362 h 56"/>
                  <a:gd name="T4" fmla="+- 0 1502 1485"/>
                  <a:gd name="T5" fmla="*/ T4 w 35"/>
                  <a:gd name="T6" fmla="+- 0 362 359"/>
                  <a:gd name="T7" fmla="*/ 362 h 56"/>
                  <a:gd name="T8" fmla="+- 0 1506 1485"/>
                  <a:gd name="T9" fmla="*/ T8 w 35"/>
                  <a:gd name="T10" fmla="+- 0 363 359"/>
                  <a:gd name="T11" fmla="*/ 363 h 56"/>
                  <a:gd name="T12" fmla="+- 0 1507 1485"/>
                  <a:gd name="T13" fmla="*/ T12 w 35"/>
                  <a:gd name="T14" fmla="+- 0 364 359"/>
                  <a:gd name="T15" fmla="*/ 364 h 56"/>
                  <a:gd name="T16" fmla="+- 0 1509 1485"/>
                  <a:gd name="T17" fmla="*/ T16 w 35"/>
                  <a:gd name="T18" fmla="+- 0 366 359"/>
                  <a:gd name="T19" fmla="*/ 366 h 56"/>
                  <a:gd name="T20" fmla="+- 0 1511 1485"/>
                  <a:gd name="T21" fmla="*/ T20 w 35"/>
                  <a:gd name="T22" fmla="+- 0 373 359"/>
                  <a:gd name="T23" fmla="*/ 373 h 56"/>
                  <a:gd name="T24" fmla="+- 0 1511 1485"/>
                  <a:gd name="T25" fmla="*/ T24 w 35"/>
                  <a:gd name="T26" fmla="+- 0 376 359"/>
                  <a:gd name="T27" fmla="*/ 376 h 56"/>
                  <a:gd name="T28" fmla="+- 0 1511 1485"/>
                  <a:gd name="T29" fmla="*/ T28 w 35"/>
                  <a:gd name="T30" fmla="+- 0 394 359"/>
                  <a:gd name="T31" fmla="*/ 394 h 56"/>
                  <a:gd name="T32" fmla="+- 0 1511 1485"/>
                  <a:gd name="T33" fmla="*/ T32 w 35"/>
                  <a:gd name="T34" fmla="+- 0 399 359"/>
                  <a:gd name="T35" fmla="*/ 399 h 56"/>
                  <a:gd name="T36" fmla="+- 0 1509 1485"/>
                  <a:gd name="T37" fmla="*/ T36 w 35"/>
                  <a:gd name="T38" fmla="+- 0 406 359"/>
                  <a:gd name="T39" fmla="*/ 406 h 56"/>
                  <a:gd name="T40" fmla="+- 0 1508 1485"/>
                  <a:gd name="T41" fmla="*/ T40 w 35"/>
                  <a:gd name="T42" fmla="+- 0 409 359"/>
                  <a:gd name="T43" fmla="*/ 409 h 56"/>
                  <a:gd name="T44" fmla="+- 0 1506 1485"/>
                  <a:gd name="T45" fmla="*/ T44 w 35"/>
                  <a:gd name="T46" fmla="+- 0 410 359"/>
                  <a:gd name="T47" fmla="*/ 410 h 56"/>
                  <a:gd name="T48" fmla="+- 0 1502 1485"/>
                  <a:gd name="T49" fmla="*/ T48 w 35"/>
                  <a:gd name="T50" fmla="+- 0 412 359"/>
                  <a:gd name="T51" fmla="*/ 412 h 56"/>
                  <a:gd name="T52" fmla="+- 0 1509 1485"/>
                  <a:gd name="T53" fmla="*/ T52 w 35"/>
                  <a:gd name="T54" fmla="+- 0 412 359"/>
                  <a:gd name="T55" fmla="*/ 412 h 56"/>
                  <a:gd name="T56" fmla="+- 0 1519 1485"/>
                  <a:gd name="T57" fmla="*/ T56 w 35"/>
                  <a:gd name="T58" fmla="+- 0 377 359"/>
                  <a:gd name="T59" fmla="*/ 377 h 56"/>
                  <a:gd name="T60" fmla="+- 0 1517 1485"/>
                  <a:gd name="T61" fmla="*/ T60 w 35"/>
                  <a:gd name="T62" fmla="+- 0 370 359"/>
                  <a:gd name="T63" fmla="*/ 370 h 56"/>
                  <a:gd name="T64" fmla="+- 0 1510 1485"/>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3" name="Group 172">
              <a:extLst>
                <a:ext uri="{FF2B5EF4-FFF2-40B4-BE49-F238E27FC236}">
                  <a16:creationId xmlns:a16="http://schemas.microsoft.com/office/drawing/2014/main" id="{72B2CEE6-6B1B-BA9F-D998-106BA1CC7044}"/>
                </a:ext>
              </a:extLst>
            </p:cNvPr>
            <p:cNvGrpSpPr>
              <a:grpSpLocks/>
            </p:cNvGrpSpPr>
            <p:nvPr/>
          </p:nvGrpSpPr>
          <p:grpSpPr bwMode="auto">
            <a:xfrm>
              <a:off x="1941" y="359"/>
              <a:ext cx="35" cy="56"/>
              <a:chOff x="1941" y="359"/>
              <a:chExt cx="35" cy="56"/>
            </a:xfrm>
          </p:grpSpPr>
          <p:sp>
            <p:nvSpPr>
              <p:cNvPr id="1393" name="Freeform 4788">
                <a:extLst>
                  <a:ext uri="{FF2B5EF4-FFF2-40B4-BE49-F238E27FC236}">
                    <a16:creationId xmlns:a16="http://schemas.microsoft.com/office/drawing/2014/main" id="{EBE3918C-71C1-BBBD-FB20-40DF67167E09}"/>
                  </a:ext>
                </a:extLst>
              </p:cNvPr>
              <p:cNvSpPr>
                <a:spLocks/>
              </p:cNvSpPr>
              <p:nvPr/>
            </p:nvSpPr>
            <p:spPr bwMode="auto">
              <a:xfrm>
                <a:off x="1941" y="359"/>
                <a:ext cx="35" cy="56"/>
              </a:xfrm>
              <a:custGeom>
                <a:avLst/>
                <a:gdLst>
                  <a:gd name="T0" fmla="+- 0 1962 1941"/>
                  <a:gd name="T1" fmla="*/ T0 w 35"/>
                  <a:gd name="T2" fmla="+- 0 359 359"/>
                  <a:gd name="T3" fmla="*/ 359 h 56"/>
                  <a:gd name="T4" fmla="+- 0 1956 1941"/>
                  <a:gd name="T5" fmla="*/ T4 w 35"/>
                  <a:gd name="T6" fmla="+- 0 359 359"/>
                  <a:gd name="T7" fmla="*/ 359 h 56"/>
                  <a:gd name="T8" fmla="+- 0 1953 1941"/>
                  <a:gd name="T9" fmla="*/ T8 w 35"/>
                  <a:gd name="T10" fmla="+- 0 360 359"/>
                  <a:gd name="T11" fmla="*/ 360 h 56"/>
                  <a:gd name="T12" fmla="+- 0 1948 1941"/>
                  <a:gd name="T13" fmla="*/ T12 w 35"/>
                  <a:gd name="T14" fmla="+- 0 364 359"/>
                  <a:gd name="T15" fmla="*/ 364 h 56"/>
                  <a:gd name="T16" fmla="+- 0 1945 1941"/>
                  <a:gd name="T17" fmla="*/ T16 w 35"/>
                  <a:gd name="T18" fmla="+- 0 367 359"/>
                  <a:gd name="T19" fmla="*/ 367 h 56"/>
                  <a:gd name="T20" fmla="+- 0 1942 1941"/>
                  <a:gd name="T21" fmla="*/ T20 w 35"/>
                  <a:gd name="T22" fmla="+- 0 376 359"/>
                  <a:gd name="T23" fmla="*/ 376 h 56"/>
                  <a:gd name="T24" fmla="+- 0 1941 1941"/>
                  <a:gd name="T25" fmla="*/ T24 w 35"/>
                  <a:gd name="T26" fmla="+- 0 381 359"/>
                  <a:gd name="T27" fmla="*/ 381 h 56"/>
                  <a:gd name="T28" fmla="+- 0 1941 1941"/>
                  <a:gd name="T29" fmla="*/ T28 w 35"/>
                  <a:gd name="T30" fmla="+- 0 394 359"/>
                  <a:gd name="T31" fmla="*/ 394 h 56"/>
                  <a:gd name="T32" fmla="+- 0 1942 1941"/>
                  <a:gd name="T33" fmla="*/ T32 w 35"/>
                  <a:gd name="T34" fmla="+- 0 400 359"/>
                  <a:gd name="T35" fmla="*/ 400 h 56"/>
                  <a:gd name="T36" fmla="+- 0 1949 1941"/>
                  <a:gd name="T37" fmla="*/ T36 w 35"/>
                  <a:gd name="T38" fmla="+- 0 411 359"/>
                  <a:gd name="T39" fmla="*/ 411 h 56"/>
                  <a:gd name="T40" fmla="+- 0 1953 1941"/>
                  <a:gd name="T41" fmla="*/ T40 w 35"/>
                  <a:gd name="T42" fmla="+- 0 414 359"/>
                  <a:gd name="T43" fmla="*/ 414 h 56"/>
                  <a:gd name="T44" fmla="+- 0 1960 1941"/>
                  <a:gd name="T45" fmla="*/ T44 w 35"/>
                  <a:gd name="T46" fmla="+- 0 414 359"/>
                  <a:gd name="T47" fmla="*/ 414 h 56"/>
                  <a:gd name="T48" fmla="+- 0 1963 1941"/>
                  <a:gd name="T49" fmla="*/ T48 w 35"/>
                  <a:gd name="T50" fmla="+- 0 413 359"/>
                  <a:gd name="T51" fmla="*/ 413 h 56"/>
                  <a:gd name="T52" fmla="+- 0 1965 1941"/>
                  <a:gd name="T53" fmla="*/ T52 w 35"/>
                  <a:gd name="T54" fmla="+- 0 412 359"/>
                  <a:gd name="T55" fmla="*/ 412 h 56"/>
                  <a:gd name="T56" fmla="+- 0 1955 1941"/>
                  <a:gd name="T57" fmla="*/ T56 w 35"/>
                  <a:gd name="T58" fmla="+- 0 412 359"/>
                  <a:gd name="T59" fmla="*/ 412 h 56"/>
                  <a:gd name="T60" fmla="+- 0 1953 1941"/>
                  <a:gd name="T61" fmla="*/ T60 w 35"/>
                  <a:gd name="T62" fmla="+- 0 410 359"/>
                  <a:gd name="T63" fmla="*/ 410 h 56"/>
                  <a:gd name="T64" fmla="+- 0 1951 1941"/>
                  <a:gd name="T65" fmla="*/ T64 w 35"/>
                  <a:gd name="T66" fmla="+- 0 406 359"/>
                  <a:gd name="T67" fmla="*/ 406 h 56"/>
                  <a:gd name="T68" fmla="+- 0 1950 1941"/>
                  <a:gd name="T69" fmla="*/ T68 w 35"/>
                  <a:gd name="T70" fmla="+- 0 401 359"/>
                  <a:gd name="T71" fmla="*/ 401 h 56"/>
                  <a:gd name="T72" fmla="+- 0 1949 1941"/>
                  <a:gd name="T73" fmla="*/ T72 w 35"/>
                  <a:gd name="T74" fmla="+- 0 395 359"/>
                  <a:gd name="T75" fmla="*/ 395 h 56"/>
                  <a:gd name="T76" fmla="+- 0 1958 1941"/>
                  <a:gd name="T77" fmla="*/ T76 w 35"/>
                  <a:gd name="T78" fmla="+- 0 362 359"/>
                  <a:gd name="T79" fmla="*/ 362 h 56"/>
                  <a:gd name="T80" fmla="+- 0 1966 1941"/>
                  <a:gd name="T81" fmla="*/ T80 w 35"/>
                  <a:gd name="T82" fmla="+- 0 362 359"/>
                  <a:gd name="T83" fmla="*/ 362 h 56"/>
                  <a:gd name="T84" fmla="+- 0 1966 1941"/>
                  <a:gd name="T85" fmla="*/ T84 w 35"/>
                  <a:gd name="T86" fmla="+- 0 361 359"/>
                  <a:gd name="T87" fmla="*/ 361 h 56"/>
                  <a:gd name="T88" fmla="+- 0 1962 1941"/>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2"/>
                    </a:lnTo>
                    <a:lnTo>
                      <a:pt x="8"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4" name="Freeform 4789">
                <a:extLst>
                  <a:ext uri="{FF2B5EF4-FFF2-40B4-BE49-F238E27FC236}">
                    <a16:creationId xmlns:a16="http://schemas.microsoft.com/office/drawing/2014/main" id="{F9D3B077-E98C-749A-1D64-BF49C06BBDAE}"/>
                  </a:ext>
                </a:extLst>
              </p:cNvPr>
              <p:cNvSpPr>
                <a:spLocks/>
              </p:cNvSpPr>
              <p:nvPr/>
            </p:nvSpPr>
            <p:spPr bwMode="auto">
              <a:xfrm>
                <a:off x="1941" y="359"/>
                <a:ext cx="35" cy="56"/>
              </a:xfrm>
              <a:custGeom>
                <a:avLst/>
                <a:gdLst>
                  <a:gd name="T0" fmla="+- 0 1966 1941"/>
                  <a:gd name="T1" fmla="*/ T0 w 35"/>
                  <a:gd name="T2" fmla="+- 0 362 359"/>
                  <a:gd name="T3" fmla="*/ 362 h 56"/>
                  <a:gd name="T4" fmla="+- 0 1958 1941"/>
                  <a:gd name="T5" fmla="*/ T4 w 35"/>
                  <a:gd name="T6" fmla="+- 0 362 359"/>
                  <a:gd name="T7" fmla="*/ 362 h 56"/>
                  <a:gd name="T8" fmla="+- 0 1962 1941"/>
                  <a:gd name="T9" fmla="*/ T8 w 35"/>
                  <a:gd name="T10" fmla="+- 0 363 359"/>
                  <a:gd name="T11" fmla="*/ 363 h 56"/>
                  <a:gd name="T12" fmla="+- 0 1964 1941"/>
                  <a:gd name="T13" fmla="*/ T12 w 35"/>
                  <a:gd name="T14" fmla="+- 0 364 359"/>
                  <a:gd name="T15" fmla="*/ 364 h 56"/>
                  <a:gd name="T16" fmla="+- 0 1965 1941"/>
                  <a:gd name="T17" fmla="*/ T16 w 35"/>
                  <a:gd name="T18" fmla="+- 0 366 359"/>
                  <a:gd name="T19" fmla="*/ 366 h 56"/>
                  <a:gd name="T20" fmla="+- 0 1967 1941"/>
                  <a:gd name="T21" fmla="*/ T20 w 35"/>
                  <a:gd name="T22" fmla="+- 0 373 359"/>
                  <a:gd name="T23" fmla="*/ 373 h 56"/>
                  <a:gd name="T24" fmla="+- 0 1967 1941"/>
                  <a:gd name="T25" fmla="*/ T24 w 35"/>
                  <a:gd name="T26" fmla="+- 0 376 359"/>
                  <a:gd name="T27" fmla="*/ 376 h 56"/>
                  <a:gd name="T28" fmla="+- 0 1968 1941"/>
                  <a:gd name="T29" fmla="*/ T28 w 35"/>
                  <a:gd name="T30" fmla="+- 0 394 359"/>
                  <a:gd name="T31" fmla="*/ 394 h 56"/>
                  <a:gd name="T32" fmla="+- 0 1967 1941"/>
                  <a:gd name="T33" fmla="*/ T32 w 35"/>
                  <a:gd name="T34" fmla="+- 0 399 359"/>
                  <a:gd name="T35" fmla="*/ 399 h 56"/>
                  <a:gd name="T36" fmla="+- 0 1965 1941"/>
                  <a:gd name="T37" fmla="*/ T36 w 35"/>
                  <a:gd name="T38" fmla="+- 0 406 359"/>
                  <a:gd name="T39" fmla="*/ 406 h 56"/>
                  <a:gd name="T40" fmla="+- 0 1964 1941"/>
                  <a:gd name="T41" fmla="*/ T40 w 35"/>
                  <a:gd name="T42" fmla="+- 0 409 359"/>
                  <a:gd name="T43" fmla="*/ 409 h 56"/>
                  <a:gd name="T44" fmla="+- 0 1962 1941"/>
                  <a:gd name="T45" fmla="*/ T44 w 35"/>
                  <a:gd name="T46" fmla="+- 0 410 359"/>
                  <a:gd name="T47" fmla="*/ 410 h 56"/>
                  <a:gd name="T48" fmla="+- 0 1958 1941"/>
                  <a:gd name="T49" fmla="*/ T48 w 35"/>
                  <a:gd name="T50" fmla="+- 0 412 359"/>
                  <a:gd name="T51" fmla="*/ 412 h 56"/>
                  <a:gd name="T52" fmla="+- 0 1965 1941"/>
                  <a:gd name="T53" fmla="*/ T52 w 35"/>
                  <a:gd name="T54" fmla="+- 0 412 359"/>
                  <a:gd name="T55" fmla="*/ 412 h 56"/>
                  <a:gd name="T56" fmla="+- 0 1975 1941"/>
                  <a:gd name="T57" fmla="*/ T56 w 35"/>
                  <a:gd name="T58" fmla="+- 0 377 359"/>
                  <a:gd name="T59" fmla="*/ 377 h 56"/>
                  <a:gd name="T60" fmla="+- 0 1973 1941"/>
                  <a:gd name="T61" fmla="*/ T60 w 35"/>
                  <a:gd name="T62" fmla="+- 0 370 359"/>
                  <a:gd name="T63" fmla="*/ 370 h 56"/>
                  <a:gd name="T64" fmla="+- 0 1966 1941"/>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4" name="Group 173">
              <a:extLst>
                <a:ext uri="{FF2B5EF4-FFF2-40B4-BE49-F238E27FC236}">
                  <a16:creationId xmlns:a16="http://schemas.microsoft.com/office/drawing/2014/main" id="{29231FBF-26DE-AE24-B111-B1CAE8323767}"/>
                </a:ext>
              </a:extLst>
            </p:cNvPr>
            <p:cNvGrpSpPr>
              <a:grpSpLocks/>
            </p:cNvGrpSpPr>
            <p:nvPr/>
          </p:nvGrpSpPr>
          <p:grpSpPr bwMode="auto">
            <a:xfrm>
              <a:off x="2397" y="359"/>
              <a:ext cx="35" cy="56"/>
              <a:chOff x="2397" y="359"/>
              <a:chExt cx="35" cy="56"/>
            </a:xfrm>
          </p:grpSpPr>
          <p:sp>
            <p:nvSpPr>
              <p:cNvPr id="1391" name="Freeform 4791">
                <a:extLst>
                  <a:ext uri="{FF2B5EF4-FFF2-40B4-BE49-F238E27FC236}">
                    <a16:creationId xmlns:a16="http://schemas.microsoft.com/office/drawing/2014/main" id="{455B6C16-C50B-7555-3B79-DF42C4EA65C5}"/>
                  </a:ext>
                </a:extLst>
              </p:cNvPr>
              <p:cNvSpPr>
                <a:spLocks/>
              </p:cNvSpPr>
              <p:nvPr/>
            </p:nvSpPr>
            <p:spPr bwMode="auto">
              <a:xfrm>
                <a:off x="2397" y="359"/>
                <a:ext cx="35" cy="56"/>
              </a:xfrm>
              <a:custGeom>
                <a:avLst/>
                <a:gdLst>
                  <a:gd name="T0" fmla="+- 0 2419 2397"/>
                  <a:gd name="T1" fmla="*/ T0 w 35"/>
                  <a:gd name="T2" fmla="+- 0 359 359"/>
                  <a:gd name="T3" fmla="*/ 359 h 56"/>
                  <a:gd name="T4" fmla="+- 0 2412 2397"/>
                  <a:gd name="T5" fmla="*/ T4 w 35"/>
                  <a:gd name="T6" fmla="+- 0 359 359"/>
                  <a:gd name="T7" fmla="*/ 359 h 56"/>
                  <a:gd name="T8" fmla="+- 0 2410 2397"/>
                  <a:gd name="T9" fmla="*/ T8 w 35"/>
                  <a:gd name="T10" fmla="+- 0 360 359"/>
                  <a:gd name="T11" fmla="*/ 360 h 56"/>
                  <a:gd name="T12" fmla="+- 0 2404 2397"/>
                  <a:gd name="T13" fmla="*/ T12 w 35"/>
                  <a:gd name="T14" fmla="+- 0 364 359"/>
                  <a:gd name="T15" fmla="*/ 364 h 56"/>
                  <a:gd name="T16" fmla="+- 0 2402 2397"/>
                  <a:gd name="T17" fmla="*/ T16 w 35"/>
                  <a:gd name="T18" fmla="+- 0 367 359"/>
                  <a:gd name="T19" fmla="*/ 367 h 56"/>
                  <a:gd name="T20" fmla="+- 0 2398 2397"/>
                  <a:gd name="T21" fmla="*/ T20 w 35"/>
                  <a:gd name="T22" fmla="+- 0 376 359"/>
                  <a:gd name="T23" fmla="*/ 376 h 56"/>
                  <a:gd name="T24" fmla="+- 0 2397 2397"/>
                  <a:gd name="T25" fmla="*/ T24 w 35"/>
                  <a:gd name="T26" fmla="+- 0 381 359"/>
                  <a:gd name="T27" fmla="*/ 381 h 56"/>
                  <a:gd name="T28" fmla="+- 0 2397 2397"/>
                  <a:gd name="T29" fmla="*/ T28 w 35"/>
                  <a:gd name="T30" fmla="+- 0 394 359"/>
                  <a:gd name="T31" fmla="*/ 394 h 56"/>
                  <a:gd name="T32" fmla="+- 0 2399 2397"/>
                  <a:gd name="T33" fmla="*/ T32 w 35"/>
                  <a:gd name="T34" fmla="+- 0 400 359"/>
                  <a:gd name="T35" fmla="*/ 400 h 56"/>
                  <a:gd name="T36" fmla="+- 0 2405 2397"/>
                  <a:gd name="T37" fmla="*/ T36 w 35"/>
                  <a:gd name="T38" fmla="+- 0 411 359"/>
                  <a:gd name="T39" fmla="*/ 411 h 56"/>
                  <a:gd name="T40" fmla="+- 0 2409 2397"/>
                  <a:gd name="T41" fmla="*/ T40 w 35"/>
                  <a:gd name="T42" fmla="+- 0 414 359"/>
                  <a:gd name="T43" fmla="*/ 414 h 56"/>
                  <a:gd name="T44" fmla="+- 0 2417 2397"/>
                  <a:gd name="T45" fmla="*/ T44 w 35"/>
                  <a:gd name="T46" fmla="+- 0 414 359"/>
                  <a:gd name="T47" fmla="*/ 414 h 56"/>
                  <a:gd name="T48" fmla="+- 0 2420 2397"/>
                  <a:gd name="T49" fmla="*/ T48 w 35"/>
                  <a:gd name="T50" fmla="+- 0 413 359"/>
                  <a:gd name="T51" fmla="*/ 413 h 56"/>
                  <a:gd name="T52" fmla="+- 0 2422 2397"/>
                  <a:gd name="T53" fmla="*/ T52 w 35"/>
                  <a:gd name="T54" fmla="+- 0 412 359"/>
                  <a:gd name="T55" fmla="*/ 412 h 56"/>
                  <a:gd name="T56" fmla="+- 0 2411 2397"/>
                  <a:gd name="T57" fmla="*/ T56 w 35"/>
                  <a:gd name="T58" fmla="+- 0 412 359"/>
                  <a:gd name="T59" fmla="*/ 412 h 56"/>
                  <a:gd name="T60" fmla="+- 0 2409 2397"/>
                  <a:gd name="T61" fmla="*/ T60 w 35"/>
                  <a:gd name="T62" fmla="+- 0 410 359"/>
                  <a:gd name="T63" fmla="*/ 410 h 56"/>
                  <a:gd name="T64" fmla="+- 0 2406 2397"/>
                  <a:gd name="T65" fmla="*/ T64 w 35"/>
                  <a:gd name="T66" fmla="+- 0 401 359"/>
                  <a:gd name="T67" fmla="*/ 401 h 56"/>
                  <a:gd name="T68" fmla="+- 0 2405 2397"/>
                  <a:gd name="T69" fmla="*/ T68 w 35"/>
                  <a:gd name="T70" fmla="+- 0 395 359"/>
                  <a:gd name="T71" fmla="*/ 395 h 56"/>
                  <a:gd name="T72" fmla="+- 0 2405 2397"/>
                  <a:gd name="T73" fmla="*/ T72 w 35"/>
                  <a:gd name="T74" fmla="+- 0 381 359"/>
                  <a:gd name="T75" fmla="*/ 381 h 56"/>
                  <a:gd name="T76" fmla="+- 0 2415 2397"/>
                  <a:gd name="T77" fmla="*/ T76 w 35"/>
                  <a:gd name="T78" fmla="+- 0 362 359"/>
                  <a:gd name="T79" fmla="*/ 362 h 56"/>
                  <a:gd name="T80" fmla="+- 0 2423 2397"/>
                  <a:gd name="T81" fmla="*/ T80 w 35"/>
                  <a:gd name="T82" fmla="+- 0 362 359"/>
                  <a:gd name="T83" fmla="*/ 362 h 56"/>
                  <a:gd name="T84" fmla="+- 0 2422 2397"/>
                  <a:gd name="T85" fmla="*/ T84 w 35"/>
                  <a:gd name="T86" fmla="+- 0 361 359"/>
                  <a:gd name="T87" fmla="*/ 361 h 56"/>
                  <a:gd name="T88" fmla="+- 0 2419 2397"/>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3" y="54"/>
                    </a:lnTo>
                    <a:lnTo>
                      <a:pt x="25" y="53"/>
                    </a:lnTo>
                    <a:lnTo>
                      <a:pt x="14" y="53"/>
                    </a:lnTo>
                    <a:lnTo>
                      <a:pt x="12" y="51"/>
                    </a:lnTo>
                    <a:lnTo>
                      <a:pt x="9" y="42"/>
                    </a:lnTo>
                    <a:lnTo>
                      <a:pt x="8" y="36"/>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2" name="Freeform 4792">
                <a:extLst>
                  <a:ext uri="{FF2B5EF4-FFF2-40B4-BE49-F238E27FC236}">
                    <a16:creationId xmlns:a16="http://schemas.microsoft.com/office/drawing/2014/main" id="{631BD970-4487-E919-76AA-C44DA90DC35F}"/>
                  </a:ext>
                </a:extLst>
              </p:cNvPr>
              <p:cNvSpPr>
                <a:spLocks/>
              </p:cNvSpPr>
              <p:nvPr/>
            </p:nvSpPr>
            <p:spPr bwMode="auto">
              <a:xfrm>
                <a:off x="2397" y="359"/>
                <a:ext cx="35" cy="56"/>
              </a:xfrm>
              <a:custGeom>
                <a:avLst/>
                <a:gdLst>
                  <a:gd name="T0" fmla="+- 0 2423 2397"/>
                  <a:gd name="T1" fmla="*/ T0 w 35"/>
                  <a:gd name="T2" fmla="+- 0 362 359"/>
                  <a:gd name="T3" fmla="*/ 362 h 56"/>
                  <a:gd name="T4" fmla="+- 0 2415 2397"/>
                  <a:gd name="T5" fmla="*/ T4 w 35"/>
                  <a:gd name="T6" fmla="+- 0 362 359"/>
                  <a:gd name="T7" fmla="*/ 362 h 56"/>
                  <a:gd name="T8" fmla="+- 0 2419 2397"/>
                  <a:gd name="T9" fmla="*/ T8 w 35"/>
                  <a:gd name="T10" fmla="+- 0 363 359"/>
                  <a:gd name="T11" fmla="*/ 363 h 56"/>
                  <a:gd name="T12" fmla="+- 0 2420 2397"/>
                  <a:gd name="T13" fmla="*/ T12 w 35"/>
                  <a:gd name="T14" fmla="+- 0 364 359"/>
                  <a:gd name="T15" fmla="*/ 364 h 56"/>
                  <a:gd name="T16" fmla="+- 0 2421 2397"/>
                  <a:gd name="T17" fmla="*/ T16 w 35"/>
                  <a:gd name="T18" fmla="+- 0 366 359"/>
                  <a:gd name="T19" fmla="*/ 366 h 56"/>
                  <a:gd name="T20" fmla="+- 0 2423 2397"/>
                  <a:gd name="T21" fmla="*/ T20 w 35"/>
                  <a:gd name="T22" fmla="+- 0 373 359"/>
                  <a:gd name="T23" fmla="*/ 373 h 56"/>
                  <a:gd name="T24" fmla="+- 0 2424 2397"/>
                  <a:gd name="T25" fmla="*/ T24 w 35"/>
                  <a:gd name="T26" fmla="+- 0 376 359"/>
                  <a:gd name="T27" fmla="*/ 376 h 56"/>
                  <a:gd name="T28" fmla="+- 0 2424 2397"/>
                  <a:gd name="T29" fmla="*/ T28 w 35"/>
                  <a:gd name="T30" fmla="+- 0 394 359"/>
                  <a:gd name="T31" fmla="*/ 394 h 56"/>
                  <a:gd name="T32" fmla="+- 0 2424 2397"/>
                  <a:gd name="T33" fmla="*/ T32 w 35"/>
                  <a:gd name="T34" fmla="+- 0 399 359"/>
                  <a:gd name="T35" fmla="*/ 399 h 56"/>
                  <a:gd name="T36" fmla="+- 0 2422 2397"/>
                  <a:gd name="T37" fmla="*/ T36 w 35"/>
                  <a:gd name="T38" fmla="+- 0 406 359"/>
                  <a:gd name="T39" fmla="*/ 406 h 56"/>
                  <a:gd name="T40" fmla="+- 0 2420 2397"/>
                  <a:gd name="T41" fmla="*/ T40 w 35"/>
                  <a:gd name="T42" fmla="+- 0 409 359"/>
                  <a:gd name="T43" fmla="*/ 409 h 56"/>
                  <a:gd name="T44" fmla="+- 0 2419 2397"/>
                  <a:gd name="T45" fmla="*/ T44 w 35"/>
                  <a:gd name="T46" fmla="+- 0 410 359"/>
                  <a:gd name="T47" fmla="*/ 410 h 56"/>
                  <a:gd name="T48" fmla="+- 0 2414 2397"/>
                  <a:gd name="T49" fmla="*/ T48 w 35"/>
                  <a:gd name="T50" fmla="+- 0 412 359"/>
                  <a:gd name="T51" fmla="*/ 412 h 56"/>
                  <a:gd name="T52" fmla="+- 0 2422 2397"/>
                  <a:gd name="T53" fmla="*/ T52 w 35"/>
                  <a:gd name="T54" fmla="+- 0 412 359"/>
                  <a:gd name="T55" fmla="*/ 412 h 56"/>
                  <a:gd name="T56" fmla="+- 0 2432 2397"/>
                  <a:gd name="T57" fmla="*/ T56 w 35"/>
                  <a:gd name="T58" fmla="+- 0 377 359"/>
                  <a:gd name="T59" fmla="*/ 377 h 56"/>
                  <a:gd name="T60" fmla="+- 0 2430 2397"/>
                  <a:gd name="T61" fmla="*/ T60 w 35"/>
                  <a:gd name="T62" fmla="+- 0 370 359"/>
                  <a:gd name="T63" fmla="*/ 370 h 56"/>
                  <a:gd name="T64" fmla="+- 0 2423 2397"/>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6" y="14"/>
                    </a:lnTo>
                    <a:lnTo>
                      <a:pt x="27" y="17"/>
                    </a:lnTo>
                    <a:lnTo>
                      <a:pt x="27" y="35"/>
                    </a:lnTo>
                    <a:lnTo>
                      <a:pt x="27" y="40"/>
                    </a:lnTo>
                    <a:lnTo>
                      <a:pt x="25" y="47"/>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5" name="Group 174">
              <a:extLst>
                <a:ext uri="{FF2B5EF4-FFF2-40B4-BE49-F238E27FC236}">
                  <a16:creationId xmlns:a16="http://schemas.microsoft.com/office/drawing/2014/main" id="{82D4595A-1C3A-30FB-B8EE-E48230995BEC}"/>
                </a:ext>
              </a:extLst>
            </p:cNvPr>
            <p:cNvGrpSpPr>
              <a:grpSpLocks/>
            </p:cNvGrpSpPr>
            <p:nvPr/>
          </p:nvGrpSpPr>
          <p:grpSpPr bwMode="auto">
            <a:xfrm>
              <a:off x="2854" y="359"/>
              <a:ext cx="35" cy="56"/>
              <a:chOff x="2854" y="359"/>
              <a:chExt cx="35" cy="56"/>
            </a:xfrm>
          </p:grpSpPr>
          <p:sp>
            <p:nvSpPr>
              <p:cNvPr id="1389" name="Freeform 4794">
                <a:extLst>
                  <a:ext uri="{FF2B5EF4-FFF2-40B4-BE49-F238E27FC236}">
                    <a16:creationId xmlns:a16="http://schemas.microsoft.com/office/drawing/2014/main" id="{D3517555-AA6C-BE7E-8995-26524336EC48}"/>
                  </a:ext>
                </a:extLst>
              </p:cNvPr>
              <p:cNvSpPr>
                <a:spLocks/>
              </p:cNvSpPr>
              <p:nvPr/>
            </p:nvSpPr>
            <p:spPr bwMode="auto">
              <a:xfrm>
                <a:off x="2854" y="359"/>
                <a:ext cx="35" cy="56"/>
              </a:xfrm>
              <a:custGeom>
                <a:avLst/>
                <a:gdLst>
                  <a:gd name="T0" fmla="+- 0 2875 2854"/>
                  <a:gd name="T1" fmla="*/ T0 w 35"/>
                  <a:gd name="T2" fmla="+- 0 359 359"/>
                  <a:gd name="T3" fmla="*/ 359 h 56"/>
                  <a:gd name="T4" fmla="+- 0 2868 2854"/>
                  <a:gd name="T5" fmla="*/ T4 w 35"/>
                  <a:gd name="T6" fmla="+- 0 359 359"/>
                  <a:gd name="T7" fmla="*/ 359 h 56"/>
                  <a:gd name="T8" fmla="+- 0 2866 2854"/>
                  <a:gd name="T9" fmla="*/ T8 w 35"/>
                  <a:gd name="T10" fmla="+- 0 360 359"/>
                  <a:gd name="T11" fmla="*/ 360 h 56"/>
                  <a:gd name="T12" fmla="+- 0 2861 2854"/>
                  <a:gd name="T13" fmla="*/ T12 w 35"/>
                  <a:gd name="T14" fmla="+- 0 364 359"/>
                  <a:gd name="T15" fmla="*/ 364 h 56"/>
                  <a:gd name="T16" fmla="+- 0 2858 2854"/>
                  <a:gd name="T17" fmla="*/ T16 w 35"/>
                  <a:gd name="T18" fmla="+- 0 367 359"/>
                  <a:gd name="T19" fmla="*/ 367 h 56"/>
                  <a:gd name="T20" fmla="+- 0 2855 2854"/>
                  <a:gd name="T21" fmla="*/ T20 w 35"/>
                  <a:gd name="T22" fmla="+- 0 376 359"/>
                  <a:gd name="T23" fmla="*/ 376 h 56"/>
                  <a:gd name="T24" fmla="+- 0 2854 2854"/>
                  <a:gd name="T25" fmla="*/ T24 w 35"/>
                  <a:gd name="T26" fmla="+- 0 381 359"/>
                  <a:gd name="T27" fmla="*/ 381 h 56"/>
                  <a:gd name="T28" fmla="+- 0 2854 2854"/>
                  <a:gd name="T29" fmla="*/ T28 w 35"/>
                  <a:gd name="T30" fmla="+- 0 394 359"/>
                  <a:gd name="T31" fmla="*/ 394 h 56"/>
                  <a:gd name="T32" fmla="+- 0 2855 2854"/>
                  <a:gd name="T33" fmla="*/ T32 w 35"/>
                  <a:gd name="T34" fmla="+- 0 400 359"/>
                  <a:gd name="T35" fmla="*/ 400 h 56"/>
                  <a:gd name="T36" fmla="+- 0 2861 2854"/>
                  <a:gd name="T37" fmla="*/ T36 w 35"/>
                  <a:gd name="T38" fmla="+- 0 411 359"/>
                  <a:gd name="T39" fmla="*/ 411 h 56"/>
                  <a:gd name="T40" fmla="+- 0 2866 2854"/>
                  <a:gd name="T41" fmla="*/ T40 w 35"/>
                  <a:gd name="T42" fmla="+- 0 414 359"/>
                  <a:gd name="T43" fmla="*/ 414 h 56"/>
                  <a:gd name="T44" fmla="+- 0 2873 2854"/>
                  <a:gd name="T45" fmla="*/ T44 w 35"/>
                  <a:gd name="T46" fmla="+- 0 414 359"/>
                  <a:gd name="T47" fmla="*/ 414 h 56"/>
                  <a:gd name="T48" fmla="+- 0 2876 2854"/>
                  <a:gd name="T49" fmla="*/ T48 w 35"/>
                  <a:gd name="T50" fmla="+- 0 413 359"/>
                  <a:gd name="T51" fmla="*/ 413 h 56"/>
                  <a:gd name="T52" fmla="+- 0 2878 2854"/>
                  <a:gd name="T53" fmla="*/ T52 w 35"/>
                  <a:gd name="T54" fmla="+- 0 412 359"/>
                  <a:gd name="T55" fmla="*/ 412 h 56"/>
                  <a:gd name="T56" fmla="+- 0 2868 2854"/>
                  <a:gd name="T57" fmla="*/ T56 w 35"/>
                  <a:gd name="T58" fmla="+- 0 412 359"/>
                  <a:gd name="T59" fmla="*/ 412 h 56"/>
                  <a:gd name="T60" fmla="+- 0 2866 2854"/>
                  <a:gd name="T61" fmla="*/ T60 w 35"/>
                  <a:gd name="T62" fmla="+- 0 410 359"/>
                  <a:gd name="T63" fmla="*/ 410 h 56"/>
                  <a:gd name="T64" fmla="+- 0 2864 2854"/>
                  <a:gd name="T65" fmla="*/ T64 w 35"/>
                  <a:gd name="T66" fmla="+- 0 406 359"/>
                  <a:gd name="T67" fmla="*/ 406 h 56"/>
                  <a:gd name="T68" fmla="+- 0 2862 2854"/>
                  <a:gd name="T69" fmla="*/ T68 w 35"/>
                  <a:gd name="T70" fmla="+- 0 401 359"/>
                  <a:gd name="T71" fmla="*/ 401 h 56"/>
                  <a:gd name="T72" fmla="+- 0 2861 2854"/>
                  <a:gd name="T73" fmla="*/ T72 w 35"/>
                  <a:gd name="T74" fmla="+- 0 395 359"/>
                  <a:gd name="T75" fmla="*/ 395 h 56"/>
                  <a:gd name="T76" fmla="+- 0 2871 2854"/>
                  <a:gd name="T77" fmla="*/ T76 w 35"/>
                  <a:gd name="T78" fmla="+- 0 362 359"/>
                  <a:gd name="T79" fmla="*/ 362 h 56"/>
                  <a:gd name="T80" fmla="+- 0 2879 2854"/>
                  <a:gd name="T81" fmla="*/ T80 w 35"/>
                  <a:gd name="T82" fmla="+- 0 362 359"/>
                  <a:gd name="T83" fmla="*/ 362 h 56"/>
                  <a:gd name="T84" fmla="+- 0 2879 2854"/>
                  <a:gd name="T85" fmla="*/ T84 w 35"/>
                  <a:gd name="T86" fmla="+- 0 361 359"/>
                  <a:gd name="T87" fmla="*/ 361 h 56"/>
                  <a:gd name="T88" fmla="+- 0 2875 2854"/>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90" name="Freeform 4795">
                <a:extLst>
                  <a:ext uri="{FF2B5EF4-FFF2-40B4-BE49-F238E27FC236}">
                    <a16:creationId xmlns:a16="http://schemas.microsoft.com/office/drawing/2014/main" id="{874336FB-8DEB-A26C-3F5D-6D9BA2FD7E10}"/>
                  </a:ext>
                </a:extLst>
              </p:cNvPr>
              <p:cNvSpPr>
                <a:spLocks/>
              </p:cNvSpPr>
              <p:nvPr/>
            </p:nvSpPr>
            <p:spPr bwMode="auto">
              <a:xfrm>
                <a:off x="2854" y="359"/>
                <a:ext cx="35" cy="56"/>
              </a:xfrm>
              <a:custGeom>
                <a:avLst/>
                <a:gdLst>
                  <a:gd name="T0" fmla="+- 0 2879 2854"/>
                  <a:gd name="T1" fmla="*/ T0 w 35"/>
                  <a:gd name="T2" fmla="+- 0 362 359"/>
                  <a:gd name="T3" fmla="*/ 362 h 56"/>
                  <a:gd name="T4" fmla="+- 0 2871 2854"/>
                  <a:gd name="T5" fmla="*/ T4 w 35"/>
                  <a:gd name="T6" fmla="+- 0 362 359"/>
                  <a:gd name="T7" fmla="*/ 362 h 56"/>
                  <a:gd name="T8" fmla="+- 0 2875 2854"/>
                  <a:gd name="T9" fmla="*/ T8 w 35"/>
                  <a:gd name="T10" fmla="+- 0 363 359"/>
                  <a:gd name="T11" fmla="*/ 363 h 56"/>
                  <a:gd name="T12" fmla="+- 0 2876 2854"/>
                  <a:gd name="T13" fmla="*/ T12 w 35"/>
                  <a:gd name="T14" fmla="+- 0 364 359"/>
                  <a:gd name="T15" fmla="*/ 364 h 56"/>
                  <a:gd name="T16" fmla="+- 0 2878 2854"/>
                  <a:gd name="T17" fmla="*/ T16 w 35"/>
                  <a:gd name="T18" fmla="+- 0 366 359"/>
                  <a:gd name="T19" fmla="*/ 366 h 56"/>
                  <a:gd name="T20" fmla="+- 0 2880 2854"/>
                  <a:gd name="T21" fmla="*/ T20 w 35"/>
                  <a:gd name="T22" fmla="+- 0 373 359"/>
                  <a:gd name="T23" fmla="*/ 373 h 56"/>
                  <a:gd name="T24" fmla="+- 0 2880 2854"/>
                  <a:gd name="T25" fmla="*/ T24 w 35"/>
                  <a:gd name="T26" fmla="+- 0 376 359"/>
                  <a:gd name="T27" fmla="*/ 376 h 56"/>
                  <a:gd name="T28" fmla="+- 0 2880 2854"/>
                  <a:gd name="T29" fmla="*/ T28 w 35"/>
                  <a:gd name="T30" fmla="+- 0 394 359"/>
                  <a:gd name="T31" fmla="*/ 394 h 56"/>
                  <a:gd name="T32" fmla="+- 0 2880 2854"/>
                  <a:gd name="T33" fmla="*/ T32 w 35"/>
                  <a:gd name="T34" fmla="+- 0 399 359"/>
                  <a:gd name="T35" fmla="*/ 399 h 56"/>
                  <a:gd name="T36" fmla="+- 0 2878 2854"/>
                  <a:gd name="T37" fmla="*/ T36 w 35"/>
                  <a:gd name="T38" fmla="+- 0 406 359"/>
                  <a:gd name="T39" fmla="*/ 406 h 56"/>
                  <a:gd name="T40" fmla="+- 0 2877 2854"/>
                  <a:gd name="T41" fmla="*/ T40 w 35"/>
                  <a:gd name="T42" fmla="+- 0 409 359"/>
                  <a:gd name="T43" fmla="*/ 409 h 56"/>
                  <a:gd name="T44" fmla="+- 0 2875 2854"/>
                  <a:gd name="T45" fmla="*/ T44 w 35"/>
                  <a:gd name="T46" fmla="+- 0 410 359"/>
                  <a:gd name="T47" fmla="*/ 410 h 56"/>
                  <a:gd name="T48" fmla="+- 0 2871 2854"/>
                  <a:gd name="T49" fmla="*/ T48 w 35"/>
                  <a:gd name="T50" fmla="+- 0 412 359"/>
                  <a:gd name="T51" fmla="*/ 412 h 56"/>
                  <a:gd name="T52" fmla="+- 0 2878 2854"/>
                  <a:gd name="T53" fmla="*/ T52 w 35"/>
                  <a:gd name="T54" fmla="+- 0 412 359"/>
                  <a:gd name="T55" fmla="*/ 412 h 56"/>
                  <a:gd name="T56" fmla="+- 0 2888 2854"/>
                  <a:gd name="T57" fmla="*/ T56 w 35"/>
                  <a:gd name="T58" fmla="+- 0 377 359"/>
                  <a:gd name="T59" fmla="*/ 377 h 56"/>
                  <a:gd name="T60" fmla="+- 0 2886 2854"/>
                  <a:gd name="T61" fmla="*/ T60 w 35"/>
                  <a:gd name="T62" fmla="+- 0 370 359"/>
                  <a:gd name="T63" fmla="*/ 370 h 56"/>
                  <a:gd name="T64" fmla="+- 0 2879 2854"/>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6" name="Group 175">
              <a:extLst>
                <a:ext uri="{FF2B5EF4-FFF2-40B4-BE49-F238E27FC236}">
                  <a16:creationId xmlns:a16="http://schemas.microsoft.com/office/drawing/2014/main" id="{50D01C5A-DCB5-D136-EEF2-5D7FC5C85847}"/>
                </a:ext>
              </a:extLst>
            </p:cNvPr>
            <p:cNvGrpSpPr>
              <a:grpSpLocks/>
            </p:cNvGrpSpPr>
            <p:nvPr/>
          </p:nvGrpSpPr>
          <p:grpSpPr bwMode="auto">
            <a:xfrm>
              <a:off x="3309" y="359"/>
              <a:ext cx="36" cy="55"/>
              <a:chOff x="3309" y="359"/>
              <a:chExt cx="36" cy="55"/>
            </a:xfrm>
          </p:grpSpPr>
          <p:sp>
            <p:nvSpPr>
              <p:cNvPr id="1386" name="Freeform 4797">
                <a:extLst>
                  <a:ext uri="{FF2B5EF4-FFF2-40B4-BE49-F238E27FC236}">
                    <a16:creationId xmlns:a16="http://schemas.microsoft.com/office/drawing/2014/main" id="{83E2AC19-1A11-6621-3DD8-EA2504DE49C7}"/>
                  </a:ext>
                </a:extLst>
              </p:cNvPr>
              <p:cNvSpPr>
                <a:spLocks/>
              </p:cNvSpPr>
              <p:nvPr/>
            </p:nvSpPr>
            <p:spPr bwMode="auto">
              <a:xfrm>
                <a:off x="3309" y="359"/>
                <a:ext cx="36" cy="55"/>
              </a:xfrm>
              <a:custGeom>
                <a:avLst/>
                <a:gdLst>
                  <a:gd name="T0" fmla="+- 0 3338 3309"/>
                  <a:gd name="T1" fmla="*/ T0 w 36"/>
                  <a:gd name="T2" fmla="+- 0 365 359"/>
                  <a:gd name="T3" fmla="*/ 365 h 55"/>
                  <a:gd name="T4" fmla="+- 0 3326 3309"/>
                  <a:gd name="T5" fmla="*/ T4 w 36"/>
                  <a:gd name="T6" fmla="+- 0 365 359"/>
                  <a:gd name="T7" fmla="*/ 365 h 55"/>
                  <a:gd name="T8" fmla="+- 0 3329 3309"/>
                  <a:gd name="T9" fmla="*/ T8 w 36"/>
                  <a:gd name="T10" fmla="+- 0 366 359"/>
                  <a:gd name="T11" fmla="*/ 366 h 55"/>
                  <a:gd name="T12" fmla="+- 0 3333 3309"/>
                  <a:gd name="T13" fmla="*/ T12 w 36"/>
                  <a:gd name="T14" fmla="+- 0 370 359"/>
                  <a:gd name="T15" fmla="*/ 370 h 55"/>
                  <a:gd name="T16" fmla="+- 0 3334 3309"/>
                  <a:gd name="T17" fmla="*/ T16 w 36"/>
                  <a:gd name="T18" fmla="+- 0 373 359"/>
                  <a:gd name="T19" fmla="*/ 373 h 55"/>
                  <a:gd name="T20" fmla="+- 0 3334 3309"/>
                  <a:gd name="T21" fmla="*/ T20 w 36"/>
                  <a:gd name="T22" fmla="+- 0 381 359"/>
                  <a:gd name="T23" fmla="*/ 381 h 55"/>
                  <a:gd name="T24" fmla="+- 0 3332 3309"/>
                  <a:gd name="T25" fmla="*/ T24 w 36"/>
                  <a:gd name="T26" fmla="+- 0 386 359"/>
                  <a:gd name="T27" fmla="*/ 386 h 55"/>
                  <a:gd name="T28" fmla="+- 0 3325 3309"/>
                  <a:gd name="T29" fmla="*/ T28 w 36"/>
                  <a:gd name="T30" fmla="+- 0 397 359"/>
                  <a:gd name="T31" fmla="*/ 397 h 55"/>
                  <a:gd name="T32" fmla="+- 0 3318 3309"/>
                  <a:gd name="T33" fmla="*/ T32 w 36"/>
                  <a:gd name="T34" fmla="+- 0 403 359"/>
                  <a:gd name="T35" fmla="*/ 403 h 55"/>
                  <a:gd name="T36" fmla="+- 0 3309 3309"/>
                  <a:gd name="T37" fmla="*/ T36 w 36"/>
                  <a:gd name="T38" fmla="+- 0 412 359"/>
                  <a:gd name="T39" fmla="*/ 412 h 55"/>
                  <a:gd name="T40" fmla="+- 0 3309 3309"/>
                  <a:gd name="T41" fmla="*/ T40 w 36"/>
                  <a:gd name="T42" fmla="+- 0 413 359"/>
                  <a:gd name="T43" fmla="*/ 413 h 55"/>
                  <a:gd name="T44" fmla="+- 0 3340 3309"/>
                  <a:gd name="T45" fmla="*/ T44 w 36"/>
                  <a:gd name="T46" fmla="+- 0 413 359"/>
                  <a:gd name="T47" fmla="*/ 413 h 55"/>
                  <a:gd name="T48" fmla="+- 0 3342 3309"/>
                  <a:gd name="T49" fmla="*/ T48 w 36"/>
                  <a:gd name="T50" fmla="+- 0 407 359"/>
                  <a:gd name="T51" fmla="*/ 407 h 55"/>
                  <a:gd name="T52" fmla="+- 0 3317 3309"/>
                  <a:gd name="T53" fmla="*/ T52 w 36"/>
                  <a:gd name="T54" fmla="+- 0 407 359"/>
                  <a:gd name="T55" fmla="*/ 407 h 55"/>
                  <a:gd name="T56" fmla="+- 0 3319 3309"/>
                  <a:gd name="T57" fmla="*/ T56 w 36"/>
                  <a:gd name="T58" fmla="+- 0 406 359"/>
                  <a:gd name="T59" fmla="*/ 406 h 55"/>
                  <a:gd name="T60" fmla="+- 0 3341 3309"/>
                  <a:gd name="T61" fmla="*/ T60 w 36"/>
                  <a:gd name="T62" fmla="+- 0 376 359"/>
                  <a:gd name="T63" fmla="*/ 376 h 55"/>
                  <a:gd name="T64" fmla="+- 0 3341 3309"/>
                  <a:gd name="T65" fmla="*/ T64 w 36"/>
                  <a:gd name="T66" fmla="+- 0 369 359"/>
                  <a:gd name="T67" fmla="*/ 369 h 55"/>
                  <a:gd name="T68" fmla="+- 0 3339 3309"/>
                  <a:gd name="T69" fmla="*/ T68 w 36"/>
                  <a:gd name="T70" fmla="+- 0 366 359"/>
                  <a:gd name="T71" fmla="*/ 366 h 55"/>
                  <a:gd name="T72" fmla="+- 0 3338 3309"/>
                  <a:gd name="T73" fmla="*/ T72 w 36"/>
                  <a:gd name="T74" fmla="+- 0 365 359"/>
                  <a:gd name="T75" fmla="*/ 365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7" y="6"/>
                    </a:lnTo>
                    <a:lnTo>
                      <a:pt x="20" y="7"/>
                    </a:lnTo>
                    <a:lnTo>
                      <a:pt x="24" y="11"/>
                    </a:lnTo>
                    <a:lnTo>
                      <a:pt x="25" y="14"/>
                    </a:lnTo>
                    <a:lnTo>
                      <a:pt x="25" y="22"/>
                    </a:lnTo>
                    <a:lnTo>
                      <a:pt x="23" y="27"/>
                    </a:lnTo>
                    <a:lnTo>
                      <a:pt x="16" y="38"/>
                    </a:lnTo>
                    <a:lnTo>
                      <a:pt x="9" y="44"/>
                    </a:lnTo>
                    <a:lnTo>
                      <a:pt x="0" y="53"/>
                    </a:lnTo>
                    <a:lnTo>
                      <a:pt x="0" y="54"/>
                    </a:lnTo>
                    <a:lnTo>
                      <a:pt x="31" y="54"/>
                    </a:lnTo>
                    <a:lnTo>
                      <a:pt x="33" y="48"/>
                    </a:lnTo>
                    <a:lnTo>
                      <a:pt x="8" y="48"/>
                    </a:lnTo>
                    <a:lnTo>
                      <a:pt x="10" y="47"/>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87" name="Freeform 4798">
                <a:extLst>
                  <a:ext uri="{FF2B5EF4-FFF2-40B4-BE49-F238E27FC236}">
                    <a16:creationId xmlns:a16="http://schemas.microsoft.com/office/drawing/2014/main" id="{5D1508FD-DED0-4C80-2B88-C08FA92DDF73}"/>
                  </a:ext>
                </a:extLst>
              </p:cNvPr>
              <p:cNvSpPr>
                <a:spLocks/>
              </p:cNvSpPr>
              <p:nvPr/>
            </p:nvSpPr>
            <p:spPr bwMode="auto">
              <a:xfrm>
                <a:off x="3309" y="359"/>
                <a:ext cx="36" cy="55"/>
              </a:xfrm>
              <a:custGeom>
                <a:avLst/>
                <a:gdLst>
                  <a:gd name="T0" fmla="+- 0 3344 3309"/>
                  <a:gd name="T1" fmla="*/ T0 w 36"/>
                  <a:gd name="T2" fmla="+- 0 403 359"/>
                  <a:gd name="T3" fmla="*/ 403 h 55"/>
                  <a:gd name="T4" fmla="+- 0 3343 3309"/>
                  <a:gd name="T5" fmla="*/ T4 w 36"/>
                  <a:gd name="T6" fmla="+- 0 403 359"/>
                  <a:gd name="T7" fmla="*/ 403 h 55"/>
                  <a:gd name="T8" fmla="+- 0 3340 3309"/>
                  <a:gd name="T9" fmla="*/ T8 w 36"/>
                  <a:gd name="T10" fmla="+- 0 406 359"/>
                  <a:gd name="T11" fmla="*/ 406 h 55"/>
                  <a:gd name="T12" fmla="+- 0 3337 3309"/>
                  <a:gd name="T13" fmla="*/ T12 w 36"/>
                  <a:gd name="T14" fmla="+- 0 407 359"/>
                  <a:gd name="T15" fmla="*/ 407 h 55"/>
                  <a:gd name="T16" fmla="+- 0 3334 3309"/>
                  <a:gd name="T17" fmla="*/ T16 w 36"/>
                  <a:gd name="T18" fmla="+- 0 407 359"/>
                  <a:gd name="T19" fmla="*/ 407 h 55"/>
                  <a:gd name="T20" fmla="+- 0 3342 3309"/>
                  <a:gd name="T21" fmla="*/ T20 w 36"/>
                  <a:gd name="T22" fmla="+- 0 407 359"/>
                  <a:gd name="T23" fmla="*/ 407 h 55"/>
                  <a:gd name="T24" fmla="+- 0 3344 3309"/>
                  <a:gd name="T25" fmla="*/ T24 w 36"/>
                  <a:gd name="T26" fmla="+- 0 403 359"/>
                  <a:gd name="T27" fmla="*/ 403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88" name="Freeform 4799">
                <a:extLst>
                  <a:ext uri="{FF2B5EF4-FFF2-40B4-BE49-F238E27FC236}">
                    <a16:creationId xmlns:a16="http://schemas.microsoft.com/office/drawing/2014/main" id="{D22655E9-8233-BDE6-5B99-B658E26DD59B}"/>
                  </a:ext>
                </a:extLst>
              </p:cNvPr>
              <p:cNvSpPr>
                <a:spLocks/>
              </p:cNvSpPr>
              <p:nvPr/>
            </p:nvSpPr>
            <p:spPr bwMode="auto">
              <a:xfrm>
                <a:off x="3309" y="359"/>
                <a:ext cx="36" cy="55"/>
              </a:xfrm>
              <a:custGeom>
                <a:avLst/>
                <a:gdLst>
                  <a:gd name="T0" fmla="+- 0 3330 3309"/>
                  <a:gd name="T1" fmla="*/ T0 w 36"/>
                  <a:gd name="T2" fmla="+- 0 359 359"/>
                  <a:gd name="T3" fmla="*/ 359 h 55"/>
                  <a:gd name="T4" fmla="+- 0 3322 3309"/>
                  <a:gd name="T5" fmla="*/ T4 w 36"/>
                  <a:gd name="T6" fmla="+- 0 359 359"/>
                  <a:gd name="T7" fmla="*/ 359 h 55"/>
                  <a:gd name="T8" fmla="+- 0 3318 3309"/>
                  <a:gd name="T9" fmla="*/ T8 w 36"/>
                  <a:gd name="T10" fmla="+- 0 360 359"/>
                  <a:gd name="T11" fmla="*/ 360 h 55"/>
                  <a:gd name="T12" fmla="+- 0 3313 3309"/>
                  <a:gd name="T13" fmla="*/ T12 w 36"/>
                  <a:gd name="T14" fmla="+- 0 365 359"/>
                  <a:gd name="T15" fmla="*/ 365 h 55"/>
                  <a:gd name="T16" fmla="+- 0 3311 3309"/>
                  <a:gd name="T17" fmla="*/ T16 w 36"/>
                  <a:gd name="T18" fmla="+- 0 369 359"/>
                  <a:gd name="T19" fmla="*/ 369 h 55"/>
                  <a:gd name="T20" fmla="+- 0 3310 3309"/>
                  <a:gd name="T21" fmla="*/ T20 w 36"/>
                  <a:gd name="T22" fmla="+- 0 374 359"/>
                  <a:gd name="T23" fmla="*/ 374 h 55"/>
                  <a:gd name="T24" fmla="+- 0 3312 3309"/>
                  <a:gd name="T25" fmla="*/ T24 w 36"/>
                  <a:gd name="T26" fmla="+- 0 374 359"/>
                  <a:gd name="T27" fmla="*/ 374 h 55"/>
                  <a:gd name="T28" fmla="+- 0 3313 3309"/>
                  <a:gd name="T29" fmla="*/ T28 w 36"/>
                  <a:gd name="T30" fmla="+- 0 371 359"/>
                  <a:gd name="T31" fmla="*/ 371 h 55"/>
                  <a:gd name="T32" fmla="+- 0 3314 3309"/>
                  <a:gd name="T33" fmla="*/ T32 w 36"/>
                  <a:gd name="T34" fmla="+- 0 369 359"/>
                  <a:gd name="T35" fmla="*/ 369 h 55"/>
                  <a:gd name="T36" fmla="+- 0 3319 3309"/>
                  <a:gd name="T37" fmla="*/ T36 w 36"/>
                  <a:gd name="T38" fmla="+- 0 366 359"/>
                  <a:gd name="T39" fmla="*/ 366 h 55"/>
                  <a:gd name="T40" fmla="+- 0 3321 3309"/>
                  <a:gd name="T41" fmla="*/ T40 w 36"/>
                  <a:gd name="T42" fmla="+- 0 365 359"/>
                  <a:gd name="T43" fmla="*/ 365 h 55"/>
                  <a:gd name="T44" fmla="+- 0 3338 3309"/>
                  <a:gd name="T45" fmla="*/ T44 w 36"/>
                  <a:gd name="T46" fmla="+- 0 365 359"/>
                  <a:gd name="T47" fmla="*/ 365 h 55"/>
                  <a:gd name="T48" fmla="+- 0 3334 3309"/>
                  <a:gd name="T49" fmla="*/ T48 w 36"/>
                  <a:gd name="T50" fmla="+- 0 360 359"/>
                  <a:gd name="T51" fmla="*/ 360 h 55"/>
                  <a:gd name="T52" fmla="+- 0 3330 3309"/>
                  <a:gd name="T53" fmla="*/ T52 w 36"/>
                  <a:gd name="T54" fmla="+- 0 359 359"/>
                  <a:gd name="T55" fmla="*/ 35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1" y="15"/>
                    </a:lnTo>
                    <a:lnTo>
                      <a:pt x="3" y="15"/>
                    </a:lnTo>
                    <a:lnTo>
                      <a:pt x="4" y="12"/>
                    </a:lnTo>
                    <a:lnTo>
                      <a:pt x="5" y="10"/>
                    </a:lnTo>
                    <a:lnTo>
                      <a:pt x="10" y="7"/>
                    </a:lnTo>
                    <a:lnTo>
                      <a:pt x="12" y="6"/>
                    </a:lnTo>
                    <a:lnTo>
                      <a:pt x="29"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7" name="Group 176">
              <a:extLst>
                <a:ext uri="{FF2B5EF4-FFF2-40B4-BE49-F238E27FC236}">
                  <a16:creationId xmlns:a16="http://schemas.microsoft.com/office/drawing/2014/main" id="{8CE7E4C4-2295-3FE0-2F19-4525DD4C226A}"/>
                </a:ext>
              </a:extLst>
            </p:cNvPr>
            <p:cNvGrpSpPr>
              <a:grpSpLocks/>
            </p:cNvGrpSpPr>
            <p:nvPr/>
          </p:nvGrpSpPr>
          <p:grpSpPr bwMode="auto">
            <a:xfrm>
              <a:off x="3766" y="359"/>
              <a:ext cx="35" cy="56"/>
              <a:chOff x="3766" y="359"/>
              <a:chExt cx="35" cy="56"/>
            </a:xfrm>
          </p:grpSpPr>
          <p:sp>
            <p:nvSpPr>
              <p:cNvPr id="1384" name="Freeform 4801">
                <a:extLst>
                  <a:ext uri="{FF2B5EF4-FFF2-40B4-BE49-F238E27FC236}">
                    <a16:creationId xmlns:a16="http://schemas.microsoft.com/office/drawing/2014/main" id="{1AC90881-1056-2B80-E88E-4DE8A1AB167A}"/>
                  </a:ext>
                </a:extLst>
              </p:cNvPr>
              <p:cNvSpPr>
                <a:spLocks/>
              </p:cNvSpPr>
              <p:nvPr/>
            </p:nvSpPr>
            <p:spPr bwMode="auto">
              <a:xfrm>
                <a:off x="3766" y="359"/>
                <a:ext cx="35" cy="56"/>
              </a:xfrm>
              <a:custGeom>
                <a:avLst/>
                <a:gdLst>
                  <a:gd name="T0" fmla="+- 0 3788 3766"/>
                  <a:gd name="T1" fmla="*/ T0 w 35"/>
                  <a:gd name="T2" fmla="+- 0 359 359"/>
                  <a:gd name="T3" fmla="*/ 359 h 56"/>
                  <a:gd name="T4" fmla="+- 0 3781 3766"/>
                  <a:gd name="T5" fmla="*/ T4 w 35"/>
                  <a:gd name="T6" fmla="+- 0 359 359"/>
                  <a:gd name="T7" fmla="*/ 359 h 56"/>
                  <a:gd name="T8" fmla="+- 0 3779 3766"/>
                  <a:gd name="T9" fmla="*/ T8 w 35"/>
                  <a:gd name="T10" fmla="+- 0 360 359"/>
                  <a:gd name="T11" fmla="*/ 360 h 56"/>
                  <a:gd name="T12" fmla="+- 0 3773 3766"/>
                  <a:gd name="T13" fmla="*/ T12 w 35"/>
                  <a:gd name="T14" fmla="+- 0 364 359"/>
                  <a:gd name="T15" fmla="*/ 364 h 56"/>
                  <a:gd name="T16" fmla="+- 0 3771 3766"/>
                  <a:gd name="T17" fmla="*/ T16 w 35"/>
                  <a:gd name="T18" fmla="+- 0 367 359"/>
                  <a:gd name="T19" fmla="*/ 367 h 56"/>
                  <a:gd name="T20" fmla="+- 0 3767 3766"/>
                  <a:gd name="T21" fmla="*/ T20 w 35"/>
                  <a:gd name="T22" fmla="+- 0 376 359"/>
                  <a:gd name="T23" fmla="*/ 376 h 56"/>
                  <a:gd name="T24" fmla="+- 0 3766 3766"/>
                  <a:gd name="T25" fmla="*/ T24 w 35"/>
                  <a:gd name="T26" fmla="+- 0 381 359"/>
                  <a:gd name="T27" fmla="*/ 381 h 56"/>
                  <a:gd name="T28" fmla="+- 0 3766 3766"/>
                  <a:gd name="T29" fmla="*/ T28 w 35"/>
                  <a:gd name="T30" fmla="+- 0 394 359"/>
                  <a:gd name="T31" fmla="*/ 394 h 56"/>
                  <a:gd name="T32" fmla="+- 0 3768 3766"/>
                  <a:gd name="T33" fmla="*/ T32 w 35"/>
                  <a:gd name="T34" fmla="+- 0 400 359"/>
                  <a:gd name="T35" fmla="*/ 400 h 56"/>
                  <a:gd name="T36" fmla="+- 0 3774 3766"/>
                  <a:gd name="T37" fmla="*/ T36 w 35"/>
                  <a:gd name="T38" fmla="+- 0 411 359"/>
                  <a:gd name="T39" fmla="*/ 411 h 56"/>
                  <a:gd name="T40" fmla="+- 0 3778 3766"/>
                  <a:gd name="T41" fmla="*/ T40 w 35"/>
                  <a:gd name="T42" fmla="+- 0 414 359"/>
                  <a:gd name="T43" fmla="*/ 414 h 56"/>
                  <a:gd name="T44" fmla="+- 0 3786 3766"/>
                  <a:gd name="T45" fmla="*/ T44 w 35"/>
                  <a:gd name="T46" fmla="+- 0 414 359"/>
                  <a:gd name="T47" fmla="*/ 414 h 56"/>
                  <a:gd name="T48" fmla="+- 0 3788 3766"/>
                  <a:gd name="T49" fmla="*/ T48 w 35"/>
                  <a:gd name="T50" fmla="+- 0 413 359"/>
                  <a:gd name="T51" fmla="*/ 413 h 56"/>
                  <a:gd name="T52" fmla="+- 0 3791 3766"/>
                  <a:gd name="T53" fmla="*/ T52 w 35"/>
                  <a:gd name="T54" fmla="+- 0 412 359"/>
                  <a:gd name="T55" fmla="*/ 412 h 56"/>
                  <a:gd name="T56" fmla="+- 0 3780 3766"/>
                  <a:gd name="T57" fmla="*/ T56 w 35"/>
                  <a:gd name="T58" fmla="+- 0 412 359"/>
                  <a:gd name="T59" fmla="*/ 412 h 56"/>
                  <a:gd name="T60" fmla="+- 0 3778 3766"/>
                  <a:gd name="T61" fmla="*/ T60 w 35"/>
                  <a:gd name="T62" fmla="+- 0 410 359"/>
                  <a:gd name="T63" fmla="*/ 410 h 56"/>
                  <a:gd name="T64" fmla="+- 0 3777 3766"/>
                  <a:gd name="T65" fmla="*/ T64 w 35"/>
                  <a:gd name="T66" fmla="+- 0 406 359"/>
                  <a:gd name="T67" fmla="*/ 406 h 56"/>
                  <a:gd name="T68" fmla="+- 0 3775 3766"/>
                  <a:gd name="T69" fmla="*/ T68 w 35"/>
                  <a:gd name="T70" fmla="+- 0 401 359"/>
                  <a:gd name="T71" fmla="*/ 401 h 56"/>
                  <a:gd name="T72" fmla="+- 0 3774 3766"/>
                  <a:gd name="T73" fmla="*/ T72 w 35"/>
                  <a:gd name="T74" fmla="+- 0 395 359"/>
                  <a:gd name="T75" fmla="*/ 395 h 56"/>
                  <a:gd name="T76" fmla="+- 0 3784 3766"/>
                  <a:gd name="T77" fmla="*/ T76 w 35"/>
                  <a:gd name="T78" fmla="+- 0 362 359"/>
                  <a:gd name="T79" fmla="*/ 362 h 56"/>
                  <a:gd name="T80" fmla="+- 0 3792 3766"/>
                  <a:gd name="T81" fmla="*/ T80 w 35"/>
                  <a:gd name="T82" fmla="+- 0 362 359"/>
                  <a:gd name="T83" fmla="*/ 362 h 56"/>
                  <a:gd name="T84" fmla="+- 0 3791 3766"/>
                  <a:gd name="T85" fmla="*/ T84 w 35"/>
                  <a:gd name="T86" fmla="+- 0 361 359"/>
                  <a:gd name="T87" fmla="*/ 361 h 56"/>
                  <a:gd name="T88" fmla="+- 0 3788 3766"/>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85" name="Freeform 4802">
                <a:extLst>
                  <a:ext uri="{FF2B5EF4-FFF2-40B4-BE49-F238E27FC236}">
                    <a16:creationId xmlns:a16="http://schemas.microsoft.com/office/drawing/2014/main" id="{26793D58-7610-D135-1A94-7C498DB6E7BA}"/>
                  </a:ext>
                </a:extLst>
              </p:cNvPr>
              <p:cNvSpPr>
                <a:spLocks/>
              </p:cNvSpPr>
              <p:nvPr/>
            </p:nvSpPr>
            <p:spPr bwMode="auto">
              <a:xfrm>
                <a:off x="3766" y="359"/>
                <a:ext cx="35" cy="56"/>
              </a:xfrm>
              <a:custGeom>
                <a:avLst/>
                <a:gdLst>
                  <a:gd name="T0" fmla="+- 0 3792 3766"/>
                  <a:gd name="T1" fmla="*/ T0 w 35"/>
                  <a:gd name="T2" fmla="+- 0 362 359"/>
                  <a:gd name="T3" fmla="*/ 362 h 56"/>
                  <a:gd name="T4" fmla="+- 0 3784 3766"/>
                  <a:gd name="T5" fmla="*/ T4 w 35"/>
                  <a:gd name="T6" fmla="+- 0 362 359"/>
                  <a:gd name="T7" fmla="*/ 362 h 56"/>
                  <a:gd name="T8" fmla="+- 0 3787 3766"/>
                  <a:gd name="T9" fmla="*/ T8 w 35"/>
                  <a:gd name="T10" fmla="+- 0 363 359"/>
                  <a:gd name="T11" fmla="*/ 363 h 56"/>
                  <a:gd name="T12" fmla="+- 0 3789 3766"/>
                  <a:gd name="T13" fmla="*/ T12 w 35"/>
                  <a:gd name="T14" fmla="+- 0 364 359"/>
                  <a:gd name="T15" fmla="*/ 364 h 56"/>
                  <a:gd name="T16" fmla="+- 0 3790 3766"/>
                  <a:gd name="T17" fmla="*/ T16 w 35"/>
                  <a:gd name="T18" fmla="+- 0 366 359"/>
                  <a:gd name="T19" fmla="*/ 366 h 56"/>
                  <a:gd name="T20" fmla="+- 0 3792 3766"/>
                  <a:gd name="T21" fmla="*/ T20 w 35"/>
                  <a:gd name="T22" fmla="+- 0 373 359"/>
                  <a:gd name="T23" fmla="*/ 373 h 56"/>
                  <a:gd name="T24" fmla="+- 0 3793 3766"/>
                  <a:gd name="T25" fmla="*/ T24 w 35"/>
                  <a:gd name="T26" fmla="+- 0 376 359"/>
                  <a:gd name="T27" fmla="*/ 376 h 56"/>
                  <a:gd name="T28" fmla="+- 0 3793 3766"/>
                  <a:gd name="T29" fmla="*/ T28 w 35"/>
                  <a:gd name="T30" fmla="+- 0 394 359"/>
                  <a:gd name="T31" fmla="*/ 394 h 56"/>
                  <a:gd name="T32" fmla="+- 0 3792 3766"/>
                  <a:gd name="T33" fmla="*/ T32 w 35"/>
                  <a:gd name="T34" fmla="+- 0 399 359"/>
                  <a:gd name="T35" fmla="*/ 399 h 56"/>
                  <a:gd name="T36" fmla="+- 0 3790 3766"/>
                  <a:gd name="T37" fmla="*/ T36 w 35"/>
                  <a:gd name="T38" fmla="+- 0 406 359"/>
                  <a:gd name="T39" fmla="*/ 406 h 56"/>
                  <a:gd name="T40" fmla="+- 0 3789 3766"/>
                  <a:gd name="T41" fmla="*/ T40 w 35"/>
                  <a:gd name="T42" fmla="+- 0 409 359"/>
                  <a:gd name="T43" fmla="*/ 409 h 56"/>
                  <a:gd name="T44" fmla="+- 0 3788 3766"/>
                  <a:gd name="T45" fmla="*/ T44 w 35"/>
                  <a:gd name="T46" fmla="+- 0 410 359"/>
                  <a:gd name="T47" fmla="*/ 410 h 56"/>
                  <a:gd name="T48" fmla="+- 0 3783 3766"/>
                  <a:gd name="T49" fmla="*/ T48 w 35"/>
                  <a:gd name="T50" fmla="+- 0 412 359"/>
                  <a:gd name="T51" fmla="*/ 412 h 56"/>
                  <a:gd name="T52" fmla="+- 0 3791 3766"/>
                  <a:gd name="T53" fmla="*/ T52 w 35"/>
                  <a:gd name="T54" fmla="+- 0 412 359"/>
                  <a:gd name="T55" fmla="*/ 412 h 56"/>
                  <a:gd name="T56" fmla="+- 0 3801 3766"/>
                  <a:gd name="T57" fmla="*/ T56 w 35"/>
                  <a:gd name="T58" fmla="+- 0 377 359"/>
                  <a:gd name="T59" fmla="*/ 377 h 56"/>
                  <a:gd name="T60" fmla="+- 0 3799 3766"/>
                  <a:gd name="T61" fmla="*/ T60 w 35"/>
                  <a:gd name="T62" fmla="+- 0 370 359"/>
                  <a:gd name="T63" fmla="*/ 370 h 56"/>
                  <a:gd name="T64" fmla="+- 0 3792 3766"/>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8" name="Group 177">
              <a:extLst>
                <a:ext uri="{FF2B5EF4-FFF2-40B4-BE49-F238E27FC236}">
                  <a16:creationId xmlns:a16="http://schemas.microsoft.com/office/drawing/2014/main" id="{9D022942-F4F3-9696-8C11-DC3A806B8440}"/>
                </a:ext>
              </a:extLst>
            </p:cNvPr>
            <p:cNvGrpSpPr>
              <a:grpSpLocks/>
            </p:cNvGrpSpPr>
            <p:nvPr/>
          </p:nvGrpSpPr>
          <p:grpSpPr bwMode="auto">
            <a:xfrm>
              <a:off x="4223" y="359"/>
              <a:ext cx="35" cy="56"/>
              <a:chOff x="4223" y="359"/>
              <a:chExt cx="35" cy="56"/>
            </a:xfrm>
          </p:grpSpPr>
          <p:sp>
            <p:nvSpPr>
              <p:cNvPr id="1382" name="Freeform 4804">
                <a:extLst>
                  <a:ext uri="{FF2B5EF4-FFF2-40B4-BE49-F238E27FC236}">
                    <a16:creationId xmlns:a16="http://schemas.microsoft.com/office/drawing/2014/main" id="{AF07E1B9-BB81-1F5C-959E-A5C4054A338F}"/>
                  </a:ext>
                </a:extLst>
              </p:cNvPr>
              <p:cNvSpPr>
                <a:spLocks/>
              </p:cNvSpPr>
              <p:nvPr/>
            </p:nvSpPr>
            <p:spPr bwMode="auto">
              <a:xfrm>
                <a:off x="4223" y="359"/>
                <a:ext cx="35" cy="56"/>
              </a:xfrm>
              <a:custGeom>
                <a:avLst/>
                <a:gdLst>
                  <a:gd name="T0" fmla="+- 0 4244 4223"/>
                  <a:gd name="T1" fmla="*/ T0 w 35"/>
                  <a:gd name="T2" fmla="+- 0 359 359"/>
                  <a:gd name="T3" fmla="*/ 359 h 56"/>
                  <a:gd name="T4" fmla="+- 0 4237 4223"/>
                  <a:gd name="T5" fmla="*/ T4 w 35"/>
                  <a:gd name="T6" fmla="+- 0 359 359"/>
                  <a:gd name="T7" fmla="*/ 359 h 56"/>
                  <a:gd name="T8" fmla="+- 0 4235 4223"/>
                  <a:gd name="T9" fmla="*/ T8 w 35"/>
                  <a:gd name="T10" fmla="+- 0 360 359"/>
                  <a:gd name="T11" fmla="*/ 360 h 56"/>
                  <a:gd name="T12" fmla="+- 0 4230 4223"/>
                  <a:gd name="T13" fmla="*/ T12 w 35"/>
                  <a:gd name="T14" fmla="+- 0 364 359"/>
                  <a:gd name="T15" fmla="*/ 364 h 56"/>
                  <a:gd name="T16" fmla="+- 0 4227 4223"/>
                  <a:gd name="T17" fmla="*/ T16 w 35"/>
                  <a:gd name="T18" fmla="+- 0 367 359"/>
                  <a:gd name="T19" fmla="*/ 367 h 56"/>
                  <a:gd name="T20" fmla="+- 0 4223 4223"/>
                  <a:gd name="T21" fmla="*/ T20 w 35"/>
                  <a:gd name="T22" fmla="+- 0 376 359"/>
                  <a:gd name="T23" fmla="*/ 376 h 56"/>
                  <a:gd name="T24" fmla="+- 0 4223 4223"/>
                  <a:gd name="T25" fmla="*/ T24 w 35"/>
                  <a:gd name="T26" fmla="+- 0 381 359"/>
                  <a:gd name="T27" fmla="*/ 381 h 56"/>
                  <a:gd name="T28" fmla="+- 0 4223 4223"/>
                  <a:gd name="T29" fmla="*/ T28 w 35"/>
                  <a:gd name="T30" fmla="+- 0 394 359"/>
                  <a:gd name="T31" fmla="*/ 394 h 56"/>
                  <a:gd name="T32" fmla="+- 0 4224 4223"/>
                  <a:gd name="T33" fmla="*/ T32 w 35"/>
                  <a:gd name="T34" fmla="+- 0 400 359"/>
                  <a:gd name="T35" fmla="*/ 400 h 56"/>
                  <a:gd name="T36" fmla="+- 0 4230 4223"/>
                  <a:gd name="T37" fmla="*/ T36 w 35"/>
                  <a:gd name="T38" fmla="+- 0 411 359"/>
                  <a:gd name="T39" fmla="*/ 411 h 56"/>
                  <a:gd name="T40" fmla="+- 0 4234 4223"/>
                  <a:gd name="T41" fmla="*/ T40 w 35"/>
                  <a:gd name="T42" fmla="+- 0 414 359"/>
                  <a:gd name="T43" fmla="*/ 414 h 56"/>
                  <a:gd name="T44" fmla="+- 0 4242 4223"/>
                  <a:gd name="T45" fmla="*/ T44 w 35"/>
                  <a:gd name="T46" fmla="+- 0 414 359"/>
                  <a:gd name="T47" fmla="*/ 414 h 56"/>
                  <a:gd name="T48" fmla="+- 0 4245 4223"/>
                  <a:gd name="T49" fmla="*/ T48 w 35"/>
                  <a:gd name="T50" fmla="+- 0 413 359"/>
                  <a:gd name="T51" fmla="*/ 413 h 56"/>
                  <a:gd name="T52" fmla="+- 0 4247 4223"/>
                  <a:gd name="T53" fmla="*/ T52 w 35"/>
                  <a:gd name="T54" fmla="+- 0 412 359"/>
                  <a:gd name="T55" fmla="*/ 412 h 56"/>
                  <a:gd name="T56" fmla="+- 0 4237 4223"/>
                  <a:gd name="T57" fmla="*/ T56 w 35"/>
                  <a:gd name="T58" fmla="+- 0 412 359"/>
                  <a:gd name="T59" fmla="*/ 412 h 56"/>
                  <a:gd name="T60" fmla="+- 0 4234 4223"/>
                  <a:gd name="T61" fmla="*/ T60 w 35"/>
                  <a:gd name="T62" fmla="+- 0 410 359"/>
                  <a:gd name="T63" fmla="*/ 410 h 56"/>
                  <a:gd name="T64" fmla="+- 0 4233 4223"/>
                  <a:gd name="T65" fmla="*/ T64 w 35"/>
                  <a:gd name="T66" fmla="+- 0 406 359"/>
                  <a:gd name="T67" fmla="*/ 406 h 56"/>
                  <a:gd name="T68" fmla="+- 0 4231 4223"/>
                  <a:gd name="T69" fmla="*/ T68 w 35"/>
                  <a:gd name="T70" fmla="+- 0 401 359"/>
                  <a:gd name="T71" fmla="*/ 401 h 56"/>
                  <a:gd name="T72" fmla="+- 0 4230 4223"/>
                  <a:gd name="T73" fmla="*/ T72 w 35"/>
                  <a:gd name="T74" fmla="+- 0 395 359"/>
                  <a:gd name="T75" fmla="*/ 395 h 56"/>
                  <a:gd name="T76" fmla="+- 0 4240 4223"/>
                  <a:gd name="T77" fmla="*/ T76 w 35"/>
                  <a:gd name="T78" fmla="+- 0 362 359"/>
                  <a:gd name="T79" fmla="*/ 362 h 56"/>
                  <a:gd name="T80" fmla="+- 0 4248 4223"/>
                  <a:gd name="T81" fmla="*/ T80 w 35"/>
                  <a:gd name="T82" fmla="+- 0 362 359"/>
                  <a:gd name="T83" fmla="*/ 362 h 56"/>
                  <a:gd name="T84" fmla="+- 0 4248 4223"/>
                  <a:gd name="T85" fmla="*/ T84 w 35"/>
                  <a:gd name="T86" fmla="+- 0 361 359"/>
                  <a:gd name="T87" fmla="*/ 361 h 56"/>
                  <a:gd name="T88" fmla="+- 0 4244 4223"/>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83" name="Freeform 4805">
                <a:extLst>
                  <a:ext uri="{FF2B5EF4-FFF2-40B4-BE49-F238E27FC236}">
                    <a16:creationId xmlns:a16="http://schemas.microsoft.com/office/drawing/2014/main" id="{C592C8BF-3947-9BE0-35F3-B3FC55A8F4DC}"/>
                  </a:ext>
                </a:extLst>
              </p:cNvPr>
              <p:cNvSpPr>
                <a:spLocks/>
              </p:cNvSpPr>
              <p:nvPr/>
            </p:nvSpPr>
            <p:spPr bwMode="auto">
              <a:xfrm>
                <a:off x="4223" y="359"/>
                <a:ext cx="35" cy="56"/>
              </a:xfrm>
              <a:custGeom>
                <a:avLst/>
                <a:gdLst>
                  <a:gd name="T0" fmla="+- 0 4248 4223"/>
                  <a:gd name="T1" fmla="*/ T0 w 35"/>
                  <a:gd name="T2" fmla="+- 0 362 359"/>
                  <a:gd name="T3" fmla="*/ 362 h 56"/>
                  <a:gd name="T4" fmla="+- 0 4240 4223"/>
                  <a:gd name="T5" fmla="*/ T4 w 35"/>
                  <a:gd name="T6" fmla="+- 0 362 359"/>
                  <a:gd name="T7" fmla="*/ 362 h 56"/>
                  <a:gd name="T8" fmla="+- 0 4244 4223"/>
                  <a:gd name="T9" fmla="*/ T8 w 35"/>
                  <a:gd name="T10" fmla="+- 0 363 359"/>
                  <a:gd name="T11" fmla="*/ 363 h 56"/>
                  <a:gd name="T12" fmla="+- 0 4245 4223"/>
                  <a:gd name="T13" fmla="*/ T12 w 35"/>
                  <a:gd name="T14" fmla="+- 0 364 359"/>
                  <a:gd name="T15" fmla="*/ 364 h 56"/>
                  <a:gd name="T16" fmla="+- 0 4246 4223"/>
                  <a:gd name="T17" fmla="*/ T16 w 35"/>
                  <a:gd name="T18" fmla="+- 0 366 359"/>
                  <a:gd name="T19" fmla="*/ 366 h 56"/>
                  <a:gd name="T20" fmla="+- 0 4249 4223"/>
                  <a:gd name="T21" fmla="*/ T20 w 35"/>
                  <a:gd name="T22" fmla="+- 0 373 359"/>
                  <a:gd name="T23" fmla="*/ 373 h 56"/>
                  <a:gd name="T24" fmla="+- 0 4249 4223"/>
                  <a:gd name="T25" fmla="*/ T24 w 35"/>
                  <a:gd name="T26" fmla="+- 0 376 359"/>
                  <a:gd name="T27" fmla="*/ 376 h 56"/>
                  <a:gd name="T28" fmla="+- 0 4249 4223"/>
                  <a:gd name="T29" fmla="*/ T28 w 35"/>
                  <a:gd name="T30" fmla="+- 0 394 359"/>
                  <a:gd name="T31" fmla="*/ 394 h 56"/>
                  <a:gd name="T32" fmla="+- 0 4249 4223"/>
                  <a:gd name="T33" fmla="*/ T32 w 35"/>
                  <a:gd name="T34" fmla="+- 0 399 359"/>
                  <a:gd name="T35" fmla="*/ 399 h 56"/>
                  <a:gd name="T36" fmla="+- 0 4247 4223"/>
                  <a:gd name="T37" fmla="*/ T36 w 35"/>
                  <a:gd name="T38" fmla="+- 0 406 359"/>
                  <a:gd name="T39" fmla="*/ 406 h 56"/>
                  <a:gd name="T40" fmla="+- 0 4246 4223"/>
                  <a:gd name="T41" fmla="*/ T40 w 35"/>
                  <a:gd name="T42" fmla="+- 0 409 359"/>
                  <a:gd name="T43" fmla="*/ 409 h 56"/>
                  <a:gd name="T44" fmla="+- 0 4244 4223"/>
                  <a:gd name="T45" fmla="*/ T44 w 35"/>
                  <a:gd name="T46" fmla="+- 0 410 359"/>
                  <a:gd name="T47" fmla="*/ 410 h 56"/>
                  <a:gd name="T48" fmla="+- 0 4240 4223"/>
                  <a:gd name="T49" fmla="*/ T48 w 35"/>
                  <a:gd name="T50" fmla="+- 0 412 359"/>
                  <a:gd name="T51" fmla="*/ 412 h 56"/>
                  <a:gd name="T52" fmla="+- 0 4247 4223"/>
                  <a:gd name="T53" fmla="*/ T52 w 35"/>
                  <a:gd name="T54" fmla="+- 0 412 359"/>
                  <a:gd name="T55" fmla="*/ 412 h 56"/>
                  <a:gd name="T56" fmla="+- 0 4257 4223"/>
                  <a:gd name="T57" fmla="*/ T56 w 35"/>
                  <a:gd name="T58" fmla="+- 0 377 359"/>
                  <a:gd name="T59" fmla="*/ 377 h 56"/>
                  <a:gd name="T60" fmla="+- 0 4255 4223"/>
                  <a:gd name="T61" fmla="*/ T60 w 35"/>
                  <a:gd name="T62" fmla="+- 0 370 359"/>
                  <a:gd name="T63" fmla="*/ 370 h 56"/>
                  <a:gd name="T64" fmla="+- 0 4248 4223"/>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79" name="Group 178">
              <a:extLst>
                <a:ext uri="{FF2B5EF4-FFF2-40B4-BE49-F238E27FC236}">
                  <a16:creationId xmlns:a16="http://schemas.microsoft.com/office/drawing/2014/main" id="{A174B303-1994-5F4A-E7D4-CFA3FCD8428F}"/>
                </a:ext>
              </a:extLst>
            </p:cNvPr>
            <p:cNvGrpSpPr>
              <a:grpSpLocks/>
            </p:cNvGrpSpPr>
            <p:nvPr/>
          </p:nvGrpSpPr>
          <p:grpSpPr bwMode="auto">
            <a:xfrm>
              <a:off x="4679" y="359"/>
              <a:ext cx="35" cy="56"/>
              <a:chOff x="4679" y="359"/>
              <a:chExt cx="35" cy="56"/>
            </a:xfrm>
          </p:grpSpPr>
          <p:sp>
            <p:nvSpPr>
              <p:cNvPr id="1380" name="Freeform 4807">
                <a:extLst>
                  <a:ext uri="{FF2B5EF4-FFF2-40B4-BE49-F238E27FC236}">
                    <a16:creationId xmlns:a16="http://schemas.microsoft.com/office/drawing/2014/main" id="{3F7C8A50-2DE1-4FF1-6F54-3DF4241C632A}"/>
                  </a:ext>
                </a:extLst>
              </p:cNvPr>
              <p:cNvSpPr>
                <a:spLocks/>
              </p:cNvSpPr>
              <p:nvPr/>
            </p:nvSpPr>
            <p:spPr bwMode="auto">
              <a:xfrm>
                <a:off x="4679" y="359"/>
                <a:ext cx="35" cy="56"/>
              </a:xfrm>
              <a:custGeom>
                <a:avLst/>
                <a:gdLst>
                  <a:gd name="T0" fmla="+- 0 4700 4679"/>
                  <a:gd name="T1" fmla="*/ T0 w 35"/>
                  <a:gd name="T2" fmla="+- 0 359 359"/>
                  <a:gd name="T3" fmla="*/ 359 h 56"/>
                  <a:gd name="T4" fmla="+- 0 4694 4679"/>
                  <a:gd name="T5" fmla="*/ T4 w 35"/>
                  <a:gd name="T6" fmla="+- 0 359 359"/>
                  <a:gd name="T7" fmla="*/ 359 h 56"/>
                  <a:gd name="T8" fmla="+- 0 4691 4679"/>
                  <a:gd name="T9" fmla="*/ T8 w 35"/>
                  <a:gd name="T10" fmla="+- 0 360 359"/>
                  <a:gd name="T11" fmla="*/ 360 h 56"/>
                  <a:gd name="T12" fmla="+- 0 4686 4679"/>
                  <a:gd name="T13" fmla="*/ T12 w 35"/>
                  <a:gd name="T14" fmla="+- 0 364 359"/>
                  <a:gd name="T15" fmla="*/ 364 h 56"/>
                  <a:gd name="T16" fmla="+- 0 4684 4679"/>
                  <a:gd name="T17" fmla="*/ T16 w 35"/>
                  <a:gd name="T18" fmla="+- 0 367 359"/>
                  <a:gd name="T19" fmla="*/ 367 h 56"/>
                  <a:gd name="T20" fmla="+- 0 4680 4679"/>
                  <a:gd name="T21" fmla="*/ T20 w 35"/>
                  <a:gd name="T22" fmla="+- 0 376 359"/>
                  <a:gd name="T23" fmla="*/ 376 h 56"/>
                  <a:gd name="T24" fmla="+- 0 4679 4679"/>
                  <a:gd name="T25" fmla="*/ T24 w 35"/>
                  <a:gd name="T26" fmla="+- 0 381 359"/>
                  <a:gd name="T27" fmla="*/ 381 h 56"/>
                  <a:gd name="T28" fmla="+- 0 4679 4679"/>
                  <a:gd name="T29" fmla="*/ T28 w 35"/>
                  <a:gd name="T30" fmla="+- 0 394 359"/>
                  <a:gd name="T31" fmla="*/ 394 h 56"/>
                  <a:gd name="T32" fmla="+- 0 4680 4679"/>
                  <a:gd name="T33" fmla="*/ T32 w 35"/>
                  <a:gd name="T34" fmla="+- 0 400 359"/>
                  <a:gd name="T35" fmla="*/ 400 h 56"/>
                  <a:gd name="T36" fmla="+- 0 4687 4679"/>
                  <a:gd name="T37" fmla="*/ T36 w 35"/>
                  <a:gd name="T38" fmla="+- 0 411 359"/>
                  <a:gd name="T39" fmla="*/ 411 h 56"/>
                  <a:gd name="T40" fmla="+- 0 4691 4679"/>
                  <a:gd name="T41" fmla="*/ T40 w 35"/>
                  <a:gd name="T42" fmla="+- 0 414 359"/>
                  <a:gd name="T43" fmla="*/ 414 h 56"/>
                  <a:gd name="T44" fmla="+- 0 4698 4679"/>
                  <a:gd name="T45" fmla="*/ T44 w 35"/>
                  <a:gd name="T46" fmla="+- 0 414 359"/>
                  <a:gd name="T47" fmla="*/ 414 h 56"/>
                  <a:gd name="T48" fmla="+- 0 4701 4679"/>
                  <a:gd name="T49" fmla="*/ T48 w 35"/>
                  <a:gd name="T50" fmla="+- 0 413 359"/>
                  <a:gd name="T51" fmla="*/ 413 h 56"/>
                  <a:gd name="T52" fmla="+- 0 4703 4679"/>
                  <a:gd name="T53" fmla="*/ T52 w 35"/>
                  <a:gd name="T54" fmla="+- 0 412 359"/>
                  <a:gd name="T55" fmla="*/ 412 h 56"/>
                  <a:gd name="T56" fmla="+- 0 4693 4679"/>
                  <a:gd name="T57" fmla="*/ T56 w 35"/>
                  <a:gd name="T58" fmla="+- 0 412 359"/>
                  <a:gd name="T59" fmla="*/ 412 h 56"/>
                  <a:gd name="T60" fmla="+- 0 4691 4679"/>
                  <a:gd name="T61" fmla="*/ T60 w 35"/>
                  <a:gd name="T62" fmla="+- 0 410 359"/>
                  <a:gd name="T63" fmla="*/ 410 h 56"/>
                  <a:gd name="T64" fmla="+- 0 4688 4679"/>
                  <a:gd name="T65" fmla="*/ T64 w 35"/>
                  <a:gd name="T66" fmla="+- 0 401 359"/>
                  <a:gd name="T67" fmla="*/ 401 h 56"/>
                  <a:gd name="T68" fmla="+- 0 4687 4679"/>
                  <a:gd name="T69" fmla="*/ T68 w 35"/>
                  <a:gd name="T70" fmla="+- 0 395 359"/>
                  <a:gd name="T71" fmla="*/ 395 h 56"/>
                  <a:gd name="T72" fmla="+- 0 4687 4679"/>
                  <a:gd name="T73" fmla="*/ T72 w 35"/>
                  <a:gd name="T74" fmla="+- 0 381 359"/>
                  <a:gd name="T75" fmla="*/ 381 h 56"/>
                  <a:gd name="T76" fmla="+- 0 4696 4679"/>
                  <a:gd name="T77" fmla="*/ T76 w 35"/>
                  <a:gd name="T78" fmla="+- 0 362 359"/>
                  <a:gd name="T79" fmla="*/ 362 h 56"/>
                  <a:gd name="T80" fmla="+- 0 4704 4679"/>
                  <a:gd name="T81" fmla="*/ T80 w 35"/>
                  <a:gd name="T82" fmla="+- 0 362 359"/>
                  <a:gd name="T83" fmla="*/ 362 h 56"/>
                  <a:gd name="T84" fmla="+- 0 4704 4679"/>
                  <a:gd name="T85" fmla="*/ T84 w 35"/>
                  <a:gd name="T86" fmla="+- 0 361 359"/>
                  <a:gd name="T87" fmla="*/ 361 h 56"/>
                  <a:gd name="T88" fmla="+- 0 4700 4679"/>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81" name="Freeform 4808">
                <a:extLst>
                  <a:ext uri="{FF2B5EF4-FFF2-40B4-BE49-F238E27FC236}">
                    <a16:creationId xmlns:a16="http://schemas.microsoft.com/office/drawing/2014/main" id="{1E0D6CDD-FBDB-95F4-5F0A-DD9D7BEB4D7D}"/>
                  </a:ext>
                </a:extLst>
              </p:cNvPr>
              <p:cNvSpPr>
                <a:spLocks/>
              </p:cNvSpPr>
              <p:nvPr/>
            </p:nvSpPr>
            <p:spPr bwMode="auto">
              <a:xfrm>
                <a:off x="4679" y="359"/>
                <a:ext cx="35" cy="56"/>
              </a:xfrm>
              <a:custGeom>
                <a:avLst/>
                <a:gdLst>
                  <a:gd name="T0" fmla="+- 0 4704 4679"/>
                  <a:gd name="T1" fmla="*/ T0 w 35"/>
                  <a:gd name="T2" fmla="+- 0 362 359"/>
                  <a:gd name="T3" fmla="*/ 362 h 56"/>
                  <a:gd name="T4" fmla="+- 0 4696 4679"/>
                  <a:gd name="T5" fmla="*/ T4 w 35"/>
                  <a:gd name="T6" fmla="+- 0 362 359"/>
                  <a:gd name="T7" fmla="*/ 362 h 56"/>
                  <a:gd name="T8" fmla="+- 0 4700 4679"/>
                  <a:gd name="T9" fmla="*/ T8 w 35"/>
                  <a:gd name="T10" fmla="+- 0 363 359"/>
                  <a:gd name="T11" fmla="*/ 363 h 56"/>
                  <a:gd name="T12" fmla="+- 0 4702 4679"/>
                  <a:gd name="T13" fmla="*/ T12 w 35"/>
                  <a:gd name="T14" fmla="+- 0 364 359"/>
                  <a:gd name="T15" fmla="*/ 364 h 56"/>
                  <a:gd name="T16" fmla="+- 0 4703 4679"/>
                  <a:gd name="T17" fmla="*/ T16 w 35"/>
                  <a:gd name="T18" fmla="+- 0 366 359"/>
                  <a:gd name="T19" fmla="*/ 366 h 56"/>
                  <a:gd name="T20" fmla="+- 0 4705 4679"/>
                  <a:gd name="T21" fmla="*/ T20 w 35"/>
                  <a:gd name="T22" fmla="+- 0 373 359"/>
                  <a:gd name="T23" fmla="*/ 373 h 56"/>
                  <a:gd name="T24" fmla="+- 0 4705 4679"/>
                  <a:gd name="T25" fmla="*/ T24 w 35"/>
                  <a:gd name="T26" fmla="+- 0 376 359"/>
                  <a:gd name="T27" fmla="*/ 376 h 56"/>
                  <a:gd name="T28" fmla="+- 0 4706 4679"/>
                  <a:gd name="T29" fmla="*/ T28 w 35"/>
                  <a:gd name="T30" fmla="+- 0 394 359"/>
                  <a:gd name="T31" fmla="*/ 394 h 56"/>
                  <a:gd name="T32" fmla="+- 0 4705 4679"/>
                  <a:gd name="T33" fmla="*/ T32 w 35"/>
                  <a:gd name="T34" fmla="+- 0 399 359"/>
                  <a:gd name="T35" fmla="*/ 399 h 56"/>
                  <a:gd name="T36" fmla="+- 0 4703 4679"/>
                  <a:gd name="T37" fmla="*/ T36 w 35"/>
                  <a:gd name="T38" fmla="+- 0 406 359"/>
                  <a:gd name="T39" fmla="*/ 406 h 56"/>
                  <a:gd name="T40" fmla="+- 0 4702 4679"/>
                  <a:gd name="T41" fmla="*/ T40 w 35"/>
                  <a:gd name="T42" fmla="+- 0 409 359"/>
                  <a:gd name="T43" fmla="*/ 409 h 56"/>
                  <a:gd name="T44" fmla="+- 0 4700 4679"/>
                  <a:gd name="T45" fmla="*/ T44 w 35"/>
                  <a:gd name="T46" fmla="+- 0 410 359"/>
                  <a:gd name="T47" fmla="*/ 410 h 56"/>
                  <a:gd name="T48" fmla="+- 0 4696 4679"/>
                  <a:gd name="T49" fmla="*/ T48 w 35"/>
                  <a:gd name="T50" fmla="+- 0 412 359"/>
                  <a:gd name="T51" fmla="*/ 412 h 56"/>
                  <a:gd name="T52" fmla="+- 0 4703 4679"/>
                  <a:gd name="T53" fmla="*/ T52 w 35"/>
                  <a:gd name="T54" fmla="+- 0 412 359"/>
                  <a:gd name="T55" fmla="*/ 412 h 56"/>
                  <a:gd name="T56" fmla="+- 0 4713 4679"/>
                  <a:gd name="T57" fmla="*/ T56 w 35"/>
                  <a:gd name="T58" fmla="+- 0 377 359"/>
                  <a:gd name="T59" fmla="*/ 377 h 56"/>
                  <a:gd name="T60" fmla="+- 0 4711 4679"/>
                  <a:gd name="T61" fmla="*/ T60 w 35"/>
                  <a:gd name="T62" fmla="+- 0 370 359"/>
                  <a:gd name="T63" fmla="*/ 370 h 56"/>
                  <a:gd name="T64" fmla="+- 0 4704 4679"/>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0" name="Group 179">
              <a:extLst>
                <a:ext uri="{FF2B5EF4-FFF2-40B4-BE49-F238E27FC236}">
                  <a16:creationId xmlns:a16="http://schemas.microsoft.com/office/drawing/2014/main" id="{041D1D9A-6002-8F25-67E4-3B32F3FCA8BA}"/>
                </a:ext>
              </a:extLst>
            </p:cNvPr>
            <p:cNvGrpSpPr>
              <a:grpSpLocks/>
            </p:cNvGrpSpPr>
            <p:nvPr/>
          </p:nvGrpSpPr>
          <p:grpSpPr bwMode="auto">
            <a:xfrm>
              <a:off x="5135" y="359"/>
              <a:ext cx="35" cy="56"/>
              <a:chOff x="5135" y="359"/>
              <a:chExt cx="35" cy="56"/>
            </a:xfrm>
          </p:grpSpPr>
          <p:sp>
            <p:nvSpPr>
              <p:cNvPr id="1378" name="Freeform 4810">
                <a:extLst>
                  <a:ext uri="{FF2B5EF4-FFF2-40B4-BE49-F238E27FC236}">
                    <a16:creationId xmlns:a16="http://schemas.microsoft.com/office/drawing/2014/main" id="{98388A4A-0FE4-0140-3877-3FF8C7D1BAC2}"/>
                  </a:ext>
                </a:extLst>
              </p:cNvPr>
              <p:cNvSpPr>
                <a:spLocks/>
              </p:cNvSpPr>
              <p:nvPr/>
            </p:nvSpPr>
            <p:spPr bwMode="auto">
              <a:xfrm>
                <a:off x="5135" y="359"/>
                <a:ext cx="35" cy="56"/>
              </a:xfrm>
              <a:custGeom>
                <a:avLst/>
                <a:gdLst>
                  <a:gd name="T0" fmla="+- 0 5157 5135"/>
                  <a:gd name="T1" fmla="*/ T0 w 35"/>
                  <a:gd name="T2" fmla="+- 0 359 359"/>
                  <a:gd name="T3" fmla="*/ 359 h 56"/>
                  <a:gd name="T4" fmla="+- 0 5150 5135"/>
                  <a:gd name="T5" fmla="*/ T4 w 35"/>
                  <a:gd name="T6" fmla="+- 0 359 359"/>
                  <a:gd name="T7" fmla="*/ 359 h 56"/>
                  <a:gd name="T8" fmla="+- 0 5148 5135"/>
                  <a:gd name="T9" fmla="*/ T8 w 35"/>
                  <a:gd name="T10" fmla="+- 0 360 359"/>
                  <a:gd name="T11" fmla="*/ 360 h 56"/>
                  <a:gd name="T12" fmla="+- 0 5142 5135"/>
                  <a:gd name="T13" fmla="*/ T12 w 35"/>
                  <a:gd name="T14" fmla="+- 0 364 359"/>
                  <a:gd name="T15" fmla="*/ 364 h 56"/>
                  <a:gd name="T16" fmla="+- 0 5140 5135"/>
                  <a:gd name="T17" fmla="*/ T16 w 35"/>
                  <a:gd name="T18" fmla="+- 0 367 359"/>
                  <a:gd name="T19" fmla="*/ 367 h 56"/>
                  <a:gd name="T20" fmla="+- 0 5136 5135"/>
                  <a:gd name="T21" fmla="*/ T20 w 35"/>
                  <a:gd name="T22" fmla="+- 0 376 359"/>
                  <a:gd name="T23" fmla="*/ 376 h 56"/>
                  <a:gd name="T24" fmla="+- 0 5135 5135"/>
                  <a:gd name="T25" fmla="*/ T24 w 35"/>
                  <a:gd name="T26" fmla="+- 0 381 359"/>
                  <a:gd name="T27" fmla="*/ 381 h 56"/>
                  <a:gd name="T28" fmla="+- 0 5135 5135"/>
                  <a:gd name="T29" fmla="*/ T28 w 35"/>
                  <a:gd name="T30" fmla="+- 0 394 359"/>
                  <a:gd name="T31" fmla="*/ 394 h 56"/>
                  <a:gd name="T32" fmla="+- 0 5137 5135"/>
                  <a:gd name="T33" fmla="*/ T32 w 35"/>
                  <a:gd name="T34" fmla="+- 0 400 359"/>
                  <a:gd name="T35" fmla="*/ 400 h 56"/>
                  <a:gd name="T36" fmla="+- 0 5143 5135"/>
                  <a:gd name="T37" fmla="*/ T36 w 35"/>
                  <a:gd name="T38" fmla="+- 0 411 359"/>
                  <a:gd name="T39" fmla="*/ 411 h 56"/>
                  <a:gd name="T40" fmla="+- 0 5147 5135"/>
                  <a:gd name="T41" fmla="*/ T40 w 35"/>
                  <a:gd name="T42" fmla="+- 0 414 359"/>
                  <a:gd name="T43" fmla="*/ 414 h 56"/>
                  <a:gd name="T44" fmla="+- 0 5155 5135"/>
                  <a:gd name="T45" fmla="*/ T44 w 35"/>
                  <a:gd name="T46" fmla="+- 0 414 359"/>
                  <a:gd name="T47" fmla="*/ 414 h 56"/>
                  <a:gd name="T48" fmla="+- 0 5157 5135"/>
                  <a:gd name="T49" fmla="*/ T48 w 35"/>
                  <a:gd name="T50" fmla="+- 0 413 359"/>
                  <a:gd name="T51" fmla="*/ 413 h 56"/>
                  <a:gd name="T52" fmla="+- 0 5159 5135"/>
                  <a:gd name="T53" fmla="*/ T52 w 35"/>
                  <a:gd name="T54" fmla="+- 0 412 359"/>
                  <a:gd name="T55" fmla="*/ 412 h 56"/>
                  <a:gd name="T56" fmla="+- 0 5149 5135"/>
                  <a:gd name="T57" fmla="*/ T56 w 35"/>
                  <a:gd name="T58" fmla="+- 0 412 359"/>
                  <a:gd name="T59" fmla="*/ 412 h 56"/>
                  <a:gd name="T60" fmla="+- 0 5147 5135"/>
                  <a:gd name="T61" fmla="*/ T60 w 35"/>
                  <a:gd name="T62" fmla="+- 0 410 359"/>
                  <a:gd name="T63" fmla="*/ 410 h 56"/>
                  <a:gd name="T64" fmla="+- 0 5146 5135"/>
                  <a:gd name="T65" fmla="*/ T64 w 35"/>
                  <a:gd name="T66" fmla="+- 0 406 359"/>
                  <a:gd name="T67" fmla="*/ 406 h 56"/>
                  <a:gd name="T68" fmla="+- 0 5144 5135"/>
                  <a:gd name="T69" fmla="*/ T68 w 35"/>
                  <a:gd name="T70" fmla="+- 0 401 359"/>
                  <a:gd name="T71" fmla="*/ 401 h 56"/>
                  <a:gd name="T72" fmla="+- 0 5143 5135"/>
                  <a:gd name="T73" fmla="*/ T72 w 35"/>
                  <a:gd name="T74" fmla="+- 0 395 359"/>
                  <a:gd name="T75" fmla="*/ 395 h 56"/>
                  <a:gd name="T76" fmla="+- 0 5152 5135"/>
                  <a:gd name="T77" fmla="*/ T76 w 35"/>
                  <a:gd name="T78" fmla="+- 0 362 359"/>
                  <a:gd name="T79" fmla="*/ 362 h 56"/>
                  <a:gd name="T80" fmla="+- 0 5161 5135"/>
                  <a:gd name="T81" fmla="*/ T80 w 35"/>
                  <a:gd name="T82" fmla="+- 0 362 359"/>
                  <a:gd name="T83" fmla="*/ 362 h 56"/>
                  <a:gd name="T84" fmla="+- 0 5160 5135"/>
                  <a:gd name="T85" fmla="*/ T84 w 35"/>
                  <a:gd name="T86" fmla="+- 0 361 359"/>
                  <a:gd name="T87" fmla="*/ 361 h 56"/>
                  <a:gd name="T88" fmla="+- 0 5157 5135"/>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79" name="Freeform 4811">
                <a:extLst>
                  <a:ext uri="{FF2B5EF4-FFF2-40B4-BE49-F238E27FC236}">
                    <a16:creationId xmlns:a16="http://schemas.microsoft.com/office/drawing/2014/main" id="{0082589D-ED93-3601-16F7-FC8BF04244E6}"/>
                  </a:ext>
                </a:extLst>
              </p:cNvPr>
              <p:cNvSpPr>
                <a:spLocks/>
              </p:cNvSpPr>
              <p:nvPr/>
            </p:nvSpPr>
            <p:spPr bwMode="auto">
              <a:xfrm>
                <a:off x="5135" y="359"/>
                <a:ext cx="35" cy="56"/>
              </a:xfrm>
              <a:custGeom>
                <a:avLst/>
                <a:gdLst>
                  <a:gd name="T0" fmla="+- 0 5161 5135"/>
                  <a:gd name="T1" fmla="*/ T0 w 35"/>
                  <a:gd name="T2" fmla="+- 0 362 359"/>
                  <a:gd name="T3" fmla="*/ 362 h 56"/>
                  <a:gd name="T4" fmla="+- 0 5152 5135"/>
                  <a:gd name="T5" fmla="*/ T4 w 35"/>
                  <a:gd name="T6" fmla="+- 0 362 359"/>
                  <a:gd name="T7" fmla="*/ 362 h 56"/>
                  <a:gd name="T8" fmla="+- 0 5156 5135"/>
                  <a:gd name="T9" fmla="*/ T8 w 35"/>
                  <a:gd name="T10" fmla="+- 0 363 359"/>
                  <a:gd name="T11" fmla="*/ 363 h 56"/>
                  <a:gd name="T12" fmla="+- 0 5158 5135"/>
                  <a:gd name="T13" fmla="*/ T12 w 35"/>
                  <a:gd name="T14" fmla="+- 0 364 359"/>
                  <a:gd name="T15" fmla="*/ 364 h 56"/>
                  <a:gd name="T16" fmla="+- 0 5159 5135"/>
                  <a:gd name="T17" fmla="*/ T16 w 35"/>
                  <a:gd name="T18" fmla="+- 0 366 359"/>
                  <a:gd name="T19" fmla="*/ 366 h 56"/>
                  <a:gd name="T20" fmla="+- 0 5161 5135"/>
                  <a:gd name="T21" fmla="*/ T20 w 35"/>
                  <a:gd name="T22" fmla="+- 0 373 359"/>
                  <a:gd name="T23" fmla="*/ 373 h 56"/>
                  <a:gd name="T24" fmla="+- 0 5162 5135"/>
                  <a:gd name="T25" fmla="*/ T24 w 35"/>
                  <a:gd name="T26" fmla="+- 0 376 359"/>
                  <a:gd name="T27" fmla="*/ 376 h 56"/>
                  <a:gd name="T28" fmla="+- 0 5162 5135"/>
                  <a:gd name="T29" fmla="*/ T28 w 35"/>
                  <a:gd name="T30" fmla="+- 0 394 359"/>
                  <a:gd name="T31" fmla="*/ 394 h 56"/>
                  <a:gd name="T32" fmla="+- 0 5161 5135"/>
                  <a:gd name="T33" fmla="*/ T32 w 35"/>
                  <a:gd name="T34" fmla="+- 0 399 359"/>
                  <a:gd name="T35" fmla="*/ 399 h 56"/>
                  <a:gd name="T36" fmla="+- 0 5159 5135"/>
                  <a:gd name="T37" fmla="*/ T36 w 35"/>
                  <a:gd name="T38" fmla="+- 0 406 359"/>
                  <a:gd name="T39" fmla="*/ 406 h 56"/>
                  <a:gd name="T40" fmla="+- 0 5158 5135"/>
                  <a:gd name="T41" fmla="*/ T40 w 35"/>
                  <a:gd name="T42" fmla="+- 0 409 359"/>
                  <a:gd name="T43" fmla="*/ 409 h 56"/>
                  <a:gd name="T44" fmla="+- 0 5157 5135"/>
                  <a:gd name="T45" fmla="*/ T44 w 35"/>
                  <a:gd name="T46" fmla="+- 0 410 359"/>
                  <a:gd name="T47" fmla="*/ 410 h 56"/>
                  <a:gd name="T48" fmla="+- 0 5152 5135"/>
                  <a:gd name="T49" fmla="*/ T48 w 35"/>
                  <a:gd name="T50" fmla="+- 0 412 359"/>
                  <a:gd name="T51" fmla="*/ 412 h 56"/>
                  <a:gd name="T52" fmla="+- 0 5159 5135"/>
                  <a:gd name="T53" fmla="*/ T52 w 35"/>
                  <a:gd name="T54" fmla="+- 0 412 359"/>
                  <a:gd name="T55" fmla="*/ 412 h 56"/>
                  <a:gd name="T56" fmla="+- 0 5170 5135"/>
                  <a:gd name="T57" fmla="*/ T56 w 35"/>
                  <a:gd name="T58" fmla="+- 0 377 359"/>
                  <a:gd name="T59" fmla="*/ 377 h 56"/>
                  <a:gd name="T60" fmla="+- 0 5168 5135"/>
                  <a:gd name="T61" fmla="*/ T60 w 35"/>
                  <a:gd name="T62" fmla="+- 0 370 359"/>
                  <a:gd name="T63" fmla="*/ 370 h 56"/>
                  <a:gd name="T64" fmla="+- 0 5161 5135"/>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4"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1" name="Group 180">
              <a:extLst>
                <a:ext uri="{FF2B5EF4-FFF2-40B4-BE49-F238E27FC236}">
                  <a16:creationId xmlns:a16="http://schemas.microsoft.com/office/drawing/2014/main" id="{64F63FFE-F7B6-87A7-B4B9-435AB6A9305F}"/>
                </a:ext>
              </a:extLst>
            </p:cNvPr>
            <p:cNvGrpSpPr>
              <a:grpSpLocks/>
            </p:cNvGrpSpPr>
            <p:nvPr/>
          </p:nvGrpSpPr>
          <p:grpSpPr bwMode="auto">
            <a:xfrm>
              <a:off x="5592" y="359"/>
              <a:ext cx="35" cy="56"/>
              <a:chOff x="5592" y="359"/>
              <a:chExt cx="35" cy="56"/>
            </a:xfrm>
          </p:grpSpPr>
          <p:sp>
            <p:nvSpPr>
              <p:cNvPr id="1376" name="Freeform 4813">
                <a:extLst>
                  <a:ext uri="{FF2B5EF4-FFF2-40B4-BE49-F238E27FC236}">
                    <a16:creationId xmlns:a16="http://schemas.microsoft.com/office/drawing/2014/main" id="{F275CE4E-CD20-BF03-92DE-7B89B372F223}"/>
                  </a:ext>
                </a:extLst>
              </p:cNvPr>
              <p:cNvSpPr>
                <a:spLocks/>
              </p:cNvSpPr>
              <p:nvPr/>
            </p:nvSpPr>
            <p:spPr bwMode="auto">
              <a:xfrm>
                <a:off x="5592" y="359"/>
                <a:ext cx="35" cy="56"/>
              </a:xfrm>
              <a:custGeom>
                <a:avLst/>
                <a:gdLst>
                  <a:gd name="T0" fmla="+- 0 5613 5592"/>
                  <a:gd name="T1" fmla="*/ T0 w 35"/>
                  <a:gd name="T2" fmla="+- 0 359 359"/>
                  <a:gd name="T3" fmla="*/ 359 h 56"/>
                  <a:gd name="T4" fmla="+- 0 5606 5592"/>
                  <a:gd name="T5" fmla="*/ T4 w 35"/>
                  <a:gd name="T6" fmla="+- 0 359 359"/>
                  <a:gd name="T7" fmla="*/ 359 h 56"/>
                  <a:gd name="T8" fmla="+- 0 5604 5592"/>
                  <a:gd name="T9" fmla="*/ T8 w 35"/>
                  <a:gd name="T10" fmla="+- 0 360 359"/>
                  <a:gd name="T11" fmla="*/ 360 h 56"/>
                  <a:gd name="T12" fmla="+- 0 5602 5592"/>
                  <a:gd name="T13" fmla="*/ T12 w 35"/>
                  <a:gd name="T14" fmla="+- 0 362 359"/>
                  <a:gd name="T15" fmla="*/ 362 h 56"/>
                  <a:gd name="T16" fmla="+- 0 5599 5592"/>
                  <a:gd name="T17" fmla="*/ T16 w 35"/>
                  <a:gd name="T18" fmla="+- 0 364 359"/>
                  <a:gd name="T19" fmla="*/ 364 h 56"/>
                  <a:gd name="T20" fmla="+- 0 5596 5592"/>
                  <a:gd name="T21" fmla="*/ T20 w 35"/>
                  <a:gd name="T22" fmla="+- 0 367 359"/>
                  <a:gd name="T23" fmla="*/ 367 h 56"/>
                  <a:gd name="T24" fmla="+- 0 5592 5592"/>
                  <a:gd name="T25" fmla="*/ T24 w 35"/>
                  <a:gd name="T26" fmla="+- 0 376 359"/>
                  <a:gd name="T27" fmla="*/ 376 h 56"/>
                  <a:gd name="T28" fmla="+- 0 5592 5592"/>
                  <a:gd name="T29" fmla="*/ T28 w 35"/>
                  <a:gd name="T30" fmla="+- 0 381 359"/>
                  <a:gd name="T31" fmla="*/ 381 h 56"/>
                  <a:gd name="T32" fmla="+- 0 5592 5592"/>
                  <a:gd name="T33" fmla="*/ T32 w 35"/>
                  <a:gd name="T34" fmla="+- 0 394 359"/>
                  <a:gd name="T35" fmla="*/ 394 h 56"/>
                  <a:gd name="T36" fmla="+- 0 5593 5592"/>
                  <a:gd name="T37" fmla="*/ T36 w 35"/>
                  <a:gd name="T38" fmla="+- 0 400 359"/>
                  <a:gd name="T39" fmla="*/ 400 h 56"/>
                  <a:gd name="T40" fmla="+- 0 5599 5592"/>
                  <a:gd name="T41" fmla="*/ T40 w 35"/>
                  <a:gd name="T42" fmla="+- 0 411 359"/>
                  <a:gd name="T43" fmla="*/ 411 h 56"/>
                  <a:gd name="T44" fmla="+- 0 5603 5592"/>
                  <a:gd name="T45" fmla="*/ T44 w 35"/>
                  <a:gd name="T46" fmla="+- 0 414 359"/>
                  <a:gd name="T47" fmla="*/ 414 h 56"/>
                  <a:gd name="T48" fmla="+- 0 5611 5592"/>
                  <a:gd name="T49" fmla="*/ T48 w 35"/>
                  <a:gd name="T50" fmla="+- 0 414 359"/>
                  <a:gd name="T51" fmla="*/ 414 h 56"/>
                  <a:gd name="T52" fmla="+- 0 5614 5592"/>
                  <a:gd name="T53" fmla="*/ T52 w 35"/>
                  <a:gd name="T54" fmla="+- 0 413 359"/>
                  <a:gd name="T55" fmla="*/ 413 h 56"/>
                  <a:gd name="T56" fmla="+- 0 5616 5592"/>
                  <a:gd name="T57" fmla="*/ T56 w 35"/>
                  <a:gd name="T58" fmla="+- 0 412 359"/>
                  <a:gd name="T59" fmla="*/ 412 h 56"/>
                  <a:gd name="T60" fmla="+- 0 5606 5592"/>
                  <a:gd name="T61" fmla="*/ T60 w 35"/>
                  <a:gd name="T62" fmla="+- 0 412 359"/>
                  <a:gd name="T63" fmla="*/ 412 h 56"/>
                  <a:gd name="T64" fmla="+- 0 5603 5592"/>
                  <a:gd name="T65" fmla="*/ T64 w 35"/>
                  <a:gd name="T66" fmla="+- 0 410 359"/>
                  <a:gd name="T67" fmla="*/ 410 h 56"/>
                  <a:gd name="T68" fmla="+- 0 5602 5592"/>
                  <a:gd name="T69" fmla="*/ T68 w 35"/>
                  <a:gd name="T70" fmla="+- 0 406 359"/>
                  <a:gd name="T71" fmla="*/ 406 h 56"/>
                  <a:gd name="T72" fmla="+- 0 5600 5592"/>
                  <a:gd name="T73" fmla="*/ T72 w 35"/>
                  <a:gd name="T74" fmla="+- 0 401 359"/>
                  <a:gd name="T75" fmla="*/ 401 h 56"/>
                  <a:gd name="T76" fmla="+- 0 5599 5592"/>
                  <a:gd name="T77" fmla="*/ T76 w 35"/>
                  <a:gd name="T78" fmla="+- 0 395 359"/>
                  <a:gd name="T79" fmla="*/ 395 h 56"/>
                  <a:gd name="T80" fmla="+- 0 5609 5592"/>
                  <a:gd name="T81" fmla="*/ T80 w 35"/>
                  <a:gd name="T82" fmla="+- 0 362 359"/>
                  <a:gd name="T83" fmla="*/ 362 h 56"/>
                  <a:gd name="T84" fmla="+- 0 5617 5592"/>
                  <a:gd name="T85" fmla="*/ T84 w 35"/>
                  <a:gd name="T86" fmla="+- 0 362 359"/>
                  <a:gd name="T87" fmla="*/ 362 h 56"/>
                  <a:gd name="T88" fmla="+- 0 5617 5592"/>
                  <a:gd name="T89" fmla="*/ T88 w 35"/>
                  <a:gd name="T90" fmla="+- 0 361 359"/>
                  <a:gd name="T91" fmla="*/ 361 h 56"/>
                  <a:gd name="T92" fmla="+- 0 5613 5592"/>
                  <a:gd name="T93" fmla="*/ T92 w 35"/>
                  <a:gd name="T94" fmla="+- 0 359 359"/>
                  <a:gd name="T95"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77" name="Freeform 4814">
                <a:extLst>
                  <a:ext uri="{FF2B5EF4-FFF2-40B4-BE49-F238E27FC236}">
                    <a16:creationId xmlns:a16="http://schemas.microsoft.com/office/drawing/2014/main" id="{01CA8A9B-AE07-74E6-C5D8-A3F9D55AB9FA}"/>
                  </a:ext>
                </a:extLst>
              </p:cNvPr>
              <p:cNvSpPr>
                <a:spLocks/>
              </p:cNvSpPr>
              <p:nvPr/>
            </p:nvSpPr>
            <p:spPr bwMode="auto">
              <a:xfrm>
                <a:off x="5592" y="359"/>
                <a:ext cx="35" cy="56"/>
              </a:xfrm>
              <a:custGeom>
                <a:avLst/>
                <a:gdLst>
                  <a:gd name="T0" fmla="+- 0 5617 5592"/>
                  <a:gd name="T1" fmla="*/ T0 w 35"/>
                  <a:gd name="T2" fmla="+- 0 362 359"/>
                  <a:gd name="T3" fmla="*/ 362 h 56"/>
                  <a:gd name="T4" fmla="+- 0 5609 5592"/>
                  <a:gd name="T5" fmla="*/ T4 w 35"/>
                  <a:gd name="T6" fmla="+- 0 362 359"/>
                  <a:gd name="T7" fmla="*/ 362 h 56"/>
                  <a:gd name="T8" fmla="+- 0 5613 5592"/>
                  <a:gd name="T9" fmla="*/ T8 w 35"/>
                  <a:gd name="T10" fmla="+- 0 363 359"/>
                  <a:gd name="T11" fmla="*/ 363 h 56"/>
                  <a:gd name="T12" fmla="+- 0 5614 5592"/>
                  <a:gd name="T13" fmla="*/ T12 w 35"/>
                  <a:gd name="T14" fmla="+- 0 364 359"/>
                  <a:gd name="T15" fmla="*/ 364 h 56"/>
                  <a:gd name="T16" fmla="+- 0 5615 5592"/>
                  <a:gd name="T17" fmla="*/ T16 w 35"/>
                  <a:gd name="T18" fmla="+- 0 366 359"/>
                  <a:gd name="T19" fmla="*/ 366 h 56"/>
                  <a:gd name="T20" fmla="+- 0 5618 5592"/>
                  <a:gd name="T21" fmla="*/ T20 w 35"/>
                  <a:gd name="T22" fmla="+- 0 373 359"/>
                  <a:gd name="T23" fmla="*/ 373 h 56"/>
                  <a:gd name="T24" fmla="+- 0 5618 5592"/>
                  <a:gd name="T25" fmla="*/ T24 w 35"/>
                  <a:gd name="T26" fmla="+- 0 376 359"/>
                  <a:gd name="T27" fmla="*/ 376 h 56"/>
                  <a:gd name="T28" fmla="+- 0 5618 5592"/>
                  <a:gd name="T29" fmla="*/ T28 w 35"/>
                  <a:gd name="T30" fmla="+- 0 394 359"/>
                  <a:gd name="T31" fmla="*/ 394 h 56"/>
                  <a:gd name="T32" fmla="+- 0 5618 5592"/>
                  <a:gd name="T33" fmla="*/ T32 w 35"/>
                  <a:gd name="T34" fmla="+- 0 399 359"/>
                  <a:gd name="T35" fmla="*/ 399 h 56"/>
                  <a:gd name="T36" fmla="+- 0 5616 5592"/>
                  <a:gd name="T37" fmla="*/ T36 w 35"/>
                  <a:gd name="T38" fmla="+- 0 406 359"/>
                  <a:gd name="T39" fmla="*/ 406 h 56"/>
                  <a:gd name="T40" fmla="+- 0 5615 5592"/>
                  <a:gd name="T41" fmla="*/ T40 w 35"/>
                  <a:gd name="T42" fmla="+- 0 409 359"/>
                  <a:gd name="T43" fmla="*/ 409 h 56"/>
                  <a:gd name="T44" fmla="+- 0 5613 5592"/>
                  <a:gd name="T45" fmla="*/ T44 w 35"/>
                  <a:gd name="T46" fmla="+- 0 410 359"/>
                  <a:gd name="T47" fmla="*/ 410 h 56"/>
                  <a:gd name="T48" fmla="+- 0 5609 5592"/>
                  <a:gd name="T49" fmla="*/ T48 w 35"/>
                  <a:gd name="T50" fmla="+- 0 412 359"/>
                  <a:gd name="T51" fmla="*/ 412 h 56"/>
                  <a:gd name="T52" fmla="+- 0 5616 5592"/>
                  <a:gd name="T53" fmla="*/ T52 w 35"/>
                  <a:gd name="T54" fmla="+- 0 412 359"/>
                  <a:gd name="T55" fmla="*/ 412 h 56"/>
                  <a:gd name="T56" fmla="+- 0 5626 5592"/>
                  <a:gd name="T57" fmla="*/ T56 w 35"/>
                  <a:gd name="T58" fmla="+- 0 377 359"/>
                  <a:gd name="T59" fmla="*/ 377 h 56"/>
                  <a:gd name="T60" fmla="+- 0 5624 5592"/>
                  <a:gd name="T61" fmla="*/ T60 w 35"/>
                  <a:gd name="T62" fmla="+- 0 370 359"/>
                  <a:gd name="T63" fmla="*/ 370 h 56"/>
                  <a:gd name="T64" fmla="+- 0 5617 5592"/>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2" name="Group 181">
              <a:extLst>
                <a:ext uri="{FF2B5EF4-FFF2-40B4-BE49-F238E27FC236}">
                  <a16:creationId xmlns:a16="http://schemas.microsoft.com/office/drawing/2014/main" id="{3963B7D6-88BF-0CAE-1999-194FAFB32AC3}"/>
                </a:ext>
              </a:extLst>
            </p:cNvPr>
            <p:cNvGrpSpPr>
              <a:grpSpLocks/>
            </p:cNvGrpSpPr>
            <p:nvPr/>
          </p:nvGrpSpPr>
          <p:grpSpPr bwMode="auto">
            <a:xfrm>
              <a:off x="6048" y="359"/>
              <a:ext cx="35" cy="56"/>
              <a:chOff x="6048" y="359"/>
              <a:chExt cx="35" cy="56"/>
            </a:xfrm>
          </p:grpSpPr>
          <p:sp>
            <p:nvSpPr>
              <p:cNvPr id="1374" name="Freeform 4816">
                <a:extLst>
                  <a:ext uri="{FF2B5EF4-FFF2-40B4-BE49-F238E27FC236}">
                    <a16:creationId xmlns:a16="http://schemas.microsoft.com/office/drawing/2014/main" id="{8056EC00-9CE7-3926-DC33-D1DDF33615D0}"/>
                  </a:ext>
                </a:extLst>
              </p:cNvPr>
              <p:cNvSpPr>
                <a:spLocks/>
              </p:cNvSpPr>
              <p:nvPr/>
            </p:nvSpPr>
            <p:spPr bwMode="auto">
              <a:xfrm>
                <a:off x="6048" y="359"/>
                <a:ext cx="35" cy="56"/>
              </a:xfrm>
              <a:custGeom>
                <a:avLst/>
                <a:gdLst>
                  <a:gd name="T0" fmla="+- 0 6069 6048"/>
                  <a:gd name="T1" fmla="*/ T0 w 35"/>
                  <a:gd name="T2" fmla="+- 0 359 359"/>
                  <a:gd name="T3" fmla="*/ 359 h 56"/>
                  <a:gd name="T4" fmla="+- 0 6063 6048"/>
                  <a:gd name="T5" fmla="*/ T4 w 35"/>
                  <a:gd name="T6" fmla="+- 0 359 359"/>
                  <a:gd name="T7" fmla="*/ 359 h 56"/>
                  <a:gd name="T8" fmla="+- 0 6060 6048"/>
                  <a:gd name="T9" fmla="*/ T8 w 35"/>
                  <a:gd name="T10" fmla="+- 0 360 359"/>
                  <a:gd name="T11" fmla="*/ 360 h 56"/>
                  <a:gd name="T12" fmla="+- 0 6055 6048"/>
                  <a:gd name="T13" fmla="*/ T12 w 35"/>
                  <a:gd name="T14" fmla="+- 0 364 359"/>
                  <a:gd name="T15" fmla="*/ 364 h 56"/>
                  <a:gd name="T16" fmla="+- 0 6052 6048"/>
                  <a:gd name="T17" fmla="*/ T16 w 35"/>
                  <a:gd name="T18" fmla="+- 0 367 359"/>
                  <a:gd name="T19" fmla="*/ 367 h 56"/>
                  <a:gd name="T20" fmla="+- 0 6049 6048"/>
                  <a:gd name="T21" fmla="*/ T20 w 35"/>
                  <a:gd name="T22" fmla="+- 0 376 359"/>
                  <a:gd name="T23" fmla="*/ 376 h 56"/>
                  <a:gd name="T24" fmla="+- 0 6048 6048"/>
                  <a:gd name="T25" fmla="*/ T24 w 35"/>
                  <a:gd name="T26" fmla="+- 0 381 359"/>
                  <a:gd name="T27" fmla="*/ 381 h 56"/>
                  <a:gd name="T28" fmla="+- 0 6048 6048"/>
                  <a:gd name="T29" fmla="*/ T28 w 35"/>
                  <a:gd name="T30" fmla="+- 0 394 359"/>
                  <a:gd name="T31" fmla="*/ 394 h 56"/>
                  <a:gd name="T32" fmla="+- 0 6049 6048"/>
                  <a:gd name="T33" fmla="*/ T32 w 35"/>
                  <a:gd name="T34" fmla="+- 0 400 359"/>
                  <a:gd name="T35" fmla="*/ 400 h 56"/>
                  <a:gd name="T36" fmla="+- 0 6055 6048"/>
                  <a:gd name="T37" fmla="*/ T36 w 35"/>
                  <a:gd name="T38" fmla="+- 0 411 359"/>
                  <a:gd name="T39" fmla="*/ 411 h 56"/>
                  <a:gd name="T40" fmla="+- 0 6060 6048"/>
                  <a:gd name="T41" fmla="*/ T40 w 35"/>
                  <a:gd name="T42" fmla="+- 0 414 359"/>
                  <a:gd name="T43" fmla="*/ 414 h 56"/>
                  <a:gd name="T44" fmla="+- 0 6067 6048"/>
                  <a:gd name="T45" fmla="*/ T44 w 35"/>
                  <a:gd name="T46" fmla="+- 0 414 359"/>
                  <a:gd name="T47" fmla="*/ 414 h 56"/>
                  <a:gd name="T48" fmla="+- 0 6070 6048"/>
                  <a:gd name="T49" fmla="*/ T48 w 35"/>
                  <a:gd name="T50" fmla="+- 0 413 359"/>
                  <a:gd name="T51" fmla="*/ 413 h 56"/>
                  <a:gd name="T52" fmla="+- 0 6072 6048"/>
                  <a:gd name="T53" fmla="*/ T52 w 35"/>
                  <a:gd name="T54" fmla="+- 0 412 359"/>
                  <a:gd name="T55" fmla="*/ 412 h 56"/>
                  <a:gd name="T56" fmla="+- 0 6062 6048"/>
                  <a:gd name="T57" fmla="*/ T56 w 35"/>
                  <a:gd name="T58" fmla="+- 0 412 359"/>
                  <a:gd name="T59" fmla="*/ 412 h 56"/>
                  <a:gd name="T60" fmla="+- 0 6060 6048"/>
                  <a:gd name="T61" fmla="*/ T60 w 35"/>
                  <a:gd name="T62" fmla="+- 0 410 359"/>
                  <a:gd name="T63" fmla="*/ 410 h 56"/>
                  <a:gd name="T64" fmla="+- 0 6058 6048"/>
                  <a:gd name="T65" fmla="*/ T64 w 35"/>
                  <a:gd name="T66" fmla="+- 0 406 359"/>
                  <a:gd name="T67" fmla="*/ 406 h 56"/>
                  <a:gd name="T68" fmla="+- 0 6056 6048"/>
                  <a:gd name="T69" fmla="*/ T68 w 35"/>
                  <a:gd name="T70" fmla="+- 0 401 359"/>
                  <a:gd name="T71" fmla="*/ 401 h 56"/>
                  <a:gd name="T72" fmla="+- 0 6055 6048"/>
                  <a:gd name="T73" fmla="*/ T72 w 35"/>
                  <a:gd name="T74" fmla="+- 0 395 359"/>
                  <a:gd name="T75" fmla="*/ 395 h 56"/>
                  <a:gd name="T76" fmla="+- 0 6065 6048"/>
                  <a:gd name="T77" fmla="*/ T76 w 35"/>
                  <a:gd name="T78" fmla="+- 0 362 359"/>
                  <a:gd name="T79" fmla="*/ 362 h 56"/>
                  <a:gd name="T80" fmla="+- 0 6073 6048"/>
                  <a:gd name="T81" fmla="*/ T80 w 35"/>
                  <a:gd name="T82" fmla="+- 0 362 359"/>
                  <a:gd name="T83" fmla="*/ 362 h 56"/>
                  <a:gd name="T84" fmla="+- 0 6073 6048"/>
                  <a:gd name="T85" fmla="*/ T84 w 35"/>
                  <a:gd name="T86" fmla="+- 0 361 359"/>
                  <a:gd name="T87" fmla="*/ 361 h 56"/>
                  <a:gd name="T88" fmla="+- 0 6069 6048"/>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75" name="Freeform 4817">
                <a:extLst>
                  <a:ext uri="{FF2B5EF4-FFF2-40B4-BE49-F238E27FC236}">
                    <a16:creationId xmlns:a16="http://schemas.microsoft.com/office/drawing/2014/main" id="{661C270A-3AF0-8407-BB34-BA49790B7137}"/>
                  </a:ext>
                </a:extLst>
              </p:cNvPr>
              <p:cNvSpPr>
                <a:spLocks/>
              </p:cNvSpPr>
              <p:nvPr/>
            </p:nvSpPr>
            <p:spPr bwMode="auto">
              <a:xfrm>
                <a:off x="6048" y="359"/>
                <a:ext cx="35" cy="56"/>
              </a:xfrm>
              <a:custGeom>
                <a:avLst/>
                <a:gdLst>
                  <a:gd name="T0" fmla="+- 0 6073 6048"/>
                  <a:gd name="T1" fmla="*/ T0 w 35"/>
                  <a:gd name="T2" fmla="+- 0 362 359"/>
                  <a:gd name="T3" fmla="*/ 362 h 56"/>
                  <a:gd name="T4" fmla="+- 0 6065 6048"/>
                  <a:gd name="T5" fmla="*/ T4 w 35"/>
                  <a:gd name="T6" fmla="+- 0 362 359"/>
                  <a:gd name="T7" fmla="*/ 362 h 56"/>
                  <a:gd name="T8" fmla="+- 0 6069 6048"/>
                  <a:gd name="T9" fmla="*/ T8 w 35"/>
                  <a:gd name="T10" fmla="+- 0 363 359"/>
                  <a:gd name="T11" fmla="*/ 363 h 56"/>
                  <a:gd name="T12" fmla="+- 0 6070 6048"/>
                  <a:gd name="T13" fmla="*/ T12 w 35"/>
                  <a:gd name="T14" fmla="+- 0 364 359"/>
                  <a:gd name="T15" fmla="*/ 364 h 56"/>
                  <a:gd name="T16" fmla="+- 0 6072 6048"/>
                  <a:gd name="T17" fmla="*/ T16 w 35"/>
                  <a:gd name="T18" fmla="+- 0 366 359"/>
                  <a:gd name="T19" fmla="*/ 366 h 56"/>
                  <a:gd name="T20" fmla="+- 0 6074 6048"/>
                  <a:gd name="T21" fmla="*/ T20 w 35"/>
                  <a:gd name="T22" fmla="+- 0 373 359"/>
                  <a:gd name="T23" fmla="*/ 373 h 56"/>
                  <a:gd name="T24" fmla="+- 0 6074 6048"/>
                  <a:gd name="T25" fmla="*/ T24 w 35"/>
                  <a:gd name="T26" fmla="+- 0 376 359"/>
                  <a:gd name="T27" fmla="*/ 376 h 56"/>
                  <a:gd name="T28" fmla="+- 0 6074 6048"/>
                  <a:gd name="T29" fmla="*/ T28 w 35"/>
                  <a:gd name="T30" fmla="+- 0 394 359"/>
                  <a:gd name="T31" fmla="*/ 394 h 56"/>
                  <a:gd name="T32" fmla="+- 0 6074 6048"/>
                  <a:gd name="T33" fmla="*/ T32 w 35"/>
                  <a:gd name="T34" fmla="+- 0 399 359"/>
                  <a:gd name="T35" fmla="*/ 399 h 56"/>
                  <a:gd name="T36" fmla="+- 0 6072 6048"/>
                  <a:gd name="T37" fmla="*/ T36 w 35"/>
                  <a:gd name="T38" fmla="+- 0 406 359"/>
                  <a:gd name="T39" fmla="*/ 406 h 56"/>
                  <a:gd name="T40" fmla="+- 0 6071 6048"/>
                  <a:gd name="T41" fmla="*/ T40 w 35"/>
                  <a:gd name="T42" fmla="+- 0 409 359"/>
                  <a:gd name="T43" fmla="*/ 409 h 56"/>
                  <a:gd name="T44" fmla="+- 0 6069 6048"/>
                  <a:gd name="T45" fmla="*/ T44 w 35"/>
                  <a:gd name="T46" fmla="+- 0 410 359"/>
                  <a:gd name="T47" fmla="*/ 410 h 56"/>
                  <a:gd name="T48" fmla="+- 0 6065 6048"/>
                  <a:gd name="T49" fmla="*/ T48 w 35"/>
                  <a:gd name="T50" fmla="+- 0 412 359"/>
                  <a:gd name="T51" fmla="*/ 412 h 56"/>
                  <a:gd name="T52" fmla="+- 0 6072 6048"/>
                  <a:gd name="T53" fmla="*/ T52 w 35"/>
                  <a:gd name="T54" fmla="+- 0 412 359"/>
                  <a:gd name="T55" fmla="*/ 412 h 56"/>
                  <a:gd name="T56" fmla="+- 0 6082 6048"/>
                  <a:gd name="T57" fmla="*/ T56 w 35"/>
                  <a:gd name="T58" fmla="+- 0 377 359"/>
                  <a:gd name="T59" fmla="*/ 377 h 56"/>
                  <a:gd name="T60" fmla="+- 0 6080 6048"/>
                  <a:gd name="T61" fmla="*/ T60 w 35"/>
                  <a:gd name="T62" fmla="+- 0 370 359"/>
                  <a:gd name="T63" fmla="*/ 370 h 56"/>
                  <a:gd name="T64" fmla="+- 0 6073 6048"/>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3" name="Group 182">
              <a:extLst>
                <a:ext uri="{FF2B5EF4-FFF2-40B4-BE49-F238E27FC236}">
                  <a16:creationId xmlns:a16="http://schemas.microsoft.com/office/drawing/2014/main" id="{A48E5A91-5821-18F5-AEB3-6181D99D069B}"/>
                </a:ext>
              </a:extLst>
            </p:cNvPr>
            <p:cNvGrpSpPr>
              <a:grpSpLocks/>
            </p:cNvGrpSpPr>
            <p:nvPr/>
          </p:nvGrpSpPr>
          <p:grpSpPr bwMode="auto">
            <a:xfrm>
              <a:off x="6504" y="359"/>
              <a:ext cx="35" cy="56"/>
              <a:chOff x="6504" y="359"/>
              <a:chExt cx="35" cy="56"/>
            </a:xfrm>
          </p:grpSpPr>
          <p:sp>
            <p:nvSpPr>
              <p:cNvPr id="1372" name="Freeform 4819">
                <a:extLst>
                  <a:ext uri="{FF2B5EF4-FFF2-40B4-BE49-F238E27FC236}">
                    <a16:creationId xmlns:a16="http://schemas.microsoft.com/office/drawing/2014/main" id="{803FF0E1-68D1-6595-07FA-29EE114069F2}"/>
                  </a:ext>
                </a:extLst>
              </p:cNvPr>
              <p:cNvSpPr>
                <a:spLocks/>
              </p:cNvSpPr>
              <p:nvPr/>
            </p:nvSpPr>
            <p:spPr bwMode="auto">
              <a:xfrm>
                <a:off x="6504" y="359"/>
                <a:ext cx="35" cy="56"/>
              </a:xfrm>
              <a:custGeom>
                <a:avLst/>
                <a:gdLst>
                  <a:gd name="T0" fmla="+- 0 6526 6504"/>
                  <a:gd name="T1" fmla="*/ T0 w 35"/>
                  <a:gd name="T2" fmla="+- 0 359 359"/>
                  <a:gd name="T3" fmla="*/ 359 h 56"/>
                  <a:gd name="T4" fmla="+- 0 6519 6504"/>
                  <a:gd name="T5" fmla="*/ T4 w 35"/>
                  <a:gd name="T6" fmla="+- 0 359 359"/>
                  <a:gd name="T7" fmla="*/ 359 h 56"/>
                  <a:gd name="T8" fmla="+- 0 6517 6504"/>
                  <a:gd name="T9" fmla="*/ T8 w 35"/>
                  <a:gd name="T10" fmla="+- 0 360 359"/>
                  <a:gd name="T11" fmla="*/ 360 h 56"/>
                  <a:gd name="T12" fmla="+- 0 6511 6504"/>
                  <a:gd name="T13" fmla="*/ T12 w 35"/>
                  <a:gd name="T14" fmla="+- 0 364 359"/>
                  <a:gd name="T15" fmla="*/ 364 h 56"/>
                  <a:gd name="T16" fmla="+- 0 6509 6504"/>
                  <a:gd name="T17" fmla="*/ T16 w 35"/>
                  <a:gd name="T18" fmla="+- 0 367 359"/>
                  <a:gd name="T19" fmla="*/ 367 h 56"/>
                  <a:gd name="T20" fmla="+- 0 6505 6504"/>
                  <a:gd name="T21" fmla="*/ T20 w 35"/>
                  <a:gd name="T22" fmla="+- 0 376 359"/>
                  <a:gd name="T23" fmla="*/ 376 h 56"/>
                  <a:gd name="T24" fmla="+- 0 6504 6504"/>
                  <a:gd name="T25" fmla="*/ T24 w 35"/>
                  <a:gd name="T26" fmla="+- 0 381 359"/>
                  <a:gd name="T27" fmla="*/ 381 h 56"/>
                  <a:gd name="T28" fmla="+- 0 6504 6504"/>
                  <a:gd name="T29" fmla="*/ T28 w 35"/>
                  <a:gd name="T30" fmla="+- 0 394 359"/>
                  <a:gd name="T31" fmla="*/ 394 h 56"/>
                  <a:gd name="T32" fmla="+- 0 6506 6504"/>
                  <a:gd name="T33" fmla="*/ T32 w 35"/>
                  <a:gd name="T34" fmla="+- 0 400 359"/>
                  <a:gd name="T35" fmla="*/ 400 h 56"/>
                  <a:gd name="T36" fmla="+- 0 6512 6504"/>
                  <a:gd name="T37" fmla="*/ T36 w 35"/>
                  <a:gd name="T38" fmla="+- 0 411 359"/>
                  <a:gd name="T39" fmla="*/ 411 h 56"/>
                  <a:gd name="T40" fmla="+- 0 6516 6504"/>
                  <a:gd name="T41" fmla="*/ T40 w 35"/>
                  <a:gd name="T42" fmla="+- 0 414 359"/>
                  <a:gd name="T43" fmla="*/ 414 h 56"/>
                  <a:gd name="T44" fmla="+- 0 6524 6504"/>
                  <a:gd name="T45" fmla="*/ T44 w 35"/>
                  <a:gd name="T46" fmla="+- 0 414 359"/>
                  <a:gd name="T47" fmla="*/ 414 h 56"/>
                  <a:gd name="T48" fmla="+- 0 6526 6504"/>
                  <a:gd name="T49" fmla="*/ T48 w 35"/>
                  <a:gd name="T50" fmla="+- 0 413 359"/>
                  <a:gd name="T51" fmla="*/ 413 h 56"/>
                  <a:gd name="T52" fmla="+- 0 6529 6504"/>
                  <a:gd name="T53" fmla="*/ T52 w 35"/>
                  <a:gd name="T54" fmla="+- 0 412 359"/>
                  <a:gd name="T55" fmla="*/ 412 h 56"/>
                  <a:gd name="T56" fmla="+- 0 6518 6504"/>
                  <a:gd name="T57" fmla="*/ T56 w 35"/>
                  <a:gd name="T58" fmla="+- 0 412 359"/>
                  <a:gd name="T59" fmla="*/ 412 h 56"/>
                  <a:gd name="T60" fmla="+- 0 6516 6504"/>
                  <a:gd name="T61" fmla="*/ T60 w 35"/>
                  <a:gd name="T62" fmla="+- 0 410 359"/>
                  <a:gd name="T63" fmla="*/ 410 h 56"/>
                  <a:gd name="T64" fmla="+- 0 6515 6504"/>
                  <a:gd name="T65" fmla="*/ T64 w 35"/>
                  <a:gd name="T66" fmla="+- 0 406 359"/>
                  <a:gd name="T67" fmla="*/ 406 h 56"/>
                  <a:gd name="T68" fmla="+- 0 6513 6504"/>
                  <a:gd name="T69" fmla="*/ T68 w 35"/>
                  <a:gd name="T70" fmla="+- 0 401 359"/>
                  <a:gd name="T71" fmla="*/ 401 h 56"/>
                  <a:gd name="T72" fmla="+- 0 6512 6504"/>
                  <a:gd name="T73" fmla="*/ T72 w 35"/>
                  <a:gd name="T74" fmla="+- 0 395 359"/>
                  <a:gd name="T75" fmla="*/ 395 h 56"/>
                  <a:gd name="T76" fmla="+- 0 6522 6504"/>
                  <a:gd name="T77" fmla="*/ T76 w 35"/>
                  <a:gd name="T78" fmla="+- 0 362 359"/>
                  <a:gd name="T79" fmla="*/ 362 h 56"/>
                  <a:gd name="T80" fmla="+- 0 6530 6504"/>
                  <a:gd name="T81" fmla="*/ T80 w 35"/>
                  <a:gd name="T82" fmla="+- 0 362 359"/>
                  <a:gd name="T83" fmla="*/ 362 h 56"/>
                  <a:gd name="T84" fmla="+- 0 6529 6504"/>
                  <a:gd name="T85" fmla="*/ T84 w 35"/>
                  <a:gd name="T86" fmla="+- 0 361 359"/>
                  <a:gd name="T87" fmla="*/ 361 h 56"/>
                  <a:gd name="T88" fmla="+- 0 6526 6504"/>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73" name="Freeform 4820">
                <a:extLst>
                  <a:ext uri="{FF2B5EF4-FFF2-40B4-BE49-F238E27FC236}">
                    <a16:creationId xmlns:a16="http://schemas.microsoft.com/office/drawing/2014/main" id="{27D01C94-74AA-8E44-2A87-EC7EE9129798}"/>
                  </a:ext>
                </a:extLst>
              </p:cNvPr>
              <p:cNvSpPr>
                <a:spLocks/>
              </p:cNvSpPr>
              <p:nvPr/>
            </p:nvSpPr>
            <p:spPr bwMode="auto">
              <a:xfrm>
                <a:off x="6504" y="359"/>
                <a:ext cx="35" cy="56"/>
              </a:xfrm>
              <a:custGeom>
                <a:avLst/>
                <a:gdLst>
                  <a:gd name="T0" fmla="+- 0 6530 6504"/>
                  <a:gd name="T1" fmla="*/ T0 w 35"/>
                  <a:gd name="T2" fmla="+- 0 362 359"/>
                  <a:gd name="T3" fmla="*/ 362 h 56"/>
                  <a:gd name="T4" fmla="+- 0 6522 6504"/>
                  <a:gd name="T5" fmla="*/ T4 w 35"/>
                  <a:gd name="T6" fmla="+- 0 362 359"/>
                  <a:gd name="T7" fmla="*/ 362 h 56"/>
                  <a:gd name="T8" fmla="+- 0 6525 6504"/>
                  <a:gd name="T9" fmla="*/ T8 w 35"/>
                  <a:gd name="T10" fmla="+- 0 363 359"/>
                  <a:gd name="T11" fmla="*/ 363 h 56"/>
                  <a:gd name="T12" fmla="+- 0 6527 6504"/>
                  <a:gd name="T13" fmla="*/ T12 w 35"/>
                  <a:gd name="T14" fmla="+- 0 364 359"/>
                  <a:gd name="T15" fmla="*/ 364 h 56"/>
                  <a:gd name="T16" fmla="+- 0 6528 6504"/>
                  <a:gd name="T17" fmla="*/ T16 w 35"/>
                  <a:gd name="T18" fmla="+- 0 366 359"/>
                  <a:gd name="T19" fmla="*/ 366 h 56"/>
                  <a:gd name="T20" fmla="+- 0 6530 6504"/>
                  <a:gd name="T21" fmla="*/ T20 w 35"/>
                  <a:gd name="T22" fmla="+- 0 373 359"/>
                  <a:gd name="T23" fmla="*/ 373 h 56"/>
                  <a:gd name="T24" fmla="+- 0 6531 6504"/>
                  <a:gd name="T25" fmla="*/ T24 w 35"/>
                  <a:gd name="T26" fmla="+- 0 376 359"/>
                  <a:gd name="T27" fmla="*/ 376 h 56"/>
                  <a:gd name="T28" fmla="+- 0 6531 6504"/>
                  <a:gd name="T29" fmla="*/ T28 w 35"/>
                  <a:gd name="T30" fmla="+- 0 394 359"/>
                  <a:gd name="T31" fmla="*/ 394 h 56"/>
                  <a:gd name="T32" fmla="+- 0 6530 6504"/>
                  <a:gd name="T33" fmla="*/ T32 w 35"/>
                  <a:gd name="T34" fmla="+- 0 399 359"/>
                  <a:gd name="T35" fmla="*/ 399 h 56"/>
                  <a:gd name="T36" fmla="+- 0 6528 6504"/>
                  <a:gd name="T37" fmla="*/ T36 w 35"/>
                  <a:gd name="T38" fmla="+- 0 406 359"/>
                  <a:gd name="T39" fmla="*/ 406 h 56"/>
                  <a:gd name="T40" fmla="+- 0 6527 6504"/>
                  <a:gd name="T41" fmla="*/ T40 w 35"/>
                  <a:gd name="T42" fmla="+- 0 409 359"/>
                  <a:gd name="T43" fmla="*/ 409 h 56"/>
                  <a:gd name="T44" fmla="+- 0 6526 6504"/>
                  <a:gd name="T45" fmla="*/ T44 w 35"/>
                  <a:gd name="T46" fmla="+- 0 410 359"/>
                  <a:gd name="T47" fmla="*/ 410 h 56"/>
                  <a:gd name="T48" fmla="+- 0 6521 6504"/>
                  <a:gd name="T49" fmla="*/ T48 w 35"/>
                  <a:gd name="T50" fmla="+- 0 412 359"/>
                  <a:gd name="T51" fmla="*/ 412 h 56"/>
                  <a:gd name="T52" fmla="+- 0 6529 6504"/>
                  <a:gd name="T53" fmla="*/ T52 w 35"/>
                  <a:gd name="T54" fmla="+- 0 412 359"/>
                  <a:gd name="T55" fmla="*/ 412 h 56"/>
                  <a:gd name="T56" fmla="+- 0 6539 6504"/>
                  <a:gd name="T57" fmla="*/ T56 w 35"/>
                  <a:gd name="T58" fmla="+- 0 377 359"/>
                  <a:gd name="T59" fmla="*/ 377 h 56"/>
                  <a:gd name="T60" fmla="+- 0 6537 6504"/>
                  <a:gd name="T61" fmla="*/ T60 w 35"/>
                  <a:gd name="T62" fmla="+- 0 370 359"/>
                  <a:gd name="T63" fmla="*/ 370 h 56"/>
                  <a:gd name="T64" fmla="+- 0 6530 6504"/>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4" name="Group 183">
              <a:extLst>
                <a:ext uri="{FF2B5EF4-FFF2-40B4-BE49-F238E27FC236}">
                  <a16:creationId xmlns:a16="http://schemas.microsoft.com/office/drawing/2014/main" id="{27E1DA0D-912D-080C-03F5-8202447A0586}"/>
                </a:ext>
              </a:extLst>
            </p:cNvPr>
            <p:cNvGrpSpPr>
              <a:grpSpLocks/>
            </p:cNvGrpSpPr>
            <p:nvPr/>
          </p:nvGrpSpPr>
          <p:grpSpPr bwMode="auto">
            <a:xfrm>
              <a:off x="6960" y="359"/>
              <a:ext cx="35" cy="56"/>
              <a:chOff x="6960" y="359"/>
              <a:chExt cx="35" cy="56"/>
            </a:xfrm>
          </p:grpSpPr>
          <p:sp>
            <p:nvSpPr>
              <p:cNvPr id="1370" name="Freeform 4822">
                <a:extLst>
                  <a:ext uri="{FF2B5EF4-FFF2-40B4-BE49-F238E27FC236}">
                    <a16:creationId xmlns:a16="http://schemas.microsoft.com/office/drawing/2014/main" id="{8AF9968F-BFFF-D896-0970-F5B141D7F987}"/>
                  </a:ext>
                </a:extLst>
              </p:cNvPr>
              <p:cNvSpPr>
                <a:spLocks/>
              </p:cNvSpPr>
              <p:nvPr/>
            </p:nvSpPr>
            <p:spPr bwMode="auto">
              <a:xfrm>
                <a:off x="6960" y="359"/>
                <a:ext cx="35" cy="56"/>
              </a:xfrm>
              <a:custGeom>
                <a:avLst/>
                <a:gdLst>
                  <a:gd name="T0" fmla="+- 0 6982 6960"/>
                  <a:gd name="T1" fmla="*/ T0 w 35"/>
                  <a:gd name="T2" fmla="+- 0 359 359"/>
                  <a:gd name="T3" fmla="*/ 359 h 56"/>
                  <a:gd name="T4" fmla="+- 0 6975 6960"/>
                  <a:gd name="T5" fmla="*/ T4 w 35"/>
                  <a:gd name="T6" fmla="+- 0 359 359"/>
                  <a:gd name="T7" fmla="*/ 359 h 56"/>
                  <a:gd name="T8" fmla="+- 0 6973 6960"/>
                  <a:gd name="T9" fmla="*/ T8 w 35"/>
                  <a:gd name="T10" fmla="+- 0 360 359"/>
                  <a:gd name="T11" fmla="*/ 360 h 56"/>
                  <a:gd name="T12" fmla="+- 0 6970 6960"/>
                  <a:gd name="T13" fmla="*/ T12 w 35"/>
                  <a:gd name="T14" fmla="+- 0 362 359"/>
                  <a:gd name="T15" fmla="*/ 362 h 56"/>
                  <a:gd name="T16" fmla="+- 0 6967 6960"/>
                  <a:gd name="T17" fmla="*/ T16 w 35"/>
                  <a:gd name="T18" fmla="+- 0 364 359"/>
                  <a:gd name="T19" fmla="*/ 364 h 56"/>
                  <a:gd name="T20" fmla="+- 0 6965 6960"/>
                  <a:gd name="T21" fmla="*/ T20 w 35"/>
                  <a:gd name="T22" fmla="+- 0 367 359"/>
                  <a:gd name="T23" fmla="*/ 367 h 56"/>
                  <a:gd name="T24" fmla="+- 0 6961 6960"/>
                  <a:gd name="T25" fmla="*/ T24 w 35"/>
                  <a:gd name="T26" fmla="+- 0 376 359"/>
                  <a:gd name="T27" fmla="*/ 376 h 56"/>
                  <a:gd name="T28" fmla="+- 0 6960 6960"/>
                  <a:gd name="T29" fmla="*/ T28 w 35"/>
                  <a:gd name="T30" fmla="+- 0 381 359"/>
                  <a:gd name="T31" fmla="*/ 381 h 56"/>
                  <a:gd name="T32" fmla="+- 0 6960 6960"/>
                  <a:gd name="T33" fmla="*/ T32 w 35"/>
                  <a:gd name="T34" fmla="+- 0 394 359"/>
                  <a:gd name="T35" fmla="*/ 394 h 56"/>
                  <a:gd name="T36" fmla="+- 0 6962 6960"/>
                  <a:gd name="T37" fmla="*/ T36 w 35"/>
                  <a:gd name="T38" fmla="+- 0 400 359"/>
                  <a:gd name="T39" fmla="*/ 400 h 56"/>
                  <a:gd name="T40" fmla="+- 0 6968 6960"/>
                  <a:gd name="T41" fmla="*/ T40 w 35"/>
                  <a:gd name="T42" fmla="+- 0 411 359"/>
                  <a:gd name="T43" fmla="*/ 411 h 56"/>
                  <a:gd name="T44" fmla="+- 0 6972 6960"/>
                  <a:gd name="T45" fmla="*/ T44 w 35"/>
                  <a:gd name="T46" fmla="+- 0 414 359"/>
                  <a:gd name="T47" fmla="*/ 414 h 56"/>
                  <a:gd name="T48" fmla="+- 0 6980 6960"/>
                  <a:gd name="T49" fmla="*/ T48 w 35"/>
                  <a:gd name="T50" fmla="+- 0 414 359"/>
                  <a:gd name="T51" fmla="*/ 414 h 56"/>
                  <a:gd name="T52" fmla="+- 0 6983 6960"/>
                  <a:gd name="T53" fmla="*/ T52 w 35"/>
                  <a:gd name="T54" fmla="+- 0 413 359"/>
                  <a:gd name="T55" fmla="*/ 413 h 56"/>
                  <a:gd name="T56" fmla="+- 0 6985 6960"/>
                  <a:gd name="T57" fmla="*/ T56 w 35"/>
                  <a:gd name="T58" fmla="+- 0 412 359"/>
                  <a:gd name="T59" fmla="*/ 412 h 56"/>
                  <a:gd name="T60" fmla="+- 0 6975 6960"/>
                  <a:gd name="T61" fmla="*/ T60 w 35"/>
                  <a:gd name="T62" fmla="+- 0 412 359"/>
                  <a:gd name="T63" fmla="*/ 412 h 56"/>
                  <a:gd name="T64" fmla="+- 0 6972 6960"/>
                  <a:gd name="T65" fmla="*/ T64 w 35"/>
                  <a:gd name="T66" fmla="+- 0 410 359"/>
                  <a:gd name="T67" fmla="*/ 410 h 56"/>
                  <a:gd name="T68" fmla="+- 0 6971 6960"/>
                  <a:gd name="T69" fmla="*/ T68 w 35"/>
                  <a:gd name="T70" fmla="+- 0 406 359"/>
                  <a:gd name="T71" fmla="*/ 406 h 56"/>
                  <a:gd name="T72" fmla="+- 0 6969 6960"/>
                  <a:gd name="T73" fmla="*/ T72 w 35"/>
                  <a:gd name="T74" fmla="+- 0 401 359"/>
                  <a:gd name="T75" fmla="*/ 401 h 56"/>
                  <a:gd name="T76" fmla="+- 0 6968 6960"/>
                  <a:gd name="T77" fmla="*/ T76 w 35"/>
                  <a:gd name="T78" fmla="+- 0 395 359"/>
                  <a:gd name="T79" fmla="*/ 395 h 56"/>
                  <a:gd name="T80" fmla="+- 0 6978 6960"/>
                  <a:gd name="T81" fmla="*/ T80 w 35"/>
                  <a:gd name="T82" fmla="+- 0 362 359"/>
                  <a:gd name="T83" fmla="*/ 362 h 56"/>
                  <a:gd name="T84" fmla="+- 0 6986 6960"/>
                  <a:gd name="T85" fmla="*/ T84 w 35"/>
                  <a:gd name="T86" fmla="+- 0 362 359"/>
                  <a:gd name="T87" fmla="*/ 362 h 56"/>
                  <a:gd name="T88" fmla="+- 0 6986 6960"/>
                  <a:gd name="T89" fmla="*/ T88 w 35"/>
                  <a:gd name="T90" fmla="+- 0 361 359"/>
                  <a:gd name="T91" fmla="*/ 361 h 56"/>
                  <a:gd name="T92" fmla="+- 0 6982 6960"/>
                  <a:gd name="T93" fmla="*/ T92 w 35"/>
                  <a:gd name="T94" fmla="+- 0 359 359"/>
                  <a:gd name="T95"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71" name="Freeform 4823">
                <a:extLst>
                  <a:ext uri="{FF2B5EF4-FFF2-40B4-BE49-F238E27FC236}">
                    <a16:creationId xmlns:a16="http://schemas.microsoft.com/office/drawing/2014/main" id="{1267B0DF-8B2F-119D-CBAE-F2C13BA4766D}"/>
                  </a:ext>
                </a:extLst>
              </p:cNvPr>
              <p:cNvSpPr>
                <a:spLocks/>
              </p:cNvSpPr>
              <p:nvPr/>
            </p:nvSpPr>
            <p:spPr bwMode="auto">
              <a:xfrm>
                <a:off x="6960" y="359"/>
                <a:ext cx="35" cy="56"/>
              </a:xfrm>
              <a:custGeom>
                <a:avLst/>
                <a:gdLst>
                  <a:gd name="T0" fmla="+- 0 6986 6960"/>
                  <a:gd name="T1" fmla="*/ T0 w 35"/>
                  <a:gd name="T2" fmla="+- 0 362 359"/>
                  <a:gd name="T3" fmla="*/ 362 h 56"/>
                  <a:gd name="T4" fmla="+- 0 6978 6960"/>
                  <a:gd name="T5" fmla="*/ T4 w 35"/>
                  <a:gd name="T6" fmla="+- 0 362 359"/>
                  <a:gd name="T7" fmla="*/ 362 h 56"/>
                  <a:gd name="T8" fmla="+- 0 6982 6960"/>
                  <a:gd name="T9" fmla="*/ T8 w 35"/>
                  <a:gd name="T10" fmla="+- 0 363 359"/>
                  <a:gd name="T11" fmla="*/ 363 h 56"/>
                  <a:gd name="T12" fmla="+- 0 6983 6960"/>
                  <a:gd name="T13" fmla="*/ T12 w 35"/>
                  <a:gd name="T14" fmla="+- 0 364 359"/>
                  <a:gd name="T15" fmla="*/ 364 h 56"/>
                  <a:gd name="T16" fmla="+- 0 6984 6960"/>
                  <a:gd name="T17" fmla="*/ T16 w 35"/>
                  <a:gd name="T18" fmla="+- 0 366 359"/>
                  <a:gd name="T19" fmla="*/ 366 h 56"/>
                  <a:gd name="T20" fmla="+- 0 6987 6960"/>
                  <a:gd name="T21" fmla="*/ T20 w 35"/>
                  <a:gd name="T22" fmla="+- 0 373 359"/>
                  <a:gd name="T23" fmla="*/ 373 h 56"/>
                  <a:gd name="T24" fmla="+- 0 6987 6960"/>
                  <a:gd name="T25" fmla="*/ T24 w 35"/>
                  <a:gd name="T26" fmla="+- 0 376 359"/>
                  <a:gd name="T27" fmla="*/ 376 h 56"/>
                  <a:gd name="T28" fmla="+- 0 6987 6960"/>
                  <a:gd name="T29" fmla="*/ T28 w 35"/>
                  <a:gd name="T30" fmla="+- 0 394 359"/>
                  <a:gd name="T31" fmla="*/ 394 h 56"/>
                  <a:gd name="T32" fmla="+- 0 6987 6960"/>
                  <a:gd name="T33" fmla="*/ T32 w 35"/>
                  <a:gd name="T34" fmla="+- 0 399 359"/>
                  <a:gd name="T35" fmla="*/ 399 h 56"/>
                  <a:gd name="T36" fmla="+- 0 6985 6960"/>
                  <a:gd name="T37" fmla="*/ T36 w 35"/>
                  <a:gd name="T38" fmla="+- 0 406 359"/>
                  <a:gd name="T39" fmla="*/ 406 h 56"/>
                  <a:gd name="T40" fmla="+- 0 6983 6960"/>
                  <a:gd name="T41" fmla="*/ T40 w 35"/>
                  <a:gd name="T42" fmla="+- 0 409 359"/>
                  <a:gd name="T43" fmla="*/ 409 h 56"/>
                  <a:gd name="T44" fmla="+- 0 6982 6960"/>
                  <a:gd name="T45" fmla="*/ T44 w 35"/>
                  <a:gd name="T46" fmla="+- 0 410 359"/>
                  <a:gd name="T47" fmla="*/ 410 h 56"/>
                  <a:gd name="T48" fmla="+- 0 6978 6960"/>
                  <a:gd name="T49" fmla="*/ T48 w 35"/>
                  <a:gd name="T50" fmla="+- 0 412 359"/>
                  <a:gd name="T51" fmla="*/ 412 h 56"/>
                  <a:gd name="T52" fmla="+- 0 6985 6960"/>
                  <a:gd name="T53" fmla="*/ T52 w 35"/>
                  <a:gd name="T54" fmla="+- 0 412 359"/>
                  <a:gd name="T55" fmla="*/ 412 h 56"/>
                  <a:gd name="T56" fmla="+- 0 6995 6960"/>
                  <a:gd name="T57" fmla="*/ T56 w 35"/>
                  <a:gd name="T58" fmla="+- 0 377 359"/>
                  <a:gd name="T59" fmla="*/ 377 h 56"/>
                  <a:gd name="T60" fmla="+- 0 6993 6960"/>
                  <a:gd name="T61" fmla="*/ T60 w 35"/>
                  <a:gd name="T62" fmla="+- 0 370 359"/>
                  <a:gd name="T63" fmla="*/ 370 h 56"/>
                  <a:gd name="T64" fmla="+- 0 6986 6960"/>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4"/>
                    </a:lnTo>
                    <a:lnTo>
                      <a:pt x="27" y="17"/>
                    </a:lnTo>
                    <a:lnTo>
                      <a:pt x="27" y="35"/>
                    </a:lnTo>
                    <a:lnTo>
                      <a:pt x="27" y="40"/>
                    </a:lnTo>
                    <a:lnTo>
                      <a:pt x="25" y="47"/>
                    </a:lnTo>
                    <a:lnTo>
                      <a:pt x="23" y="50"/>
                    </a:lnTo>
                    <a:lnTo>
                      <a:pt x="22" y="51"/>
                    </a:lnTo>
                    <a:lnTo>
                      <a:pt x="18"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5" name="Group 184">
              <a:extLst>
                <a:ext uri="{FF2B5EF4-FFF2-40B4-BE49-F238E27FC236}">
                  <a16:creationId xmlns:a16="http://schemas.microsoft.com/office/drawing/2014/main" id="{233C39F8-FE6A-938B-2401-7175B632DB7A}"/>
                </a:ext>
              </a:extLst>
            </p:cNvPr>
            <p:cNvGrpSpPr>
              <a:grpSpLocks/>
            </p:cNvGrpSpPr>
            <p:nvPr/>
          </p:nvGrpSpPr>
          <p:grpSpPr bwMode="auto">
            <a:xfrm>
              <a:off x="7417" y="359"/>
              <a:ext cx="35" cy="56"/>
              <a:chOff x="7417" y="359"/>
              <a:chExt cx="35" cy="56"/>
            </a:xfrm>
          </p:grpSpPr>
          <p:sp>
            <p:nvSpPr>
              <p:cNvPr id="1368" name="Freeform 4825">
                <a:extLst>
                  <a:ext uri="{FF2B5EF4-FFF2-40B4-BE49-F238E27FC236}">
                    <a16:creationId xmlns:a16="http://schemas.microsoft.com/office/drawing/2014/main" id="{9AE6424F-600D-F1F3-54CC-53F335FEAAF6}"/>
                  </a:ext>
                </a:extLst>
              </p:cNvPr>
              <p:cNvSpPr>
                <a:spLocks/>
              </p:cNvSpPr>
              <p:nvPr/>
            </p:nvSpPr>
            <p:spPr bwMode="auto">
              <a:xfrm>
                <a:off x="7417" y="359"/>
                <a:ext cx="35" cy="56"/>
              </a:xfrm>
              <a:custGeom>
                <a:avLst/>
                <a:gdLst>
                  <a:gd name="T0" fmla="+- 0 7438 7417"/>
                  <a:gd name="T1" fmla="*/ T0 w 35"/>
                  <a:gd name="T2" fmla="+- 0 359 359"/>
                  <a:gd name="T3" fmla="*/ 359 h 56"/>
                  <a:gd name="T4" fmla="+- 0 7432 7417"/>
                  <a:gd name="T5" fmla="*/ T4 w 35"/>
                  <a:gd name="T6" fmla="+- 0 359 359"/>
                  <a:gd name="T7" fmla="*/ 359 h 56"/>
                  <a:gd name="T8" fmla="+- 0 7429 7417"/>
                  <a:gd name="T9" fmla="*/ T8 w 35"/>
                  <a:gd name="T10" fmla="+- 0 360 359"/>
                  <a:gd name="T11" fmla="*/ 360 h 56"/>
                  <a:gd name="T12" fmla="+- 0 7424 7417"/>
                  <a:gd name="T13" fmla="*/ T12 w 35"/>
                  <a:gd name="T14" fmla="+- 0 364 359"/>
                  <a:gd name="T15" fmla="*/ 364 h 56"/>
                  <a:gd name="T16" fmla="+- 0 7421 7417"/>
                  <a:gd name="T17" fmla="*/ T16 w 35"/>
                  <a:gd name="T18" fmla="+- 0 367 359"/>
                  <a:gd name="T19" fmla="*/ 367 h 56"/>
                  <a:gd name="T20" fmla="+- 0 7418 7417"/>
                  <a:gd name="T21" fmla="*/ T20 w 35"/>
                  <a:gd name="T22" fmla="+- 0 376 359"/>
                  <a:gd name="T23" fmla="*/ 376 h 56"/>
                  <a:gd name="T24" fmla="+- 0 7417 7417"/>
                  <a:gd name="T25" fmla="*/ T24 w 35"/>
                  <a:gd name="T26" fmla="+- 0 381 359"/>
                  <a:gd name="T27" fmla="*/ 381 h 56"/>
                  <a:gd name="T28" fmla="+- 0 7417 7417"/>
                  <a:gd name="T29" fmla="*/ T28 w 35"/>
                  <a:gd name="T30" fmla="+- 0 394 359"/>
                  <a:gd name="T31" fmla="*/ 394 h 56"/>
                  <a:gd name="T32" fmla="+- 0 7418 7417"/>
                  <a:gd name="T33" fmla="*/ T32 w 35"/>
                  <a:gd name="T34" fmla="+- 0 400 359"/>
                  <a:gd name="T35" fmla="*/ 400 h 56"/>
                  <a:gd name="T36" fmla="+- 0 7425 7417"/>
                  <a:gd name="T37" fmla="*/ T36 w 35"/>
                  <a:gd name="T38" fmla="+- 0 411 359"/>
                  <a:gd name="T39" fmla="*/ 411 h 56"/>
                  <a:gd name="T40" fmla="+- 0 7429 7417"/>
                  <a:gd name="T41" fmla="*/ T40 w 35"/>
                  <a:gd name="T42" fmla="+- 0 414 359"/>
                  <a:gd name="T43" fmla="*/ 414 h 56"/>
                  <a:gd name="T44" fmla="+- 0 7436 7417"/>
                  <a:gd name="T45" fmla="*/ T44 w 35"/>
                  <a:gd name="T46" fmla="+- 0 414 359"/>
                  <a:gd name="T47" fmla="*/ 414 h 56"/>
                  <a:gd name="T48" fmla="+- 0 7439 7417"/>
                  <a:gd name="T49" fmla="*/ T48 w 35"/>
                  <a:gd name="T50" fmla="+- 0 413 359"/>
                  <a:gd name="T51" fmla="*/ 413 h 56"/>
                  <a:gd name="T52" fmla="+- 0 7441 7417"/>
                  <a:gd name="T53" fmla="*/ T52 w 35"/>
                  <a:gd name="T54" fmla="+- 0 412 359"/>
                  <a:gd name="T55" fmla="*/ 412 h 56"/>
                  <a:gd name="T56" fmla="+- 0 7431 7417"/>
                  <a:gd name="T57" fmla="*/ T56 w 35"/>
                  <a:gd name="T58" fmla="+- 0 412 359"/>
                  <a:gd name="T59" fmla="*/ 412 h 56"/>
                  <a:gd name="T60" fmla="+- 0 7429 7417"/>
                  <a:gd name="T61" fmla="*/ T60 w 35"/>
                  <a:gd name="T62" fmla="+- 0 410 359"/>
                  <a:gd name="T63" fmla="*/ 410 h 56"/>
                  <a:gd name="T64" fmla="+- 0 7426 7417"/>
                  <a:gd name="T65" fmla="*/ T64 w 35"/>
                  <a:gd name="T66" fmla="+- 0 401 359"/>
                  <a:gd name="T67" fmla="*/ 401 h 56"/>
                  <a:gd name="T68" fmla="+- 0 7425 7417"/>
                  <a:gd name="T69" fmla="*/ T68 w 35"/>
                  <a:gd name="T70" fmla="+- 0 395 359"/>
                  <a:gd name="T71" fmla="*/ 395 h 56"/>
                  <a:gd name="T72" fmla="+- 0 7425 7417"/>
                  <a:gd name="T73" fmla="*/ T72 w 35"/>
                  <a:gd name="T74" fmla="+- 0 381 359"/>
                  <a:gd name="T75" fmla="*/ 381 h 56"/>
                  <a:gd name="T76" fmla="+- 0 7434 7417"/>
                  <a:gd name="T77" fmla="*/ T76 w 35"/>
                  <a:gd name="T78" fmla="+- 0 362 359"/>
                  <a:gd name="T79" fmla="*/ 362 h 56"/>
                  <a:gd name="T80" fmla="+- 0 7442 7417"/>
                  <a:gd name="T81" fmla="*/ T80 w 35"/>
                  <a:gd name="T82" fmla="+- 0 362 359"/>
                  <a:gd name="T83" fmla="*/ 362 h 56"/>
                  <a:gd name="T84" fmla="+- 0 7442 7417"/>
                  <a:gd name="T85" fmla="*/ T84 w 35"/>
                  <a:gd name="T86" fmla="+- 0 361 359"/>
                  <a:gd name="T87" fmla="*/ 361 h 56"/>
                  <a:gd name="T88" fmla="+- 0 7438 7417"/>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69" name="Freeform 4826">
                <a:extLst>
                  <a:ext uri="{FF2B5EF4-FFF2-40B4-BE49-F238E27FC236}">
                    <a16:creationId xmlns:a16="http://schemas.microsoft.com/office/drawing/2014/main" id="{342EFA01-18DE-FFDB-BF57-2AE139F50816}"/>
                  </a:ext>
                </a:extLst>
              </p:cNvPr>
              <p:cNvSpPr>
                <a:spLocks/>
              </p:cNvSpPr>
              <p:nvPr/>
            </p:nvSpPr>
            <p:spPr bwMode="auto">
              <a:xfrm>
                <a:off x="7417" y="359"/>
                <a:ext cx="35" cy="56"/>
              </a:xfrm>
              <a:custGeom>
                <a:avLst/>
                <a:gdLst>
                  <a:gd name="T0" fmla="+- 0 7442 7417"/>
                  <a:gd name="T1" fmla="*/ T0 w 35"/>
                  <a:gd name="T2" fmla="+- 0 362 359"/>
                  <a:gd name="T3" fmla="*/ 362 h 56"/>
                  <a:gd name="T4" fmla="+- 0 7434 7417"/>
                  <a:gd name="T5" fmla="*/ T4 w 35"/>
                  <a:gd name="T6" fmla="+- 0 362 359"/>
                  <a:gd name="T7" fmla="*/ 362 h 56"/>
                  <a:gd name="T8" fmla="+- 0 7438 7417"/>
                  <a:gd name="T9" fmla="*/ T8 w 35"/>
                  <a:gd name="T10" fmla="+- 0 363 359"/>
                  <a:gd name="T11" fmla="*/ 363 h 56"/>
                  <a:gd name="T12" fmla="+- 0 7440 7417"/>
                  <a:gd name="T13" fmla="*/ T12 w 35"/>
                  <a:gd name="T14" fmla="+- 0 364 359"/>
                  <a:gd name="T15" fmla="*/ 364 h 56"/>
                  <a:gd name="T16" fmla="+- 0 7441 7417"/>
                  <a:gd name="T17" fmla="*/ T16 w 35"/>
                  <a:gd name="T18" fmla="+- 0 366 359"/>
                  <a:gd name="T19" fmla="*/ 366 h 56"/>
                  <a:gd name="T20" fmla="+- 0 7443 7417"/>
                  <a:gd name="T21" fmla="*/ T20 w 35"/>
                  <a:gd name="T22" fmla="+- 0 373 359"/>
                  <a:gd name="T23" fmla="*/ 373 h 56"/>
                  <a:gd name="T24" fmla="+- 0 7443 7417"/>
                  <a:gd name="T25" fmla="*/ T24 w 35"/>
                  <a:gd name="T26" fmla="+- 0 376 359"/>
                  <a:gd name="T27" fmla="*/ 376 h 56"/>
                  <a:gd name="T28" fmla="+- 0 7444 7417"/>
                  <a:gd name="T29" fmla="*/ T28 w 35"/>
                  <a:gd name="T30" fmla="+- 0 394 359"/>
                  <a:gd name="T31" fmla="*/ 394 h 56"/>
                  <a:gd name="T32" fmla="+- 0 7443 7417"/>
                  <a:gd name="T33" fmla="*/ T32 w 35"/>
                  <a:gd name="T34" fmla="+- 0 399 359"/>
                  <a:gd name="T35" fmla="*/ 399 h 56"/>
                  <a:gd name="T36" fmla="+- 0 7441 7417"/>
                  <a:gd name="T37" fmla="*/ T36 w 35"/>
                  <a:gd name="T38" fmla="+- 0 406 359"/>
                  <a:gd name="T39" fmla="*/ 406 h 56"/>
                  <a:gd name="T40" fmla="+- 0 7440 7417"/>
                  <a:gd name="T41" fmla="*/ T40 w 35"/>
                  <a:gd name="T42" fmla="+- 0 409 359"/>
                  <a:gd name="T43" fmla="*/ 409 h 56"/>
                  <a:gd name="T44" fmla="+- 0 7438 7417"/>
                  <a:gd name="T45" fmla="*/ T44 w 35"/>
                  <a:gd name="T46" fmla="+- 0 410 359"/>
                  <a:gd name="T47" fmla="*/ 410 h 56"/>
                  <a:gd name="T48" fmla="+- 0 7434 7417"/>
                  <a:gd name="T49" fmla="*/ T48 w 35"/>
                  <a:gd name="T50" fmla="+- 0 412 359"/>
                  <a:gd name="T51" fmla="*/ 412 h 56"/>
                  <a:gd name="T52" fmla="+- 0 7441 7417"/>
                  <a:gd name="T53" fmla="*/ T52 w 35"/>
                  <a:gd name="T54" fmla="+- 0 412 359"/>
                  <a:gd name="T55" fmla="*/ 412 h 56"/>
                  <a:gd name="T56" fmla="+- 0 7451 7417"/>
                  <a:gd name="T57" fmla="*/ T56 w 35"/>
                  <a:gd name="T58" fmla="+- 0 377 359"/>
                  <a:gd name="T59" fmla="*/ 377 h 56"/>
                  <a:gd name="T60" fmla="+- 0 7449 7417"/>
                  <a:gd name="T61" fmla="*/ T60 w 35"/>
                  <a:gd name="T62" fmla="+- 0 370 359"/>
                  <a:gd name="T63" fmla="*/ 370 h 56"/>
                  <a:gd name="T64" fmla="+- 0 7442 7417"/>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6" name="Group 185">
              <a:extLst>
                <a:ext uri="{FF2B5EF4-FFF2-40B4-BE49-F238E27FC236}">
                  <a16:creationId xmlns:a16="http://schemas.microsoft.com/office/drawing/2014/main" id="{23914EBD-175A-5436-15C2-AF7C3FF36A59}"/>
                </a:ext>
              </a:extLst>
            </p:cNvPr>
            <p:cNvGrpSpPr>
              <a:grpSpLocks/>
            </p:cNvGrpSpPr>
            <p:nvPr/>
          </p:nvGrpSpPr>
          <p:grpSpPr bwMode="auto">
            <a:xfrm>
              <a:off x="7873" y="359"/>
              <a:ext cx="35" cy="56"/>
              <a:chOff x="7873" y="359"/>
              <a:chExt cx="35" cy="56"/>
            </a:xfrm>
          </p:grpSpPr>
          <p:sp>
            <p:nvSpPr>
              <p:cNvPr id="1366" name="Freeform 4828">
                <a:extLst>
                  <a:ext uri="{FF2B5EF4-FFF2-40B4-BE49-F238E27FC236}">
                    <a16:creationId xmlns:a16="http://schemas.microsoft.com/office/drawing/2014/main" id="{D459DB6C-18BF-10EC-C00B-9A5F436202F2}"/>
                  </a:ext>
                </a:extLst>
              </p:cNvPr>
              <p:cNvSpPr>
                <a:spLocks/>
              </p:cNvSpPr>
              <p:nvPr/>
            </p:nvSpPr>
            <p:spPr bwMode="auto">
              <a:xfrm>
                <a:off x="7873" y="359"/>
                <a:ext cx="35" cy="56"/>
              </a:xfrm>
              <a:custGeom>
                <a:avLst/>
                <a:gdLst>
                  <a:gd name="T0" fmla="+- 0 7895 7873"/>
                  <a:gd name="T1" fmla="*/ T0 w 35"/>
                  <a:gd name="T2" fmla="+- 0 359 359"/>
                  <a:gd name="T3" fmla="*/ 359 h 56"/>
                  <a:gd name="T4" fmla="+- 0 7888 7873"/>
                  <a:gd name="T5" fmla="*/ T4 w 35"/>
                  <a:gd name="T6" fmla="+- 0 359 359"/>
                  <a:gd name="T7" fmla="*/ 359 h 56"/>
                  <a:gd name="T8" fmla="+- 0 7886 7873"/>
                  <a:gd name="T9" fmla="*/ T8 w 35"/>
                  <a:gd name="T10" fmla="+- 0 360 359"/>
                  <a:gd name="T11" fmla="*/ 360 h 56"/>
                  <a:gd name="T12" fmla="+- 0 7883 7873"/>
                  <a:gd name="T13" fmla="*/ T12 w 35"/>
                  <a:gd name="T14" fmla="+- 0 362 359"/>
                  <a:gd name="T15" fmla="*/ 362 h 56"/>
                  <a:gd name="T16" fmla="+- 0 7880 7873"/>
                  <a:gd name="T17" fmla="*/ T16 w 35"/>
                  <a:gd name="T18" fmla="+- 0 364 359"/>
                  <a:gd name="T19" fmla="*/ 364 h 56"/>
                  <a:gd name="T20" fmla="+- 0 7878 7873"/>
                  <a:gd name="T21" fmla="*/ T20 w 35"/>
                  <a:gd name="T22" fmla="+- 0 367 359"/>
                  <a:gd name="T23" fmla="*/ 367 h 56"/>
                  <a:gd name="T24" fmla="+- 0 7874 7873"/>
                  <a:gd name="T25" fmla="*/ T24 w 35"/>
                  <a:gd name="T26" fmla="+- 0 376 359"/>
                  <a:gd name="T27" fmla="*/ 376 h 56"/>
                  <a:gd name="T28" fmla="+- 0 7873 7873"/>
                  <a:gd name="T29" fmla="*/ T28 w 35"/>
                  <a:gd name="T30" fmla="+- 0 381 359"/>
                  <a:gd name="T31" fmla="*/ 381 h 56"/>
                  <a:gd name="T32" fmla="+- 0 7873 7873"/>
                  <a:gd name="T33" fmla="*/ T32 w 35"/>
                  <a:gd name="T34" fmla="+- 0 394 359"/>
                  <a:gd name="T35" fmla="*/ 394 h 56"/>
                  <a:gd name="T36" fmla="+- 0 7875 7873"/>
                  <a:gd name="T37" fmla="*/ T36 w 35"/>
                  <a:gd name="T38" fmla="+- 0 400 359"/>
                  <a:gd name="T39" fmla="*/ 400 h 56"/>
                  <a:gd name="T40" fmla="+- 0 7881 7873"/>
                  <a:gd name="T41" fmla="*/ T40 w 35"/>
                  <a:gd name="T42" fmla="+- 0 411 359"/>
                  <a:gd name="T43" fmla="*/ 411 h 56"/>
                  <a:gd name="T44" fmla="+- 0 7885 7873"/>
                  <a:gd name="T45" fmla="*/ T44 w 35"/>
                  <a:gd name="T46" fmla="+- 0 414 359"/>
                  <a:gd name="T47" fmla="*/ 414 h 56"/>
                  <a:gd name="T48" fmla="+- 0 7893 7873"/>
                  <a:gd name="T49" fmla="*/ T48 w 35"/>
                  <a:gd name="T50" fmla="+- 0 414 359"/>
                  <a:gd name="T51" fmla="*/ 414 h 56"/>
                  <a:gd name="T52" fmla="+- 0 7895 7873"/>
                  <a:gd name="T53" fmla="*/ T52 w 35"/>
                  <a:gd name="T54" fmla="+- 0 413 359"/>
                  <a:gd name="T55" fmla="*/ 413 h 56"/>
                  <a:gd name="T56" fmla="+- 0 7898 7873"/>
                  <a:gd name="T57" fmla="*/ T56 w 35"/>
                  <a:gd name="T58" fmla="+- 0 412 359"/>
                  <a:gd name="T59" fmla="*/ 412 h 56"/>
                  <a:gd name="T60" fmla="+- 0 7887 7873"/>
                  <a:gd name="T61" fmla="*/ T60 w 35"/>
                  <a:gd name="T62" fmla="+- 0 412 359"/>
                  <a:gd name="T63" fmla="*/ 412 h 56"/>
                  <a:gd name="T64" fmla="+- 0 7885 7873"/>
                  <a:gd name="T65" fmla="*/ T64 w 35"/>
                  <a:gd name="T66" fmla="+- 0 410 359"/>
                  <a:gd name="T67" fmla="*/ 410 h 56"/>
                  <a:gd name="T68" fmla="+- 0 7884 7873"/>
                  <a:gd name="T69" fmla="*/ T68 w 35"/>
                  <a:gd name="T70" fmla="+- 0 406 359"/>
                  <a:gd name="T71" fmla="*/ 406 h 56"/>
                  <a:gd name="T72" fmla="+- 0 7882 7873"/>
                  <a:gd name="T73" fmla="*/ T72 w 35"/>
                  <a:gd name="T74" fmla="+- 0 401 359"/>
                  <a:gd name="T75" fmla="*/ 401 h 56"/>
                  <a:gd name="T76" fmla="+- 0 7881 7873"/>
                  <a:gd name="T77" fmla="*/ T76 w 35"/>
                  <a:gd name="T78" fmla="+- 0 395 359"/>
                  <a:gd name="T79" fmla="*/ 395 h 56"/>
                  <a:gd name="T80" fmla="+- 0 7890 7873"/>
                  <a:gd name="T81" fmla="*/ T80 w 35"/>
                  <a:gd name="T82" fmla="+- 0 362 359"/>
                  <a:gd name="T83" fmla="*/ 362 h 56"/>
                  <a:gd name="T84" fmla="+- 0 7899 7873"/>
                  <a:gd name="T85" fmla="*/ T84 w 35"/>
                  <a:gd name="T86" fmla="+- 0 362 359"/>
                  <a:gd name="T87" fmla="*/ 362 h 56"/>
                  <a:gd name="T88" fmla="+- 0 7898 7873"/>
                  <a:gd name="T89" fmla="*/ T88 w 35"/>
                  <a:gd name="T90" fmla="+- 0 361 359"/>
                  <a:gd name="T91" fmla="*/ 361 h 56"/>
                  <a:gd name="T92" fmla="+- 0 7895 7873"/>
                  <a:gd name="T93" fmla="*/ T92 w 35"/>
                  <a:gd name="T94" fmla="+- 0 359 359"/>
                  <a:gd name="T95"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67" name="Freeform 4829">
                <a:extLst>
                  <a:ext uri="{FF2B5EF4-FFF2-40B4-BE49-F238E27FC236}">
                    <a16:creationId xmlns:a16="http://schemas.microsoft.com/office/drawing/2014/main" id="{EBECF52F-1EE9-43EA-BC59-129A713DD31D}"/>
                  </a:ext>
                </a:extLst>
              </p:cNvPr>
              <p:cNvSpPr>
                <a:spLocks/>
              </p:cNvSpPr>
              <p:nvPr/>
            </p:nvSpPr>
            <p:spPr bwMode="auto">
              <a:xfrm>
                <a:off x="7873" y="359"/>
                <a:ext cx="35" cy="56"/>
              </a:xfrm>
              <a:custGeom>
                <a:avLst/>
                <a:gdLst>
                  <a:gd name="T0" fmla="+- 0 7899 7873"/>
                  <a:gd name="T1" fmla="*/ T0 w 35"/>
                  <a:gd name="T2" fmla="+- 0 362 359"/>
                  <a:gd name="T3" fmla="*/ 362 h 56"/>
                  <a:gd name="T4" fmla="+- 0 7890 7873"/>
                  <a:gd name="T5" fmla="*/ T4 w 35"/>
                  <a:gd name="T6" fmla="+- 0 362 359"/>
                  <a:gd name="T7" fmla="*/ 362 h 56"/>
                  <a:gd name="T8" fmla="+- 0 7894 7873"/>
                  <a:gd name="T9" fmla="*/ T8 w 35"/>
                  <a:gd name="T10" fmla="+- 0 363 359"/>
                  <a:gd name="T11" fmla="*/ 363 h 56"/>
                  <a:gd name="T12" fmla="+- 0 7896 7873"/>
                  <a:gd name="T13" fmla="*/ T12 w 35"/>
                  <a:gd name="T14" fmla="+- 0 364 359"/>
                  <a:gd name="T15" fmla="*/ 364 h 56"/>
                  <a:gd name="T16" fmla="+- 0 7897 7873"/>
                  <a:gd name="T17" fmla="*/ T16 w 35"/>
                  <a:gd name="T18" fmla="+- 0 366 359"/>
                  <a:gd name="T19" fmla="*/ 366 h 56"/>
                  <a:gd name="T20" fmla="+- 0 7899 7873"/>
                  <a:gd name="T21" fmla="*/ T20 w 35"/>
                  <a:gd name="T22" fmla="+- 0 373 359"/>
                  <a:gd name="T23" fmla="*/ 373 h 56"/>
                  <a:gd name="T24" fmla="+- 0 7900 7873"/>
                  <a:gd name="T25" fmla="*/ T24 w 35"/>
                  <a:gd name="T26" fmla="+- 0 376 359"/>
                  <a:gd name="T27" fmla="*/ 376 h 56"/>
                  <a:gd name="T28" fmla="+- 0 7900 7873"/>
                  <a:gd name="T29" fmla="*/ T28 w 35"/>
                  <a:gd name="T30" fmla="+- 0 394 359"/>
                  <a:gd name="T31" fmla="*/ 394 h 56"/>
                  <a:gd name="T32" fmla="+- 0 7899 7873"/>
                  <a:gd name="T33" fmla="*/ T32 w 35"/>
                  <a:gd name="T34" fmla="+- 0 399 359"/>
                  <a:gd name="T35" fmla="*/ 399 h 56"/>
                  <a:gd name="T36" fmla="+- 0 7897 7873"/>
                  <a:gd name="T37" fmla="*/ T36 w 35"/>
                  <a:gd name="T38" fmla="+- 0 406 359"/>
                  <a:gd name="T39" fmla="*/ 406 h 56"/>
                  <a:gd name="T40" fmla="+- 0 7896 7873"/>
                  <a:gd name="T41" fmla="*/ T40 w 35"/>
                  <a:gd name="T42" fmla="+- 0 409 359"/>
                  <a:gd name="T43" fmla="*/ 409 h 56"/>
                  <a:gd name="T44" fmla="+- 0 7895 7873"/>
                  <a:gd name="T45" fmla="*/ T44 w 35"/>
                  <a:gd name="T46" fmla="+- 0 410 359"/>
                  <a:gd name="T47" fmla="*/ 410 h 56"/>
                  <a:gd name="T48" fmla="+- 0 7890 7873"/>
                  <a:gd name="T49" fmla="*/ T48 w 35"/>
                  <a:gd name="T50" fmla="+- 0 412 359"/>
                  <a:gd name="T51" fmla="*/ 412 h 56"/>
                  <a:gd name="T52" fmla="+- 0 7898 7873"/>
                  <a:gd name="T53" fmla="*/ T52 w 35"/>
                  <a:gd name="T54" fmla="+- 0 412 359"/>
                  <a:gd name="T55" fmla="*/ 412 h 56"/>
                  <a:gd name="T56" fmla="+- 0 7908 7873"/>
                  <a:gd name="T57" fmla="*/ T56 w 35"/>
                  <a:gd name="T58" fmla="+- 0 377 359"/>
                  <a:gd name="T59" fmla="*/ 377 h 56"/>
                  <a:gd name="T60" fmla="+- 0 7906 7873"/>
                  <a:gd name="T61" fmla="*/ T60 w 35"/>
                  <a:gd name="T62" fmla="+- 0 370 359"/>
                  <a:gd name="T63" fmla="*/ 370 h 56"/>
                  <a:gd name="T64" fmla="+- 0 7899 7873"/>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7" name="Group 186">
              <a:extLst>
                <a:ext uri="{FF2B5EF4-FFF2-40B4-BE49-F238E27FC236}">
                  <a16:creationId xmlns:a16="http://schemas.microsoft.com/office/drawing/2014/main" id="{F8DA511A-1049-E7AD-E109-9D338501EB91}"/>
                </a:ext>
              </a:extLst>
            </p:cNvPr>
            <p:cNvGrpSpPr>
              <a:grpSpLocks/>
            </p:cNvGrpSpPr>
            <p:nvPr/>
          </p:nvGrpSpPr>
          <p:grpSpPr bwMode="auto">
            <a:xfrm>
              <a:off x="8329" y="359"/>
              <a:ext cx="35" cy="56"/>
              <a:chOff x="8329" y="359"/>
              <a:chExt cx="35" cy="56"/>
            </a:xfrm>
          </p:grpSpPr>
          <p:sp>
            <p:nvSpPr>
              <p:cNvPr id="1364" name="Freeform 4831">
                <a:extLst>
                  <a:ext uri="{FF2B5EF4-FFF2-40B4-BE49-F238E27FC236}">
                    <a16:creationId xmlns:a16="http://schemas.microsoft.com/office/drawing/2014/main" id="{B9DC28E4-B061-8DEF-7843-5CFA1836AC1C}"/>
                  </a:ext>
                </a:extLst>
              </p:cNvPr>
              <p:cNvSpPr>
                <a:spLocks/>
              </p:cNvSpPr>
              <p:nvPr/>
            </p:nvSpPr>
            <p:spPr bwMode="auto">
              <a:xfrm>
                <a:off x="8329" y="359"/>
                <a:ext cx="35" cy="56"/>
              </a:xfrm>
              <a:custGeom>
                <a:avLst/>
                <a:gdLst>
                  <a:gd name="T0" fmla="+- 0 8351 8329"/>
                  <a:gd name="T1" fmla="*/ T0 w 35"/>
                  <a:gd name="T2" fmla="+- 0 359 359"/>
                  <a:gd name="T3" fmla="*/ 359 h 56"/>
                  <a:gd name="T4" fmla="+- 0 8344 8329"/>
                  <a:gd name="T5" fmla="*/ T4 w 35"/>
                  <a:gd name="T6" fmla="+- 0 359 359"/>
                  <a:gd name="T7" fmla="*/ 359 h 56"/>
                  <a:gd name="T8" fmla="+- 0 8342 8329"/>
                  <a:gd name="T9" fmla="*/ T8 w 35"/>
                  <a:gd name="T10" fmla="+- 0 360 359"/>
                  <a:gd name="T11" fmla="*/ 360 h 56"/>
                  <a:gd name="T12" fmla="+- 0 8339 8329"/>
                  <a:gd name="T13" fmla="*/ T12 w 35"/>
                  <a:gd name="T14" fmla="+- 0 362 359"/>
                  <a:gd name="T15" fmla="*/ 362 h 56"/>
                  <a:gd name="T16" fmla="+- 0 8336 8329"/>
                  <a:gd name="T17" fmla="*/ T16 w 35"/>
                  <a:gd name="T18" fmla="+- 0 364 359"/>
                  <a:gd name="T19" fmla="*/ 364 h 56"/>
                  <a:gd name="T20" fmla="+- 0 8334 8329"/>
                  <a:gd name="T21" fmla="*/ T20 w 35"/>
                  <a:gd name="T22" fmla="+- 0 367 359"/>
                  <a:gd name="T23" fmla="*/ 367 h 56"/>
                  <a:gd name="T24" fmla="+- 0 8330 8329"/>
                  <a:gd name="T25" fmla="*/ T24 w 35"/>
                  <a:gd name="T26" fmla="+- 0 376 359"/>
                  <a:gd name="T27" fmla="*/ 376 h 56"/>
                  <a:gd name="T28" fmla="+- 0 8329 8329"/>
                  <a:gd name="T29" fmla="*/ T28 w 35"/>
                  <a:gd name="T30" fmla="+- 0 381 359"/>
                  <a:gd name="T31" fmla="*/ 381 h 56"/>
                  <a:gd name="T32" fmla="+- 0 8329 8329"/>
                  <a:gd name="T33" fmla="*/ T32 w 35"/>
                  <a:gd name="T34" fmla="+- 0 394 359"/>
                  <a:gd name="T35" fmla="*/ 394 h 56"/>
                  <a:gd name="T36" fmla="+- 0 8331 8329"/>
                  <a:gd name="T37" fmla="*/ T36 w 35"/>
                  <a:gd name="T38" fmla="+- 0 400 359"/>
                  <a:gd name="T39" fmla="*/ 400 h 56"/>
                  <a:gd name="T40" fmla="+- 0 8337 8329"/>
                  <a:gd name="T41" fmla="*/ T40 w 35"/>
                  <a:gd name="T42" fmla="+- 0 411 359"/>
                  <a:gd name="T43" fmla="*/ 411 h 56"/>
                  <a:gd name="T44" fmla="+- 0 8341 8329"/>
                  <a:gd name="T45" fmla="*/ T44 w 35"/>
                  <a:gd name="T46" fmla="+- 0 414 359"/>
                  <a:gd name="T47" fmla="*/ 414 h 56"/>
                  <a:gd name="T48" fmla="+- 0 8349 8329"/>
                  <a:gd name="T49" fmla="*/ T48 w 35"/>
                  <a:gd name="T50" fmla="+- 0 414 359"/>
                  <a:gd name="T51" fmla="*/ 414 h 56"/>
                  <a:gd name="T52" fmla="+- 0 8352 8329"/>
                  <a:gd name="T53" fmla="*/ T52 w 35"/>
                  <a:gd name="T54" fmla="+- 0 413 359"/>
                  <a:gd name="T55" fmla="*/ 413 h 56"/>
                  <a:gd name="T56" fmla="+- 0 8354 8329"/>
                  <a:gd name="T57" fmla="*/ T56 w 35"/>
                  <a:gd name="T58" fmla="+- 0 412 359"/>
                  <a:gd name="T59" fmla="*/ 412 h 56"/>
                  <a:gd name="T60" fmla="+- 0 8344 8329"/>
                  <a:gd name="T61" fmla="*/ T60 w 35"/>
                  <a:gd name="T62" fmla="+- 0 412 359"/>
                  <a:gd name="T63" fmla="*/ 412 h 56"/>
                  <a:gd name="T64" fmla="+- 0 8341 8329"/>
                  <a:gd name="T65" fmla="*/ T64 w 35"/>
                  <a:gd name="T66" fmla="+- 0 410 359"/>
                  <a:gd name="T67" fmla="*/ 410 h 56"/>
                  <a:gd name="T68" fmla="+- 0 8340 8329"/>
                  <a:gd name="T69" fmla="*/ T68 w 35"/>
                  <a:gd name="T70" fmla="+- 0 406 359"/>
                  <a:gd name="T71" fmla="*/ 406 h 56"/>
                  <a:gd name="T72" fmla="+- 0 8338 8329"/>
                  <a:gd name="T73" fmla="*/ T72 w 35"/>
                  <a:gd name="T74" fmla="+- 0 401 359"/>
                  <a:gd name="T75" fmla="*/ 401 h 56"/>
                  <a:gd name="T76" fmla="+- 0 8337 8329"/>
                  <a:gd name="T77" fmla="*/ T76 w 35"/>
                  <a:gd name="T78" fmla="+- 0 395 359"/>
                  <a:gd name="T79" fmla="*/ 395 h 56"/>
                  <a:gd name="T80" fmla="+- 0 8347 8329"/>
                  <a:gd name="T81" fmla="*/ T80 w 35"/>
                  <a:gd name="T82" fmla="+- 0 362 359"/>
                  <a:gd name="T83" fmla="*/ 362 h 56"/>
                  <a:gd name="T84" fmla="+- 0 8355 8329"/>
                  <a:gd name="T85" fmla="*/ T84 w 35"/>
                  <a:gd name="T86" fmla="+- 0 362 359"/>
                  <a:gd name="T87" fmla="*/ 362 h 56"/>
                  <a:gd name="T88" fmla="+- 0 8355 8329"/>
                  <a:gd name="T89" fmla="*/ T88 w 35"/>
                  <a:gd name="T90" fmla="+- 0 361 359"/>
                  <a:gd name="T91" fmla="*/ 361 h 56"/>
                  <a:gd name="T92" fmla="+- 0 8351 8329"/>
                  <a:gd name="T93" fmla="*/ T92 w 35"/>
                  <a:gd name="T94" fmla="+- 0 359 359"/>
                  <a:gd name="T95"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65" name="Freeform 4832">
                <a:extLst>
                  <a:ext uri="{FF2B5EF4-FFF2-40B4-BE49-F238E27FC236}">
                    <a16:creationId xmlns:a16="http://schemas.microsoft.com/office/drawing/2014/main" id="{AD8BE6ED-4680-90A8-4F74-1B037ACA513F}"/>
                  </a:ext>
                </a:extLst>
              </p:cNvPr>
              <p:cNvSpPr>
                <a:spLocks/>
              </p:cNvSpPr>
              <p:nvPr/>
            </p:nvSpPr>
            <p:spPr bwMode="auto">
              <a:xfrm>
                <a:off x="8329" y="359"/>
                <a:ext cx="35" cy="56"/>
              </a:xfrm>
              <a:custGeom>
                <a:avLst/>
                <a:gdLst>
                  <a:gd name="T0" fmla="+- 0 8355 8329"/>
                  <a:gd name="T1" fmla="*/ T0 w 35"/>
                  <a:gd name="T2" fmla="+- 0 362 359"/>
                  <a:gd name="T3" fmla="*/ 362 h 56"/>
                  <a:gd name="T4" fmla="+- 0 8347 8329"/>
                  <a:gd name="T5" fmla="*/ T4 w 35"/>
                  <a:gd name="T6" fmla="+- 0 362 359"/>
                  <a:gd name="T7" fmla="*/ 362 h 56"/>
                  <a:gd name="T8" fmla="+- 0 8351 8329"/>
                  <a:gd name="T9" fmla="*/ T8 w 35"/>
                  <a:gd name="T10" fmla="+- 0 363 359"/>
                  <a:gd name="T11" fmla="*/ 363 h 56"/>
                  <a:gd name="T12" fmla="+- 0 8352 8329"/>
                  <a:gd name="T13" fmla="*/ T12 w 35"/>
                  <a:gd name="T14" fmla="+- 0 364 359"/>
                  <a:gd name="T15" fmla="*/ 364 h 56"/>
                  <a:gd name="T16" fmla="+- 0 8353 8329"/>
                  <a:gd name="T17" fmla="*/ T16 w 35"/>
                  <a:gd name="T18" fmla="+- 0 366 359"/>
                  <a:gd name="T19" fmla="*/ 366 h 56"/>
                  <a:gd name="T20" fmla="+- 0 8356 8329"/>
                  <a:gd name="T21" fmla="*/ T20 w 35"/>
                  <a:gd name="T22" fmla="+- 0 373 359"/>
                  <a:gd name="T23" fmla="*/ 373 h 56"/>
                  <a:gd name="T24" fmla="+- 0 8356 8329"/>
                  <a:gd name="T25" fmla="*/ T24 w 35"/>
                  <a:gd name="T26" fmla="+- 0 376 359"/>
                  <a:gd name="T27" fmla="*/ 376 h 56"/>
                  <a:gd name="T28" fmla="+- 0 8356 8329"/>
                  <a:gd name="T29" fmla="*/ T28 w 35"/>
                  <a:gd name="T30" fmla="+- 0 394 359"/>
                  <a:gd name="T31" fmla="*/ 394 h 56"/>
                  <a:gd name="T32" fmla="+- 0 8356 8329"/>
                  <a:gd name="T33" fmla="*/ T32 w 35"/>
                  <a:gd name="T34" fmla="+- 0 399 359"/>
                  <a:gd name="T35" fmla="*/ 399 h 56"/>
                  <a:gd name="T36" fmla="+- 0 8354 8329"/>
                  <a:gd name="T37" fmla="*/ T36 w 35"/>
                  <a:gd name="T38" fmla="+- 0 406 359"/>
                  <a:gd name="T39" fmla="*/ 406 h 56"/>
                  <a:gd name="T40" fmla="+- 0 8352 8329"/>
                  <a:gd name="T41" fmla="*/ T40 w 35"/>
                  <a:gd name="T42" fmla="+- 0 409 359"/>
                  <a:gd name="T43" fmla="*/ 409 h 56"/>
                  <a:gd name="T44" fmla="+- 0 8351 8329"/>
                  <a:gd name="T45" fmla="*/ T44 w 35"/>
                  <a:gd name="T46" fmla="+- 0 410 359"/>
                  <a:gd name="T47" fmla="*/ 410 h 56"/>
                  <a:gd name="T48" fmla="+- 0 8346 8329"/>
                  <a:gd name="T49" fmla="*/ T48 w 35"/>
                  <a:gd name="T50" fmla="+- 0 412 359"/>
                  <a:gd name="T51" fmla="*/ 412 h 56"/>
                  <a:gd name="T52" fmla="+- 0 8354 8329"/>
                  <a:gd name="T53" fmla="*/ T52 w 35"/>
                  <a:gd name="T54" fmla="+- 0 412 359"/>
                  <a:gd name="T55" fmla="*/ 412 h 56"/>
                  <a:gd name="T56" fmla="+- 0 8364 8329"/>
                  <a:gd name="T57" fmla="*/ T56 w 35"/>
                  <a:gd name="T58" fmla="+- 0 377 359"/>
                  <a:gd name="T59" fmla="*/ 377 h 56"/>
                  <a:gd name="T60" fmla="+- 0 8362 8329"/>
                  <a:gd name="T61" fmla="*/ T60 w 35"/>
                  <a:gd name="T62" fmla="+- 0 370 359"/>
                  <a:gd name="T63" fmla="*/ 370 h 56"/>
                  <a:gd name="T64" fmla="+- 0 8355 8329"/>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4"/>
                    </a:lnTo>
                    <a:lnTo>
                      <a:pt x="27" y="17"/>
                    </a:lnTo>
                    <a:lnTo>
                      <a:pt x="27" y="35"/>
                    </a:lnTo>
                    <a:lnTo>
                      <a:pt x="27" y="40"/>
                    </a:lnTo>
                    <a:lnTo>
                      <a:pt x="25" y="47"/>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8" name="Group 187">
              <a:extLst>
                <a:ext uri="{FF2B5EF4-FFF2-40B4-BE49-F238E27FC236}">
                  <a16:creationId xmlns:a16="http://schemas.microsoft.com/office/drawing/2014/main" id="{59C002AF-3B2C-A50E-436C-072E04ADF30E}"/>
                </a:ext>
              </a:extLst>
            </p:cNvPr>
            <p:cNvGrpSpPr>
              <a:grpSpLocks/>
            </p:cNvGrpSpPr>
            <p:nvPr/>
          </p:nvGrpSpPr>
          <p:grpSpPr bwMode="auto">
            <a:xfrm>
              <a:off x="8786" y="359"/>
              <a:ext cx="35" cy="56"/>
              <a:chOff x="8786" y="359"/>
              <a:chExt cx="35" cy="56"/>
            </a:xfrm>
          </p:grpSpPr>
          <p:sp>
            <p:nvSpPr>
              <p:cNvPr id="1362" name="Freeform 4834">
                <a:extLst>
                  <a:ext uri="{FF2B5EF4-FFF2-40B4-BE49-F238E27FC236}">
                    <a16:creationId xmlns:a16="http://schemas.microsoft.com/office/drawing/2014/main" id="{8A7AA67D-930C-FEE9-0BBB-25F69B676EED}"/>
                  </a:ext>
                </a:extLst>
              </p:cNvPr>
              <p:cNvSpPr>
                <a:spLocks/>
              </p:cNvSpPr>
              <p:nvPr/>
            </p:nvSpPr>
            <p:spPr bwMode="auto">
              <a:xfrm>
                <a:off x="8786" y="359"/>
                <a:ext cx="35" cy="56"/>
              </a:xfrm>
              <a:custGeom>
                <a:avLst/>
                <a:gdLst>
                  <a:gd name="T0" fmla="+- 0 8807 8786"/>
                  <a:gd name="T1" fmla="*/ T0 w 35"/>
                  <a:gd name="T2" fmla="+- 0 359 359"/>
                  <a:gd name="T3" fmla="*/ 359 h 56"/>
                  <a:gd name="T4" fmla="+- 0 8801 8786"/>
                  <a:gd name="T5" fmla="*/ T4 w 35"/>
                  <a:gd name="T6" fmla="+- 0 359 359"/>
                  <a:gd name="T7" fmla="*/ 359 h 56"/>
                  <a:gd name="T8" fmla="+- 0 8798 8786"/>
                  <a:gd name="T9" fmla="*/ T8 w 35"/>
                  <a:gd name="T10" fmla="+- 0 360 359"/>
                  <a:gd name="T11" fmla="*/ 360 h 56"/>
                  <a:gd name="T12" fmla="+- 0 8793 8786"/>
                  <a:gd name="T13" fmla="*/ T12 w 35"/>
                  <a:gd name="T14" fmla="+- 0 364 359"/>
                  <a:gd name="T15" fmla="*/ 364 h 56"/>
                  <a:gd name="T16" fmla="+- 0 8790 8786"/>
                  <a:gd name="T17" fmla="*/ T16 w 35"/>
                  <a:gd name="T18" fmla="+- 0 367 359"/>
                  <a:gd name="T19" fmla="*/ 367 h 56"/>
                  <a:gd name="T20" fmla="+- 0 8787 8786"/>
                  <a:gd name="T21" fmla="*/ T20 w 35"/>
                  <a:gd name="T22" fmla="+- 0 376 359"/>
                  <a:gd name="T23" fmla="*/ 376 h 56"/>
                  <a:gd name="T24" fmla="+- 0 8786 8786"/>
                  <a:gd name="T25" fmla="*/ T24 w 35"/>
                  <a:gd name="T26" fmla="+- 0 381 359"/>
                  <a:gd name="T27" fmla="*/ 381 h 56"/>
                  <a:gd name="T28" fmla="+- 0 8786 8786"/>
                  <a:gd name="T29" fmla="*/ T28 w 35"/>
                  <a:gd name="T30" fmla="+- 0 394 359"/>
                  <a:gd name="T31" fmla="*/ 394 h 56"/>
                  <a:gd name="T32" fmla="+- 0 8787 8786"/>
                  <a:gd name="T33" fmla="*/ T32 w 35"/>
                  <a:gd name="T34" fmla="+- 0 400 359"/>
                  <a:gd name="T35" fmla="*/ 400 h 56"/>
                  <a:gd name="T36" fmla="+- 0 8793 8786"/>
                  <a:gd name="T37" fmla="*/ T36 w 35"/>
                  <a:gd name="T38" fmla="+- 0 411 359"/>
                  <a:gd name="T39" fmla="*/ 411 h 56"/>
                  <a:gd name="T40" fmla="+- 0 8798 8786"/>
                  <a:gd name="T41" fmla="*/ T40 w 35"/>
                  <a:gd name="T42" fmla="+- 0 414 359"/>
                  <a:gd name="T43" fmla="*/ 414 h 56"/>
                  <a:gd name="T44" fmla="+- 0 8805 8786"/>
                  <a:gd name="T45" fmla="*/ T44 w 35"/>
                  <a:gd name="T46" fmla="+- 0 414 359"/>
                  <a:gd name="T47" fmla="*/ 414 h 56"/>
                  <a:gd name="T48" fmla="+- 0 8808 8786"/>
                  <a:gd name="T49" fmla="*/ T48 w 35"/>
                  <a:gd name="T50" fmla="+- 0 413 359"/>
                  <a:gd name="T51" fmla="*/ 413 h 56"/>
                  <a:gd name="T52" fmla="+- 0 8810 8786"/>
                  <a:gd name="T53" fmla="*/ T52 w 35"/>
                  <a:gd name="T54" fmla="+- 0 412 359"/>
                  <a:gd name="T55" fmla="*/ 412 h 56"/>
                  <a:gd name="T56" fmla="+- 0 8800 8786"/>
                  <a:gd name="T57" fmla="*/ T56 w 35"/>
                  <a:gd name="T58" fmla="+- 0 412 359"/>
                  <a:gd name="T59" fmla="*/ 412 h 56"/>
                  <a:gd name="T60" fmla="+- 0 8798 8786"/>
                  <a:gd name="T61" fmla="*/ T60 w 35"/>
                  <a:gd name="T62" fmla="+- 0 410 359"/>
                  <a:gd name="T63" fmla="*/ 410 h 56"/>
                  <a:gd name="T64" fmla="+- 0 8794 8786"/>
                  <a:gd name="T65" fmla="*/ T64 w 35"/>
                  <a:gd name="T66" fmla="+- 0 401 359"/>
                  <a:gd name="T67" fmla="*/ 401 h 56"/>
                  <a:gd name="T68" fmla="+- 0 8794 8786"/>
                  <a:gd name="T69" fmla="*/ T68 w 35"/>
                  <a:gd name="T70" fmla="+- 0 395 359"/>
                  <a:gd name="T71" fmla="*/ 395 h 56"/>
                  <a:gd name="T72" fmla="+- 0 8794 8786"/>
                  <a:gd name="T73" fmla="*/ T72 w 35"/>
                  <a:gd name="T74" fmla="+- 0 381 359"/>
                  <a:gd name="T75" fmla="*/ 381 h 56"/>
                  <a:gd name="T76" fmla="+- 0 8803 8786"/>
                  <a:gd name="T77" fmla="*/ T76 w 35"/>
                  <a:gd name="T78" fmla="+- 0 362 359"/>
                  <a:gd name="T79" fmla="*/ 362 h 56"/>
                  <a:gd name="T80" fmla="+- 0 8811 8786"/>
                  <a:gd name="T81" fmla="*/ T80 w 35"/>
                  <a:gd name="T82" fmla="+- 0 362 359"/>
                  <a:gd name="T83" fmla="*/ 362 h 56"/>
                  <a:gd name="T84" fmla="+- 0 8811 8786"/>
                  <a:gd name="T85" fmla="*/ T84 w 35"/>
                  <a:gd name="T86" fmla="+- 0 361 359"/>
                  <a:gd name="T87" fmla="*/ 361 h 56"/>
                  <a:gd name="T88" fmla="+- 0 8807 8786"/>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63" name="Freeform 4835">
                <a:extLst>
                  <a:ext uri="{FF2B5EF4-FFF2-40B4-BE49-F238E27FC236}">
                    <a16:creationId xmlns:a16="http://schemas.microsoft.com/office/drawing/2014/main" id="{0F22FF16-3336-363B-6F1C-815DB1CD89DB}"/>
                  </a:ext>
                </a:extLst>
              </p:cNvPr>
              <p:cNvSpPr>
                <a:spLocks/>
              </p:cNvSpPr>
              <p:nvPr/>
            </p:nvSpPr>
            <p:spPr bwMode="auto">
              <a:xfrm>
                <a:off x="8786" y="359"/>
                <a:ext cx="35" cy="56"/>
              </a:xfrm>
              <a:custGeom>
                <a:avLst/>
                <a:gdLst>
                  <a:gd name="T0" fmla="+- 0 8811 8786"/>
                  <a:gd name="T1" fmla="*/ T0 w 35"/>
                  <a:gd name="T2" fmla="+- 0 362 359"/>
                  <a:gd name="T3" fmla="*/ 362 h 56"/>
                  <a:gd name="T4" fmla="+- 0 8803 8786"/>
                  <a:gd name="T5" fmla="*/ T4 w 35"/>
                  <a:gd name="T6" fmla="+- 0 362 359"/>
                  <a:gd name="T7" fmla="*/ 362 h 56"/>
                  <a:gd name="T8" fmla="+- 0 8807 8786"/>
                  <a:gd name="T9" fmla="*/ T8 w 35"/>
                  <a:gd name="T10" fmla="+- 0 363 359"/>
                  <a:gd name="T11" fmla="*/ 363 h 56"/>
                  <a:gd name="T12" fmla="+- 0 8809 8786"/>
                  <a:gd name="T13" fmla="*/ T12 w 35"/>
                  <a:gd name="T14" fmla="+- 0 364 359"/>
                  <a:gd name="T15" fmla="*/ 364 h 56"/>
                  <a:gd name="T16" fmla="+- 0 8810 8786"/>
                  <a:gd name="T17" fmla="*/ T16 w 35"/>
                  <a:gd name="T18" fmla="+- 0 366 359"/>
                  <a:gd name="T19" fmla="*/ 366 h 56"/>
                  <a:gd name="T20" fmla="+- 0 8812 8786"/>
                  <a:gd name="T21" fmla="*/ T20 w 35"/>
                  <a:gd name="T22" fmla="+- 0 373 359"/>
                  <a:gd name="T23" fmla="*/ 373 h 56"/>
                  <a:gd name="T24" fmla="+- 0 8812 8786"/>
                  <a:gd name="T25" fmla="*/ T24 w 35"/>
                  <a:gd name="T26" fmla="+- 0 376 359"/>
                  <a:gd name="T27" fmla="*/ 376 h 56"/>
                  <a:gd name="T28" fmla="+- 0 8812 8786"/>
                  <a:gd name="T29" fmla="*/ T28 w 35"/>
                  <a:gd name="T30" fmla="+- 0 394 359"/>
                  <a:gd name="T31" fmla="*/ 394 h 56"/>
                  <a:gd name="T32" fmla="+- 0 8812 8786"/>
                  <a:gd name="T33" fmla="*/ T32 w 35"/>
                  <a:gd name="T34" fmla="+- 0 399 359"/>
                  <a:gd name="T35" fmla="*/ 399 h 56"/>
                  <a:gd name="T36" fmla="+- 0 8810 8786"/>
                  <a:gd name="T37" fmla="*/ T36 w 35"/>
                  <a:gd name="T38" fmla="+- 0 406 359"/>
                  <a:gd name="T39" fmla="*/ 406 h 56"/>
                  <a:gd name="T40" fmla="+- 0 8809 8786"/>
                  <a:gd name="T41" fmla="*/ T40 w 35"/>
                  <a:gd name="T42" fmla="+- 0 409 359"/>
                  <a:gd name="T43" fmla="*/ 409 h 56"/>
                  <a:gd name="T44" fmla="+- 0 8807 8786"/>
                  <a:gd name="T45" fmla="*/ T44 w 35"/>
                  <a:gd name="T46" fmla="+- 0 410 359"/>
                  <a:gd name="T47" fmla="*/ 410 h 56"/>
                  <a:gd name="T48" fmla="+- 0 8803 8786"/>
                  <a:gd name="T49" fmla="*/ T48 w 35"/>
                  <a:gd name="T50" fmla="+- 0 412 359"/>
                  <a:gd name="T51" fmla="*/ 412 h 56"/>
                  <a:gd name="T52" fmla="+- 0 8810 8786"/>
                  <a:gd name="T53" fmla="*/ T52 w 35"/>
                  <a:gd name="T54" fmla="+- 0 412 359"/>
                  <a:gd name="T55" fmla="*/ 412 h 56"/>
                  <a:gd name="T56" fmla="+- 0 8820 8786"/>
                  <a:gd name="T57" fmla="*/ T56 w 35"/>
                  <a:gd name="T58" fmla="+- 0 377 359"/>
                  <a:gd name="T59" fmla="*/ 377 h 56"/>
                  <a:gd name="T60" fmla="+- 0 8818 8786"/>
                  <a:gd name="T61" fmla="*/ T60 w 35"/>
                  <a:gd name="T62" fmla="+- 0 370 359"/>
                  <a:gd name="T63" fmla="*/ 370 h 56"/>
                  <a:gd name="T64" fmla="+- 0 8811 8786"/>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89" name="Group 188">
              <a:extLst>
                <a:ext uri="{FF2B5EF4-FFF2-40B4-BE49-F238E27FC236}">
                  <a16:creationId xmlns:a16="http://schemas.microsoft.com/office/drawing/2014/main" id="{62BD1A1C-A0D4-38E9-4D28-2FC3AB3A613F}"/>
                </a:ext>
              </a:extLst>
            </p:cNvPr>
            <p:cNvGrpSpPr>
              <a:grpSpLocks/>
            </p:cNvGrpSpPr>
            <p:nvPr/>
          </p:nvGrpSpPr>
          <p:grpSpPr bwMode="auto">
            <a:xfrm>
              <a:off x="280" y="359"/>
              <a:ext cx="8997" cy="335"/>
              <a:chOff x="280" y="359"/>
              <a:chExt cx="8997" cy="335"/>
            </a:xfrm>
          </p:grpSpPr>
          <p:sp>
            <p:nvSpPr>
              <p:cNvPr id="1359" name="Freeform 4837">
                <a:extLst>
                  <a:ext uri="{FF2B5EF4-FFF2-40B4-BE49-F238E27FC236}">
                    <a16:creationId xmlns:a16="http://schemas.microsoft.com/office/drawing/2014/main" id="{02C23975-D7CB-E1DC-39C2-4B0B2E7C43AC}"/>
                  </a:ext>
                </a:extLst>
              </p:cNvPr>
              <p:cNvSpPr>
                <a:spLocks/>
              </p:cNvSpPr>
              <p:nvPr/>
            </p:nvSpPr>
            <p:spPr bwMode="auto">
              <a:xfrm>
                <a:off x="9242" y="359"/>
                <a:ext cx="35" cy="56"/>
              </a:xfrm>
              <a:custGeom>
                <a:avLst/>
                <a:gdLst>
                  <a:gd name="T0" fmla="+- 0 9263 9242"/>
                  <a:gd name="T1" fmla="*/ T0 w 35"/>
                  <a:gd name="T2" fmla="+- 0 359 359"/>
                  <a:gd name="T3" fmla="*/ 359 h 56"/>
                  <a:gd name="T4" fmla="+- 0 9257 9242"/>
                  <a:gd name="T5" fmla="*/ T4 w 35"/>
                  <a:gd name="T6" fmla="+- 0 359 359"/>
                  <a:gd name="T7" fmla="*/ 359 h 56"/>
                  <a:gd name="T8" fmla="+- 0 9254 9242"/>
                  <a:gd name="T9" fmla="*/ T8 w 35"/>
                  <a:gd name="T10" fmla="+- 0 360 359"/>
                  <a:gd name="T11" fmla="*/ 360 h 56"/>
                  <a:gd name="T12" fmla="+- 0 9249 9242"/>
                  <a:gd name="T13" fmla="*/ T12 w 35"/>
                  <a:gd name="T14" fmla="+- 0 364 359"/>
                  <a:gd name="T15" fmla="*/ 364 h 56"/>
                  <a:gd name="T16" fmla="+- 0 9247 9242"/>
                  <a:gd name="T17" fmla="*/ T16 w 35"/>
                  <a:gd name="T18" fmla="+- 0 367 359"/>
                  <a:gd name="T19" fmla="*/ 367 h 56"/>
                  <a:gd name="T20" fmla="+- 0 9243 9242"/>
                  <a:gd name="T21" fmla="*/ T20 w 35"/>
                  <a:gd name="T22" fmla="+- 0 376 359"/>
                  <a:gd name="T23" fmla="*/ 376 h 56"/>
                  <a:gd name="T24" fmla="+- 0 9242 9242"/>
                  <a:gd name="T25" fmla="*/ T24 w 35"/>
                  <a:gd name="T26" fmla="+- 0 381 359"/>
                  <a:gd name="T27" fmla="*/ 381 h 56"/>
                  <a:gd name="T28" fmla="+- 0 9242 9242"/>
                  <a:gd name="T29" fmla="*/ T28 w 35"/>
                  <a:gd name="T30" fmla="+- 0 394 359"/>
                  <a:gd name="T31" fmla="*/ 394 h 56"/>
                  <a:gd name="T32" fmla="+- 0 9243 9242"/>
                  <a:gd name="T33" fmla="*/ T32 w 35"/>
                  <a:gd name="T34" fmla="+- 0 400 359"/>
                  <a:gd name="T35" fmla="*/ 400 h 56"/>
                  <a:gd name="T36" fmla="+- 0 9250 9242"/>
                  <a:gd name="T37" fmla="*/ T36 w 35"/>
                  <a:gd name="T38" fmla="+- 0 411 359"/>
                  <a:gd name="T39" fmla="*/ 411 h 56"/>
                  <a:gd name="T40" fmla="+- 0 9254 9242"/>
                  <a:gd name="T41" fmla="*/ T40 w 35"/>
                  <a:gd name="T42" fmla="+- 0 414 359"/>
                  <a:gd name="T43" fmla="*/ 414 h 56"/>
                  <a:gd name="T44" fmla="+- 0 9262 9242"/>
                  <a:gd name="T45" fmla="*/ T44 w 35"/>
                  <a:gd name="T46" fmla="+- 0 414 359"/>
                  <a:gd name="T47" fmla="*/ 414 h 56"/>
                  <a:gd name="T48" fmla="+- 0 9264 9242"/>
                  <a:gd name="T49" fmla="*/ T48 w 35"/>
                  <a:gd name="T50" fmla="+- 0 413 359"/>
                  <a:gd name="T51" fmla="*/ 413 h 56"/>
                  <a:gd name="T52" fmla="+- 0 9266 9242"/>
                  <a:gd name="T53" fmla="*/ T52 w 35"/>
                  <a:gd name="T54" fmla="+- 0 412 359"/>
                  <a:gd name="T55" fmla="*/ 412 h 56"/>
                  <a:gd name="T56" fmla="+- 0 9256 9242"/>
                  <a:gd name="T57" fmla="*/ T56 w 35"/>
                  <a:gd name="T58" fmla="+- 0 412 359"/>
                  <a:gd name="T59" fmla="*/ 412 h 56"/>
                  <a:gd name="T60" fmla="+- 0 9254 9242"/>
                  <a:gd name="T61" fmla="*/ T60 w 35"/>
                  <a:gd name="T62" fmla="+- 0 410 359"/>
                  <a:gd name="T63" fmla="*/ 410 h 56"/>
                  <a:gd name="T64" fmla="+- 0 9251 9242"/>
                  <a:gd name="T65" fmla="*/ T64 w 35"/>
                  <a:gd name="T66" fmla="+- 0 401 359"/>
                  <a:gd name="T67" fmla="*/ 401 h 56"/>
                  <a:gd name="T68" fmla="+- 0 9250 9242"/>
                  <a:gd name="T69" fmla="*/ T68 w 35"/>
                  <a:gd name="T70" fmla="+- 0 395 359"/>
                  <a:gd name="T71" fmla="*/ 395 h 56"/>
                  <a:gd name="T72" fmla="+- 0 9250 9242"/>
                  <a:gd name="T73" fmla="*/ T72 w 35"/>
                  <a:gd name="T74" fmla="+- 0 381 359"/>
                  <a:gd name="T75" fmla="*/ 381 h 56"/>
                  <a:gd name="T76" fmla="+- 0 9259 9242"/>
                  <a:gd name="T77" fmla="*/ T76 w 35"/>
                  <a:gd name="T78" fmla="+- 0 362 359"/>
                  <a:gd name="T79" fmla="*/ 362 h 56"/>
                  <a:gd name="T80" fmla="+- 0 9268 9242"/>
                  <a:gd name="T81" fmla="*/ T80 w 35"/>
                  <a:gd name="T82" fmla="+- 0 362 359"/>
                  <a:gd name="T83" fmla="*/ 362 h 56"/>
                  <a:gd name="T84" fmla="+- 0 9267 9242"/>
                  <a:gd name="T85" fmla="*/ T84 w 35"/>
                  <a:gd name="T86" fmla="+- 0 361 359"/>
                  <a:gd name="T87" fmla="*/ 361 h 56"/>
                  <a:gd name="T88" fmla="+- 0 9263 9242"/>
                  <a:gd name="T89" fmla="*/ T88 w 35"/>
                  <a:gd name="T90" fmla="+- 0 359 359"/>
                  <a:gd name="T91" fmla="*/ 35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60" name="Freeform 4838">
                <a:extLst>
                  <a:ext uri="{FF2B5EF4-FFF2-40B4-BE49-F238E27FC236}">
                    <a16:creationId xmlns:a16="http://schemas.microsoft.com/office/drawing/2014/main" id="{C661F31C-E3A8-5013-6E6D-D4E4D3AEC300}"/>
                  </a:ext>
                </a:extLst>
              </p:cNvPr>
              <p:cNvSpPr>
                <a:spLocks/>
              </p:cNvSpPr>
              <p:nvPr/>
            </p:nvSpPr>
            <p:spPr bwMode="auto">
              <a:xfrm>
                <a:off x="9242" y="359"/>
                <a:ext cx="35" cy="56"/>
              </a:xfrm>
              <a:custGeom>
                <a:avLst/>
                <a:gdLst>
                  <a:gd name="T0" fmla="+- 0 9268 9242"/>
                  <a:gd name="T1" fmla="*/ T0 w 35"/>
                  <a:gd name="T2" fmla="+- 0 362 359"/>
                  <a:gd name="T3" fmla="*/ 362 h 56"/>
                  <a:gd name="T4" fmla="+- 0 9259 9242"/>
                  <a:gd name="T5" fmla="*/ T4 w 35"/>
                  <a:gd name="T6" fmla="+- 0 362 359"/>
                  <a:gd name="T7" fmla="*/ 362 h 56"/>
                  <a:gd name="T8" fmla="+- 0 9263 9242"/>
                  <a:gd name="T9" fmla="*/ T8 w 35"/>
                  <a:gd name="T10" fmla="+- 0 363 359"/>
                  <a:gd name="T11" fmla="*/ 363 h 56"/>
                  <a:gd name="T12" fmla="+- 0 9265 9242"/>
                  <a:gd name="T13" fmla="*/ T12 w 35"/>
                  <a:gd name="T14" fmla="+- 0 364 359"/>
                  <a:gd name="T15" fmla="*/ 364 h 56"/>
                  <a:gd name="T16" fmla="+- 0 9266 9242"/>
                  <a:gd name="T17" fmla="*/ T16 w 35"/>
                  <a:gd name="T18" fmla="+- 0 366 359"/>
                  <a:gd name="T19" fmla="*/ 366 h 56"/>
                  <a:gd name="T20" fmla="+- 0 9268 9242"/>
                  <a:gd name="T21" fmla="*/ T20 w 35"/>
                  <a:gd name="T22" fmla="+- 0 373 359"/>
                  <a:gd name="T23" fmla="*/ 373 h 56"/>
                  <a:gd name="T24" fmla="+- 0 9268 9242"/>
                  <a:gd name="T25" fmla="*/ T24 w 35"/>
                  <a:gd name="T26" fmla="+- 0 376 359"/>
                  <a:gd name="T27" fmla="*/ 376 h 56"/>
                  <a:gd name="T28" fmla="+- 0 9269 9242"/>
                  <a:gd name="T29" fmla="*/ T28 w 35"/>
                  <a:gd name="T30" fmla="+- 0 394 359"/>
                  <a:gd name="T31" fmla="*/ 394 h 56"/>
                  <a:gd name="T32" fmla="+- 0 9268 9242"/>
                  <a:gd name="T33" fmla="*/ T32 w 35"/>
                  <a:gd name="T34" fmla="+- 0 399 359"/>
                  <a:gd name="T35" fmla="*/ 399 h 56"/>
                  <a:gd name="T36" fmla="+- 0 9266 9242"/>
                  <a:gd name="T37" fmla="*/ T36 w 35"/>
                  <a:gd name="T38" fmla="+- 0 406 359"/>
                  <a:gd name="T39" fmla="*/ 406 h 56"/>
                  <a:gd name="T40" fmla="+- 0 9265 9242"/>
                  <a:gd name="T41" fmla="*/ T40 w 35"/>
                  <a:gd name="T42" fmla="+- 0 409 359"/>
                  <a:gd name="T43" fmla="*/ 409 h 56"/>
                  <a:gd name="T44" fmla="+- 0 9264 9242"/>
                  <a:gd name="T45" fmla="*/ T44 w 35"/>
                  <a:gd name="T46" fmla="+- 0 410 359"/>
                  <a:gd name="T47" fmla="*/ 410 h 56"/>
                  <a:gd name="T48" fmla="+- 0 9259 9242"/>
                  <a:gd name="T49" fmla="*/ T48 w 35"/>
                  <a:gd name="T50" fmla="+- 0 412 359"/>
                  <a:gd name="T51" fmla="*/ 412 h 56"/>
                  <a:gd name="T52" fmla="+- 0 9266 9242"/>
                  <a:gd name="T53" fmla="*/ T52 w 35"/>
                  <a:gd name="T54" fmla="+- 0 412 359"/>
                  <a:gd name="T55" fmla="*/ 412 h 56"/>
                  <a:gd name="T56" fmla="+- 0 9276 9242"/>
                  <a:gd name="T57" fmla="*/ T56 w 35"/>
                  <a:gd name="T58" fmla="+- 0 377 359"/>
                  <a:gd name="T59" fmla="*/ 377 h 56"/>
                  <a:gd name="T60" fmla="+- 0 9274 9242"/>
                  <a:gd name="T61" fmla="*/ T60 w 35"/>
                  <a:gd name="T62" fmla="+- 0 370 359"/>
                  <a:gd name="T63" fmla="*/ 370 h 56"/>
                  <a:gd name="T64" fmla="+- 0 9268 9242"/>
                  <a:gd name="T65" fmla="*/ T64 w 35"/>
                  <a:gd name="T66" fmla="+- 0 362 359"/>
                  <a:gd name="T67" fmla="*/ 3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6" y="17"/>
                    </a:lnTo>
                    <a:lnTo>
                      <a:pt x="27" y="35"/>
                    </a:lnTo>
                    <a:lnTo>
                      <a:pt x="26" y="40"/>
                    </a:lnTo>
                    <a:lnTo>
                      <a:pt x="24" y="47"/>
                    </a:lnTo>
                    <a:lnTo>
                      <a:pt x="23" y="50"/>
                    </a:lnTo>
                    <a:lnTo>
                      <a:pt x="22" y="51"/>
                    </a:lnTo>
                    <a:lnTo>
                      <a:pt x="17" y="53"/>
                    </a:lnTo>
                    <a:lnTo>
                      <a:pt x="24" y="53"/>
                    </a:lnTo>
                    <a:lnTo>
                      <a:pt x="34" y="18"/>
                    </a:lnTo>
                    <a:lnTo>
                      <a:pt x="32"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361" name="Picture 1360">
                <a:extLst>
                  <a:ext uri="{FF2B5EF4-FFF2-40B4-BE49-F238E27FC236}">
                    <a16:creationId xmlns:a16="http://schemas.microsoft.com/office/drawing/2014/main" id="{C08130F1-E5A3-C22B-33AD-37BE119F79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 y="622"/>
                <a:ext cx="323"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242FC55D-DAC2-1655-3FBE-B4AD28F9444E}"/>
                </a:ext>
              </a:extLst>
            </p:cNvPr>
            <p:cNvGrpSpPr>
              <a:grpSpLocks/>
            </p:cNvGrpSpPr>
            <p:nvPr/>
          </p:nvGrpSpPr>
          <p:grpSpPr bwMode="auto">
            <a:xfrm>
              <a:off x="1028" y="799"/>
              <a:ext cx="35" cy="56"/>
              <a:chOff x="1028" y="799"/>
              <a:chExt cx="35" cy="56"/>
            </a:xfrm>
          </p:grpSpPr>
          <p:sp>
            <p:nvSpPr>
              <p:cNvPr id="1357" name="Freeform 4841">
                <a:extLst>
                  <a:ext uri="{FF2B5EF4-FFF2-40B4-BE49-F238E27FC236}">
                    <a16:creationId xmlns:a16="http://schemas.microsoft.com/office/drawing/2014/main" id="{FAA6F1F7-7C6D-EA28-72FE-E2B9EE2CF2D3}"/>
                  </a:ext>
                </a:extLst>
              </p:cNvPr>
              <p:cNvSpPr>
                <a:spLocks/>
              </p:cNvSpPr>
              <p:nvPr/>
            </p:nvSpPr>
            <p:spPr bwMode="auto">
              <a:xfrm>
                <a:off x="1028" y="799"/>
                <a:ext cx="35" cy="56"/>
              </a:xfrm>
              <a:custGeom>
                <a:avLst/>
                <a:gdLst>
                  <a:gd name="T0" fmla="+- 0 1050 1028"/>
                  <a:gd name="T1" fmla="*/ T0 w 35"/>
                  <a:gd name="T2" fmla="+- 0 799 799"/>
                  <a:gd name="T3" fmla="*/ 799 h 56"/>
                  <a:gd name="T4" fmla="+- 0 1043 1028"/>
                  <a:gd name="T5" fmla="*/ T4 w 35"/>
                  <a:gd name="T6" fmla="+- 0 799 799"/>
                  <a:gd name="T7" fmla="*/ 799 h 56"/>
                  <a:gd name="T8" fmla="+- 0 1041 1028"/>
                  <a:gd name="T9" fmla="*/ T8 w 35"/>
                  <a:gd name="T10" fmla="+- 0 800 799"/>
                  <a:gd name="T11" fmla="*/ 800 h 56"/>
                  <a:gd name="T12" fmla="+- 0 1035 1028"/>
                  <a:gd name="T13" fmla="*/ T12 w 35"/>
                  <a:gd name="T14" fmla="+- 0 804 799"/>
                  <a:gd name="T15" fmla="*/ 804 h 56"/>
                  <a:gd name="T16" fmla="+- 0 1033 1028"/>
                  <a:gd name="T17" fmla="*/ T16 w 35"/>
                  <a:gd name="T18" fmla="+- 0 807 799"/>
                  <a:gd name="T19" fmla="*/ 807 h 56"/>
                  <a:gd name="T20" fmla="+- 0 1029 1028"/>
                  <a:gd name="T21" fmla="*/ T20 w 35"/>
                  <a:gd name="T22" fmla="+- 0 816 799"/>
                  <a:gd name="T23" fmla="*/ 816 h 56"/>
                  <a:gd name="T24" fmla="+- 0 1028 1028"/>
                  <a:gd name="T25" fmla="*/ T24 w 35"/>
                  <a:gd name="T26" fmla="+- 0 821 799"/>
                  <a:gd name="T27" fmla="*/ 821 h 56"/>
                  <a:gd name="T28" fmla="+- 0 1028 1028"/>
                  <a:gd name="T29" fmla="*/ T28 w 35"/>
                  <a:gd name="T30" fmla="+- 0 834 799"/>
                  <a:gd name="T31" fmla="*/ 834 h 56"/>
                  <a:gd name="T32" fmla="+- 0 1030 1028"/>
                  <a:gd name="T33" fmla="*/ T32 w 35"/>
                  <a:gd name="T34" fmla="+- 0 841 799"/>
                  <a:gd name="T35" fmla="*/ 841 h 56"/>
                  <a:gd name="T36" fmla="+- 0 1036 1028"/>
                  <a:gd name="T37" fmla="*/ T36 w 35"/>
                  <a:gd name="T38" fmla="+- 0 852 799"/>
                  <a:gd name="T39" fmla="*/ 852 h 56"/>
                  <a:gd name="T40" fmla="+- 0 1040 1028"/>
                  <a:gd name="T41" fmla="*/ T40 w 35"/>
                  <a:gd name="T42" fmla="+- 0 855 799"/>
                  <a:gd name="T43" fmla="*/ 855 h 56"/>
                  <a:gd name="T44" fmla="+- 0 1048 1028"/>
                  <a:gd name="T45" fmla="*/ T44 w 35"/>
                  <a:gd name="T46" fmla="+- 0 855 799"/>
                  <a:gd name="T47" fmla="*/ 855 h 56"/>
                  <a:gd name="T48" fmla="+- 0 1050 1028"/>
                  <a:gd name="T49" fmla="*/ T48 w 35"/>
                  <a:gd name="T50" fmla="+- 0 854 799"/>
                  <a:gd name="T51" fmla="*/ 854 h 56"/>
                  <a:gd name="T52" fmla="+- 0 1053 1028"/>
                  <a:gd name="T53" fmla="*/ T52 w 35"/>
                  <a:gd name="T54" fmla="+- 0 852 799"/>
                  <a:gd name="T55" fmla="*/ 852 h 56"/>
                  <a:gd name="T56" fmla="+- 0 1042 1028"/>
                  <a:gd name="T57" fmla="*/ T56 w 35"/>
                  <a:gd name="T58" fmla="+- 0 852 799"/>
                  <a:gd name="T59" fmla="*/ 852 h 56"/>
                  <a:gd name="T60" fmla="+- 0 1040 1028"/>
                  <a:gd name="T61" fmla="*/ T60 w 35"/>
                  <a:gd name="T62" fmla="+- 0 850 799"/>
                  <a:gd name="T63" fmla="*/ 850 h 56"/>
                  <a:gd name="T64" fmla="+- 0 1039 1028"/>
                  <a:gd name="T65" fmla="*/ T64 w 35"/>
                  <a:gd name="T66" fmla="+- 0 846 799"/>
                  <a:gd name="T67" fmla="*/ 846 h 56"/>
                  <a:gd name="T68" fmla="+- 0 1037 1028"/>
                  <a:gd name="T69" fmla="*/ T68 w 35"/>
                  <a:gd name="T70" fmla="+- 0 842 799"/>
                  <a:gd name="T71" fmla="*/ 842 h 56"/>
                  <a:gd name="T72" fmla="+- 0 1036 1028"/>
                  <a:gd name="T73" fmla="*/ T72 w 35"/>
                  <a:gd name="T74" fmla="+- 0 836 799"/>
                  <a:gd name="T75" fmla="*/ 836 h 56"/>
                  <a:gd name="T76" fmla="+- 0 1046 1028"/>
                  <a:gd name="T77" fmla="*/ T76 w 35"/>
                  <a:gd name="T78" fmla="+- 0 802 799"/>
                  <a:gd name="T79" fmla="*/ 802 h 56"/>
                  <a:gd name="T80" fmla="+- 0 1054 1028"/>
                  <a:gd name="T81" fmla="*/ T80 w 35"/>
                  <a:gd name="T82" fmla="+- 0 802 799"/>
                  <a:gd name="T83" fmla="*/ 802 h 56"/>
                  <a:gd name="T84" fmla="+- 0 1053 1028"/>
                  <a:gd name="T85" fmla="*/ T84 w 35"/>
                  <a:gd name="T86" fmla="+- 0 801 799"/>
                  <a:gd name="T87" fmla="*/ 801 h 56"/>
                  <a:gd name="T88" fmla="+- 0 1050 1028"/>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8" name="Freeform 4842">
                <a:extLst>
                  <a:ext uri="{FF2B5EF4-FFF2-40B4-BE49-F238E27FC236}">
                    <a16:creationId xmlns:a16="http://schemas.microsoft.com/office/drawing/2014/main" id="{ADB38D54-6130-3F83-A50F-A2D95FE0DBCA}"/>
                  </a:ext>
                </a:extLst>
              </p:cNvPr>
              <p:cNvSpPr>
                <a:spLocks/>
              </p:cNvSpPr>
              <p:nvPr/>
            </p:nvSpPr>
            <p:spPr bwMode="auto">
              <a:xfrm>
                <a:off x="1028" y="799"/>
                <a:ext cx="35" cy="56"/>
              </a:xfrm>
              <a:custGeom>
                <a:avLst/>
                <a:gdLst>
                  <a:gd name="T0" fmla="+- 0 1054 1028"/>
                  <a:gd name="T1" fmla="*/ T0 w 35"/>
                  <a:gd name="T2" fmla="+- 0 802 799"/>
                  <a:gd name="T3" fmla="*/ 802 h 56"/>
                  <a:gd name="T4" fmla="+- 0 1046 1028"/>
                  <a:gd name="T5" fmla="*/ T4 w 35"/>
                  <a:gd name="T6" fmla="+- 0 802 799"/>
                  <a:gd name="T7" fmla="*/ 802 h 56"/>
                  <a:gd name="T8" fmla="+- 0 1050 1028"/>
                  <a:gd name="T9" fmla="*/ T8 w 35"/>
                  <a:gd name="T10" fmla="+- 0 803 799"/>
                  <a:gd name="T11" fmla="*/ 803 h 56"/>
                  <a:gd name="T12" fmla="+- 0 1051 1028"/>
                  <a:gd name="T13" fmla="*/ T12 w 35"/>
                  <a:gd name="T14" fmla="+- 0 804 799"/>
                  <a:gd name="T15" fmla="*/ 804 h 56"/>
                  <a:gd name="T16" fmla="+- 0 1055 1028"/>
                  <a:gd name="T17" fmla="*/ T16 w 35"/>
                  <a:gd name="T18" fmla="+- 0 834 799"/>
                  <a:gd name="T19" fmla="*/ 834 h 56"/>
                  <a:gd name="T20" fmla="+- 0 1054 1028"/>
                  <a:gd name="T21" fmla="*/ T20 w 35"/>
                  <a:gd name="T22" fmla="+- 0 839 799"/>
                  <a:gd name="T23" fmla="*/ 839 h 56"/>
                  <a:gd name="T24" fmla="+- 0 1052 1028"/>
                  <a:gd name="T25" fmla="*/ T24 w 35"/>
                  <a:gd name="T26" fmla="+- 0 847 799"/>
                  <a:gd name="T27" fmla="*/ 847 h 56"/>
                  <a:gd name="T28" fmla="+- 0 1051 1028"/>
                  <a:gd name="T29" fmla="*/ T28 w 35"/>
                  <a:gd name="T30" fmla="+- 0 849 799"/>
                  <a:gd name="T31" fmla="*/ 849 h 56"/>
                  <a:gd name="T32" fmla="+- 0 1050 1028"/>
                  <a:gd name="T33" fmla="*/ T32 w 35"/>
                  <a:gd name="T34" fmla="+- 0 850 799"/>
                  <a:gd name="T35" fmla="*/ 850 h 56"/>
                  <a:gd name="T36" fmla="+- 0 1045 1028"/>
                  <a:gd name="T37" fmla="*/ T36 w 35"/>
                  <a:gd name="T38" fmla="+- 0 852 799"/>
                  <a:gd name="T39" fmla="*/ 852 h 56"/>
                  <a:gd name="T40" fmla="+- 0 1053 1028"/>
                  <a:gd name="T41" fmla="*/ T40 w 35"/>
                  <a:gd name="T42" fmla="+- 0 852 799"/>
                  <a:gd name="T43" fmla="*/ 852 h 56"/>
                  <a:gd name="T44" fmla="+- 0 1063 1028"/>
                  <a:gd name="T45" fmla="*/ T44 w 35"/>
                  <a:gd name="T46" fmla="+- 0 818 799"/>
                  <a:gd name="T47" fmla="*/ 818 h 56"/>
                  <a:gd name="T48" fmla="+- 0 1061 1028"/>
                  <a:gd name="T49" fmla="*/ T48 w 35"/>
                  <a:gd name="T50" fmla="+- 0 811 799"/>
                  <a:gd name="T51" fmla="*/ 811 h 56"/>
                  <a:gd name="T52" fmla="+- 0 1054 1028"/>
                  <a:gd name="T53" fmla="*/ T52 w 35"/>
                  <a:gd name="T54" fmla="+- 0 802 799"/>
                  <a:gd name="T55"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8" y="3"/>
                    </a:lnTo>
                    <a:lnTo>
                      <a:pt x="22" y="4"/>
                    </a:lnTo>
                    <a:lnTo>
                      <a:pt x="23" y="5"/>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1" name="Group 190">
              <a:extLst>
                <a:ext uri="{FF2B5EF4-FFF2-40B4-BE49-F238E27FC236}">
                  <a16:creationId xmlns:a16="http://schemas.microsoft.com/office/drawing/2014/main" id="{7AFC8D56-E8AF-070F-F61C-A8FC9276CAF6}"/>
                </a:ext>
              </a:extLst>
            </p:cNvPr>
            <p:cNvGrpSpPr>
              <a:grpSpLocks/>
            </p:cNvGrpSpPr>
            <p:nvPr/>
          </p:nvGrpSpPr>
          <p:grpSpPr bwMode="auto">
            <a:xfrm>
              <a:off x="1447" y="799"/>
              <a:ext cx="72" cy="56"/>
              <a:chOff x="1447" y="799"/>
              <a:chExt cx="72" cy="56"/>
            </a:xfrm>
          </p:grpSpPr>
          <p:sp>
            <p:nvSpPr>
              <p:cNvPr id="1351" name="Freeform 4844">
                <a:extLst>
                  <a:ext uri="{FF2B5EF4-FFF2-40B4-BE49-F238E27FC236}">
                    <a16:creationId xmlns:a16="http://schemas.microsoft.com/office/drawing/2014/main" id="{F7D75566-7DE7-C5B1-0F40-75FB74A50CC9}"/>
                  </a:ext>
                </a:extLst>
              </p:cNvPr>
              <p:cNvSpPr>
                <a:spLocks/>
              </p:cNvSpPr>
              <p:nvPr/>
            </p:nvSpPr>
            <p:spPr bwMode="auto">
              <a:xfrm>
                <a:off x="1447" y="799"/>
                <a:ext cx="72" cy="56"/>
              </a:xfrm>
              <a:custGeom>
                <a:avLst/>
                <a:gdLst>
                  <a:gd name="T0" fmla="+- 0 1480 1447"/>
                  <a:gd name="T1" fmla="*/ T0 w 72"/>
                  <a:gd name="T2" fmla="+- 0 830 799"/>
                  <a:gd name="T3" fmla="*/ 830 h 56"/>
                  <a:gd name="T4" fmla="+- 0 1472 1447"/>
                  <a:gd name="T5" fmla="*/ T4 w 72"/>
                  <a:gd name="T6" fmla="+- 0 830 799"/>
                  <a:gd name="T7" fmla="*/ 830 h 56"/>
                  <a:gd name="T8" fmla="+- 0 1471 1447"/>
                  <a:gd name="T9" fmla="*/ T8 w 72"/>
                  <a:gd name="T10" fmla="+- 0 835 799"/>
                  <a:gd name="T11" fmla="*/ 835 h 56"/>
                  <a:gd name="T12" fmla="+- 0 1469 1447"/>
                  <a:gd name="T13" fmla="*/ T12 w 72"/>
                  <a:gd name="T14" fmla="+- 0 839 799"/>
                  <a:gd name="T15" fmla="*/ 839 h 56"/>
                  <a:gd name="T16" fmla="+- 0 1448 1447"/>
                  <a:gd name="T17" fmla="*/ T16 w 72"/>
                  <a:gd name="T18" fmla="+- 0 853 799"/>
                  <a:gd name="T19" fmla="*/ 853 h 56"/>
                  <a:gd name="T20" fmla="+- 0 1448 1447"/>
                  <a:gd name="T21" fmla="*/ T20 w 72"/>
                  <a:gd name="T22" fmla="+- 0 855 799"/>
                  <a:gd name="T23" fmla="*/ 855 h 56"/>
                  <a:gd name="T24" fmla="+- 0 1456 1447"/>
                  <a:gd name="T25" fmla="*/ T24 w 72"/>
                  <a:gd name="T26" fmla="+- 0 855 799"/>
                  <a:gd name="T27" fmla="*/ 855 h 56"/>
                  <a:gd name="T28" fmla="+- 0 1460 1447"/>
                  <a:gd name="T29" fmla="*/ T28 w 72"/>
                  <a:gd name="T30" fmla="+- 0 853 799"/>
                  <a:gd name="T31" fmla="*/ 853 h 56"/>
                  <a:gd name="T32" fmla="+- 0 1470 1447"/>
                  <a:gd name="T33" fmla="*/ T32 w 72"/>
                  <a:gd name="T34" fmla="+- 0 847 799"/>
                  <a:gd name="T35" fmla="*/ 847 h 56"/>
                  <a:gd name="T36" fmla="+- 0 1474 1447"/>
                  <a:gd name="T37" fmla="*/ T36 w 72"/>
                  <a:gd name="T38" fmla="+- 0 843 799"/>
                  <a:gd name="T39" fmla="*/ 843 h 56"/>
                  <a:gd name="T40" fmla="+- 0 1480 1447"/>
                  <a:gd name="T41" fmla="*/ T40 w 72"/>
                  <a:gd name="T42" fmla="+- 0 833 799"/>
                  <a:gd name="T43" fmla="*/ 833 h 56"/>
                  <a:gd name="T44" fmla="+- 0 1480 1447"/>
                  <a:gd name="T45" fmla="*/ T44 w 72"/>
                  <a:gd name="T46" fmla="+- 0 830 799"/>
                  <a:gd name="T47" fmla="*/ 83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72" h="56">
                    <a:moveTo>
                      <a:pt x="33" y="31"/>
                    </a:moveTo>
                    <a:lnTo>
                      <a:pt x="25" y="31"/>
                    </a:lnTo>
                    <a:lnTo>
                      <a:pt x="24" y="36"/>
                    </a:lnTo>
                    <a:lnTo>
                      <a:pt x="22" y="40"/>
                    </a:lnTo>
                    <a:lnTo>
                      <a:pt x="1" y="54"/>
                    </a:lnTo>
                    <a:lnTo>
                      <a:pt x="1" y="56"/>
                    </a:lnTo>
                    <a:lnTo>
                      <a:pt x="9" y="56"/>
                    </a:lnTo>
                    <a:lnTo>
                      <a:pt x="13" y="54"/>
                    </a:lnTo>
                    <a:lnTo>
                      <a:pt x="23" y="48"/>
                    </a:lnTo>
                    <a:lnTo>
                      <a:pt x="27" y="44"/>
                    </a:lnTo>
                    <a:lnTo>
                      <a:pt x="33" y="34"/>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2" name="Freeform 4845">
                <a:extLst>
                  <a:ext uri="{FF2B5EF4-FFF2-40B4-BE49-F238E27FC236}">
                    <a16:creationId xmlns:a16="http://schemas.microsoft.com/office/drawing/2014/main" id="{62216A94-5EE1-515D-2A0B-C62B076957C2}"/>
                  </a:ext>
                </a:extLst>
              </p:cNvPr>
              <p:cNvSpPr>
                <a:spLocks/>
              </p:cNvSpPr>
              <p:nvPr/>
            </p:nvSpPr>
            <p:spPr bwMode="auto">
              <a:xfrm>
                <a:off x="1447" y="799"/>
                <a:ext cx="72" cy="56"/>
              </a:xfrm>
              <a:custGeom>
                <a:avLst/>
                <a:gdLst>
                  <a:gd name="T0" fmla="+- 0 1468 1447"/>
                  <a:gd name="T1" fmla="*/ T0 w 72"/>
                  <a:gd name="T2" fmla="+- 0 799 799"/>
                  <a:gd name="T3" fmla="*/ 799 h 56"/>
                  <a:gd name="T4" fmla="+- 0 1459 1447"/>
                  <a:gd name="T5" fmla="*/ T4 w 72"/>
                  <a:gd name="T6" fmla="+- 0 799 799"/>
                  <a:gd name="T7" fmla="*/ 799 h 56"/>
                  <a:gd name="T8" fmla="+- 0 1455 1447"/>
                  <a:gd name="T9" fmla="*/ T8 w 72"/>
                  <a:gd name="T10" fmla="+- 0 801 799"/>
                  <a:gd name="T11" fmla="*/ 801 h 56"/>
                  <a:gd name="T12" fmla="+- 0 1449 1447"/>
                  <a:gd name="T13" fmla="*/ T12 w 72"/>
                  <a:gd name="T14" fmla="+- 0 810 799"/>
                  <a:gd name="T15" fmla="*/ 810 h 56"/>
                  <a:gd name="T16" fmla="+- 0 1447 1447"/>
                  <a:gd name="T17" fmla="*/ T16 w 72"/>
                  <a:gd name="T18" fmla="+- 0 814 799"/>
                  <a:gd name="T19" fmla="*/ 814 h 56"/>
                  <a:gd name="T20" fmla="+- 0 1447 1447"/>
                  <a:gd name="T21" fmla="*/ T20 w 72"/>
                  <a:gd name="T22" fmla="+- 0 823 799"/>
                  <a:gd name="T23" fmla="*/ 823 h 56"/>
                  <a:gd name="T24" fmla="+- 0 1449 1447"/>
                  <a:gd name="T25" fmla="*/ T24 w 72"/>
                  <a:gd name="T26" fmla="+- 0 827 799"/>
                  <a:gd name="T27" fmla="*/ 827 h 56"/>
                  <a:gd name="T28" fmla="+- 0 1454 1447"/>
                  <a:gd name="T29" fmla="*/ T28 w 72"/>
                  <a:gd name="T30" fmla="+- 0 833 799"/>
                  <a:gd name="T31" fmla="*/ 833 h 56"/>
                  <a:gd name="T32" fmla="+- 0 1457 1447"/>
                  <a:gd name="T33" fmla="*/ T32 w 72"/>
                  <a:gd name="T34" fmla="+- 0 834 799"/>
                  <a:gd name="T35" fmla="*/ 834 h 56"/>
                  <a:gd name="T36" fmla="+- 0 1464 1447"/>
                  <a:gd name="T37" fmla="*/ T36 w 72"/>
                  <a:gd name="T38" fmla="+- 0 834 799"/>
                  <a:gd name="T39" fmla="*/ 834 h 56"/>
                  <a:gd name="T40" fmla="+- 0 1468 1447"/>
                  <a:gd name="T41" fmla="*/ T40 w 72"/>
                  <a:gd name="T42" fmla="+- 0 833 799"/>
                  <a:gd name="T43" fmla="*/ 833 h 56"/>
                  <a:gd name="T44" fmla="+- 0 1472 1447"/>
                  <a:gd name="T45" fmla="*/ T44 w 72"/>
                  <a:gd name="T46" fmla="+- 0 831 799"/>
                  <a:gd name="T47" fmla="*/ 831 h 56"/>
                  <a:gd name="T48" fmla="+- 0 1462 1447"/>
                  <a:gd name="T49" fmla="*/ T48 w 72"/>
                  <a:gd name="T50" fmla="+- 0 831 799"/>
                  <a:gd name="T51" fmla="*/ 831 h 56"/>
                  <a:gd name="T52" fmla="+- 0 1460 1447"/>
                  <a:gd name="T53" fmla="*/ T52 w 72"/>
                  <a:gd name="T54" fmla="+- 0 830 799"/>
                  <a:gd name="T55" fmla="*/ 830 h 56"/>
                  <a:gd name="T56" fmla="+- 0 1456 1447"/>
                  <a:gd name="T57" fmla="*/ T56 w 72"/>
                  <a:gd name="T58" fmla="+- 0 824 799"/>
                  <a:gd name="T59" fmla="*/ 824 h 56"/>
                  <a:gd name="T60" fmla="+- 0 1454 1447"/>
                  <a:gd name="T61" fmla="*/ T60 w 72"/>
                  <a:gd name="T62" fmla="+- 0 820 799"/>
                  <a:gd name="T63" fmla="*/ 820 h 56"/>
                  <a:gd name="T64" fmla="+- 0 1455 1447"/>
                  <a:gd name="T65" fmla="*/ T64 w 72"/>
                  <a:gd name="T66" fmla="+- 0 810 799"/>
                  <a:gd name="T67" fmla="*/ 810 h 56"/>
                  <a:gd name="T68" fmla="+- 0 1455 1447"/>
                  <a:gd name="T69" fmla="*/ T68 w 72"/>
                  <a:gd name="T70" fmla="+- 0 807 799"/>
                  <a:gd name="T71" fmla="*/ 807 h 56"/>
                  <a:gd name="T72" fmla="+- 0 1459 1447"/>
                  <a:gd name="T73" fmla="*/ T72 w 72"/>
                  <a:gd name="T74" fmla="+- 0 803 799"/>
                  <a:gd name="T75" fmla="*/ 803 h 56"/>
                  <a:gd name="T76" fmla="+- 0 1461 1447"/>
                  <a:gd name="T77" fmla="*/ T76 w 72"/>
                  <a:gd name="T78" fmla="+- 0 802 799"/>
                  <a:gd name="T79" fmla="*/ 802 h 56"/>
                  <a:gd name="T80" fmla="+- 0 1473 1447"/>
                  <a:gd name="T81" fmla="*/ T80 w 72"/>
                  <a:gd name="T82" fmla="+- 0 802 799"/>
                  <a:gd name="T83" fmla="*/ 802 h 56"/>
                  <a:gd name="T84" fmla="+- 0 1472 1447"/>
                  <a:gd name="T85" fmla="*/ T84 w 72"/>
                  <a:gd name="T86" fmla="+- 0 801 799"/>
                  <a:gd name="T87" fmla="*/ 801 h 56"/>
                  <a:gd name="T88" fmla="+- 0 1468 1447"/>
                  <a:gd name="T89" fmla="*/ T88 w 72"/>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21" y="0"/>
                    </a:moveTo>
                    <a:lnTo>
                      <a:pt x="12" y="0"/>
                    </a:lnTo>
                    <a:lnTo>
                      <a:pt x="8" y="2"/>
                    </a:lnTo>
                    <a:lnTo>
                      <a:pt x="2" y="11"/>
                    </a:lnTo>
                    <a:lnTo>
                      <a:pt x="0" y="15"/>
                    </a:lnTo>
                    <a:lnTo>
                      <a:pt x="0" y="24"/>
                    </a:lnTo>
                    <a:lnTo>
                      <a:pt x="2" y="28"/>
                    </a:lnTo>
                    <a:lnTo>
                      <a:pt x="7" y="34"/>
                    </a:lnTo>
                    <a:lnTo>
                      <a:pt x="10" y="35"/>
                    </a:lnTo>
                    <a:lnTo>
                      <a:pt x="17" y="35"/>
                    </a:lnTo>
                    <a:lnTo>
                      <a:pt x="21" y="34"/>
                    </a:lnTo>
                    <a:lnTo>
                      <a:pt x="25" y="32"/>
                    </a:lnTo>
                    <a:lnTo>
                      <a:pt x="15" y="32"/>
                    </a:lnTo>
                    <a:lnTo>
                      <a:pt x="13" y="31"/>
                    </a:lnTo>
                    <a:lnTo>
                      <a:pt x="9" y="25"/>
                    </a:lnTo>
                    <a:lnTo>
                      <a:pt x="7" y="21"/>
                    </a:lnTo>
                    <a:lnTo>
                      <a:pt x="8" y="11"/>
                    </a:lnTo>
                    <a:lnTo>
                      <a:pt x="8" y="8"/>
                    </a:lnTo>
                    <a:lnTo>
                      <a:pt x="12" y="4"/>
                    </a:lnTo>
                    <a:lnTo>
                      <a:pt x="14"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3" name="Freeform 4846">
                <a:extLst>
                  <a:ext uri="{FF2B5EF4-FFF2-40B4-BE49-F238E27FC236}">
                    <a16:creationId xmlns:a16="http://schemas.microsoft.com/office/drawing/2014/main" id="{4233CBD5-B0C6-9CBD-3470-60D15D87559A}"/>
                  </a:ext>
                </a:extLst>
              </p:cNvPr>
              <p:cNvSpPr>
                <a:spLocks/>
              </p:cNvSpPr>
              <p:nvPr/>
            </p:nvSpPr>
            <p:spPr bwMode="auto">
              <a:xfrm>
                <a:off x="1447" y="799"/>
                <a:ext cx="72" cy="56"/>
              </a:xfrm>
              <a:custGeom>
                <a:avLst/>
                <a:gdLst>
                  <a:gd name="T0" fmla="+- 0 1473 1447"/>
                  <a:gd name="T1" fmla="*/ T0 w 72"/>
                  <a:gd name="T2" fmla="+- 0 802 799"/>
                  <a:gd name="T3" fmla="*/ 802 h 56"/>
                  <a:gd name="T4" fmla="+- 0 1465 1447"/>
                  <a:gd name="T5" fmla="*/ T4 w 72"/>
                  <a:gd name="T6" fmla="+- 0 802 799"/>
                  <a:gd name="T7" fmla="*/ 802 h 56"/>
                  <a:gd name="T8" fmla="+- 0 1467 1447"/>
                  <a:gd name="T9" fmla="*/ T8 w 72"/>
                  <a:gd name="T10" fmla="+- 0 803 799"/>
                  <a:gd name="T11" fmla="*/ 803 h 56"/>
                  <a:gd name="T12" fmla="+- 0 1470 1447"/>
                  <a:gd name="T13" fmla="*/ T12 w 72"/>
                  <a:gd name="T14" fmla="+- 0 806 799"/>
                  <a:gd name="T15" fmla="*/ 806 h 56"/>
                  <a:gd name="T16" fmla="+- 0 1471 1447"/>
                  <a:gd name="T17" fmla="*/ T16 w 72"/>
                  <a:gd name="T18" fmla="+- 0 808 799"/>
                  <a:gd name="T19" fmla="*/ 808 h 56"/>
                  <a:gd name="T20" fmla="+- 0 1473 1447"/>
                  <a:gd name="T21" fmla="*/ T20 w 72"/>
                  <a:gd name="T22" fmla="+- 0 814 799"/>
                  <a:gd name="T23" fmla="*/ 814 h 56"/>
                  <a:gd name="T24" fmla="+- 0 1473 1447"/>
                  <a:gd name="T25" fmla="*/ T24 w 72"/>
                  <a:gd name="T26" fmla="+- 0 815 799"/>
                  <a:gd name="T27" fmla="*/ 815 h 56"/>
                  <a:gd name="T28" fmla="+- 0 1473 1447"/>
                  <a:gd name="T29" fmla="*/ T28 w 72"/>
                  <a:gd name="T30" fmla="+- 0 823 799"/>
                  <a:gd name="T31" fmla="*/ 823 h 56"/>
                  <a:gd name="T32" fmla="+- 0 1473 1447"/>
                  <a:gd name="T33" fmla="*/ T32 w 72"/>
                  <a:gd name="T34" fmla="+- 0 824 799"/>
                  <a:gd name="T35" fmla="*/ 824 h 56"/>
                  <a:gd name="T36" fmla="+- 0 1473 1447"/>
                  <a:gd name="T37" fmla="*/ T36 w 72"/>
                  <a:gd name="T38" fmla="+- 0 827 799"/>
                  <a:gd name="T39" fmla="*/ 827 h 56"/>
                  <a:gd name="T40" fmla="+- 0 1468 1447"/>
                  <a:gd name="T41" fmla="*/ T40 w 72"/>
                  <a:gd name="T42" fmla="+- 0 830 799"/>
                  <a:gd name="T43" fmla="*/ 830 h 56"/>
                  <a:gd name="T44" fmla="+- 0 1464 1447"/>
                  <a:gd name="T45" fmla="*/ T44 w 72"/>
                  <a:gd name="T46" fmla="+- 0 831 799"/>
                  <a:gd name="T47" fmla="*/ 831 h 56"/>
                  <a:gd name="T48" fmla="+- 0 1472 1447"/>
                  <a:gd name="T49" fmla="*/ T48 w 72"/>
                  <a:gd name="T50" fmla="+- 0 831 799"/>
                  <a:gd name="T51" fmla="*/ 831 h 56"/>
                  <a:gd name="T52" fmla="+- 0 1472 1447"/>
                  <a:gd name="T53" fmla="*/ T52 w 72"/>
                  <a:gd name="T54" fmla="+- 0 830 799"/>
                  <a:gd name="T55" fmla="*/ 830 h 56"/>
                  <a:gd name="T56" fmla="+- 0 1480 1447"/>
                  <a:gd name="T57" fmla="*/ T56 w 72"/>
                  <a:gd name="T58" fmla="+- 0 830 799"/>
                  <a:gd name="T59" fmla="*/ 830 h 56"/>
                  <a:gd name="T60" fmla="+- 0 1481 1447"/>
                  <a:gd name="T61" fmla="*/ T60 w 72"/>
                  <a:gd name="T62" fmla="+- 0 827 799"/>
                  <a:gd name="T63" fmla="*/ 827 h 56"/>
                  <a:gd name="T64" fmla="+- 0 1481 1447"/>
                  <a:gd name="T65" fmla="*/ T64 w 72"/>
                  <a:gd name="T66" fmla="+- 0 815 799"/>
                  <a:gd name="T67" fmla="*/ 815 h 56"/>
                  <a:gd name="T68" fmla="+- 0 1479 1447"/>
                  <a:gd name="T69" fmla="*/ T68 w 72"/>
                  <a:gd name="T70" fmla="+- 0 809 799"/>
                  <a:gd name="T71" fmla="*/ 809 h 56"/>
                  <a:gd name="T72" fmla="+- 0 1473 1447"/>
                  <a:gd name="T73" fmla="*/ T72 w 72"/>
                  <a:gd name="T74" fmla="+- 0 802 799"/>
                  <a:gd name="T75"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6" y="3"/>
                    </a:moveTo>
                    <a:lnTo>
                      <a:pt x="18" y="3"/>
                    </a:lnTo>
                    <a:lnTo>
                      <a:pt x="20" y="4"/>
                    </a:lnTo>
                    <a:lnTo>
                      <a:pt x="23" y="7"/>
                    </a:lnTo>
                    <a:lnTo>
                      <a:pt x="24" y="9"/>
                    </a:lnTo>
                    <a:lnTo>
                      <a:pt x="26" y="15"/>
                    </a:lnTo>
                    <a:lnTo>
                      <a:pt x="26" y="16"/>
                    </a:lnTo>
                    <a:lnTo>
                      <a:pt x="26" y="24"/>
                    </a:lnTo>
                    <a:lnTo>
                      <a:pt x="26" y="25"/>
                    </a:lnTo>
                    <a:lnTo>
                      <a:pt x="26" y="28"/>
                    </a:lnTo>
                    <a:lnTo>
                      <a:pt x="21" y="31"/>
                    </a:lnTo>
                    <a:lnTo>
                      <a:pt x="17" y="32"/>
                    </a:lnTo>
                    <a:lnTo>
                      <a:pt x="25" y="32"/>
                    </a:lnTo>
                    <a:lnTo>
                      <a:pt x="25" y="31"/>
                    </a:lnTo>
                    <a:lnTo>
                      <a:pt x="33" y="31"/>
                    </a:lnTo>
                    <a:lnTo>
                      <a:pt x="34" y="28"/>
                    </a:lnTo>
                    <a:lnTo>
                      <a:pt x="34" y="16"/>
                    </a:lnTo>
                    <a:lnTo>
                      <a:pt x="32" y="10"/>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4" name="Freeform 4847">
                <a:extLst>
                  <a:ext uri="{FF2B5EF4-FFF2-40B4-BE49-F238E27FC236}">
                    <a16:creationId xmlns:a16="http://schemas.microsoft.com/office/drawing/2014/main" id="{BDEC4781-2FC6-21C6-FBA3-D169AF5D8FDB}"/>
                  </a:ext>
                </a:extLst>
              </p:cNvPr>
              <p:cNvSpPr>
                <a:spLocks/>
              </p:cNvSpPr>
              <p:nvPr/>
            </p:nvSpPr>
            <p:spPr bwMode="auto">
              <a:xfrm>
                <a:off x="1447" y="799"/>
                <a:ext cx="72" cy="56"/>
              </a:xfrm>
              <a:custGeom>
                <a:avLst/>
                <a:gdLst>
                  <a:gd name="T0" fmla="+- 0 1518 1447"/>
                  <a:gd name="T1" fmla="*/ T0 w 72"/>
                  <a:gd name="T2" fmla="+- 0 830 799"/>
                  <a:gd name="T3" fmla="*/ 830 h 56"/>
                  <a:gd name="T4" fmla="+- 0 1510 1447"/>
                  <a:gd name="T5" fmla="*/ T4 w 72"/>
                  <a:gd name="T6" fmla="+- 0 830 799"/>
                  <a:gd name="T7" fmla="*/ 830 h 56"/>
                  <a:gd name="T8" fmla="+- 0 1509 1447"/>
                  <a:gd name="T9" fmla="*/ T8 w 72"/>
                  <a:gd name="T10" fmla="+- 0 835 799"/>
                  <a:gd name="T11" fmla="*/ 835 h 56"/>
                  <a:gd name="T12" fmla="+- 0 1507 1447"/>
                  <a:gd name="T13" fmla="*/ T12 w 72"/>
                  <a:gd name="T14" fmla="+- 0 839 799"/>
                  <a:gd name="T15" fmla="*/ 839 h 56"/>
                  <a:gd name="T16" fmla="+- 0 1486 1447"/>
                  <a:gd name="T17" fmla="*/ T16 w 72"/>
                  <a:gd name="T18" fmla="+- 0 853 799"/>
                  <a:gd name="T19" fmla="*/ 853 h 56"/>
                  <a:gd name="T20" fmla="+- 0 1486 1447"/>
                  <a:gd name="T21" fmla="*/ T20 w 72"/>
                  <a:gd name="T22" fmla="+- 0 855 799"/>
                  <a:gd name="T23" fmla="*/ 855 h 56"/>
                  <a:gd name="T24" fmla="+- 0 1493 1447"/>
                  <a:gd name="T25" fmla="*/ T24 w 72"/>
                  <a:gd name="T26" fmla="+- 0 855 799"/>
                  <a:gd name="T27" fmla="*/ 855 h 56"/>
                  <a:gd name="T28" fmla="+- 0 1498 1447"/>
                  <a:gd name="T29" fmla="*/ T28 w 72"/>
                  <a:gd name="T30" fmla="+- 0 853 799"/>
                  <a:gd name="T31" fmla="*/ 853 h 56"/>
                  <a:gd name="T32" fmla="+- 0 1507 1447"/>
                  <a:gd name="T33" fmla="*/ T32 w 72"/>
                  <a:gd name="T34" fmla="+- 0 847 799"/>
                  <a:gd name="T35" fmla="*/ 847 h 56"/>
                  <a:gd name="T36" fmla="+- 0 1511 1447"/>
                  <a:gd name="T37" fmla="*/ T36 w 72"/>
                  <a:gd name="T38" fmla="+- 0 843 799"/>
                  <a:gd name="T39" fmla="*/ 843 h 56"/>
                  <a:gd name="T40" fmla="+- 0 1517 1447"/>
                  <a:gd name="T41" fmla="*/ T40 w 72"/>
                  <a:gd name="T42" fmla="+- 0 833 799"/>
                  <a:gd name="T43" fmla="*/ 833 h 56"/>
                  <a:gd name="T44" fmla="+- 0 1518 1447"/>
                  <a:gd name="T45" fmla="*/ T44 w 72"/>
                  <a:gd name="T46" fmla="+- 0 830 799"/>
                  <a:gd name="T47" fmla="*/ 83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72" h="56">
                    <a:moveTo>
                      <a:pt x="71" y="31"/>
                    </a:moveTo>
                    <a:lnTo>
                      <a:pt x="63" y="31"/>
                    </a:lnTo>
                    <a:lnTo>
                      <a:pt x="62" y="36"/>
                    </a:lnTo>
                    <a:lnTo>
                      <a:pt x="60" y="40"/>
                    </a:lnTo>
                    <a:lnTo>
                      <a:pt x="39" y="54"/>
                    </a:lnTo>
                    <a:lnTo>
                      <a:pt x="39" y="56"/>
                    </a:lnTo>
                    <a:lnTo>
                      <a:pt x="46" y="56"/>
                    </a:lnTo>
                    <a:lnTo>
                      <a:pt x="51" y="54"/>
                    </a:lnTo>
                    <a:lnTo>
                      <a:pt x="60" y="48"/>
                    </a:lnTo>
                    <a:lnTo>
                      <a:pt x="64" y="44"/>
                    </a:lnTo>
                    <a:lnTo>
                      <a:pt x="70" y="34"/>
                    </a:lnTo>
                    <a:lnTo>
                      <a:pt x="7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5" name="Freeform 4848">
                <a:extLst>
                  <a:ext uri="{FF2B5EF4-FFF2-40B4-BE49-F238E27FC236}">
                    <a16:creationId xmlns:a16="http://schemas.microsoft.com/office/drawing/2014/main" id="{CCEE4DD0-439F-BD0C-9B2C-65574A23C512}"/>
                  </a:ext>
                </a:extLst>
              </p:cNvPr>
              <p:cNvSpPr>
                <a:spLocks/>
              </p:cNvSpPr>
              <p:nvPr/>
            </p:nvSpPr>
            <p:spPr bwMode="auto">
              <a:xfrm>
                <a:off x="1447" y="799"/>
                <a:ext cx="72" cy="56"/>
              </a:xfrm>
              <a:custGeom>
                <a:avLst/>
                <a:gdLst>
                  <a:gd name="T0" fmla="+- 0 1506 1447"/>
                  <a:gd name="T1" fmla="*/ T0 w 72"/>
                  <a:gd name="T2" fmla="+- 0 799 799"/>
                  <a:gd name="T3" fmla="*/ 799 h 56"/>
                  <a:gd name="T4" fmla="+- 0 1496 1447"/>
                  <a:gd name="T5" fmla="*/ T4 w 72"/>
                  <a:gd name="T6" fmla="+- 0 799 799"/>
                  <a:gd name="T7" fmla="*/ 799 h 56"/>
                  <a:gd name="T8" fmla="+- 0 1492 1447"/>
                  <a:gd name="T9" fmla="*/ T8 w 72"/>
                  <a:gd name="T10" fmla="+- 0 801 799"/>
                  <a:gd name="T11" fmla="*/ 801 h 56"/>
                  <a:gd name="T12" fmla="+- 0 1486 1447"/>
                  <a:gd name="T13" fmla="*/ T12 w 72"/>
                  <a:gd name="T14" fmla="+- 0 810 799"/>
                  <a:gd name="T15" fmla="*/ 810 h 56"/>
                  <a:gd name="T16" fmla="+- 0 1485 1447"/>
                  <a:gd name="T17" fmla="*/ T16 w 72"/>
                  <a:gd name="T18" fmla="+- 0 814 799"/>
                  <a:gd name="T19" fmla="*/ 814 h 56"/>
                  <a:gd name="T20" fmla="+- 0 1485 1447"/>
                  <a:gd name="T21" fmla="*/ T20 w 72"/>
                  <a:gd name="T22" fmla="+- 0 823 799"/>
                  <a:gd name="T23" fmla="*/ 823 h 56"/>
                  <a:gd name="T24" fmla="+- 0 1486 1447"/>
                  <a:gd name="T25" fmla="*/ T24 w 72"/>
                  <a:gd name="T26" fmla="+- 0 827 799"/>
                  <a:gd name="T27" fmla="*/ 827 h 56"/>
                  <a:gd name="T28" fmla="+- 0 1492 1447"/>
                  <a:gd name="T29" fmla="*/ T28 w 72"/>
                  <a:gd name="T30" fmla="+- 0 833 799"/>
                  <a:gd name="T31" fmla="*/ 833 h 56"/>
                  <a:gd name="T32" fmla="+- 0 1495 1447"/>
                  <a:gd name="T33" fmla="*/ T32 w 72"/>
                  <a:gd name="T34" fmla="+- 0 834 799"/>
                  <a:gd name="T35" fmla="*/ 834 h 56"/>
                  <a:gd name="T36" fmla="+- 0 1502 1447"/>
                  <a:gd name="T37" fmla="*/ T36 w 72"/>
                  <a:gd name="T38" fmla="+- 0 834 799"/>
                  <a:gd name="T39" fmla="*/ 834 h 56"/>
                  <a:gd name="T40" fmla="+- 0 1506 1447"/>
                  <a:gd name="T41" fmla="*/ T40 w 72"/>
                  <a:gd name="T42" fmla="+- 0 833 799"/>
                  <a:gd name="T43" fmla="*/ 833 h 56"/>
                  <a:gd name="T44" fmla="+- 0 1509 1447"/>
                  <a:gd name="T45" fmla="*/ T44 w 72"/>
                  <a:gd name="T46" fmla="+- 0 831 799"/>
                  <a:gd name="T47" fmla="*/ 831 h 56"/>
                  <a:gd name="T48" fmla="+- 0 1499 1447"/>
                  <a:gd name="T49" fmla="*/ T48 w 72"/>
                  <a:gd name="T50" fmla="+- 0 831 799"/>
                  <a:gd name="T51" fmla="*/ 831 h 56"/>
                  <a:gd name="T52" fmla="+- 0 1497 1447"/>
                  <a:gd name="T53" fmla="*/ T52 w 72"/>
                  <a:gd name="T54" fmla="+- 0 830 799"/>
                  <a:gd name="T55" fmla="*/ 830 h 56"/>
                  <a:gd name="T56" fmla="+- 0 1493 1447"/>
                  <a:gd name="T57" fmla="*/ T56 w 72"/>
                  <a:gd name="T58" fmla="+- 0 824 799"/>
                  <a:gd name="T59" fmla="*/ 824 h 56"/>
                  <a:gd name="T60" fmla="+- 0 1492 1447"/>
                  <a:gd name="T61" fmla="*/ T60 w 72"/>
                  <a:gd name="T62" fmla="+- 0 820 799"/>
                  <a:gd name="T63" fmla="*/ 820 h 56"/>
                  <a:gd name="T64" fmla="+- 0 1492 1447"/>
                  <a:gd name="T65" fmla="*/ T64 w 72"/>
                  <a:gd name="T66" fmla="+- 0 810 799"/>
                  <a:gd name="T67" fmla="*/ 810 h 56"/>
                  <a:gd name="T68" fmla="+- 0 1493 1447"/>
                  <a:gd name="T69" fmla="*/ T68 w 72"/>
                  <a:gd name="T70" fmla="+- 0 807 799"/>
                  <a:gd name="T71" fmla="*/ 807 h 56"/>
                  <a:gd name="T72" fmla="+- 0 1496 1447"/>
                  <a:gd name="T73" fmla="*/ T72 w 72"/>
                  <a:gd name="T74" fmla="+- 0 803 799"/>
                  <a:gd name="T75" fmla="*/ 803 h 56"/>
                  <a:gd name="T76" fmla="+- 0 1498 1447"/>
                  <a:gd name="T77" fmla="*/ T76 w 72"/>
                  <a:gd name="T78" fmla="+- 0 802 799"/>
                  <a:gd name="T79" fmla="*/ 802 h 56"/>
                  <a:gd name="T80" fmla="+- 0 1510 1447"/>
                  <a:gd name="T81" fmla="*/ T80 w 72"/>
                  <a:gd name="T82" fmla="+- 0 802 799"/>
                  <a:gd name="T83" fmla="*/ 802 h 56"/>
                  <a:gd name="T84" fmla="+- 0 1510 1447"/>
                  <a:gd name="T85" fmla="*/ T84 w 72"/>
                  <a:gd name="T86" fmla="+- 0 801 799"/>
                  <a:gd name="T87" fmla="*/ 801 h 56"/>
                  <a:gd name="T88" fmla="+- 0 1506 1447"/>
                  <a:gd name="T89" fmla="*/ T88 w 72"/>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59" y="0"/>
                    </a:moveTo>
                    <a:lnTo>
                      <a:pt x="49" y="0"/>
                    </a:lnTo>
                    <a:lnTo>
                      <a:pt x="45" y="2"/>
                    </a:lnTo>
                    <a:lnTo>
                      <a:pt x="39" y="11"/>
                    </a:lnTo>
                    <a:lnTo>
                      <a:pt x="38" y="15"/>
                    </a:lnTo>
                    <a:lnTo>
                      <a:pt x="38" y="24"/>
                    </a:lnTo>
                    <a:lnTo>
                      <a:pt x="39" y="28"/>
                    </a:lnTo>
                    <a:lnTo>
                      <a:pt x="45" y="34"/>
                    </a:lnTo>
                    <a:lnTo>
                      <a:pt x="48" y="35"/>
                    </a:lnTo>
                    <a:lnTo>
                      <a:pt x="55" y="35"/>
                    </a:lnTo>
                    <a:lnTo>
                      <a:pt x="59" y="34"/>
                    </a:lnTo>
                    <a:lnTo>
                      <a:pt x="62" y="32"/>
                    </a:lnTo>
                    <a:lnTo>
                      <a:pt x="52" y="32"/>
                    </a:lnTo>
                    <a:lnTo>
                      <a:pt x="50" y="31"/>
                    </a:lnTo>
                    <a:lnTo>
                      <a:pt x="46" y="25"/>
                    </a:lnTo>
                    <a:lnTo>
                      <a:pt x="45" y="21"/>
                    </a:lnTo>
                    <a:lnTo>
                      <a:pt x="45" y="11"/>
                    </a:lnTo>
                    <a:lnTo>
                      <a:pt x="46" y="8"/>
                    </a:lnTo>
                    <a:lnTo>
                      <a:pt x="49" y="4"/>
                    </a:lnTo>
                    <a:lnTo>
                      <a:pt x="51" y="3"/>
                    </a:lnTo>
                    <a:lnTo>
                      <a:pt x="63" y="3"/>
                    </a:lnTo>
                    <a:lnTo>
                      <a:pt x="63" y="2"/>
                    </a:lnTo>
                    <a:lnTo>
                      <a:pt x="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6" name="Freeform 4849">
                <a:extLst>
                  <a:ext uri="{FF2B5EF4-FFF2-40B4-BE49-F238E27FC236}">
                    <a16:creationId xmlns:a16="http://schemas.microsoft.com/office/drawing/2014/main" id="{32B03A01-7649-1C17-BAA2-606FC05C4DE0}"/>
                  </a:ext>
                </a:extLst>
              </p:cNvPr>
              <p:cNvSpPr>
                <a:spLocks/>
              </p:cNvSpPr>
              <p:nvPr/>
            </p:nvSpPr>
            <p:spPr bwMode="auto">
              <a:xfrm>
                <a:off x="1447" y="799"/>
                <a:ext cx="72" cy="56"/>
              </a:xfrm>
              <a:custGeom>
                <a:avLst/>
                <a:gdLst>
                  <a:gd name="T0" fmla="+- 0 1510 1447"/>
                  <a:gd name="T1" fmla="*/ T0 w 72"/>
                  <a:gd name="T2" fmla="+- 0 802 799"/>
                  <a:gd name="T3" fmla="*/ 802 h 56"/>
                  <a:gd name="T4" fmla="+- 0 1503 1447"/>
                  <a:gd name="T5" fmla="*/ T4 w 72"/>
                  <a:gd name="T6" fmla="+- 0 802 799"/>
                  <a:gd name="T7" fmla="*/ 802 h 56"/>
                  <a:gd name="T8" fmla="+- 0 1505 1447"/>
                  <a:gd name="T9" fmla="*/ T8 w 72"/>
                  <a:gd name="T10" fmla="+- 0 803 799"/>
                  <a:gd name="T11" fmla="*/ 803 h 56"/>
                  <a:gd name="T12" fmla="+- 0 1508 1447"/>
                  <a:gd name="T13" fmla="*/ T12 w 72"/>
                  <a:gd name="T14" fmla="+- 0 806 799"/>
                  <a:gd name="T15" fmla="*/ 806 h 56"/>
                  <a:gd name="T16" fmla="+- 0 1509 1447"/>
                  <a:gd name="T17" fmla="*/ T16 w 72"/>
                  <a:gd name="T18" fmla="+- 0 808 799"/>
                  <a:gd name="T19" fmla="*/ 808 h 56"/>
                  <a:gd name="T20" fmla="+- 0 1511 1447"/>
                  <a:gd name="T21" fmla="*/ T20 w 72"/>
                  <a:gd name="T22" fmla="+- 0 814 799"/>
                  <a:gd name="T23" fmla="*/ 814 h 56"/>
                  <a:gd name="T24" fmla="+- 0 1511 1447"/>
                  <a:gd name="T25" fmla="*/ T24 w 72"/>
                  <a:gd name="T26" fmla="+- 0 815 799"/>
                  <a:gd name="T27" fmla="*/ 815 h 56"/>
                  <a:gd name="T28" fmla="+- 0 1511 1447"/>
                  <a:gd name="T29" fmla="*/ T28 w 72"/>
                  <a:gd name="T30" fmla="+- 0 823 799"/>
                  <a:gd name="T31" fmla="*/ 823 h 56"/>
                  <a:gd name="T32" fmla="+- 0 1511 1447"/>
                  <a:gd name="T33" fmla="*/ T32 w 72"/>
                  <a:gd name="T34" fmla="+- 0 824 799"/>
                  <a:gd name="T35" fmla="*/ 824 h 56"/>
                  <a:gd name="T36" fmla="+- 0 1510 1447"/>
                  <a:gd name="T37" fmla="*/ T36 w 72"/>
                  <a:gd name="T38" fmla="+- 0 827 799"/>
                  <a:gd name="T39" fmla="*/ 827 h 56"/>
                  <a:gd name="T40" fmla="+- 0 1506 1447"/>
                  <a:gd name="T41" fmla="*/ T40 w 72"/>
                  <a:gd name="T42" fmla="+- 0 830 799"/>
                  <a:gd name="T43" fmla="*/ 830 h 56"/>
                  <a:gd name="T44" fmla="+- 0 1502 1447"/>
                  <a:gd name="T45" fmla="*/ T44 w 72"/>
                  <a:gd name="T46" fmla="+- 0 831 799"/>
                  <a:gd name="T47" fmla="*/ 831 h 56"/>
                  <a:gd name="T48" fmla="+- 0 1509 1447"/>
                  <a:gd name="T49" fmla="*/ T48 w 72"/>
                  <a:gd name="T50" fmla="+- 0 831 799"/>
                  <a:gd name="T51" fmla="*/ 831 h 56"/>
                  <a:gd name="T52" fmla="+- 0 1510 1447"/>
                  <a:gd name="T53" fmla="*/ T52 w 72"/>
                  <a:gd name="T54" fmla="+- 0 830 799"/>
                  <a:gd name="T55" fmla="*/ 830 h 56"/>
                  <a:gd name="T56" fmla="+- 0 1518 1447"/>
                  <a:gd name="T57" fmla="*/ T56 w 72"/>
                  <a:gd name="T58" fmla="+- 0 830 799"/>
                  <a:gd name="T59" fmla="*/ 830 h 56"/>
                  <a:gd name="T60" fmla="+- 0 1519 1447"/>
                  <a:gd name="T61" fmla="*/ T60 w 72"/>
                  <a:gd name="T62" fmla="+- 0 827 799"/>
                  <a:gd name="T63" fmla="*/ 827 h 56"/>
                  <a:gd name="T64" fmla="+- 0 1519 1447"/>
                  <a:gd name="T65" fmla="*/ T64 w 72"/>
                  <a:gd name="T66" fmla="+- 0 815 799"/>
                  <a:gd name="T67" fmla="*/ 815 h 56"/>
                  <a:gd name="T68" fmla="+- 0 1517 1447"/>
                  <a:gd name="T69" fmla="*/ T68 w 72"/>
                  <a:gd name="T70" fmla="+- 0 809 799"/>
                  <a:gd name="T71" fmla="*/ 809 h 56"/>
                  <a:gd name="T72" fmla="+- 0 1510 1447"/>
                  <a:gd name="T73" fmla="*/ T72 w 72"/>
                  <a:gd name="T74" fmla="+- 0 802 799"/>
                  <a:gd name="T75"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63" y="3"/>
                    </a:moveTo>
                    <a:lnTo>
                      <a:pt x="56" y="3"/>
                    </a:lnTo>
                    <a:lnTo>
                      <a:pt x="58" y="4"/>
                    </a:lnTo>
                    <a:lnTo>
                      <a:pt x="61" y="7"/>
                    </a:lnTo>
                    <a:lnTo>
                      <a:pt x="62" y="9"/>
                    </a:lnTo>
                    <a:lnTo>
                      <a:pt x="64" y="15"/>
                    </a:lnTo>
                    <a:lnTo>
                      <a:pt x="64" y="16"/>
                    </a:lnTo>
                    <a:lnTo>
                      <a:pt x="64" y="24"/>
                    </a:lnTo>
                    <a:lnTo>
                      <a:pt x="64" y="25"/>
                    </a:lnTo>
                    <a:lnTo>
                      <a:pt x="63" y="28"/>
                    </a:lnTo>
                    <a:lnTo>
                      <a:pt x="59" y="31"/>
                    </a:lnTo>
                    <a:lnTo>
                      <a:pt x="55" y="32"/>
                    </a:lnTo>
                    <a:lnTo>
                      <a:pt x="62" y="32"/>
                    </a:lnTo>
                    <a:lnTo>
                      <a:pt x="63" y="31"/>
                    </a:lnTo>
                    <a:lnTo>
                      <a:pt x="71" y="31"/>
                    </a:lnTo>
                    <a:lnTo>
                      <a:pt x="72" y="28"/>
                    </a:lnTo>
                    <a:lnTo>
                      <a:pt x="72" y="16"/>
                    </a:lnTo>
                    <a:lnTo>
                      <a:pt x="70" y="10"/>
                    </a:lnTo>
                    <a:lnTo>
                      <a:pt x="63"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2" name="Group 191">
              <a:extLst>
                <a:ext uri="{FF2B5EF4-FFF2-40B4-BE49-F238E27FC236}">
                  <a16:creationId xmlns:a16="http://schemas.microsoft.com/office/drawing/2014/main" id="{F4958476-1670-4786-FE0E-0D0B502115E1}"/>
                </a:ext>
              </a:extLst>
            </p:cNvPr>
            <p:cNvGrpSpPr>
              <a:grpSpLocks/>
            </p:cNvGrpSpPr>
            <p:nvPr/>
          </p:nvGrpSpPr>
          <p:grpSpPr bwMode="auto">
            <a:xfrm>
              <a:off x="1939" y="799"/>
              <a:ext cx="37" cy="55"/>
              <a:chOff x="1939" y="799"/>
              <a:chExt cx="37" cy="55"/>
            </a:xfrm>
          </p:grpSpPr>
          <p:sp>
            <p:nvSpPr>
              <p:cNvPr id="1348" name="Freeform 4851">
                <a:extLst>
                  <a:ext uri="{FF2B5EF4-FFF2-40B4-BE49-F238E27FC236}">
                    <a16:creationId xmlns:a16="http://schemas.microsoft.com/office/drawing/2014/main" id="{C398C0D1-AFAD-8B1C-9D4F-9CAADD9B636C}"/>
                  </a:ext>
                </a:extLst>
              </p:cNvPr>
              <p:cNvSpPr>
                <a:spLocks/>
              </p:cNvSpPr>
              <p:nvPr/>
            </p:nvSpPr>
            <p:spPr bwMode="auto">
              <a:xfrm>
                <a:off x="1939" y="799"/>
                <a:ext cx="37" cy="55"/>
              </a:xfrm>
              <a:custGeom>
                <a:avLst/>
                <a:gdLst>
                  <a:gd name="T0" fmla="+- 0 1968 1939"/>
                  <a:gd name="T1" fmla="*/ T0 w 37"/>
                  <a:gd name="T2" fmla="+- 0 840 799"/>
                  <a:gd name="T3" fmla="*/ 840 h 55"/>
                  <a:gd name="T4" fmla="+- 0 1962 1939"/>
                  <a:gd name="T5" fmla="*/ T4 w 37"/>
                  <a:gd name="T6" fmla="+- 0 840 799"/>
                  <a:gd name="T7" fmla="*/ 840 h 55"/>
                  <a:gd name="T8" fmla="+- 0 1962 1939"/>
                  <a:gd name="T9" fmla="*/ T8 w 37"/>
                  <a:gd name="T10" fmla="+- 0 854 799"/>
                  <a:gd name="T11" fmla="*/ 854 h 55"/>
                  <a:gd name="T12" fmla="+- 0 1968 1939"/>
                  <a:gd name="T13" fmla="*/ T12 w 37"/>
                  <a:gd name="T14" fmla="+- 0 854 799"/>
                  <a:gd name="T15" fmla="*/ 854 h 55"/>
                  <a:gd name="T16" fmla="+- 0 1968 1939"/>
                  <a:gd name="T17" fmla="*/ T16 w 37"/>
                  <a:gd name="T18" fmla="+- 0 840 799"/>
                  <a:gd name="T19" fmla="*/ 840 h 55"/>
                </a:gdLst>
                <a:ahLst/>
                <a:cxnLst>
                  <a:cxn ang="0">
                    <a:pos x="T1" y="T3"/>
                  </a:cxn>
                  <a:cxn ang="0">
                    <a:pos x="T5" y="T7"/>
                  </a:cxn>
                  <a:cxn ang="0">
                    <a:pos x="T9" y="T11"/>
                  </a:cxn>
                  <a:cxn ang="0">
                    <a:pos x="T13" y="T15"/>
                  </a:cxn>
                  <a:cxn ang="0">
                    <a:pos x="T17" y="T19"/>
                  </a:cxn>
                </a:cxnLst>
                <a:rect l="0" t="0" r="r" b="b"/>
                <a:pathLst>
                  <a:path w="37" h="55">
                    <a:moveTo>
                      <a:pt x="29" y="41"/>
                    </a:moveTo>
                    <a:lnTo>
                      <a:pt x="23" y="41"/>
                    </a:lnTo>
                    <a:lnTo>
                      <a:pt x="23" y="55"/>
                    </a:lnTo>
                    <a:lnTo>
                      <a:pt x="29" y="55"/>
                    </a:lnTo>
                    <a:lnTo>
                      <a:pt x="2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49" name="Freeform 4852">
                <a:extLst>
                  <a:ext uri="{FF2B5EF4-FFF2-40B4-BE49-F238E27FC236}">
                    <a16:creationId xmlns:a16="http://schemas.microsoft.com/office/drawing/2014/main" id="{4E09EF0C-4A56-0A8A-25BA-9728B737C8C9}"/>
                  </a:ext>
                </a:extLst>
              </p:cNvPr>
              <p:cNvSpPr>
                <a:spLocks/>
              </p:cNvSpPr>
              <p:nvPr/>
            </p:nvSpPr>
            <p:spPr bwMode="auto">
              <a:xfrm>
                <a:off x="1939" y="799"/>
                <a:ext cx="37" cy="55"/>
              </a:xfrm>
              <a:custGeom>
                <a:avLst/>
                <a:gdLst>
                  <a:gd name="T0" fmla="+- 0 1968 1939"/>
                  <a:gd name="T1" fmla="*/ T0 w 37"/>
                  <a:gd name="T2" fmla="+- 0 799 799"/>
                  <a:gd name="T3" fmla="*/ 799 h 55"/>
                  <a:gd name="T4" fmla="+- 0 1964 1939"/>
                  <a:gd name="T5" fmla="*/ T4 w 37"/>
                  <a:gd name="T6" fmla="+- 0 799 799"/>
                  <a:gd name="T7" fmla="*/ 799 h 55"/>
                  <a:gd name="T8" fmla="+- 0 1939 1939"/>
                  <a:gd name="T9" fmla="*/ T8 w 37"/>
                  <a:gd name="T10" fmla="+- 0 835 799"/>
                  <a:gd name="T11" fmla="*/ 835 h 55"/>
                  <a:gd name="T12" fmla="+- 0 1939 1939"/>
                  <a:gd name="T13" fmla="*/ T12 w 37"/>
                  <a:gd name="T14" fmla="+- 0 840 799"/>
                  <a:gd name="T15" fmla="*/ 840 h 55"/>
                  <a:gd name="T16" fmla="+- 0 1975 1939"/>
                  <a:gd name="T17" fmla="*/ T16 w 37"/>
                  <a:gd name="T18" fmla="+- 0 840 799"/>
                  <a:gd name="T19" fmla="*/ 840 h 55"/>
                  <a:gd name="T20" fmla="+- 0 1975 1939"/>
                  <a:gd name="T21" fmla="*/ T20 w 37"/>
                  <a:gd name="T22" fmla="+- 0 834 799"/>
                  <a:gd name="T23" fmla="*/ 834 h 55"/>
                  <a:gd name="T24" fmla="+- 0 1943 1939"/>
                  <a:gd name="T25" fmla="*/ T24 w 37"/>
                  <a:gd name="T26" fmla="+- 0 834 799"/>
                  <a:gd name="T27" fmla="*/ 834 h 55"/>
                  <a:gd name="T28" fmla="+- 0 1962 1939"/>
                  <a:gd name="T29" fmla="*/ T28 w 37"/>
                  <a:gd name="T30" fmla="+- 0 808 799"/>
                  <a:gd name="T31" fmla="*/ 808 h 55"/>
                  <a:gd name="T32" fmla="+- 0 1968 1939"/>
                  <a:gd name="T33" fmla="*/ T32 w 37"/>
                  <a:gd name="T34" fmla="+- 0 808 799"/>
                  <a:gd name="T35" fmla="*/ 808 h 55"/>
                  <a:gd name="T36" fmla="+- 0 1968 1939"/>
                  <a:gd name="T37" fmla="*/ T36 w 37"/>
                  <a:gd name="T38" fmla="+- 0 799 799"/>
                  <a:gd name="T39" fmla="*/ 79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37" h="55">
                    <a:moveTo>
                      <a:pt x="29" y="0"/>
                    </a:moveTo>
                    <a:lnTo>
                      <a:pt x="25" y="0"/>
                    </a:lnTo>
                    <a:lnTo>
                      <a:pt x="0" y="36"/>
                    </a:lnTo>
                    <a:lnTo>
                      <a:pt x="0" y="41"/>
                    </a:lnTo>
                    <a:lnTo>
                      <a:pt x="36" y="41"/>
                    </a:lnTo>
                    <a:lnTo>
                      <a:pt x="36" y="35"/>
                    </a:lnTo>
                    <a:lnTo>
                      <a:pt x="4" y="35"/>
                    </a:lnTo>
                    <a:lnTo>
                      <a:pt x="23" y="9"/>
                    </a:lnTo>
                    <a:lnTo>
                      <a:pt x="29" y="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50" name="Freeform 4853">
                <a:extLst>
                  <a:ext uri="{FF2B5EF4-FFF2-40B4-BE49-F238E27FC236}">
                    <a16:creationId xmlns:a16="http://schemas.microsoft.com/office/drawing/2014/main" id="{8C783511-D2E9-6568-F17B-1593B08F9F50}"/>
                  </a:ext>
                </a:extLst>
              </p:cNvPr>
              <p:cNvSpPr>
                <a:spLocks/>
              </p:cNvSpPr>
              <p:nvPr/>
            </p:nvSpPr>
            <p:spPr bwMode="auto">
              <a:xfrm>
                <a:off x="1939" y="799"/>
                <a:ext cx="37" cy="55"/>
              </a:xfrm>
              <a:custGeom>
                <a:avLst/>
                <a:gdLst>
                  <a:gd name="T0" fmla="+- 0 1968 1939"/>
                  <a:gd name="T1" fmla="*/ T0 w 37"/>
                  <a:gd name="T2" fmla="+- 0 808 799"/>
                  <a:gd name="T3" fmla="*/ 808 h 55"/>
                  <a:gd name="T4" fmla="+- 0 1962 1939"/>
                  <a:gd name="T5" fmla="*/ T4 w 37"/>
                  <a:gd name="T6" fmla="+- 0 808 799"/>
                  <a:gd name="T7" fmla="*/ 808 h 55"/>
                  <a:gd name="T8" fmla="+- 0 1962 1939"/>
                  <a:gd name="T9" fmla="*/ T8 w 37"/>
                  <a:gd name="T10" fmla="+- 0 834 799"/>
                  <a:gd name="T11" fmla="*/ 834 h 55"/>
                  <a:gd name="T12" fmla="+- 0 1968 1939"/>
                  <a:gd name="T13" fmla="*/ T12 w 37"/>
                  <a:gd name="T14" fmla="+- 0 834 799"/>
                  <a:gd name="T15" fmla="*/ 834 h 55"/>
                  <a:gd name="T16" fmla="+- 0 1968 1939"/>
                  <a:gd name="T17" fmla="*/ T16 w 37"/>
                  <a:gd name="T18" fmla="+- 0 808 799"/>
                  <a:gd name="T19" fmla="*/ 808 h 55"/>
                </a:gdLst>
                <a:ahLst/>
                <a:cxnLst>
                  <a:cxn ang="0">
                    <a:pos x="T1" y="T3"/>
                  </a:cxn>
                  <a:cxn ang="0">
                    <a:pos x="T5" y="T7"/>
                  </a:cxn>
                  <a:cxn ang="0">
                    <a:pos x="T9" y="T11"/>
                  </a:cxn>
                  <a:cxn ang="0">
                    <a:pos x="T13" y="T15"/>
                  </a:cxn>
                  <a:cxn ang="0">
                    <a:pos x="T17" y="T19"/>
                  </a:cxn>
                </a:cxnLst>
                <a:rect l="0" t="0" r="r" b="b"/>
                <a:pathLst>
                  <a:path w="37" h="55">
                    <a:moveTo>
                      <a:pt x="29" y="9"/>
                    </a:moveTo>
                    <a:lnTo>
                      <a:pt x="23" y="9"/>
                    </a:lnTo>
                    <a:lnTo>
                      <a:pt x="23" y="35"/>
                    </a:lnTo>
                    <a:lnTo>
                      <a:pt x="29" y="35"/>
                    </a:lnTo>
                    <a:lnTo>
                      <a:pt x="2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3" name="Group 192">
              <a:extLst>
                <a:ext uri="{FF2B5EF4-FFF2-40B4-BE49-F238E27FC236}">
                  <a16:creationId xmlns:a16="http://schemas.microsoft.com/office/drawing/2014/main" id="{2280C8A5-69D8-EE4E-F7C8-466554C277C4}"/>
                </a:ext>
              </a:extLst>
            </p:cNvPr>
            <p:cNvGrpSpPr>
              <a:grpSpLocks/>
            </p:cNvGrpSpPr>
            <p:nvPr/>
          </p:nvGrpSpPr>
          <p:grpSpPr bwMode="auto">
            <a:xfrm>
              <a:off x="2397" y="799"/>
              <a:ext cx="35" cy="56"/>
              <a:chOff x="2397" y="799"/>
              <a:chExt cx="35" cy="56"/>
            </a:xfrm>
          </p:grpSpPr>
          <p:sp>
            <p:nvSpPr>
              <p:cNvPr id="1346" name="Freeform 4855">
                <a:extLst>
                  <a:ext uri="{FF2B5EF4-FFF2-40B4-BE49-F238E27FC236}">
                    <a16:creationId xmlns:a16="http://schemas.microsoft.com/office/drawing/2014/main" id="{975C38AA-483A-8E0E-0043-A542E3BC0F2C}"/>
                  </a:ext>
                </a:extLst>
              </p:cNvPr>
              <p:cNvSpPr>
                <a:spLocks/>
              </p:cNvSpPr>
              <p:nvPr/>
            </p:nvSpPr>
            <p:spPr bwMode="auto">
              <a:xfrm>
                <a:off x="2397" y="799"/>
                <a:ext cx="35" cy="56"/>
              </a:xfrm>
              <a:custGeom>
                <a:avLst/>
                <a:gdLst>
                  <a:gd name="T0" fmla="+- 0 2419 2397"/>
                  <a:gd name="T1" fmla="*/ T0 w 35"/>
                  <a:gd name="T2" fmla="+- 0 799 799"/>
                  <a:gd name="T3" fmla="*/ 799 h 56"/>
                  <a:gd name="T4" fmla="+- 0 2412 2397"/>
                  <a:gd name="T5" fmla="*/ T4 w 35"/>
                  <a:gd name="T6" fmla="+- 0 799 799"/>
                  <a:gd name="T7" fmla="*/ 799 h 56"/>
                  <a:gd name="T8" fmla="+- 0 2410 2397"/>
                  <a:gd name="T9" fmla="*/ T8 w 35"/>
                  <a:gd name="T10" fmla="+- 0 800 799"/>
                  <a:gd name="T11" fmla="*/ 800 h 56"/>
                  <a:gd name="T12" fmla="+- 0 2404 2397"/>
                  <a:gd name="T13" fmla="*/ T12 w 35"/>
                  <a:gd name="T14" fmla="+- 0 804 799"/>
                  <a:gd name="T15" fmla="*/ 804 h 56"/>
                  <a:gd name="T16" fmla="+- 0 2402 2397"/>
                  <a:gd name="T17" fmla="*/ T16 w 35"/>
                  <a:gd name="T18" fmla="+- 0 807 799"/>
                  <a:gd name="T19" fmla="*/ 807 h 56"/>
                  <a:gd name="T20" fmla="+- 0 2398 2397"/>
                  <a:gd name="T21" fmla="*/ T20 w 35"/>
                  <a:gd name="T22" fmla="+- 0 816 799"/>
                  <a:gd name="T23" fmla="*/ 816 h 56"/>
                  <a:gd name="T24" fmla="+- 0 2397 2397"/>
                  <a:gd name="T25" fmla="*/ T24 w 35"/>
                  <a:gd name="T26" fmla="+- 0 821 799"/>
                  <a:gd name="T27" fmla="*/ 821 h 56"/>
                  <a:gd name="T28" fmla="+- 0 2397 2397"/>
                  <a:gd name="T29" fmla="*/ T28 w 35"/>
                  <a:gd name="T30" fmla="+- 0 834 799"/>
                  <a:gd name="T31" fmla="*/ 834 h 56"/>
                  <a:gd name="T32" fmla="+- 0 2399 2397"/>
                  <a:gd name="T33" fmla="*/ T32 w 35"/>
                  <a:gd name="T34" fmla="+- 0 841 799"/>
                  <a:gd name="T35" fmla="*/ 841 h 56"/>
                  <a:gd name="T36" fmla="+- 0 2405 2397"/>
                  <a:gd name="T37" fmla="*/ T36 w 35"/>
                  <a:gd name="T38" fmla="+- 0 852 799"/>
                  <a:gd name="T39" fmla="*/ 852 h 56"/>
                  <a:gd name="T40" fmla="+- 0 2409 2397"/>
                  <a:gd name="T41" fmla="*/ T40 w 35"/>
                  <a:gd name="T42" fmla="+- 0 855 799"/>
                  <a:gd name="T43" fmla="*/ 855 h 56"/>
                  <a:gd name="T44" fmla="+- 0 2417 2397"/>
                  <a:gd name="T45" fmla="*/ T44 w 35"/>
                  <a:gd name="T46" fmla="+- 0 855 799"/>
                  <a:gd name="T47" fmla="*/ 855 h 56"/>
                  <a:gd name="T48" fmla="+- 0 2420 2397"/>
                  <a:gd name="T49" fmla="*/ T48 w 35"/>
                  <a:gd name="T50" fmla="+- 0 854 799"/>
                  <a:gd name="T51" fmla="*/ 854 h 56"/>
                  <a:gd name="T52" fmla="+- 0 2422 2397"/>
                  <a:gd name="T53" fmla="*/ T52 w 35"/>
                  <a:gd name="T54" fmla="+- 0 852 799"/>
                  <a:gd name="T55" fmla="*/ 852 h 56"/>
                  <a:gd name="T56" fmla="+- 0 2411 2397"/>
                  <a:gd name="T57" fmla="*/ T56 w 35"/>
                  <a:gd name="T58" fmla="+- 0 852 799"/>
                  <a:gd name="T59" fmla="*/ 852 h 56"/>
                  <a:gd name="T60" fmla="+- 0 2409 2397"/>
                  <a:gd name="T61" fmla="*/ T60 w 35"/>
                  <a:gd name="T62" fmla="+- 0 850 799"/>
                  <a:gd name="T63" fmla="*/ 850 h 56"/>
                  <a:gd name="T64" fmla="+- 0 2406 2397"/>
                  <a:gd name="T65" fmla="*/ T64 w 35"/>
                  <a:gd name="T66" fmla="+- 0 842 799"/>
                  <a:gd name="T67" fmla="*/ 842 h 56"/>
                  <a:gd name="T68" fmla="+- 0 2405 2397"/>
                  <a:gd name="T69" fmla="*/ T68 w 35"/>
                  <a:gd name="T70" fmla="+- 0 836 799"/>
                  <a:gd name="T71" fmla="*/ 836 h 56"/>
                  <a:gd name="T72" fmla="+- 0 2405 2397"/>
                  <a:gd name="T73" fmla="*/ T72 w 35"/>
                  <a:gd name="T74" fmla="+- 0 821 799"/>
                  <a:gd name="T75" fmla="*/ 821 h 56"/>
                  <a:gd name="T76" fmla="+- 0 2415 2397"/>
                  <a:gd name="T77" fmla="*/ T76 w 35"/>
                  <a:gd name="T78" fmla="+- 0 802 799"/>
                  <a:gd name="T79" fmla="*/ 802 h 56"/>
                  <a:gd name="T80" fmla="+- 0 2423 2397"/>
                  <a:gd name="T81" fmla="*/ T80 w 35"/>
                  <a:gd name="T82" fmla="+- 0 802 799"/>
                  <a:gd name="T83" fmla="*/ 802 h 56"/>
                  <a:gd name="T84" fmla="+- 0 2422 2397"/>
                  <a:gd name="T85" fmla="*/ T84 w 35"/>
                  <a:gd name="T86" fmla="+- 0 801 799"/>
                  <a:gd name="T87" fmla="*/ 801 h 56"/>
                  <a:gd name="T88" fmla="+- 0 2419 2397"/>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47" name="Freeform 4856">
                <a:extLst>
                  <a:ext uri="{FF2B5EF4-FFF2-40B4-BE49-F238E27FC236}">
                    <a16:creationId xmlns:a16="http://schemas.microsoft.com/office/drawing/2014/main" id="{72B5FCDC-200A-E0F2-D842-6BB5F521C1FF}"/>
                  </a:ext>
                </a:extLst>
              </p:cNvPr>
              <p:cNvSpPr>
                <a:spLocks/>
              </p:cNvSpPr>
              <p:nvPr/>
            </p:nvSpPr>
            <p:spPr bwMode="auto">
              <a:xfrm>
                <a:off x="2397" y="799"/>
                <a:ext cx="35" cy="56"/>
              </a:xfrm>
              <a:custGeom>
                <a:avLst/>
                <a:gdLst>
                  <a:gd name="T0" fmla="+- 0 2423 2397"/>
                  <a:gd name="T1" fmla="*/ T0 w 35"/>
                  <a:gd name="T2" fmla="+- 0 802 799"/>
                  <a:gd name="T3" fmla="*/ 802 h 56"/>
                  <a:gd name="T4" fmla="+- 0 2415 2397"/>
                  <a:gd name="T5" fmla="*/ T4 w 35"/>
                  <a:gd name="T6" fmla="+- 0 802 799"/>
                  <a:gd name="T7" fmla="*/ 802 h 56"/>
                  <a:gd name="T8" fmla="+- 0 2419 2397"/>
                  <a:gd name="T9" fmla="*/ T8 w 35"/>
                  <a:gd name="T10" fmla="+- 0 803 799"/>
                  <a:gd name="T11" fmla="*/ 803 h 56"/>
                  <a:gd name="T12" fmla="+- 0 2420 2397"/>
                  <a:gd name="T13" fmla="*/ T12 w 35"/>
                  <a:gd name="T14" fmla="+- 0 804 799"/>
                  <a:gd name="T15" fmla="*/ 804 h 56"/>
                  <a:gd name="T16" fmla="+- 0 2421 2397"/>
                  <a:gd name="T17" fmla="*/ T16 w 35"/>
                  <a:gd name="T18" fmla="+- 0 807 799"/>
                  <a:gd name="T19" fmla="*/ 807 h 56"/>
                  <a:gd name="T20" fmla="+- 0 2423 2397"/>
                  <a:gd name="T21" fmla="*/ T20 w 35"/>
                  <a:gd name="T22" fmla="+- 0 814 799"/>
                  <a:gd name="T23" fmla="*/ 814 h 56"/>
                  <a:gd name="T24" fmla="+- 0 2424 2397"/>
                  <a:gd name="T25" fmla="*/ T24 w 35"/>
                  <a:gd name="T26" fmla="+- 0 816 799"/>
                  <a:gd name="T27" fmla="*/ 816 h 56"/>
                  <a:gd name="T28" fmla="+- 0 2424 2397"/>
                  <a:gd name="T29" fmla="*/ T28 w 35"/>
                  <a:gd name="T30" fmla="+- 0 834 799"/>
                  <a:gd name="T31" fmla="*/ 834 h 56"/>
                  <a:gd name="T32" fmla="+- 0 2424 2397"/>
                  <a:gd name="T33" fmla="*/ T32 w 35"/>
                  <a:gd name="T34" fmla="+- 0 839 799"/>
                  <a:gd name="T35" fmla="*/ 839 h 56"/>
                  <a:gd name="T36" fmla="+- 0 2422 2397"/>
                  <a:gd name="T37" fmla="*/ T36 w 35"/>
                  <a:gd name="T38" fmla="+- 0 847 799"/>
                  <a:gd name="T39" fmla="*/ 847 h 56"/>
                  <a:gd name="T40" fmla="+- 0 2420 2397"/>
                  <a:gd name="T41" fmla="*/ T40 w 35"/>
                  <a:gd name="T42" fmla="+- 0 849 799"/>
                  <a:gd name="T43" fmla="*/ 849 h 56"/>
                  <a:gd name="T44" fmla="+- 0 2419 2397"/>
                  <a:gd name="T45" fmla="*/ T44 w 35"/>
                  <a:gd name="T46" fmla="+- 0 850 799"/>
                  <a:gd name="T47" fmla="*/ 850 h 56"/>
                  <a:gd name="T48" fmla="+- 0 2414 2397"/>
                  <a:gd name="T49" fmla="*/ T48 w 35"/>
                  <a:gd name="T50" fmla="+- 0 852 799"/>
                  <a:gd name="T51" fmla="*/ 852 h 56"/>
                  <a:gd name="T52" fmla="+- 0 2422 2397"/>
                  <a:gd name="T53" fmla="*/ T52 w 35"/>
                  <a:gd name="T54" fmla="+- 0 852 799"/>
                  <a:gd name="T55" fmla="*/ 852 h 56"/>
                  <a:gd name="T56" fmla="+- 0 2432 2397"/>
                  <a:gd name="T57" fmla="*/ T56 w 35"/>
                  <a:gd name="T58" fmla="+- 0 818 799"/>
                  <a:gd name="T59" fmla="*/ 818 h 56"/>
                  <a:gd name="T60" fmla="+- 0 2430 2397"/>
                  <a:gd name="T61" fmla="*/ T60 w 35"/>
                  <a:gd name="T62" fmla="+- 0 811 799"/>
                  <a:gd name="T63" fmla="*/ 811 h 56"/>
                  <a:gd name="T64" fmla="+- 0 2423 2397"/>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6"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4" name="Group 193">
              <a:extLst>
                <a:ext uri="{FF2B5EF4-FFF2-40B4-BE49-F238E27FC236}">
                  <a16:creationId xmlns:a16="http://schemas.microsoft.com/office/drawing/2014/main" id="{D447B242-A2B2-9045-13DC-E00C892089CD}"/>
                </a:ext>
              </a:extLst>
            </p:cNvPr>
            <p:cNvGrpSpPr>
              <a:grpSpLocks/>
            </p:cNvGrpSpPr>
            <p:nvPr/>
          </p:nvGrpSpPr>
          <p:grpSpPr bwMode="auto">
            <a:xfrm>
              <a:off x="2854" y="799"/>
              <a:ext cx="35" cy="56"/>
              <a:chOff x="2854" y="799"/>
              <a:chExt cx="35" cy="56"/>
            </a:xfrm>
          </p:grpSpPr>
          <p:sp>
            <p:nvSpPr>
              <p:cNvPr id="1344" name="Freeform 4858">
                <a:extLst>
                  <a:ext uri="{FF2B5EF4-FFF2-40B4-BE49-F238E27FC236}">
                    <a16:creationId xmlns:a16="http://schemas.microsoft.com/office/drawing/2014/main" id="{89A627F7-7977-34BB-8DE1-88A9BF1D6790}"/>
                  </a:ext>
                </a:extLst>
              </p:cNvPr>
              <p:cNvSpPr>
                <a:spLocks/>
              </p:cNvSpPr>
              <p:nvPr/>
            </p:nvSpPr>
            <p:spPr bwMode="auto">
              <a:xfrm>
                <a:off x="2854" y="799"/>
                <a:ext cx="35" cy="56"/>
              </a:xfrm>
              <a:custGeom>
                <a:avLst/>
                <a:gdLst>
                  <a:gd name="T0" fmla="+- 0 2875 2854"/>
                  <a:gd name="T1" fmla="*/ T0 w 35"/>
                  <a:gd name="T2" fmla="+- 0 799 799"/>
                  <a:gd name="T3" fmla="*/ 799 h 56"/>
                  <a:gd name="T4" fmla="+- 0 2868 2854"/>
                  <a:gd name="T5" fmla="*/ T4 w 35"/>
                  <a:gd name="T6" fmla="+- 0 799 799"/>
                  <a:gd name="T7" fmla="*/ 799 h 56"/>
                  <a:gd name="T8" fmla="+- 0 2866 2854"/>
                  <a:gd name="T9" fmla="*/ T8 w 35"/>
                  <a:gd name="T10" fmla="+- 0 800 799"/>
                  <a:gd name="T11" fmla="*/ 800 h 56"/>
                  <a:gd name="T12" fmla="+- 0 2861 2854"/>
                  <a:gd name="T13" fmla="*/ T12 w 35"/>
                  <a:gd name="T14" fmla="+- 0 804 799"/>
                  <a:gd name="T15" fmla="*/ 804 h 56"/>
                  <a:gd name="T16" fmla="+- 0 2858 2854"/>
                  <a:gd name="T17" fmla="*/ T16 w 35"/>
                  <a:gd name="T18" fmla="+- 0 807 799"/>
                  <a:gd name="T19" fmla="*/ 807 h 56"/>
                  <a:gd name="T20" fmla="+- 0 2855 2854"/>
                  <a:gd name="T21" fmla="*/ T20 w 35"/>
                  <a:gd name="T22" fmla="+- 0 816 799"/>
                  <a:gd name="T23" fmla="*/ 816 h 56"/>
                  <a:gd name="T24" fmla="+- 0 2854 2854"/>
                  <a:gd name="T25" fmla="*/ T24 w 35"/>
                  <a:gd name="T26" fmla="+- 0 821 799"/>
                  <a:gd name="T27" fmla="*/ 821 h 56"/>
                  <a:gd name="T28" fmla="+- 0 2854 2854"/>
                  <a:gd name="T29" fmla="*/ T28 w 35"/>
                  <a:gd name="T30" fmla="+- 0 834 799"/>
                  <a:gd name="T31" fmla="*/ 834 h 56"/>
                  <a:gd name="T32" fmla="+- 0 2855 2854"/>
                  <a:gd name="T33" fmla="*/ T32 w 35"/>
                  <a:gd name="T34" fmla="+- 0 841 799"/>
                  <a:gd name="T35" fmla="*/ 841 h 56"/>
                  <a:gd name="T36" fmla="+- 0 2861 2854"/>
                  <a:gd name="T37" fmla="*/ T36 w 35"/>
                  <a:gd name="T38" fmla="+- 0 852 799"/>
                  <a:gd name="T39" fmla="*/ 852 h 56"/>
                  <a:gd name="T40" fmla="+- 0 2866 2854"/>
                  <a:gd name="T41" fmla="*/ T40 w 35"/>
                  <a:gd name="T42" fmla="+- 0 855 799"/>
                  <a:gd name="T43" fmla="*/ 855 h 56"/>
                  <a:gd name="T44" fmla="+- 0 2873 2854"/>
                  <a:gd name="T45" fmla="*/ T44 w 35"/>
                  <a:gd name="T46" fmla="+- 0 855 799"/>
                  <a:gd name="T47" fmla="*/ 855 h 56"/>
                  <a:gd name="T48" fmla="+- 0 2876 2854"/>
                  <a:gd name="T49" fmla="*/ T48 w 35"/>
                  <a:gd name="T50" fmla="+- 0 854 799"/>
                  <a:gd name="T51" fmla="*/ 854 h 56"/>
                  <a:gd name="T52" fmla="+- 0 2878 2854"/>
                  <a:gd name="T53" fmla="*/ T52 w 35"/>
                  <a:gd name="T54" fmla="+- 0 852 799"/>
                  <a:gd name="T55" fmla="*/ 852 h 56"/>
                  <a:gd name="T56" fmla="+- 0 2868 2854"/>
                  <a:gd name="T57" fmla="*/ T56 w 35"/>
                  <a:gd name="T58" fmla="+- 0 852 799"/>
                  <a:gd name="T59" fmla="*/ 852 h 56"/>
                  <a:gd name="T60" fmla="+- 0 2866 2854"/>
                  <a:gd name="T61" fmla="*/ T60 w 35"/>
                  <a:gd name="T62" fmla="+- 0 850 799"/>
                  <a:gd name="T63" fmla="*/ 850 h 56"/>
                  <a:gd name="T64" fmla="+- 0 2864 2854"/>
                  <a:gd name="T65" fmla="*/ T64 w 35"/>
                  <a:gd name="T66" fmla="+- 0 846 799"/>
                  <a:gd name="T67" fmla="*/ 846 h 56"/>
                  <a:gd name="T68" fmla="+- 0 2862 2854"/>
                  <a:gd name="T69" fmla="*/ T68 w 35"/>
                  <a:gd name="T70" fmla="+- 0 842 799"/>
                  <a:gd name="T71" fmla="*/ 842 h 56"/>
                  <a:gd name="T72" fmla="+- 0 2861 2854"/>
                  <a:gd name="T73" fmla="*/ T72 w 35"/>
                  <a:gd name="T74" fmla="+- 0 836 799"/>
                  <a:gd name="T75" fmla="*/ 836 h 56"/>
                  <a:gd name="T76" fmla="+- 0 2871 2854"/>
                  <a:gd name="T77" fmla="*/ T76 w 35"/>
                  <a:gd name="T78" fmla="+- 0 802 799"/>
                  <a:gd name="T79" fmla="*/ 802 h 56"/>
                  <a:gd name="T80" fmla="+- 0 2879 2854"/>
                  <a:gd name="T81" fmla="*/ T80 w 35"/>
                  <a:gd name="T82" fmla="+- 0 802 799"/>
                  <a:gd name="T83" fmla="*/ 802 h 56"/>
                  <a:gd name="T84" fmla="+- 0 2879 2854"/>
                  <a:gd name="T85" fmla="*/ T84 w 35"/>
                  <a:gd name="T86" fmla="+- 0 801 799"/>
                  <a:gd name="T87" fmla="*/ 801 h 56"/>
                  <a:gd name="T88" fmla="+- 0 2875 2854"/>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45" name="Freeform 4859">
                <a:extLst>
                  <a:ext uri="{FF2B5EF4-FFF2-40B4-BE49-F238E27FC236}">
                    <a16:creationId xmlns:a16="http://schemas.microsoft.com/office/drawing/2014/main" id="{3D6189AA-42C9-1B64-5C4C-EB807228F81E}"/>
                  </a:ext>
                </a:extLst>
              </p:cNvPr>
              <p:cNvSpPr>
                <a:spLocks/>
              </p:cNvSpPr>
              <p:nvPr/>
            </p:nvSpPr>
            <p:spPr bwMode="auto">
              <a:xfrm>
                <a:off x="2854" y="799"/>
                <a:ext cx="35" cy="56"/>
              </a:xfrm>
              <a:custGeom>
                <a:avLst/>
                <a:gdLst>
                  <a:gd name="T0" fmla="+- 0 2879 2854"/>
                  <a:gd name="T1" fmla="*/ T0 w 35"/>
                  <a:gd name="T2" fmla="+- 0 802 799"/>
                  <a:gd name="T3" fmla="*/ 802 h 56"/>
                  <a:gd name="T4" fmla="+- 0 2871 2854"/>
                  <a:gd name="T5" fmla="*/ T4 w 35"/>
                  <a:gd name="T6" fmla="+- 0 802 799"/>
                  <a:gd name="T7" fmla="*/ 802 h 56"/>
                  <a:gd name="T8" fmla="+- 0 2875 2854"/>
                  <a:gd name="T9" fmla="*/ T8 w 35"/>
                  <a:gd name="T10" fmla="+- 0 803 799"/>
                  <a:gd name="T11" fmla="*/ 803 h 56"/>
                  <a:gd name="T12" fmla="+- 0 2876 2854"/>
                  <a:gd name="T13" fmla="*/ T12 w 35"/>
                  <a:gd name="T14" fmla="+- 0 804 799"/>
                  <a:gd name="T15" fmla="*/ 804 h 56"/>
                  <a:gd name="T16" fmla="+- 0 2878 2854"/>
                  <a:gd name="T17" fmla="*/ T16 w 35"/>
                  <a:gd name="T18" fmla="+- 0 807 799"/>
                  <a:gd name="T19" fmla="*/ 807 h 56"/>
                  <a:gd name="T20" fmla="+- 0 2880 2854"/>
                  <a:gd name="T21" fmla="*/ T20 w 35"/>
                  <a:gd name="T22" fmla="+- 0 814 799"/>
                  <a:gd name="T23" fmla="*/ 814 h 56"/>
                  <a:gd name="T24" fmla="+- 0 2880 2854"/>
                  <a:gd name="T25" fmla="*/ T24 w 35"/>
                  <a:gd name="T26" fmla="+- 0 816 799"/>
                  <a:gd name="T27" fmla="*/ 816 h 56"/>
                  <a:gd name="T28" fmla="+- 0 2880 2854"/>
                  <a:gd name="T29" fmla="*/ T28 w 35"/>
                  <a:gd name="T30" fmla="+- 0 834 799"/>
                  <a:gd name="T31" fmla="*/ 834 h 56"/>
                  <a:gd name="T32" fmla="+- 0 2880 2854"/>
                  <a:gd name="T33" fmla="*/ T32 w 35"/>
                  <a:gd name="T34" fmla="+- 0 839 799"/>
                  <a:gd name="T35" fmla="*/ 839 h 56"/>
                  <a:gd name="T36" fmla="+- 0 2878 2854"/>
                  <a:gd name="T37" fmla="*/ T36 w 35"/>
                  <a:gd name="T38" fmla="+- 0 847 799"/>
                  <a:gd name="T39" fmla="*/ 847 h 56"/>
                  <a:gd name="T40" fmla="+- 0 2877 2854"/>
                  <a:gd name="T41" fmla="*/ T40 w 35"/>
                  <a:gd name="T42" fmla="+- 0 849 799"/>
                  <a:gd name="T43" fmla="*/ 849 h 56"/>
                  <a:gd name="T44" fmla="+- 0 2875 2854"/>
                  <a:gd name="T45" fmla="*/ T44 w 35"/>
                  <a:gd name="T46" fmla="+- 0 850 799"/>
                  <a:gd name="T47" fmla="*/ 850 h 56"/>
                  <a:gd name="T48" fmla="+- 0 2871 2854"/>
                  <a:gd name="T49" fmla="*/ T48 w 35"/>
                  <a:gd name="T50" fmla="+- 0 852 799"/>
                  <a:gd name="T51" fmla="*/ 852 h 56"/>
                  <a:gd name="T52" fmla="+- 0 2878 2854"/>
                  <a:gd name="T53" fmla="*/ T52 w 35"/>
                  <a:gd name="T54" fmla="+- 0 852 799"/>
                  <a:gd name="T55" fmla="*/ 852 h 56"/>
                  <a:gd name="T56" fmla="+- 0 2888 2854"/>
                  <a:gd name="T57" fmla="*/ T56 w 35"/>
                  <a:gd name="T58" fmla="+- 0 818 799"/>
                  <a:gd name="T59" fmla="*/ 818 h 56"/>
                  <a:gd name="T60" fmla="+- 0 2886 2854"/>
                  <a:gd name="T61" fmla="*/ T60 w 35"/>
                  <a:gd name="T62" fmla="+- 0 811 799"/>
                  <a:gd name="T63" fmla="*/ 811 h 56"/>
                  <a:gd name="T64" fmla="+- 0 2879 2854"/>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5" name="Group 194">
              <a:extLst>
                <a:ext uri="{FF2B5EF4-FFF2-40B4-BE49-F238E27FC236}">
                  <a16:creationId xmlns:a16="http://schemas.microsoft.com/office/drawing/2014/main" id="{23B6ED92-CEB6-9D4B-98BD-DC2ACE95F815}"/>
                </a:ext>
              </a:extLst>
            </p:cNvPr>
            <p:cNvGrpSpPr>
              <a:grpSpLocks/>
            </p:cNvGrpSpPr>
            <p:nvPr/>
          </p:nvGrpSpPr>
          <p:grpSpPr bwMode="auto">
            <a:xfrm>
              <a:off x="3317" y="799"/>
              <a:ext cx="21" cy="55"/>
              <a:chOff x="3317" y="799"/>
              <a:chExt cx="21" cy="55"/>
            </a:xfrm>
          </p:grpSpPr>
          <p:sp>
            <p:nvSpPr>
              <p:cNvPr id="1342" name="Freeform 4861">
                <a:extLst>
                  <a:ext uri="{FF2B5EF4-FFF2-40B4-BE49-F238E27FC236}">
                    <a16:creationId xmlns:a16="http://schemas.microsoft.com/office/drawing/2014/main" id="{9E2BEEDA-D0A9-E2EF-20EB-4E7F3D56AB01}"/>
                  </a:ext>
                </a:extLst>
              </p:cNvPr>
              <p:cNvSpPr>
                <a:spLocks/>
              </p:cNvSpPr>
              <p:nvPr/>
            </p:nvSpPr>
            <p:spPr bwMode="auto">
              <a:xfrm>
                <a:off x="3317" y="799"/>
                <a:ext cx="21" cy="55"/>
              </a:xfrm>
              <a:custGeom>
                <a:avLst/>
                <a:gdLst>
                  <a:gd name="T0" fmla="+- 0 3331 3317"/>
                  <a:gd name="T1" fmla="*/ T0 w 21"/>
                  <a:gd name="T2" fmla="+- 0 806 799"/>
                  <a:gd name="T3" fmla="*/ 806 h 55"/>
                  <a:gd name="T4" fmla="+- 0 3321 3317"/>
                  <a:gd name="T5" fmla="*/ T4 w 21"/>
                  <a:gd name="T6" fmla="+- 0 806 799"/>
                  <a:gd name="T7" fmla="*/ 806 h 55"/>
                  <a:gd name="T8" fmla="+- 0 3323 3317"/>
                  <a:gd name="T9" fmla="*/ T8 w 21"/>
                  <a:gd name="T10" fmla="+- 0 806 799"/>
                  <a:gd name="T11" fmla="*/ 806 h 55"/>
                  <a:gd name="T12" fmla="+- 0 3324 3317"/>
                  <a:gd name="T13" fmla="*/ T12 w 21"/>
                  <a:gd name="T14" fmla="+- 0 808 799"/>
                  <a:gd name="T15" fmla="*/ 808 h 55"/>
                  <a:gd name="T16" fmla="+- 0 3324 3317"/>
                  <a:gd name="T17" fmla="*/ T16 w 21"/>
                  <a:gd name="T18" fmla="+- 0 809 799"/>
                  <a:gd name="T19" fmla="*/ 809 h 55"/>
                  <a:gd name="T20" fmla="+- 0 3324 3317"/>
                  <a:gd name="T21" fmla="*/ T20 w 21"/>
                  <a:gd name="T22" fmla="+- 0 849 799"/>
                  <a:gd name="T23" fmla="*/ 849 h 55"/>
                  <a:gd name="T24" fmla="+- 0 3324 3317"/>
                  <a:gd name="T25" fmla="*/ T24 w 21"/>
                  <a:gd name="T26" fmla="+- 0 850 799"/>
                  <a:gd name="T27" fmla="*/ 850 h 55"/>
                  <a:gd name="T28" fmla="+- 0 3322 3317"/>
                  <a:gd name="T29" fmla="*/ T28 w 21"/>
                  <a:gd name="T30" fmla="+- 0 852 799"/>
                  <a:gd name="T31" fmla="*/ 852 h 55"/>
                  <a:gd name="T32" fmla="+- 0 3322 3317"/>
                  <a:gd name="T33" fmla="*/ T32 w 21"/>
                  <a:gd name="T34" fmla="+- 0 852 799"/>
                  <a:gd name="T35" fmla="*/ 852 h 55"/>
                  <a:gd name="T36" fmla="+- 0 3320 3317"/>
                  <a:gd name="T37" fmla="*/ T36 w 21"/>
                  <a:gd name="T38" fmla="+- 0 852 799"/>
                  <a:gd name="T39" fmla="*/ 852 h 55"/>
                  <a:gd name="T40" fmla="+- 0 3318 3317"/>
                  <a:gd name="T41" fmla="*/ T40 w 21"/>
                  <a:gd name="T42" fmla="+- 0 852 799"/>
                  <a:gd name="T43" fmla="*/ 852 h 55"/>
                  <a:gd name="T44" fmla="+- 0 3318 3317"/>
                  <a:gd name="T45" fmla="*/ T44 w 21"/>
                  <a:gd name="T46" fmla="+- 0 854 799"/>
                  <a:gd name="T47" fmla="*/ 854 h 55"/>
                  <a:gd name="T48" fmla="+- 0 3338 3317"/>
                  <a:gd name="T49" fmla="*/ T48 w 21"/>
                  <a:gd name="T50" fmla="+- 0 854 799"/>
                  <a:gd name="T51" fmla="*/ 854 h 55"/>
                  <a:gd name="T52" fmla="+- 0 3338 3317"/>
                  <a:gd name="T53" fmla="*/ T52 w 21"/>
                  <a:gd name="T54" fmla="+- 0 852 799"/>
                  <a:gd name="T55" fmla="*/ 852 h 55"/>
                  <a:gd name="T56" fmla="+- 0 3335 3317"/>
                  <a:gd name="T57" fmla="*/ T56 w 21"/>
                  <a:gd name="T58" fmla="+- 0 852 799"/>
                  <a:gd name="T59" fmla="*/ 852 h 55"/>
                  <a:gd name="T60" fmla="+- 0 3334 3317"/>
                  <a:gd name="T61" fmla="*/ T60 w 21"/>
                  <a:gd name="T62" fmla="+- 0 852 799"/>
                  <a:gd name="T63" fmla="*/ 852 h 55"/>
                  <a:gd name="T64" fmla="+- 0 3333 3317"/>
                  <a:gd name="T65" fmla="*/ T64 w 21"/>
                  <a:gd name="T66" fmla="+- 0 852 799"/>
                  <a:gd name="T67" fmla="*/ 852 h 55"/>
                  <a:gd name="T68" fmla="+- 0 3331 3317"/>
                  <a:gd name="T69" fmla="*/ T68 w 21"/>
                  <a:gd name="T70" fmla="+- 0 850 799"/>
                  <a:gd name="T71" fmla="*/ 850 h 55"/>
                  <a:gd name="T72" fmla="+- 0 3331 3317"/>
                  <a:gd name="T73" fmla="*/ T72 w 21"/>
                  <a:gd name="T74" fmla="+- 0 849 799"/>
                  <a:gd name="T75" fmla="*/ 849 h 55"/>
                  <a:gd name="T76" fmla="+- 0 3331 3317"/>
                  <a:gd name="T77" fmla="*/ T76 w 21"/>
                  <a:gd name="T78" fmla="+- 0 806 799"/>
                  <a:gd name="T79" fmla="*/ 80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7"/>
                    </a:moveTo>
                    <a:lnTo>
                      <a:pt x="4" y="7"/>
                    </a:lnTo>
                    <a:lnTo>
                      <a:pt x="6" y="7"/>
                    </a:lnTo>
                    <a:lnTo>
                      <a:pt x="7" y="9"/>
                    </a:lnTo>
                    <a:lnTo>
                      <a:pt x="7" y="10"/>
                    </a:lnTo>
                    <a:lnTo>
                      <a:pt x="7" y="50"/>
                    </a:lnTo>
                    <a:lnTo>
                      <a:pt x="7" y="51"/>
                    </a:lnTo>
                    <a:lnTo>
                      <a:pt x="5" y="53"/>
                    </a:lnTo>
                    <a:lnTo>
                      <a:pt x="3" y="53"/>
                    </a:lnTo>
                    <a:lnTo>
                      <a:pt x="1" y="53"/>
                    </a:lnTo>
                    <a:lnTo>
                      <a:pt x="1" y="55"/>
                    </a:lnTo>
                    <a:lnTo>
                      <a:pt x="21" y="55"/>
                    </a:lnTo>
                    <a:lnTo>
                      <a:pt x="21" y="53"/>
                    </a:lnTo>
                    <a:lnTo>
                      <a:pt x="18" y="53"/>
                    </a:lnTo>
                    <a:lnTo>
                      <a:pt x="17" y="53"/>
                    </a:lnTo>
                    <a:lnTo>
                      <a:pt x="16" y="53"/>
                    </a:lnTo>
                    <a:lnTo>
                      <a:pt x="14"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43" name="Freeform 4862">
                <a:extLst>
                  <a:ext uri="{FF2B5EF4-FFF2-40B4-BE49-F238E27FC236}">
                    <a16:creationId xmlns:a16="http://schemas.microsoft.com/office/drawing/2014/main" id="{A8E910F4-8558-513F-D032-F257A4F86C18}"/>
                  </a:ext>
                </a:extLst>
              </p:cNvPr>
              <p:cNvSpPr>
                <a:spLocks/>
              </p:cNvSpPr>
              <p:nvPr/>
            </p:nvSpPr>
            <p:spPr bwMode="auto">
              <a:xfrm>
                <a:off x="3317" y="799"/>
                <a:ext cx="21" cy="55"/>
              </a:xfrm>
              <a:custGeom>
                <a:avLst/>
                <a:gdLst>
                  <a:gd name="T0" fmla="+- 0 3331 3317"/>
                  <a:gd name="T1" fmla="*/ T0 w 21"/>
                  <a:gd name="T2" fmla="+- 0 799 799"/>
                  <a:gd name="T3" fmla="*/ 799 h 55"/>
                  <a:gd name="T4" fmla="+- 0 3330 3317"/>
                  <a:gd name="T5" fmla="*/ T4 w 21"/>
                  <a:gd name="T6" fmla="+- 0 799 799"/>
                  <a:gd name="T7" fmla="*/ 799 h 55"/>
                  <a:gd name="T8" fmla="+- 0 3317 3317"/>
                  <a:gd name="T9" fmla="*/ T8 w 21"/>
                  <a:gd name="T10" fmla="+- 0 806 799"/>
                  <a:gd name="T11" fmla="*/ 806 h 55"/>
                  <a:gd name="T12" fmla="+- 0 3317 3317"/>
                  <a:gd name="T13" fmla="*/ T12 w 21"/>
                  <a:gd name="T14" fmla="+- 0 807 799"/>
                  <a:gd name="T15" fmla="*/ 807 h 55"/>
                  <a:gd name="T16" fmla="+- 0 3321 3317"/>
                  <a:gd name="T17" fmla="*/ T16 w 21"/>
                  <a:gd name="T18" fmla="+- 0 806 799"/>
                  <a:gd name="T19" fmla="*/ 806 h 55"/>
                  <a:gd name="T20" fmla="+- 0 3331 3317"/>
                  <a:gd name="T21" fmla="*/ T20 w 21"/>
                  <a:gd name="T22" fmla="+- 0 806 799"/>
                  <a:gd name="T23" fmla="*/ 806 h 55"/>
                  <a:gd name="T24" fmla="+- 0 3331 3317"/>
                  <a:gd name="T25" fmla="*/ T24 w 21"/>
                  <a:gd name="T26" fmla="+- 0 799 799"/>
                  <a:gd name="T27" fmla="*/ 799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6" name="Group 195">
              <a:extLst>
                <a:ext uri="{FF2B5EF4-FFF2-40B4-BE49-F238E27FC236}">
                  <a16:creationId xmlns:a16="http://schemas.microsoft.com/office/drawing/2014/main" id="{4404DA5E-ADD9-F76F-B9E6-58F06D07291D}"/>
                </a:ext>
              </a:extLst>
            </p:cNvPr>
            <p:cNvGrpSpPr>
              <a:grpSpLocks/>
            </p:cNvGrpSpPr>
            <p:nvPr/>
          </p:nvGrpSpPr>
          <p:grpSpPr bwMode="auto">
            <a:xfrm>
              <a:off x="3766" y="799"/>
              <a:ext cx="35" cy="56"/>
              <a:chOff x="3766" y="799"/>
              <a:chExt cx="35" cy="56"/>
            </a:xfrm>
          </p:grpSpPr>
          <p:sp>
            <p:nvSpPr>
              <p:cNvPr id="1340" name="Freeform 4864">
                <a:extLst>
                  <a:ext uri="{FF2B5EF4-FFF2-40B4-BE49-F238E27FC236}">
                    <a16:creationId xmlns:a16="http://schemas.microsoft.com/office/drawing/2014/main" id="{0F603F38-275C-4ECD-AC11-C3DC04FC88F4}"/>
                  </a:ext>
                </a:extLst>
              </p:cNvPr>
              <p:cNvSpPr>
                <a:spLocks/>
              </p:cNvSpPr>
              <p:nvPr/>
            </p:nvSpPr>
            <p:spPr bwMode="auto">
              <a:xfrm>
                <a:off x="3766" y="799"/>
                <a:ext cx="35" cy="56"/>
              </a:xfrm>
              <a:custGeom>
                <a:avLst/>
                <a:gdLst>
                  <a:gd name="T0" fmla="+- 0 3788 3766"/>
                  <a:gd name="T1" fmla="*/ T0 w 35"/>
                  <a:gd name="T2" fmla="+- 0 799 799"/>
                  <a:gd name="T3" fmla="*/ 799 h 56"/>
                  <a:gd name="T4" fmla="+- 0 3781 3766"/>
                  <a:gd name="T5" fmla="*/ T4 w 35"/>
                  <a:gd name="T6" fmla="+- 0 799 799"/>
                  <a:gd name="T7" fmla="*/ 799 h 56"/>
                  <a:gd name="T8" fmla="+- 0 3779 3766"/>
                  <a:gd name="T9" fmla="*/ T8 w 35"/>
                  <a:gd name="T10" fmla="+- 0 800 799"/>
                  <a:gd name="T11" fmla="*/ 800 h 56"/>
                  <a:gd name="T12" fmla="+- 0 3773 3766"/>
                  <a:gd name="T13" fmla="*/ T12 w 35"/>
                  <a:gd name="T14" fmla="+- 0 804 799"/>
                  <a:gd name="T15" fmla="*/ 804 h 56"/>
                  <a:gd name="T16" fmla="+- 0 3771 3766"/>
                  <a:gd name="T17" fmla="*/ T16 w 35"/>
                  <a:gd name="T18" fmla="+- 0 807 799"/>
                  <a:gd name="T19" fmla="*/ 807 h 56"/>
                  <a:gd name="T20" fmla="+- 0 3767 3766"/>
                  <a:gd name="T21" fmla="*/ T20 w 35"/>
                  <a:gd name="T22" fmla="+- 0 816 799"/>
                  <a:gd name="T23" fmla="*/ 816 h 56"/>
                  <a:gd name="T24" fmla="+- 0 3766 3766"/>
                  <a:gd name="T25" fmla="*/ T24 w 35"/>
                  <a:gd name="T26" fmla="+- 0 821 799"/>
                  <a:gd name="T27" fmla="*/ 821 h 56"/>
                  <a:gd name="T28" fmla="+- 0 3766 3766"/>
                  <a:gd name="T29" fmla="*/ T28 w 35"/>
                  <a:gd name="T30" fmla="+- 0 834 799"/>
                  <a:gd name="T31" fmla="*/ 834 h 56"/>
                  <a:gd name="T32" fmla="+- 0 3768 3766"/>
                  <a:gd name="T33" fmla="*/ T32 w 35"/>
                  <a:gd name="T34" fmla="+- 0 841 799"/>
                  <a:gd name="T35" fmla="*/ 841 h 56"/>
                  <a:gd name="T36" fmla="+- 0 3774 3766"/>
                  <a:gd name="T37" fmla="*/ T36 w 35"/>
                  <a:gd name="T38" fmla="+- 0 852 799"/>
                  <a:gd name="T39" fmla="*/ 852 h 56"/>
                  <a:gd name="T40" fmla="+- 0 3778 3766"/>
                  <a:gd name="T41" fmla="*/ T40 w 35"/>
                  <a:gd name="T42" fmla="+- 0 855 799"/>
                  <a:gd name="T43" fmla="*/ 855 h 56"/>
                  <a:gd name="T44" fmla="+- 0 3786 3766"/>
                  <a:gd name="T45" fmla="*/ T44 w 35"/>
                  <a:gd name="T46" fmla="+- 0 855 799"/>
                  <a:gd name="T47" fmla="*/ 855 h 56"/>
                  <a:gd name="T48" fmla="+- 0 3788 3766"/>
                  <a:gd name="T49" fmla="*/ T48 w 35"/>
                  <a:gd name="T50" fmla="+- 0 854 799"/>
                  <a:gd name="T51" fmla="*/ 854 h 56"/>
                  <a:gd name="T52" fmla="+- 0 3791 3766"/>
                  <a:gd name="T53" fmla="*/ T52 w 35"/>
                  <a:gd name="T54" fmla="+- 0 852 799"/>
                  <a:gd name="T55" fmla="*/ 852 h 56"/>
                  <a:gd name="T56" fmla="+- 0 3780 3766"/>
                  <a:gd name="T57" fmla="*/ T56 w 35"/>
                  <a:gd name="T58" fmla="+- 0 852 799"/>
                  <a:gd name="T59" fmla="*/ 852 h 56"/>
                  <a:gd name="T60" fmla="+- 0 3778 3766"/>
                  <a:gd name="T61" fmla="*/ T60 w 35"/>
                  <a:gd name="T62" fmla="+- 0 850 799"/>
                  <a:gd name="T63" fmla="*/ 850 h 56"/>
                  <a:gd name="T64" fmla="+- 0 3777 3766"/>
                  <a:gd name="T65" fmla="*/ T64 w 35"/>
                  <a:gd name="T66" fmla="+- 0 846 799"/>
                  <a:gd name="T67" fmla="*/ 846 h 56"/>
                  <a:gd name="T68" fmla="+- 0 3775 3766"/>
                  <a:gd name="T69" fmla="*/ T68 w 35"/>
                  <a:gd name="T70" fmla="+- 0 842 799"/>
                  <a:gd name="T71" fmla="*/ 842 h 56"/>
                  <a:gd name="T72" fmla="+- 0 3774 3766"/>
                  <a:gd name="T73" fmla="*/ T72 w 35"/>
                  <a:gd name="T74" fmla="+- 0 836 799"/>
                  <a:gd name="T75" fmla="*/ 836 h 56"/>
                  <a:gd name="T76" fmla="+- 0 3784 3766"/>
                  <a:gd name="T77" fmla="*/ T76 w 35"/>
                  <a:gd name="T78" fmla="+- 0 802 799"/>
                  <a:gd name="T79" fmla="*/ 802 h 56"/>
                  <a:gd name="T80" fmla="+- 0 3792 3766"/>
                  <a:gd name="T81" fmla="*/ T80 w 35"/>
                  <a:gd name="T82" fmla="+- 0 802 799"/>
                  <a:gd name="T83" fmla="*/ 802 h 56"/>
                  <a:gd name="T84" fmla="+- 0 3791 3766"/>
                  <a:gd name="T85" fmla="*/ T84 w 35"/>
                  <a:gd name="T86" fmla="+- 0 801 799"/>
                  <a:gd name="T87" fmla="*/ 801 h 56"/>
                  <a:gd name="T88" fmla="+- 0 3788 3766"/>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41" name="Freeform 4865">
                <a:extLst>
                  <a:ext uri="{FF2B5EF4-FFF2-40B4-BE49-F238E27FC236}">
                    <a16:creationId xmlns:a16="http://schemas.microsoft.com/office/drawing/2014/main" id="{FA25A5AD-1351-4E9D-C4CF-55B831EA281F}"/>
                  </a:ext>
                </a:extLst>
              </p:cNvPr>
              <p:cNvSpPr>
                <a:spLocks/>
              </p:cNvSpPr>
              <p:nvPr/>
            </p:nvSpPr>
            <p:spPr bwMode="auto">
              <a:xfrm>
                <a:off x="3766" y="799"/>
                <a:ext cx="35" cy="56"/>
              </a:xfrm>
              <a:custGeom>
                <a:avLst/>
                <a:gdLst>
                  <a:gd name="T0" fmla="+- 0 3792 3766"/>
                  <a:gd name="T1" fmla="*/ T0 w 35"/>
                  <a:gd name="T2" fmla="+- 0 802 799"/>
                  <a:gd name="T3" fmla="*/ 802 h 56"/>
                  <a:gd name="T4" fmla="+- 0 3784 3766"/>
                  <a:gd name="T5" fmla="*/ T4 w 35"/>
                  <a:gd name="T6" fmla="+- 0 802 799"/>
                  <a:gd name="T7" fmla="*/ 802 h 56"/>
                  <a:gd name="T8" fmla="+- 0 3787 3766"/>
                  <a:gd name="T9" fmla="*/ T8 w 35"/>
                  <a:gd name="T10" fmla="+- 0 803 799"/>
                  <a:gd name="T11" fmla="*/ 803 h 56"/>
                  <a:gd name="T12" fmla="+- 0 3789 3766"/>
                  <a:gd name="T13" fmla="*/ T12 w 35"/>
                  <a:gd name="T14" fmla="+- 0 804 799"/>
                  <a:gd name="T15" fmla="*/ 804 h 56"/>
                  <a:gd name="T16" fmla="+- 0 3790 3766"/>
                  <a:gd name="T17" fmla="*/ T16 w 35"/>
                  <a:gd name="T18" fmla="+- 0 807 799"/>
                  <a:gd name="T19" fmla="*/ 807 h 56"/>
                  <a:gd name="T20" fmla="+- 0 3792 3766"/>
                  <a:gd name="T21" fmla="*/ T20 w 35"/>
                  <a:gd name="T22" fmla="+- 0 814 799"/>
                  <a:gd name="T23" fmla="*/ 814 h 56"/>
                  <a:gd name="T24" fmla="+- 0 3793 3766"/>
                  <a:gd name="T25" fmla="*/ T24 w 35"/>
                  <a:gd name="T26" fmla="+- 0 816 799"/>
                  <a:gd name="T27" fmla="*/ 816 h 56"/>
                  <a:gd name="T28" fmla="+- 0 3793 3766"/>
                  <a:gd name="T29" fmla="*/ T28 w 35"/>
                  <a:gd name="T30" fmla="+- 0 834 799"/>
                  <a:gd name="T31" fmla="*/ 834 h 56"/>
                  <a:gd name="T32" fmla="+- 0 3792 3766"/>
                  <a:gd name="T33" fmla="*/ T32 w 35"/>
                  <a:gd name="T34" fmla="+- 0 839 799"/>
                  <a:gd name="T35" fmla="*/ 839 h 56"/>
                  <a:gd name="T36" fmla="+- 0 3790 3766"/>
                  <a:gd name="T37" fmla="*/ T36 w 35"/>
                  <a:gd name="T38" fmla="+- 0 847 799"/>
                  <a:gd name="T39" fmla="*/ 847 h 56"/>
                  <a:gd name="T40" fmla="+- 0 3789 3766"/>
                  <a:gd name="T41" fmla="*/ T40 w 35"/>
                  <a:gd name="T42" fmla="+- 0 849 799"/>
                  <a:gd name="T43" fmla="*/ 849 h 56"/>
                  <a:gd name="T44" fmla="+- 0 3788 3766"/>
                  <a:gd name="T45" fmla="*/ T44 w 35"/>
                  <a:gd name="T46" fmla="+- 0 850 799"/>
                  <a:gd name="T47" fmla="*/ 850 h 56"/>
                  <a:gd name="T48" fmla="+- 0 3783 3766"/>
                  <a:gd name="T49" fmla="*/ T48 w 35"/>
                  <a:gd name="T50" fmla="+- 0 852 799"/>
                  <a:gd name="T51" fmla="*/ 852 h 56"/>
                  <a:gd name="T52" fmla="+- 0 3791 3766"/>
                  <a:gd name="T53" fmla="*/ T52 w 35"/>
                  <a:gd name="T54" fmla="+- 0 852 799"/>
                  <a:gd name="T55" fmla="*/ 852 h 56"/>
                  <a:gd name="T56" fmla="+- 0 3801 3766"/>
                  <a:gd name="T57" fmla="*/ T56 w 35"/>
                  <a:gd name="T58" fmla="+- 0 818 799"/>
                  <a:gd name="T59" fmla="*/ 818 h 56"/>
                  <a:gd name="T60" fmla="+- 0 3799 3766"/>
                  <a:gd name="T61" fmla="*/ T60 w 35"/>
                  <a:gd name="T62" fmla="+- 0 811 799"/>
                  <a:gd name="T63" fmla="*/ 811 h 56"/>
                  <a:gd name="T64" fmla="+- 0 3792 3766"/>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7" name="Group 196">
              <a:extLst>
                <a:ext uri="{FF2B5EF4-FFF2-40B4-BE49-F238E27FC236}">
                  <a16:creationId xmlns:a16="http://schemas.microsoft.com/office/drawing/2014/main" id="{17218E87-2BC9-D94F-20C7-A1C4684C6680}"/>
                </a:ext>
              </a:extLst>
            </p:cNvPr>
            <p:cNvGrpSpPr>
              <a:grpSpLocks/>
            </p:cNvGrpSpPr>
            <p:nvPr/>
          </p:nvGrpSpPr>
          <p:grpSpPr bwMode="auto">
            <a:xfrm>
              <a:off x="4223" y="799"/>
              <a:ext cx="35" cy="56"/>
              <a:chOff x="4223" y="799"/>
              <a:chExt cx="35" cy="56"/>
            </a:xfrm>
          </p:grpSpPr>
          <p:sp>
            <p:nvSpPr>
              <p:cNvPr id="1338" name="Freeform 4867">
                <a:extLst>
                  <a:ext uri="{FF2B5EF4-FFF2-40B4-BE49-F238E27FC236}">
                    <a16:creationId xmlns:a16="http://schemas.microsoft.com/office/drawing/2014/main" id="{C1D26B8E-88ED-FC10-6D81-BE7BCE2A2277}"/>
                  </a:ext>
                </a:extLst>
              </p:cNvPr>
              <p:cNvSpPr>
                <a:spLocks/>
              </p:cNvSpPr>
              <p:nvPr/>
            </p:nvSpPr>
            <p:spPr bwMode="auto">
              <a:xfrm>
                <a:off x="4223" y="799"/>
                <a:ext cx="35" cy="56"/>
              </a:xfrm>
              <a:custGeom>
                <a:avLst/>
                <a:gdLst>
                  <a:gd name="T0" fmla="+- 0 4244 4223"/>
                  <a:gd name="T1" fmla="*/ T0 w 35"/>
                  <a:gd name="T2" fmla="+- 0 799 799"/>
                  <a:gd name="T3" fmla="*/ 799 h 56"/>
                  <a:gd name="T4" fmla="+- 0 4237 4223"/>
                  <a:gd name="T5" fmla="*/ T4 w 35"/>
                  <a:gd name="T6" fmla="+- 0 799 799"/>
                  <a:gd name="T7" fmla="*/ 799 h 56"/>
                  <a:gd name="T8" fmla="+- 0 4235 4223"/>
                  <a:gd name="T9" fmla="*/ T8 w 35"/>
                  <a:gd name="T10" fmla="+- 0 800 799"/>
                  <a:gd name="T11" fmla="*/ 800 h 56"/>
                  <a:gd name="T12" fmla="+- 0 4230 4223"/>
                  <a:gd name="T13" fmla="*/ T12 w 35"/>
                  <a:gd name="T14" fmla="+- 0 804 799"/>
                  <a:gd name="T15" fmla="*/ 804 h 56"/>
                  <a:gd name="T16" fmla="+- 0 4227 4223"/>
                  <a:gd name="T17" fmla="*/ T16 w 35"/>
                  <a:gd name="T18" fmla="+- 0 807 799"/>
                  <a:gd name="T19" fmla="*/ 807 h 56"/>
                  <a:gd name="T20" fmla="+- 0 4223 4223"/>
                  <a:gd name="T21" fmla="*/ T20 w 35"/>
                  <a:gd name="T22" fmla="+- 0 816 799"/>
                  <a:gd name="T23" fmla="*/ 816 h 56"/>
                  <a:gd name="T24" fmla="+- 0 4223 4223"/>
                  <a:gd name="T25" fmla="*/ T24 w 35"/>
                  <a:gd name="T26" fmla="+- 0 821 799"/>
                  <a:gd name="T27" fmla="*/ 821 h 56"/>
                  <a:gd name="T28" fmla="+- 0 4223 4223"/>
                  <a:gd name="T29" fmla="*/ T28 w 35"/>
                  <a:gd name="T30" fmla="+- 0 834 799"/>
                  <a:gd name="T31" fmla="*/ 834 h 56"/>
                  <a:gd name="T32" fmla="+- 0 4224 4223"/>
                  <a:gd name="T33" fmla="*/ T32 w 35"/>
                  <a:gd name="T34" fmla="+- 0 841 799"/>
                  <a:gd name="T35" fmla="*/ 841 h 56"/>
                  <a:gd name="T36" fmla="+- 0 4230 4223"/>
                  <a:gd name="T37" fmla="*/ T36 w 35"/>
                  <a:gd name="T38" fmla="+- 0 852 799"/>
                  <a:gd name="T39" fmla="*/ 852 h 56"/>
                  <a:gd name="T40" fmla="+- 0 4234 4223"/>
                  <a:gd name="T41" fmla="*/ T40 w 35"/>
                  <a:gd name="T42" fmla="+- 0 855 799"/>
                  <a:gd name="T43" fmla="*/ 855 h 56"/>
                  <a:gd name="T44" fmla="+- 0 4242 4223"/>
                  <a:gd name="T45" fmla="*/ T44 w 35"/>
                  <a:gd name="T46" fmla="+- 0 855 799"/>
                  <a:gd name="T47" fmla="*/ 855 h 56"/>
                  <a:gd name="T48" fmla="+- 0 4245 4223"/>
                  <a:gd name="T49" fmla="*/ T48 w 35"/>
                  <a:gd name="T50" fmla="+- 0 854 799"/>
                  <a:gd name="T51" fmla="*/ 854 h 56"/>
                  <a:gd name="T52" fmla="+- 0 4247 4223"/>
                  <a:gd name="T53" fmla="*/ T52 w 35"/>
                  <a:gd name="T54" fmla="+- 0 852 799"/>
                  <a:gd name="T55" fmla="*/ 852 h 56"/>
                  <a:gd name="T56" fmla="+- 0 4237 4223"/>
                  <a:gd name="T57" fmla="*/ T56 w 35"/>
                  <a:gd name="T58" fmla="+- 0 852 799"/>
                  <a:gd name="T59" fmla="*/ 852 h 56"/>
                  <a:gd name="T60" fmla="+- 0 4234 4223"/>
                  <a:gd name="T61" fmla="*/ T60 w 35"/>
                  <a:gd name="T62" fmla="+- 0 850 799"/>
                  <a:gd name="T63" fmla="*/ 850 h 56"/>
                  <a:gd name="T64" fmla="+- 0 4233 4223"/>
                  <a:gd name="T65" fmla="*/ T64 w 35"/>
                  <a:gd name="T66" fmla="+- 0 846 799"/>
                  <a:gd name="T67" fmla="*/ 846 h 56"/>
                  <a:gd name="T68" fmla="+- 0 4231 4223"/>
                  <a:gd name="T69" fmla="*/ T68 w 35"/>
                  <a:gd name="T70" fmla="+- 0 842 799"/>
                  <a:gd name="T71" fmla="*/ 842 h 56"/>
                  <a:gd name="T72" fmla="+- 0 4230 4223"/>
                  <a:gd name="T73" fmla="*/ T72 w 35"/>
                  <a:gd name="T74" fmla="+- 0 836 799"/>
                  <a:gd name="T75" fmla="*/ 836 h 56"/>
                  <a:gd name="T76" fmla="+- 0 4240 4223"/>
                  <a:gd name="T77" fmla="*/ T76 w 35"/>
                  <a:gd name="T78" fmla="+- 0 802 799"/>
                  <a:gd name="T79" fmla="*/ 802 h 56"/>
                  <a:gd name="T80" fmla="+- 0 4248 4223"/>
                  <a:gd name="T81" fmla="*/ T80 w 35"/>
                  <a:gd name="T82" fmla="+- 0 802 799"/>
                  <a:gd name="T83" fmla="*/ 802 h 56"/>
                  <a:gd name="T84" fmla="+- 0 4248 4223"/>
                  <a:gd name="T85" fmla="*/ T84 w 35"/>
                  <a:gd name="T86" fmla="+- 0 801 799"/>
                  <a:gd name="T87" fmla="*/ 801 h 56"/>
                  <a:gd name="T88" fmla="+- 0 4244 4223"/>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39" name="Freeform 4868">
                <a:extLst>
                  <a:ext uri="{FF2B5EF4-FFF2-40B4-BE49-F238E27FC236}">
                    <a16:creationId xmlns:a16="http://schemas.microsoft.com/office/drawing/2014/main" id="{42C2056B-36CD-B731-7F62-732BB8A5BFE3}"/>
                  </a:ext>
                </a:extLst>
              </p:cNvPr>
              <p:cNvSpPr>
                <a:spLocks/>
              </p:cNvSpPr>
              <p:nvPr/>
            </p:nvSpPr>
            <p:spPr bwMode="auto">
              <a:xfrm>
                <a:off x="4223" y="799"/>
                <a:ext cx="35" cy="56"/>
              </a:xfrm>
              <a:custGeom>
                <a:avLst/>
                <a:gdLst>
                  <a:gd name="T0" fmla="+- 0 4248 4223"/>
                  <a:gd name="T1" fmla="*/ T0 w 35"/>
                  <a:gd name="T2" fmla="+- 0 802 799"/>
                  <a:gd name="T3" fmla="*/ 802 h 56"/>
                  <a:gd name="T4" fmla="+- 0 4240 4223"/>
                  <a:gd name="T5" fmla="*/ T4 w 35"/>
                  <a:gd name="T6" fmla="+- 0 802 799"/>
                  <a:gd name="T7" fmla="*/ 802 h 56"/>
                  <a:gd name="T8" fmla="+- 0 4244 4223"/>
                  <a:gd name="T9" fmla="*/ T8 w 35"/>
                  <a:gd name="T10" fmla="+- 0 803 799"/>
                  <a:gd name="T11" fmla="*/ 803 h 56"/>
                  <a:gd name="T12" fmla="+- 0 4245 4223"/>
                  <a:gd name="T13" fmla="*/ T12 w 35"/>
                  <a:gd name="T14" fmla="+- 0 804 799"/>
                  <a:gd name="T15" fmla="*/ 804 h 56"/>
                  <a:gd name="T16" fmla="+- 0 4246 4223"/>
                  <a:gd name="T17" fmla="*/ T16 w 35"/>
                  <a:gd name="T18" fmla="+- 0 807 799"/>
                  <a:gd name="T19" fmla="*/ 807 h 56"/>
                  <a:gd name="T20" fmla="+- 0 4249 4223"/>
                  <a:gd name="T21" fmla="*/ T20 w 35"/>
                  <a:gd name="T22" fmla="+- 0 814 799"/>
                  <a:gd name="T23" fmla="*/ 814 h 56"/>
                  <a:gd name="T24" fmla="+- 0 4249 4223"/>
                  <a:gd name="T25" fmla="*/ T24 w 35"/>
                  <a:gd name="T26" fmla="+- 0 816 799"/>
                  <a:gd name="T27" fmla="*/ 816 h 56"/>
                  <a:gd name="T28" fmla="+- 0 4249 4223"/>
                  <a:gd name="T29" fmla="*/ T28 w 35"/>
                  <a:gd name="T30" fmla="+- 0 834 799"/>
                  <a:gd name="T31" fmla="*/ 834 h 56"/>
                  <a:gd name="T32" fmla="+- 0 4249 4223"/>
                  <a:gd name="T33" fmla="*/ T32 w 35"/>
                  <a:gd name="T34" fmla="+- 0 839 799"/>
                  <a:gd name="T35" fmla="*/ 839 h 56"/>
                  <a:gd name="T36" fmla="+- 0 4247 4223"/>
                  <a:gd name="T37" fmla="*/ T36 w 35"/>
                  <a:gd name="T38" fmla="+- 0 847 799"/>
                  <a:gd name="T39" fmla="*/ 847 h 56"/>
                  <a:gd name="T40" fmla="+- 0 4246 4223"/>
                  <a:gd name="T41" fmla="*/ T40 w 35"/>
                  <a:gd name="T42" fmla="+- 0 849 799"/>
                  <a:gd name="T43" fmla="*/ 849 h 56"/>
                  <a:gd name="T44" fmla="+- 0 4244 4223"/>
                  <a:gd name="T45" fmla="*/ T44 w 35"/>
                  <a:gd name="T46" fmla="+- 0 850 799"/>
                  <a:gd name="T47" fmla="*/ 850 h 56"/>
                  <a:gd name="T48" fmla="+- 0 4240 4223"/>
                  <a:gd name="T49" fmla="*/ T48 w 35"/>
                  <a:gd name="T50" fmla="+- 0 852 799"/>
                  <a:gd name="T51" fmla="*/ 852 h 56"/>
                  <a:gd name="T52" fmla="+- 0 4247 4223"/>
                  <a:gd name="T53" fmla="*/ T52 w 35"/>
                  <a:gd name="T54" fmla="+- 0 852 799"/>
                  <a:gd name="T55" fmla="*/ 852 h 56"/>
                  <a:gd name="T56" fmla="+- 0 4257 4223"/>
                  <a:gd name="T57" fmla="*/ T56 w 35"/>
                  <a:gd name="T58" fmla="+- 0 818 799"/>
                  <a:gd name="T59" fmla="*/ 818 h 56"/>
                  <a:gd name="T60" fmla="+- 0 4255 4223"/>
                  <a:gd name="T61" fmla="*/ T60 w 35"/>
                  <a:gd name="T62" fmla="+- 0 811 799"/>
                  <a:gd name="T63" fmla="*/ 811 h 56"/>
                  <a:gd name="T64" fmla="+- 0 4248 4223"/>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8" name="Group 197">
              <a:extLst>
                <a:ext uri="{FF2B5EF4-FFF2-40B4-BE49-F238E27FC236}">
                  <a16:creationId xmlns:a16="http://schemas.microsoft.com/office/drawing/2014/main" id="{0560A96D-EB08-B18E-300E-8893137EB3C5}"/>
                </a:ext>
              </a:extLst>
            </p:cNvPr>
            <p:cNvGrpSpPr>
              <a:grpSpLocks/>
            </p:cNvGrpSpPr>
            <p:nvPr/>
          </p:nvGrpSpPr>
          <p:grpSpPr bwMode="auto">
            <a:xfrm>
              <a:off x="4679" y="799"/>
              <a:ext cx="35" cy="56"/>
              <a:chOff x="4679" y="799"/>
              <a:chExt cx="35" cy="56"/>
            </a:xfrm>
          </p:grpSpPr>
          <p:sp>
            <p:nvSpPr>
              <p:cNvPr id="1336" name="Freeform 4870">
                <a:extLst>
                  <a:ext uri="{FF2B5EF4-FFF2-40B4-BE49-F238E27FC236}">
                    <a16:creationId xmlns:a16="http://schemas.microsoft.com/office/drawing/2014/main" id="{8A225CFA-5385-CC31-28F9-FB336CACD9CF}"/>
                  </a:ext>
                </a:extLst>
              </p:cNvPr>
              <p:cNvSpPr>
                <a:spLocks/>
              </p:cNvSpPr>
              <p:nvPr/>
            </p:nvSpPr>
            <p:spPr bwMode="auto">
              <a:xfrm>
                <a:off x="4679" y="799"/>
                <a:ext cx="35" cy="56"/>
              </a:xfrm>
              <a:custGeom>
                <a:avLst/>
                <a:gdLst>
                  <a:gd name="T0" fmla="+- 0 4700 4679"/>
                  <a:gd name="T1" fmla="*/ T0 w 35"/>
                  <a:gd name="T2" fmla="+- 0 799 799"/>
                  <a:gd name="T3" fmla="*/ 799 h 56"/>
                  <a:gd name="T4" fmla="+- 0 4694 4679"/>
                  <a:gd name="T5" fmla="*/ T4 w 35"/>
                  <a:gd name="T6" fmla="+- 0 799 799"/>
                  <a:gd name="T7" fmla="*/ 799 h 56"/>
                  <a:gd name="T8" fmla="+- 0 4691 4679"/>
                  <a:gd name="T9" fmla="*/ T8 w 35"/>
                  <a:gd name="T10" fmla="+- 0 800 799"/>
                  <a:gd name="T11" fmla="*/ 800 h 56"/>
                  <a:gd name="T12" fmla="+- 0 4686 4679"/>
                  <a:gd name="T13" fmla="*/ T12 w 35"/>
                  <a:gd name="T14" fmla="+- 0 804 799"/>
                  <a:gd name="T15" fmla="*/ 804 h 56"/>
                  <a:gd name="T16" fmla="+- 0 4684 4679"/>
                  <a:gd name="T17" fmla="*/ T16 w 35"/>
                  <a:gd name="T18" fmla="+- 0 807 799"/>
                  <a:gd name="T19" fmla="*/ 807 h 56"/>
                  <a:gd name="T20" fmla="+- 0 4680 4679"/>
                  <a:gd name="T21" fmla="*/ T20 w 35"/>
                  <a:gd name="T22" fmla="+- 0 816 799"/>
                  <a:gd name="T23" fmla="*/ 816 h 56"/>
                  <a:gd name="T24" fmla="+- 0 4679 4679"/>
                  <a:gd name="T25" fmla="*/ T24 w 35"/>
                  <a:gd name="T26" fmla="+- 0 821 799"/>
                  <a:gd name="T27" fmla="*/ 821 h 56"/>
                  <a:gd name="T28" fmla="+- 0 4679 4679"/>
                  <a:gd name="T29" fmla="*/ T28 w 35"/>
                  <a:gd name="T30" fmla="+- 0 834 799"/>
                  <a:gd name="T31" fmla="*/ 834 h 56"/>
                  <a:gd name="T32" fmla="+- 0 4680 4679"/>
                  <a:gd name="T33" fmla="*/ T32 w 35"/>
                  <a:gd name="T34" fmla="+- 0 841 799"/>
                  <a:gd name="T35" fmla="*/ 841 h 56"/>
                  <a:gd name="T36" fmla="+- 0 4687 4679"/>
                  <a:gd name="T37" fmla="*/ T36 w 35"/>
                  <a:gd name="T38" fmla="+- 0 852 799"/>
                  <a:gd name="T39" fmla="*/ 852 h 56"/>
                  <a:gd name="T40" fmla="+- 0 4691 4679"/>
                  <a:gd name="T41" fmla="*/ T40 w 35"/>
                  <a:gd name="T42" fmla="+- 0 855 799"/>
                  <a:gd name="T43" fmla="*/ 855 h 56"/>
                  <a:gd name="T44" fmla="+- 0 4698 4679"/>
                  <a:gd name="T45" fmla="*/ T44 w 35"/>
                  <a:gd name="T46" fmla="+- 0 855 799"/>
                  <a:gd name="T47" fmla="*/ 855 h 56"/>
                  <a:gd name="T48" fmla="+- 0 4701 4679"/>
                  <a:gd name="T49" fmla="*/ T48 w 35"/>
                  <a:gd name="T50" fmla="+- 0 854 799"/>
                  <a:gd name="T51" fmla="*/ 854 h 56"/>
                  <a:gd name="T52" fmla="+- 0 4703 4679"/>
                  <a:gd name="T53" fmla="*/ T52 w 35"/>
                  <a:gd name="T54" fmla="+- 0 852 799"/>
                  <a:gd name="T55" fmla="*/ 852 h 56"/>
                  <a:gd name="T56" fmla="+- 0 4693 4679"/>
                  <a:gd name="T57" fmla="*/ T56 w 35"/>
                  <a:gd name="T58" fmla="+- 0 852 799"/>
                  <a:gd name="T59" fmla="*/ 852 h 56"/>
                  <a:gd name="T60" fmla="+- 0 4691 4679"/>
                  <a:gd name="T61" fmla="*/ T60 w 35"/>
                  <a:gd name="T62" fmla="+- 0 850 799"/>
                  <a:gd name="T63" fmla="*/ 850 h 56"/>
                  <a:gd name="T64" fmla="+- 0 4688 4679"/>
                  <a:gd name="T65" fmla="*/ T64 w 35"/>
                  <a:gd name="T66" fmla="+- 0 842 799"/>
                  <a:gd name="T67" fmla="*/ 842 h 56"/>
                  <a:gd name="T68" fmla="+- 0 4687 4679"/>
                  <a:gd name="T69" fmla="*/ T68 w 35"/>
                  <a:gd name="T70" fmla="+- 0 836 799"/>
                  <a:gd name="T71" fmla="*/ 836 h 56"/>
                  <a:gd name="T72" fmla="+- 0 4687 4679"/>
                  <a:gd name="T73" fmla="*/ T72 w 35"/>
                  <a:gd name="T74" fmla="+- 0 821 799"/>
                  <a:gd name="T75" fmla="*/ 821 h 56"/>
                  <a:gd name="T76" fmla="+- 0 4696 4679"/>
                  <a:gd name="T77" fmla="*/ T76 w 35"/>
                  <a:gd name="T78" fmla="+- 0 802 799"/>
                  <a:gd name="T79" fmla="*/ 802 h 56"/>
                  <a:gd name="T80" fmla="+- 0 4704 4679"/>
                  <a:gd name="T81" fmla="*/ T80 w 35"/>
                  <a:gd name="T82" fmla="+- 0 802 799"/>
                  <a:gd name="T83" fmla="*/ 802 h 56"/>
                  <a:gd name="T84" fmla="+- 0 4704 4679"/>
                  <a:gd name="T85" fmla="*/ T84 w 35"/>
                  <a:gd name="T86" fmla="+- 0 801 799"/>
                  <a:gd name="T87" fmla="*/ 801 h 56"/>
                  <a:gd name="T88" fmla="+- 0 4700 4679"/>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37" name="Freeform 4871">
                <a:extLst>
                  <a:ext uri="{FF2B5EF4-FFF2-40B4-BE49-F238E27FC236}">
                    <a16:creationId xmlns:a16="http://schemas.microsoft.com/office/drawing/2014/main" id="{43AFA311-0EF3-C22E-E641-6D427405FBEB}"/>
                  </a:ext>
                </a:extLst>
              </p:cNvPr>
              <p:cNvSpPr>
                <a:spLocks/>
              </p:cNvSpPr>
              <p:nvPr/>
            </p:nvSpPr>
            <p:spPr bwMode="auto">
              <a:xfrm>
                <a:off x="4679" y="799"/>
                <a:ext cx="35" cy="56"/>
              </a:xfrm>
              <a:custGeom>
                <a:avLst/>
                <a:gdLst>
                  <a:gd name="T0" fmla="+- 0 4704 4679"/>
                  <a:gd name="T1" fmla="*/ T0 w 35"/>
                  <a:gd name="T2" fmla="+- 0 802 799"/>
                  <a:gd name="T3" fmla="*/ 802 h 56"/>
                  <a:gd name="T4" fmla="+- 0 4696 4679"/>
                  <a:gd name="T5" fmla="*/ T4 w 35"/>
                  <a:gd name="T6" fmla="+- 0 802 799"/>
                  <a:gd name="T7" fmla="*/ 802 h 56"/>
                  <a:gd name="T8" fmla="+- 0 4700 4679"/>
                  <a:gd name="T9" fmla="*/ T8 w 35"/>
                  <a:gd name="T10" fmla="+- 0 803 799"/>
                  <a:gd name="T11" fmla="*/ 803 h 56"/>
                  <a:gd name="T12" fmla="+- 0 4702 4679"/>
                  <a:gd name="T13" fmla="*/ T12 w 35"/>
                  <a:gd name="T14" fmla="+- 0 804 799"/>
                  <a:gd name="T15" fmla="*/ 804 h 56"/>
                  <a:gd name="T16" fmla="+- 0 4703 4679"/>
                  <a:gd name="T17" fmla="*/ T16 w 35"/>
                  <a:gd name="T18" fmla="+- 0 807 799"/>
                  <a:gd name="T19" fmla="*/ 807 h 56"/>
                  <a:gd name="T20" fmla="+- 0 4705 4679"/>
                  <a:gd name="T21" fmla="*/ T20 w 35"/>
                  <a:gd name="T22" fmla="+- 0 814 799"/>
                  <a:gd name="T23" fmla="*/ 814 h 56"/>
                  <a:gd name="T24" fmla="+- 0 4705 4679"/>
                  <a:gd name="T25" fmla="*/ T24 w 35"/>
                  <a:gd name="T26" fmla="+- 0 816 799"/>
                  <a:gd name="T27" fmla="*/ 816 h 56"/>
                  <a:gd name="T28" fmla="+- 0 4706 4679"/>
                  <a:gd name="T29" fmla="*/ T28 w 35"/>
                  <a:gd name="T30" fmla="+- 0 834 799"/>
                  <a:gd name="T31" fmla="*/ 834 h 56"/>
                  <a:gd name="T32" fmla="+- 0 4705 4679"/>
                  <a:gd name="T33" fmla="*/ T32 w 35"/>
                  <a:gd name="T34" fmla="+- 0 839 799"/>
                  <a:gd name="T35" fmla="*/ 839 h 56"/>
                  <a:gd name="T36" fmla="+- 0 4703 4679"/>
                  <a:gd name="T37" fmla="*/ T36 w 35"/>
                  <a:gd name="T38" fmla="+- 0 847 799"/>
                  <a:gd name="T39" fmla="*/ 847 h 56"/>
                  <a:gd name="T40" fmla="+- 0 4702 4679"/>
                  <a:gd name="T41" fmla="*/ T40 w 35"/>
                  <a:gd name="T42" fmla="+- 0 849 799"/>
                  <a:gd name="T43" fmla="*/ 849 h 56"/>
                  <a:gd name="T44" fmla="+- 0 4700 4679"/>
                  <a:gd name="T45" fmla="*/ T44 w 35"/>
                  <a:gd name="T46" fmla="+- 0 850 799"/>
                  <a:gd name="T47" fmla="*/ 850 h 56"/>
                  <a:gd name="T48" fmla="+- 0 4696 4679"/>
                  <a:gd name="T49" fmla="*/ T48 w 35"/>
                  <a:gd name="T50" fmla="+- 0 852 799"/>
                  <a:gd name="T51" fmla="*/ 852 h 56"/>
                  <a:gd name="T52" fmla="+- 0 4703 4679"/>
                  <a:gd name="T53" fmla="*/ T52 w 35"/>
                  <a:gd name="T54" fmla="+- 0 852 799"/>
                  <a:gd name="T55" fmla="*/ 852 h 56"/>
                  <a:gd name="T56" fmla="+- 0 4713 4679"/>
                  <a:gd name="T57" fmla="*/ T56 w 35"/>
                  <a:gd name="T58" fmla="+- 0 818 799"/>
                  <a:gd name="T59" fmla="*/ 818 h 56"/>
                  <a:gd name="T60" fmla="+- 0 4711 4679"/>
                  <a:gd name="T61" fmla="*/ T60 w 35"/>
                  <a:gd name="T62" fmla="+- 0 811 799"/>
                  <a:gd name="T63" fmla="*/ 811 h 56"/>
                  <a:gd name="T64" fmla="+- 0 4704 4679"/>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199" name="Group 198">
              <a:extLst>
                <a:ext uri="{FF2B5EF4-FFF2-40B4-BE49-F238E27FC236}">
                  <a16:creationId xmlns:a16="http://schemas.microsoft.com/office/drawing/2014/main" id="{7BEB2073-7644-9075-82B9-662BE9C846B1}"/>
                </a:ext>
              </a:extLst>
            </p:cNvPr>
            <p:cNvGrpSpPr>
              <a:grpSpLocks/>
            </p:cNvGrpSpPr>
            <p:nvPr/>
          </p:nvGrpSpPr>
          <p:grpSpPr bwMode="auto">
            <a:xfrm>
              <a:off x="5135" y="799"/>
              <a:ext cx="35" cy="56"/>
              <a:chOff x="5135" y="799"/>
              <a:chExt cx="35" cy="56"/>
            </a:xfrm>
          </p:grpSpPr>
          <p:sp>
            <p:nvSpPr>
              <p:cNvPr id="1334" name="Freeform 4873">
                <a:extLst>
                  <a:ext uri="{FF2B5EF4-FFF2-40B4-BE49-F238E27FC236}">
                    <a16:creationId xmlns:a16="http://schemas.microsoft.com/office/drawing/2014/main" id="{FF05879A-D909-FF17-061E-07D93475E160}"/>
                  </a:ext>
                </a:extLst>
              </p:cNvPr>
              <p:cNvSpPr>
                <a:spLocks/>
              </p:cNvSpPr>
              <p:nvPr/>
            </p:nvSpPr>
            <p:spPr bwMode="auto">
              <a:xfrm>
                <a:off x="5135" y="799"/>
                <a:ext cx="35" cy="56"/>
              </a:xfrm>
              <a:custGeom>
                <a:avLst/>
                <a:gdLst>
                  <a:gd name="T0" fmla="+- 0 5157 5135"/>
                  <a:gd name="T1" fmla="*/ T0 w 35"/>
                  <a:gd name="T2" fmla="+- 0 799 799"/>
                  <a:gd name="T3" fmla="*/ 799 h 56"/>
                  <a:gd name="T4" fmla="+- 0 5150 5135"/>
                  <a:gd name="T5" fmla="*/ T4 w 35"/>
                  <a:gd name="T6" fmla="+- 0 799 799"/>
                  <a:gd name="T7" fmla="*/ 799 h 56"/>
                  <a:gd name="T8" fmla="+- 0 5148 5135"/>
                  <a:gd name="T9" fmla="*/ T8 w 35"/>
                  <a:gd name="T10" fmla="+- 0 800 799"/>
                  <a:gd name="T11" fmla="*/ 800 h 56"/>
                  <a:gd name="T12" fmla="+- 0 5142 5135"/>
                  <a:gd name="T13" fmla="*/ T12 w 35"/>
                  <a:gd name="T14" fmla="+- 0 804 799"/>
                  <a:gd name="T15" fmla="*/ 804 h 56"/>
                  <a:gd name="T16" fmla="+- 0 5140 5135"/>
                  <a:gd name="T17" fmla="*/ T16 w 35"/>
                  <a:gd name="T18" fmla="+- 0 807 799"/>
                  <a:gd name="T19" fmla="*/ 807 h 56"/>
                  <a:gd name="T20" fmla="+- 0 5136 5135"/>
                  <a:gd name="T21" fmla="*/ T20 w 35"/>
                  <a:gd name="T22" fmla="+- 0 816 799"/>
                  <a:gd name="T23" fmla="*/ 816 h 56"/>
                  <a:gd name="T24" fmla="+- 0 5135 5135"/>
                  <a:gd name="T25" fmla="*/ T24 w 35"/>
                  <a:gd name="T26" fmla="+- 0 821 799"/>
                  <a:gd name="T27" fmla="*/ 821 h 56"/>
                  <a:gd name="T28" fmla="+- 0 5135 5135"/>
                  <a:gd name="T29" fmla="*/ T28 w 35"/>
                  <a:gd name="T30" fmla="+- 0 834 799"/>
                  <a:gd name="T31" fmla="*/ 834 h 56"/>
                  <a:gd name="T32" fmla="+- 0 5137 5135"/>
                  <a:gd name="T33" fmla="*/ T32 w 35"/>
                  <a:gd name="T34" fmla="+- 0 841 799"/>
                  <a:gd name="T35" fmla="*/ 841 h 56"/>
                  <a:gd name="T36" fmla="+- 0 5143 5135"/>
                  <a:gd name="T37" fmla="*/ T36 w 35"/>
                  <a:gd name="T38" fmla="+- 0 852 799"/>
                  <a:gd name="T39" fmla="*/ 852 h 56"/>
                  <a:gd name="T40" fmla="+- 0 5147 5135"/>
                  <a:gd name="T41" fmla="*/ T40 w 35"/>
                  <a:gd name="T42" fmla="+- 0 855 799"/>
                  <a:gd name="T43" fmla="*/ 855 h 56"/>
                  <a:gd name="T44" fmla="+- 0 5155 5135"/>
                  <a:gd name="T45" fmla="*/ T44 w 35"/>
                  <a:gd name="T46" fmla="+- 0 855 799"/>
                  <a:gd name="T47" fmla="*/ 855 h 56"/>
                  <a:gd name="T48" fmla="+- 0 5157 5135"/>
                  <a:gd name="T49" fmla="*/ T48 w 35"/>
                  <a:gd name="T50" fmla="+- 0 854 799"/>
                  <a:gd name="T51" fmla="*/ 854 h 56"/>
                  <a:gd name="T52" fmla="+- 0 5159 5135"/>
                  <a:gd name="T53" fmla="*/ T52 w 35"/>
                  <a:gd name="T54" fmla="+- 0 852 799"/>
                  <a:gd name="T55" fmla="*/ 852 h 56"/>
                  <a:gd name="T56" fmla="+- 0 5149 5135"/>
                  <a:gd name="T57" fmla="*/ T56 w 35"/>
                  <a:gd name="T58" fmla="+- 0 852 799"/>
                  <a:gd name="T59" fmla="*/ 852 h 56"/>
                  <a:gd name="T60" fmla="+- 0 5147 5135"/>
                  <a:gd name="T61" fmla="*/ T60 w 35"/>
                  <a:gd name="T62" fmla="+- 0 850 799"/>
                  <a:gd name="T63" fmla="*/ 850 h 56"/>
                  <a:gd name="T64" fmla="+- 0 5146 5135"/>
                  <a:gd name="T65" fmla="*/ T64 w 35"/>
                  <a:gd name="T66" fmla="+- 0 846 799"/>
                  <a:gd name="T67" fmla="*/ 846 h 56"/>
                  <a:gd name="T68" fmla="+- 0 5144 5135"/>
                  <a:gd name="T69" fmla="*/ T68 w 35"/>
                  <a:gd name="T70" fmla="+- 0 842 799"/>
                  <a:gd name="T71" fmla="*/ 842 h 56"/>
                  <a:gd name="T72" fmla="+- 0 5143 5135"/>
                  <a:gd name="T73" fmla="*/ T72 w 35"/>
                  <a:gd name="T74" fmla="+- 0 836 799"/>
                  <a:gd name="T75" fmla="*/ 836 h 56"/>
                  <a:gd name="T76" fmla="+- 0 5152 5135"/>
                  <a:gd name="T77" fmla="*/ T76 w 35"/>
                  <a:gd name="T78" fmla="+- 0 802 799"/>
                  <a:gd name="T79" fmla="*/ 802 h 56"/>
                  <a:gd name="T80" fmla="+- 0 5161 5135"/>
                  <a:gd name="T81" fmla="*/ T80 w 35"/>
                  <a:gd name="T82" fmla="+- 0 802 799"/>
                  <a:gd name="T83" fmla="*/ 802 h 56"/>
                  <a:gd name="T84" fmla="+- 0 5160 5135"/>
                  <a:gd name="T85" fmla="*/ T84 w 35"/>
                  <a:gd name="T86" fmla="+- 0 801 799"/>
                  <a:gd name="T87" fmla="*/ 801 h 56"/>
                  <a:gd name="T88" fmla="+- 0 5157 5135"/>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35" name="Freeform 4874">
                <a:extLst>
                  <a:ext uri="{FF2B5EF4-FFF2-40B4-BE49-F238E27FC236}">
                    <a16:creationId xmlns:a16="http://schemas.microsoft.com/office/drawing/2014/main" id="{10A7AD61-357C-1B28-7147-3DA2DF03A0B3}"/>
                  </a:ext>
                </a:extLst>
              </p:cNvPr>
              <p:cNvSpPr>
                <a:spLocks/>
              </p:cNvSpPr>
              <p:nvPr/>
            </p:nvSpPr>
            <p:spPr bwMode="auto">
              <a:xfrm>
                <a:off x="5135" y="799"/>
                <a:ext cx="35" cy="56"/>
              </a:xfrm>
              <a:custGeom>
                <a:avLst/>
                <a:gdLst>
                  <a:gd name="T0" fmla="+- 0 5161 5135"/>
                  <a:gd name="T1" fmla="*/ T0 w 35"/>
                  <a:gd name="T2" fmla="+- 0 802 799"/>
                  <a:gd name="T3" fmla="*/ 802 h 56"/>
                  <a:gd name="T4" fmla="+- 0 5152 5135"/>
                  <a:gd name="T5" fmla="*/ T4 w 35"/>
                  <a:gd name="T6" fmla="+- 0 802 799"/>
                  <a:gd name="T7" fmla="*/ 802 h 56"/>
                  <a:gd name="T8" fmla="+- 0 5156 5135"/>
                  <a:gd name="T9" fmla="*/ T8 w 35"/>
                  <a:gd name="T10" fmla="+- 0 803 799"/>
                  <a:gd name="T11" fmla="*/ 803 h 56"/>
                  <a:gd name="T12" fmla="+- 0 5158 5135"/>
                  <a:gd name="T13" fmla="*/ T12 w 35"/>
                  <a:gd name="T14" fmla="+- 0 804 799"/>
                  <a:gd name="T15" fmla="*/ 804 h 56"/>
                  <a:gd name="T16" fmla="+- 0 5159 5135"/>
                  <a:gd name="T17" fmla="*/ T16 w 35"/>
                  <a:gd name="T18" fmla="+- 0 807 799"/>
                  <a:gd name="T19" fmla="*/ 807 h 56"/>
                  <a:gd name="T20" fmla="+- 0 5161 5135"/>
                  <a:gd name="T21" fmla="*/ T20 w 35"/>
                  <a:gd name="T22" fmla="+- 0 814 799"/>
                  <a:gd name="T23" fmla="*/ 814 h 56"/>
                  <a:gd name="T24" fmla="+- 0 5162 5135"/>
                  <a:gd name="T25" fmla="*/ T24 w 35"/>
                  <a:gd name="T26" fmla="+- 0 816 799"/>
                  <a:gd name="T27" fmla="*/ 816 h 56"/>
                  <a:gd name="T28" fmla="+- 0 5162 5135"/>
                  <a:gd name="T29" fmla="*/ T28 w 35"/>
                  <a:gd name="T30" fmla="+- 0 834 799"/>
                  <a:gd name="T31" fmla="*/ 834 h 56"/>
                  <a:gd name="T32" fmla="+- 0 5161 5135"/>
                  <a:gd name="T33" fmla="*/ T32 w 35"/>
                  <a:gd name="T34" fmla="+- 0 839 799"/>
                  <a:gd name="T35" fmla="*/ 839 h 56"/>
                  <a:gd name="T36" fmla="+- 0 5159 5135"/>
                  <a:gd name="T37" fmla="*/ T36 w 35"/>
                  <a:gd name="T38" fmla="+- 0 847 799"/>
                  <a:gd name="T39" fmla="*/ 847 h 56"/>
                  <a:gd name="T40" fmla="+- 0 5158 5135"/>
                  <a:gd name="T41" fmla="*/ T40 w 35"/>
                  <a:gd name="T42" fmla="+- 0 849 799"/>
                  <a:gd name="T43" fmla="*/ 849 h 56"/>
                  <a:gd name="T44" fmla="+- 0 5157 5135"/>
                  <a:gd name="T45" fmla="*/ T44 w 35"/>
                  <a:gd name="T46" fmla="+- 0 850 799"/>
                  <a:gd name="T47" fmla="*/ 850 h 56"/>
                  <a:gd name="T48" fmla="+- 0 5152 5135"/>
                  <a:gd name="T49" fmla="*/ T48 w 35"/>
                  <a:gd name="T50" fmla="+- 0 852 799"/>
                  <a:gd name="T51" fmla="*/ 852 h 56"/>
                  <a:gd name="T52" fmla="+- 0 5159 5135"/>
                  <a:gd name="T53" fmla="*/ T52 w 35"/>
                  <a:gd name="T54" fmla="+- 0 852 799"/>
                  <a:gd name="T55" fmla="*/ 852 h 56"/>
                  <a:gd name="T56" fmla="+- 0 5170 5135"/>
                  <a:gd name="T57" fmla="*/ T56 w 35"/>
                  <a:gd name="T58" fmla="+- 0 818 799"/>
                  <a:gd name="T59" fmla="*/ 818 h 56"/>
                  <a:gd name="T60" fmla="+- 0 5168 5135"/>
                  <a:gd name="T61" fmla="*/ T60 w 35"/>
                  <a:gd name="T62" fmla="+- 0 811 799"/>
                  <a:gd name="T63" fmla="*/ 811 h 56"/>
                  <a:gd name="T64" fmla="+- 0 5161 5135"/>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0" name="Group 199">
              <a:extLst>
                <a:ext uri="{FF2B5EF4-FFF2-40B4-BE49-F238E27FC236}">
                  <a16:creationId xmlns:a16="http://schemas.microsoft.com/office/drawing/2014/main" id="{4C3B3CA8-071E-A1A6-A4F7-02BE473B9456}"/>
                </a:ext>
              </a:extLst>
            </p:cNvPr>
            <p:cNvGrpSpPr>
              <a:grpSpLocks/>
            </p:cNvGrpSpPr>
            <p:nvPr/>
          </p:nvGrpSpPr>
          <p:grpSpPr bwMode="auto">
            <a:xfrm>
              <a:off x="5598" y="799"/>
              <a:ext cx="21" cy="55"/>
              <a:chOff x="5598" y="799"/>
              <a:chExt cx="21" cy="55"/>
            </a:xfrm>
          </p:grpSpPr>
          <p:sp>
            <p:nvSpPr>
              <p:cNvPr id="1332" name="Freeform 4876">
                <a:extLst>
                  <a:ext uri="{FF2B5EF4-FFF2-40B4-BE49-F238E27FC236}">
                    <a16:creationId xmlns:a16="http://schemas.microsoft.com/office/drawing/2014/main" id="{10761812-1302-29FA-76A0-78BE6A202BB0}"/>
                  </a:ext>
                </a:extLst>
              </p:cNvPr>
              <p:cNvSpPr>
                <a:spLocks/>
              </p:cNvSpPr>
              <p:nvPr/>
            </p:nvSpPr>
            <p:spPr bwMode="auto">
              <a:xfrm>
                <a:off x="5598" y="799"/>
                <a:ext cx="21" cy="55"/>
              </a:xfrm>
              <a:custGeom>
                <a:avLst/>
                <a:gdLst>
                  <a:gd name="T0" fmla="+- 0 5612 5598"/>
                  <a:gd name="T1" fmla="*/ T0 w 21"/>
                  <a:gd name="T2" fmla="+- 0 806 799"/>
                  <a:gd name="T3" fmla="*/ 806 h 55"/>
                  <a:gd name="T4" fmla="+- 0 5603 5598"/>
                  <a:gd name="T5" fmla="*/ T4 w 21"/>
                  <a:gd name="T6" fmla="+- 0 806 799"/>
                  <a:gd name="T7" fmla="*/ 806 h 55"/>
                  <a:gd name="T8" fmla="+- 0 5604 5598"/>
                  <a:gd name="T9" fmla="*/ T8 w 21"/>
                  <a:gd name="T10" fmla="+- 0 806 799"/>
                  <a:gd name="T11" fmla="*/ 806 h 55"/>
                  <a:gd name="T12" fmla="+- 0 5605 5598"/>
                  <a:gd name="T13" fmla="*/ T12 w 21"/>
                  <a:gd name="T14" fmla="+- 0 808 799"/>
                  <a:gd name="T15" fmla="*/ 808 h 55"/>
                  <a:gd name="T16" fmla="+- 0 5606 5598"/>
                  <a:gd name="T17" fmla="*/ T16 w 21"/>
                  <a:gd name="T18" fmla="+- 0 809 799"/>
                  <a:gd name="T19" fmla="*/ 809 h 55"/>
                  <a:gd name="T20" fmla="+- 0 5606 5598"/>
                  <a:gd name="T21" fmla="*/ T20 w 21"/>
                  <a:gd name="T22" fmla="+- 0 849 799"/>
                  <a:gd name="T23" fmla="*/ 849 h 55"/>
                  <a:gd name="T24" fmla="+- 0 5599 5598"/>
                  <a:gd name="T25" fmla="*/ T24 w 21"/>
                  <a:gd name="T26" fmla="+- 0 852 799"/>
                  <a:gd name="T27" fmla="*/ 852 h 55"/>
                  <a:gd name="T28" fmla="+- 0 5599 5598"/>
                  <a:gd name="T29" fmla="*/ T28 w 21"/>
                  <a:gd name="T30" fmla="+- 0 854 799"/>
                  <a:gd name="T31" fmla="*/ 854 h 55"/>
                  <a:gd name="T32" fmla="+- 0 5619 5598"/>
                  <a:gd name="T33" fmla="*/ T32 w 21"/>
                  <a:gd name="T34" fmla="+- 0 854 799"/>
                  <a:gd name="T35" fmla="*/ 854 h 55"/>
                  <a:gd name="T36" fmla="+- 0 5619 5598"/>
                  <a:gd name="T37" fmla="*/ T36 w 21"/>
                  <a:gd name="T38" fmla="+- 0 852 799"/>
                  <a:gd name="T39" fmla="*/ 852 h 55"/>
                  <a:gd name="T40" fmla="+- 0 5617 5598"/>
                  <a:gd name="T41" fmla="*/ T40 w 21"/>
                  <a:gd name="T42" fmla="+- 0 852 799"/>
                  <a:gd name="T43" fmla="*/ 852 h 55"/>
                  <a:gd name="T44" fmla="+- 0 5615 5598"/>
                  <a:gd name="T45" fmla="*/ T44 w 21"/>
                  <a:gd name="T46" fmla="+- 0 852 799"/>
                  <a:gd name="T47" fmla="*/ 852 h 55"/>
                  <a:gd name="T48" fmla="+- 0 5614 5598"/>
                  <a:gd name="T49" fmla="*/ T48 w 21"/>
                  <a:gd name="T50" fmla="+- 0 852 799"/>
                  <a:gd name="T51" fmla="*/ 852 h 55"/>
                  <a:gd name="T52" fmla="+- 0 5613 5598"/>
                  <a:gd name="T53" fmla="*/ T52 w 21"/>
                  <a:gd name="T54" fmla="+- 0 850 799"/>
                  <a:gd name="T55" fmla="*/ 850 h 55"/>
                  <a:gd name="T56" fmla="+- 0 5613 5598"/>
                  <a:gd name="T57" fmla="*/ T56 w 21"/>
                  <a:gd name="T58" fmla="+- 0 849 799"/>
                  <a:gd name="T59" fmla="*/ 849 h 55"/>
                  <a:gd name="T60" fmla="+- 0 5612 5598"/>
                  <a:gd name="T61" fmla="*/ T60 w 21"/>
                  <a:gd name="T62" fmla="+- 0 806 799"/>
                  <a:gd name="T63" fmla="*/ 80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5" y="7"/>
                    </a:lnTo>
                    <a:lnTo>
                      <a:pt x="6" y="7"/>
                    </a:lnTo>
                    <a:lnTo>
                      <a:pt x="7" y="9"/>
                    </a:lnTo>
                    <a:lnTo>
                      <a:pt x="8" y="10"/>
                    </a:lnTo>
                    <a:lnTo>
                      <a:pt x="8" y="50"/>
                    </a:lnTo>
                    <a:lnTo>
                      <a:pt x="1" y="53"/>
                    </a:lnTo>
                    <a:lnTo>
                      <a:pt x="1" y="55"/>
                    </a:lnTo>
                    <a:lnTo>
                      <a:pt x="21" y="55"/>
                    </a:lnTo>
                    <a:lnTo>
                      <a:pt x="21" y="53"/>
                    </a:lnTo>
                    <a:lnTo>
                      <a:pt x="19" y="53"/>
                    </a:lnTo>
                    <a:lnTo>
                      <a:pt x="17" y="53"/>
                    </a:lnTo>
                    <a:lnTo>
                      <a:pt x="16" y="53"/>
                    </a:lnTo>
                    <a:lnTo>
                      <a:pt x="15" y="51"/>
                    </a:lnTo>
                    <a:lnTo>
                      <a:pt x="15"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33" name="Freeform 4877">
                <a:extLst>
                  <a:ext uri="{FF2B5EF4-FFF2-40B4-BE49-F238E27FC236}">
                    <a16:creationId xmlns:a16="http://schemas.microsoft.com/office/drawing/2014/main" id="{35FE4817-D23C-5B91-56C2-0244BF47D400}"/>
                  </a:ext>
                </a:extLst>
              </p:cNvPr>
              <p:cNvSpPr>
                <a:spLocks/>
              </p:cNvSpPr>
              <p:nvPr/>
            </p:nvSpPr>
            <p:spPr bwMode="auto">
              <a:xfrm>
                <a:off x="5598" y="799"/>
                <a:ext cx="21" cy="55"/>
              </a:xfrm>
              <a:custGeom>
                <a:avLst/>
                <a:gdLst>
                  <a:gd name="T0" fmla="+- 0 5612 5598"/>
                  <a:gd name="T1" fmla="*/ T0 w 21"/>
                  <a:gd name="T2" fmla="+- 0 799 799"/>
                  <a:gd name="T3" fmla="*/ 799 h 55"/>
                  <a:gd name="T4" fmla="+- 0 5611 5598"/>
                  <a:gd name="T5" fmla="*/ T4 w 21"/>
                  <a:gd name="T6" fmla="+- 0 799 799"/>
                  <a:gd name="T7" fmla="*/ 799 h 55"/>
                  <a:gd name="T8" fmla="+- 0 5598 5598"/>
                  <a:gd name="T9" fmla="*/ T8 w 21"/>
                  <a:gd name="T10" fmla="+- 0 806 799"/>
                  <a:gd name="T11" fmla="*/ 806 h 55"/>
                  <a:gd name="T12" fmla="+- 0 5599 5598"/>
                  <a:gd name="T13" fmla="*/ T12 w 21"/>
                  <a:gd name="T14" fmla="+- 0 807 799"/>
                  <a:gd name="T15" fmla="*/ 807 h 55"/>
                  <a:gd name="T16" fmla="+- 0 5603 5598"/>
                  <a:gd name="T17" fmla="*/ T16 w 21"/>
                  <a:gd name="T18" fmla="+- 0 806 799"/>
                  <a:gd name="T19" fmla="*/ 806 h 55"/>
                  <a:gd name="T20" fmla="+- 0 5612 5598"/>
                  <a:gd name="T21" fmla="*/ T20 w 21"/>
                  <a:gd name="T22" fmla="+- 0 806 799"/>
                  <a:gd name="T23" fmla="*/ 806 h 55"/>
                  <a:gd name="T24" fmla="+- 0 5612 5598"/>
                  <a:gd name="T25" fmla="*/ T24 w 21"/>
                  <a:gd name="T26" fmla="+- 0 799 799"/>
                  <a:gd name="T27" fmla="*/ 799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1" y="8"/>
                    </a:lnTo>
                    <a:lnTo>
                      <a:pt x="5"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1" name="Group 200">
              <a:extLst>
                <a:ext uri="{FF2B5EF4-FFF2-40B4-BE49-F238E27FC236}">
                  <a16:creationId xmlns:a16="http://schemas.microsoft.com/office/drawing/2014/main" id="{B0AA3FCB-F843-917F-97D8-AFBDFF1706BD}"/>
                </a:ext>
              </a:extLst>
            </p:cNvPr>
            <p:cNvGrpSpPr>
              <a:grpSpLocks/>
            </p:cNvGrpSpPr>
            <p:nvPr/>
          </p:nvGrpSpPr>
          <p:grpSpPr bwMode="auto">
            <a:xfrm>
              <a:off x="6048" y="799"/>
              <a:ext cx="35" cy="56"/>
              <a:chOff x="6048" y="799"/>
              <a:chExt cx="35" cy="56"/>
            </a:xfrm>
          </p:grpSpPr>
          <p:sp>
            <p:nvSpPr>
              <p:cNvPr id="1330" name="Freeform 4879">
                <a:extLst>
                  <a:ext uri="{FF2B5EF4-FFF2-40B4-BE49-F238E27FC236}">
                    <a16:creationId xmlns:a16="http://schemas.microsoft.com/office/drawing/2014/main" id="{1370109B-D867-4417-1A45-5A8F13F05854}"/>
                  </a:ext>
                </a:extLst>
              </p:cNvPr>
              <p:cNvSpPr>
                <a:spLocks/>
              </p:cNvSpPr>
              <p:nvPr/>
            </p:nvSpPr>
            <p:spPr bwMode="auto">
              <a:xfrm>
                <a:off x="6048" y="799"/>
                <a:ext cx="35" cy="56"/>
              </a:xfrm>
              <a:custGeom>
                <a:avLst/>
                <a:gdLst>
                  <a:gd name="T0" fmla="+- 0 6069 6048"/>
                  <a:gd name="T1" fmla="*/ T0 w 35"/>
                  <a:gd name="T2" fmla="+- 0 799 799"/>
                  <a:gd name="T3" fmla="*/ 799 h 56"/>
                  <a:gd name="T4" fmla="+- 0 6063 6048"/>
                  <a:gd name="T5" fmla="*/ T4 w 35"/>
                  <a:gd name="T6" fmla="+- 0 799 799"/>
                  <a:gd name="T7" fmla="*/ 799 h 56"/>
                  <a:gd name="T8" fmla="+- 0 6060 6048"/>
                  <a:gd name="T9" fmla="*/ T8 w 35"/>
                  <a:gd name="T10" fmla="+- 0 800 799"/>
                  <a:gd name="T11" fmla="*/ 800 h 56"/>
                  <a:gd name="T12" fmla="+- 0 6055 6048"/>
                  <a:gd name="T13" fmla="*/ T12 w 35"/>
                  <a:gd name="T14" fmla="+- 0 804 799"/>
                  <a:gd name="T15" fmla="*/ 804 h 56"/>
                  <a:gd name="T16" fmla="+- 0 6052 6048"/>
                  <a:gd name="T17" fmla="*/ T16 w 35"/>
                  <a:gd name="T18" fmla="+- 0 807 799"/>
                  <a:gd name="T19" fmla="*/ 807 h 56"/>
                  <a:gd name="T20" fmla="+- 0 6049 6048"/>
                  <a:gd name="T21" fmla="*/ T20 w 35"/>
                  <a:gd name="T22" fmla="+- 0 816 799"/>
                  <a:gd name="T23" fmla="*/ 816 h 56"/>
                  <a:gd name="T24" fmla="+- 0 6048 6048"/>
                  <a:gd name="T25" fmla="*/ T24 w 35"/>
                  <a:gd name="T26" fmla="+- 0 821 799"/>
                  <a:gd name="T27" fmla="*/ 821 h 56"/>
                  <a:gd name="T28" fmla="+- 0 6048 6048"/>
                  <a:gd name="T29" fmla="*/ T28 w 35"/>
                  <a:gd name="T30" fmla="+- 0 834 799"/>
                  <a:gd name="T31" fmla="*/ 834 h 56"/>
                  <a:gd name="T32" fmla="+- 0 6049 6048"/>
                  <a:gd name="T33" fmla="*/ T32 w 35"/>
                  <a:gd name="T34" fmla="+- 0 841 799"/>
                  <a:gd name="T35" fmla="*/ 841 h 56"/>
                  <a:gd name="T36" fmla="+- 0 6055 6048"/>
                  <a:gd name="T37" fmla="*/ T36 w 35"/>
                  <a:gd name="T38" fmla="+- 0 852 799"/>
                  <a:gd name="T39" fmla="*/ 852 h 56"/>
                  <a:gd name="T40" fmla="+- 0 6060 6048"/>
                  <a:gd name="T41" fmla="*/ T40 w 35"/>
                  <a:gd name="T42" fmla="+- 0 855 799"/>
                  <a:gd name="T43" fmla="*/ 855 h 56"/>
                  <a:gd name="T44" fmla="+- 0 6067 6048"/>
                  <a:gd name="T45" fmla="*/ T44 w 35"/>
                  <a:gd name="T46" fmla="+- 0 855 799"/>
                  <a:gd name="T47" fmla="*/ 855 h 56"/>
                  <a:gd name="T48" fmla="+- 0 6070 6048"/>
                  <a:gd name="T49" fmla="*/ T48 w 35"/>
                  <a:gd name="T50" fmla="+- 0 854 799"/>
                  <a:gd name="T51" fmla="*/ 854 h 56"/>
                  <a:gd name="T52" fmla="+- 0 6072 6048"/>
                  <a:gd name="T53" fmla="*/ T52 w 35"/>
                  <a:gd name="T54" fmla="+- 0 852 799"/>
                  <a:gd name="T55" fmla="*/ 852 h 56"/>
                  <a:gd name="T56" fmla="+- 0 6062 6048"/>
                  <a:gd name="T57" fmla="*/ T56 w 35"/>
                  <a:gd name="T58" fmla="+- 0 852 799"/>
                  <a:gd name="T59" fmla="*/ 852 h 56"/>
                  <a:gd name="T60" fmla="+- 0 6060 6048"/>
                  <a:gd name="T61" fmla="*/ T60 w 35"/>
                  <a:gd name="T62" fmla="+- 0 850 799"/>
                  <a:gd name="T63" fmla="*/ 850 h 56"/>
                  <a:gd name="T64" fmla="+- 0 6058 6048"/>
                  <a:gd name="T65" fmla="*/ T64 w 35"/>
                  <a:gd name="T66" fmla="+- 0 846 799"/>
                  <a:gd name="T67" fmla="*/ 846 h 56"/>
                  <a:gd name="T68" fmla="+- 0 6056 6048"/>
                  <a:gd name="T69" fmla="*/ T68 w 35"/>
                  <a:gd name="T70" fmla="+- 0 842 799"/>
                  <a:gd name="T71" fmla="*/ 842 h 56"/>
                  <a:gd name="T72" fmla="+- 0 6055 6048"/>
                  <a:gd name="T73" fmla="*/ T72 w 35"/>
                  <a:gd name="T74" fmla="+- 0 836 799"/>
                  <a:gd name="T75" fmla="*/ 836 h 56"/>
                  <a:gd name="T76" fmla="+- 0 6065 6048"/>
                  <a:gd name="T77" fmla="*/ T76 w 35"/>
                  <a:gd name="T78" fmla="+- 0 802 799"/>
                  <a:gd name="T79" fmla="*/ 802 h 56"/>
                  <a:gd name="T80" fmla="+- 0 6073 6048"/>
                  <a:gd name="T81" fmla="*/ T80 w 35"/>
                  <a:gd name="T82" fmla="+- 0 802 799"/>
                  <a:gd name="T83" fmla="*/ 802 h 56"/>
                  <a:gd name="T84" fmla="+- 0 6073 6048"/>
                  <a:gd name="T85" fmla="*/ T84 w 35"/>
                  <a:gd name="T86" fmla="+- 0 801 799"/>
                  <a:gd name="T87" fmla="*/ 801 h 56"/>
                  <a:gd name="T88" fmla="+- 0 6069 6048"/>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31" name="Freeform 4880">
                <a:extLst>
                  <a:ext uri="{FF2B5EF4-FFF2-40B4-BE49-F238E27FC236}">
                    <a16:creationId xmlns:a16="http://schemas.microsoft.com/office/drawing/2014/main" id="{B6B290DC-5DD9-6AAD-4F9E-530DEB1292AA}"/>
                  </a:ext>
                </a:extLst>
              </p:cNvPr>
              <p:cNvSpPr>
                <a:spLocks/>
              </p:cNvSpPr>
              <p:nvPr/>
            </p:nvSpPr>
            <p:spPr bwMode="auto">
              <a:xfrm>
                <a:off x="6048" y="799"/>
                <a:ext cx="35" cy="56"/>
              </a:xfrm>
              <a:custGeom>
                <a:avLst/>
                <a:gdLst>
                  <a:gd name="T0" fmla="+- 0 6073 6048"/>
                  <a:gd name="T1" fmla="*/ T0 w 35"/>
                  <a:gd name="T2" fmla="+- 0 802 799"/>
                  <a:gd name="T3" fmla="*/ 802 h 56"/>
                  <a:gd name="T4" fmla="+- 0 6065 6048"/>
                  <a:gd name="T5" fmla="*/ T4 w 35"/>
                  <a:gd name="T6" fmla="+- 0 802 799"/>
                  <a:gd name="T7" fmla="*/ 802 h 56"/>
                  <a:gd name="T8" fmla="+- 0 6069 6048"/>
                  <a:gd name="T9" fmla="*/ T8 w 35"/>
                  <a:gd name="T10" fmla="+- 0 803 799"/>
                  <a:gd name="T11" fmla="*/ 803 h 56"/>
                  <a:gd name="T12" fmla="+- 0 6070 6048"/>
                  <a:gd name="T13" fmla="*/ T12 w 35"/>
                  <a:gd name="T14" fmla="+- 0 804 799"/>
                  <a:gd name="T15" fmla="*/ 804 h 56"/>
                  <a:gd name="T16" fmla="+- 0 6072 6048"/>
                  <a:gd name="T17" fmla="*/ T16 w 35"/>
                  <a:gd name="T18" fmla="+- 0 807 799"/>
                  <a:gd name="T19" fmla="*/ 807 h 56"/>
                  <a:gd name="T20" fmla="+- 0 6074 6048"/>
                  <a:gd name="T21" fmla="*/ T20 w 35"/>
                  <a:gd name="T22" fmla="+- 0 814 799"/>
                  <a:gd name="T23" fmla="*/ 814 h 56"/>
                  <a:gd name="T24" fmla="+- 0 6074 6048"/>
                  <a:gd name="T25" fmla="*/ T24 w 35"/>
                  <a:gd name="T26" fmla="+- 0 816 799"/>
                  <a:gd name="T27" fmla="*/ 816 h 56"/>
                  <a:gd name="T28" fmla="+- 0 6074 6048"/>
                  <a:gd name="T29" fmla="*/ T28 w 35"/>
                  <a:gd name="T30" fmla="+- 0 834 799"/>
                  <a:gd name="T31" fmla="*/ 834 h 56"/>
                  <a:gd name="T32" fmla="+- 0 6074 6048"/>
                  <a:gd name="T33" fmla="*/ T32 w 35"/>
                  <a:gd name="T34" fmla="+- 0 839 799"/>
                  <a:gd name="T35" fmla="*/ 839 h 56"/>
                  <a:gd name="T36" fmla="+- 0 6072 6048"/>
                  <a:gd name="T37" fmla="*/ T36 w 35"/>
                  <a:gd name="T38" fmla="+- 0 847 799"/>
                  <a:gd name="T39" fmla="*/ 847 h 56"/>
                  <a:gd name="T40" fmla="+- 0 6071 6048"/>
                  <a:gd name="T41" fmla="*/ T40 w 35"/>
                  <a:gd name="T42" fmla="+- 0 849 799"/>
                  <a:gd name="T43" fmla="*/ 849 h 56"/>
                  <a:gd name="T44" fmla="+- 0 6069 6048"/>
                  <a:gd name="T45" fmla="*/ T44 w 35"/>
                  <a:gd name="T46" fmla="+- 0 850 799"/>
                  <a:gd name="T47" fmla="*/ 850 h 56"/>
                  <a:gd name="T48" fmla="+- 0 6065 6048"/>
                  <a:gd name="T49" fmla="*/ T48 w 35"/>
                  <a:gd name="T50" fmla="+- 0 852 799"/>
                  <a:gd name="T51" fmla="*/ 852 h 56"/>
                  <a:gd name="T52" fmla="+- 0 6072 6048"/>
                  <a:gd name="T53" fmla="*/ T52 w 35"/>
                  <a:gd name="T54" fmla="+- 0 852 799"/>
                  <a:gd name="T55" fmla="*/ 852 h 56"/>
                  <a:gd name="T56" fmla="+- 0 6082 6048"/>
                  <a:gd name="T57" fmla="*/ T56 w 35"/>
                  <a:gd name="T58" fmla="+- 0 818 799"/>
                  <a:gd name="T59" fmla="*/ 818 h 56"/>
                  <a:gd name="T60" fmla="+- 0 6080 6048"/>
                  <a:gd name="T61" fmla="*/ T60 w 35"/>
                  <a:gd name="T62" fmla="+- 0 811 799"/>
                  <a:gd name="T63" fmla="*/ 811 h 56"/>
                  <a:gd name="T64" fmla="+- 0 6073 6048"/>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2" name="Group 201">
              <a:extLst>
                <a:ext uri="{FF2B5EF4-FFF2-40B4-BE49-F238E27FC236}">
                  <a16:creationId xmlns:a16="http://schemas.microsoft.com/office/drawing/2014/main" id="{D9298808-709C-97CB-3090-0F447A5F9A01}"/>
                </a:ext>
              </a:extLst>
            </p:cNvPr>
            <p:cNvGrpSpPr>
              <a:grpSpLocks/>
            </p:cNvGrpSpPr>
            <p:nvPr/>
          </p:nvGrpSpPr>
          <p:grpSpPr bwMode="auto">
            <a:xfrm>
              <a:off x="6504" y="799"/>
              <a:ext cx="35" cy="56"/>
              <a:chOff x="6504" y="799"/>
              <a:chExt cx="35" cy="56"/>
            </a:xfrm>
          </p:grpSpPr>
          <p:sp>
            <p:nvSpPr>
              <p:cNvPr id="1328" name="Freeform 4882">
                <a:extLst>
                  <a:ext uri="{FF2B5EF4-FFF2-40B4-BE49-F238E27FC236}">
                    <a16:creationId xmlns:a16="http://schemas.microsoft.com/office/drawing/2014/main" id="{FA798EC7-F626-3089-E754-E8DBF44D12DC}"/>
                  </a:ext>
                </a:extLst>
              </p:cNvPr>
              <p:cNvSpPr>
                <a:spLocks/>
              </p:cNvSpPr>
              <p:nvPr/>
            </p:nvSpPr>
            <p:spPr bwMode="auto">
              <a:xfrm>
                <a:off x="6504" y="799"/>
                <a:ext cx="35" cy="56"/>
              </a:xfrm>
              <a:custGeom>
                <a:avLst/>
                <a:gdLst>
                  <a:gd name="T0" fmla="+- 0 6526 6504"/>
                  <a:gd name="T1" fmla="*/ T0 w 35"/>
                  <a:gd name="T2" fmla="+- 0 799 799"/>
                  <a:gd name="T3" fmla="*/ 799 h 56"/>
                  <a:gd name="T4" fmla="+- 0 6519 6504"/>
                  <a:gd name="T5" fmla="*/ T4 w 35"/>
                  <a:gd name="T6" fmla="+- 0 799 799"/>
                  <a:gd name="T7" fmla="*/ 799 h 56"/>
                  <a:gd name="T8" fmla="+- 0 6517 6504"/>
                  <a:gd name="T9" fmla="*/ T8 w 35"/>
                  <a:gd name="T10" fmla="+- 0 800 799"/>
                  <a:gd name="T11" fmla="*/ 800 h 56"/>
                  <a:gd name="T12" fmla="+- 0 6511 6504"/>
                  <a:gd name="T13" fmla="*/ T12 w 35"/>
                  <a:gd name="T14" fmla="+- 0 804 799"/>
                  <a:gd name="T15" fmla="*/ 804 h 56"/>
                  <a:gd name="T16" fmla="+- 0 6509 6504"/>
                  <a:gd name="T17" fmla="*/ T16 w 35"/>
                  <a:gd name="T18" fmla="+- 0 807 799"/>
                  <a:gd name="T19" fmla="*/ 807 h 56"/>
                  <a:gd name="T20" fmla="+- 0 6505 6504"/>
                  <a:gd name="T21" fmla="*/ T20 w 35"/>
                  <a:gd name="T22" fmla="+- 0 816 799"/>
                  <a:gd name="T23" fmla="*/ 816 h 56"/>
                  <a:gd name="T24" fmla="+- 0 6504 6504"/>
                  <a:gd name="T25" fmla="*/ T24 w 35"/>
                  <a:gd name="T26" fmla="+- 0 821 799"/>
                  <a:gd name="T27" fmla="*/ 821 h 56"/>
                  <a:gd name="T28" fmla="+- 0 6504 6504"/>
                  <a:gd name="T29" fmla="*/ T28 w 35"/>
                  <a:gd name="T30" fmla="+- 0 834 799"/>
                  <a:gd name="T31" fmla="*/ 834 h 56"/>
                  <a:gd name="T32" fmla="+- 0 6506 6504"/>
                  <a:gd name="T33" fmla="*/ T32 w 35"/>
                  <a:gd name="T34" fmla="+- 0 841 799"/>
                  <a:gd name="T35" fmla="*/ 841 h 56"/>
                  <a:gd name="T36" fmla="+- 0 6512 6504"/>
                  <a:gd name="T37" fmla="*/ T36 w 35"/>
                  <a:gd name="T38" fmla="+- 0 852 799"/>
                  <a:gd name="T39" fmla="*/ 852 h 56"/>
                  <a:gd name="T40" fmla="+- 0 6516 6504"/>
                  <a:gd name="T41" fmla="*/ T40 w 35"/>
                  <a:gd name="T42" fmla="+- 0 855 799"/>
                  <a:gd name="T43" fmla="*/ 855 h 56"/>
                  <a:gd name="T44" fmla="+- 0 6524 6504"/>
                  <a:gd name="T45" fmla="*/ T44 w 35"/>
                  <a:gd name="T46" fmla="+- 0 855 799"/>
                  <a:gd name="T47" fmla="*/ 855 h 56"/>
                  <a:gd name="T48" fmla="+- 0 6526 6504"/>
                  <a:gd name="T49" fmla="*/ T48 w 35"/>
                  <a:gd name="T50" fmla="+- 0 854 799"/>
                  <a:gd name="T51" fmla="*/ 854 h 56"/>
                  <a:gd name="T52" fmla="+- 0 6529 6504"/>
                  <a:gd name="T53" fmla="*/ T52 w 35"/>
                  <a:gd name="T54" fmla="+- 0 852 799"/>
                  <a:gd name="T55" fmla="*/ 852 h 56"/>
                  <a:gd name="T56" fmla="+- 0 6518 6504"/>
                  <a:gd name="T57" fmla="*/ T56 w 35"/>
                  <a:gd name="T58" fmla="+- 0 852 799"/>
                  <a:gd name="T59" fmla="*/ 852 h 56"/>
                  <a:gd name="T60" fmla="+- 0 6516 6504"/>
                  <a:gd name="T61" fmla="*/ T60 w 35"/>
                  <a:gd name="T62" fmla="+- 0 850 799"/>
                  <a:gd name="T63" fmla="*/ 850 h 56"/>
                  <a:gd name="T64" fmla="+- 0 6515 6504"/>
                  <a:gd name="T65" fmla="*/ T64 w 35"/>
                  <a:gd name="T66" fmla="+- 0 846 799"/>
                  <a:gd name="T67" fmla="*/ 846 h 56"/>
                  <a:gd name="T68" fmla="+- 0 6513 6504"/>
                  <a:gd name="T69" fmla="*/ T68 w 35"/>
                  <a:gd name="T70" fmla="+- 0 842 799"/>
                  <a:gd name="T71" fmla="*/ 842 h 56"/>
                  <a:gd name="T72" fmla="+- 0 6512 6504"/>
                  <a:gd name="T73" fmla="*/ T72 w 35"/>
                  <a:gd name="T74" fmla="+- 0 836 799"/>
                  <a:gd name="T75" fmla="*/ 836 h 56"/>
                  <a:gd name="T76" fmla="+- 0 6522 6504"/>
                  <a:gd name="T77" fmla="*/ T76 w 35"/>
                  <a:gd name="T78" fmla="+- 0 802 799"/>
                  <a:gd name="T79" fmla="*/ 802 h 56"/>
                  <a:gd name="T80" fmla="+- 0 6530 6504"/>
                  <a:gd name="T81" fmla="*/ T80 w 35"/>
                  <a:gd name="T82" fmla="+- 0 802 799"/>
                  <a:gd name="T83" fmla="*/ 802 h 56"/>
                  <a:gd name="T84" fmla="+- 0 6529 6504"/>
                  <a:gd name="T85" fmla="*/ T84 w 35"/>
                  <a:gd name="T86" fmla="+- 0 801 799"/>
                  <a:gd name="T87" fmla="*/ 801 h 56"/>
                  <a:gd name="T88" fmla="+- 0 6526 6504"/>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29" name="Freeform 4883">
                <a:extLst>
                  <a:ext uri="{FF2B5EF4-FFF2-40B4-BE49-F238E27FC236}">
                    <a16:creationId xmlns:a16="http://schemas.microsoft.com/office/drawing/2014/main" id="{96F70F16-E246-36B9-4E7B-A3A6B6B8C21A}"/>
                  </a:ext>
                </a:extLst>
              </p:cNvPr>
              <p:cNvSpPr>
                <a:spLocks/>
              </p:cNvSpPr>
              <p:nvPr/>
            </p:nvSpPr>
            <p:spPr bwMode="auto">
              <a:xfrm>
                <a:off x="6504" y="799"/>
                <a:ext cx="35" cy="56"/>
              </a:xfrm>
              <a:custGeom>
                <a:avLst/>
                <a:gdLst>
                  <a:gd name="T0" fmla="+- 0 6530 6504"/>
                  <a:gd name="T1" fmla="*/ T0 w 35"/>
                  <a:gd name="T2" fmla="+- 0 802 799"/>
                  <a:gd name="T3" fmla="*/ 802 h 56"/>
                  <a:gd name="T4" fmla="+- 0 6522 6504"/>
                  <a:gd name="T5" fmla="*/ T4 w 35"/>
                  <a:gd name="T6" fmla="+- 0 802 799"/>
                  <a:gd name="T7" fmla="*/ 802 h 56"/>
                  <a:gd name="T8" fmla="+- 0 6525 6504"/>
                  <a:gd name="T9" fmla="*/ T8 w 35"/>
                  <a:gd name="T10" fmla="+- 0 803 799"/>
                  <a:gd name="T11" fmla="*/ 803 h 56"/>
                  <a:gd name="T12" fmla="+- 0 6527 6504"/>
                  <a:gd name="T13" fmla="*/ T12 w 35"/>
                  <a:gd name="T14" fmla="+- 0 804 799"/>
                  <a:gd name="T15" fmla="*/ 804 h 56"/>
                  <a:gd name="T16" fmla="+- 0 6528 6504"/>
                  <a:gd name="T17" fmla="*/ T16 w 35"/>
                  <a:gd name="T18" fmla="+- 0 807 799"/>
                  <a:gd name="T19" fmla="*/ 807 h 56"/>
                  <a:gd name="T20" fmla="+- 0 6530 6504"/>
                  <a:gd name="T21" fmla="*/ T20 w 35"/>
                  <a:gd name="T22" fmla="+- 0 814 799"/>
                  <a:gd name="T23" fmla="*/ 814 h 56"/>
                  <a:gd name="T24" fmla="+- 0 6531 6504"/>
                  <a:gd name="T25" fmla="*/ T24 w 35"/>
                  <a:gd name="T26" fmla="+- 0 816 799"/>
                  <a:gd name="T27" fmla="*/ 816 h 56"/>
                  <a:gd name="T28" fmla="+- 0 6531 6504"/>
                  <a:gd name="T29" fmla="*/ T28 w 35"/>
                  <a:gd name="T30" fmla="+- 0 834 799"/>
                  <a:gd name="T31" fmla="*/ 834 h 56"/>
                  <a:gd name="T32" fmla="+- 0 6530 6504"/>
                  <a:gd name="T33" fmla="*/ T32 w 35"/>
                  <a:gd name="T34" fmla="+- 0 839 799"/>
                  <a:gd name="T35" fmla="*/ 839 h 56"/>
                  <a:gd name="T36" fmla="+- 0 6528 6504"/>
                  <a:gd name="T37" fmla="*/ T36 w 35"/>
                  <a:gd name="T38" fmla="+- 0 847 799"/>
                  <a:gd name="T39" fmla="*/ 847 h 56"/>
                  <a:gd name="T40" fmla="+- 0 6527 6504"/>
                  <a:gd name="T41" fmla="*/ T40 w 35"/>
                  <a:gd name="T42" fmla="+- 0 849 799"/>
                  <a:gd name="T43" fmla="*/ 849 h 56"/>
                  <a:gd name="T44" fmla="+- 0 6526 6504"/>
                  <a:gd name="T45" fmla="*/ T44 w 35"/>
                  <a:gd name="T46" fmla="+- 0 850 799"/>
                  <a:gd name="T47" fmla="*/ 850 h 56"/>
                  <a:gd name="T48" fmla="+- 0 6521 6504"/>
                  <a:gd name="T49" fmla="*/ T48 w 35"/>
                  <a:gd name="T50" fmla="+- 0 852 799"/>
                  <a:gd name="T51" fmla="*/ 852 h 56"/>
                  <a:gd name="T52" fmla="+- 0 6529 6504"/>
                  <a:gd name="T53" fmla="*/ T52 w 35"/>
                  <a:gd name="T54" fmla="+- 0 852 799"/>
                  <a:gd name="T55" fmla="*/ 852 h 56"/>
                  <a:gd name="T56" fmla="+- 0 6539 6504"/>
                  <a:gd name="T57" fmla="*/ T56 w 35"/>
                  <a:gd name="T58" fmla="+- 0 818 799"/>
                  <a:gd name="T59" fmla="*/ 818 h 56"/>
                  <a:gd name="T60" fmla="+- 0 6537 6504"/>
                  <a:gd name="T61" fmla="*/ T60 w 35"/>
                  <a:gd name="T62" fmla="+- 0 811 799"/>
                  <a:gd name="T63" fmla="*/ 811 h 56"/>
                  <a:gd name="T64" fmla="+- 0 6530 6504"/>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3" name="Group 202">
              <a:extLst>
                <a:ext uri="{FF2B5EF4-FFF2-40B4-BE49-F238E27FC236}">
                  <a16:creationId xmlns:a16="http://schemas.microsoft.com/office/drawing/2014/main" id="{42FCEF7E-60D7-50C8-814C-E7B28675C1E5}"/>
                </a:ext>
              </a:extLst>
            </p:cNvPr>
            <p:cNvGrpSpPr>
              <a:grpSpLocks/>
            </p:cNvGrpSpPr>
            <p:nvPr/>
          </p:nvGrpSpPr>
          <p:grpSpPr bwMode="auto">
            <a:xfrm>
              <a:off x="6960" y="799"/>
              <a:ext cx="35" cy="56"/>
              <a:chOff x="6960" y="799"/>
              <a:chExt cx="35" cy="56"/>
            </a:xfrm>
          </p:grpSpPr>
          <p:sp>
            <p:nvSpPr>
              <p:cNvPr id="1326" name="Freeform 4885">
                <a:extLst>
                  <a:ext uri="{FF2B5EF4-FFF2-40B4-BE49-F238E27FC236}">
                    <a16:creationId xmlns:a16="http://schemas.microsoft.com/office/drawing/2014/main" id="{951BF551-582B-117A-C785-C0D0ACDF5535}"/>
                  </a:ext>
                </a:extLst>
              </p:cNvPr>
              <p:cNvSpPr>
                <a:spLocks/>
              </p:cNvSpPr>
              <p:nvPr/>
            </p:nvSpPr>
            <p:spPr bwMode="auto">
              <a:xfrm>
                <a:off x="6960" y="799"/>
                <a:ext cx="35" cy="56"/>
              </a:xfrm>
              <a:custGeom>
                <a:avLst/>
                <a:gdLst>
                  <a:gd name="T0" fmla="+- 0 6982 6960"/>
                  <a:gd name="T1" fmla="*/ T0 w 35"/>
                  <a:gd name="T2" fmla="+- 0 799 799"/>
                  <a:gd name="T3" fmla="*/ 799 h 56"/>
                  <a:gd name="T4" fmla="+- 0 6975 6960"/>
                  <a:gd name="T5" fmla="*/ T4 w 35"/>
                  <a:gd name="T6" fmla="+- 0 799 799"/>
                  <a:gd name="T7" fmla="*/ 799 h 56"/>
                  <a:gd name="T8" fmla="+- 0 6973 6960"/>
                  <a:gd name="T9" fmla="*/ T8 w 35"/>
                  <a:gd name="T10" fmla="+- 0 800 799"/>
                  <a:gd name="T11" fmla="*/ 800 h 56"/>
                  <a:gd name="T12" fmla="+- 0 6970 6960"/>
                  <a:gd name="T13" fmla="*/ T12 w 35"/>
                  <a:gd name="T14" fmla="+- 0 802 799"/>
                  <a:gd name="T15" fmla="*/ 802 h 56"/>
                  <a:gd name="T16" fmla="+- 0 6967 6960"/>
                  <a:gd name="T17" fmla="*/ T16 w 35"/>
                  <a:gd name="T18" fmla="+- 0 804 799"/>
                  <a:gd name="T19" fmla="*/ 804 h 56"/>
                  <a:gd name="T20" fmla="+- 0 6965 6960"/>
                  <a:gd name="T21" fmla="*/ T20 w 35"/>
                  <a:gd name="T22" fmla="+- 0 807 799"/>
                  <a:gd name="T23" fmla="*/ 807 h 56"/>
                  <a:gd name="T24" fmla="+- 0 6961 6960"/>
                  <a:gd name="T25" fmla="*/ T24 w 35"/>
                  <a:gd name="T26" fmla="+- 0 816 799"/>
                  <a:gd name="T27" fmla="*/ 816 h 56"/>
                  <a:gd name="T28" fmla="+- 0 6960 6960"/>
                  <a:gd name="T29" fmla="*/ T28 w 35"/>
                  <a:gd name="T30" fmla="+- 0 821 799"/>
                  <a:gd name="T31" fmla="*/ 821 h 56"/>
                  <a:gd name="T32" fmla="+- 0 6960 6960"/>
                  <a:gd name="T33" fmla="*/ T32 w 35"/>
                  <a:gd name="T34" fmla="+- 0 834 799"/>
                  <a:gd name="T35" fmla="*/ 834 h 56"/>
                  <a:gd name="T36" fmla="+- 0 6962 6960"/>
                  <a:gd name="T37" fmla="*/ T36 w 35"/>
                  <a:gd name="T38" fmla="+- 0 841 799"/>
                  <a:gd name="T39" fmla="*/ 841 h 56"/>
                  <a:gd name="T40" fmla="+- 0 6968 6960"/>
                  <a:gd name="T41" fmla="*/ T40 w 35"/>
                  <a:gd name="T42" fmla="+- 0 852 799"/>
                  <a:gd name="T43" fmla="*/ 852 h 56"/>
                  <a:gd name="T44" fmla="+- 0 6972 6960"/>
                  <a:gd name="T45" fmla="*/ T44 w 35"/>
                  <a:gd name="T46" fmla="+- 0 855 799"/>
                  <a:gd name="T47" fmla="*/ 855 h 56"/>
                  <a:gd name="T48" fmla="+- 0 6980 6960"/>
                  <a:gd name="T49" fmla="*/ T48 w 35"/>
                  <a:gd name="T50" fmla="+- 0 855 799"/>
                  <a:gd name="T51" fmla="*/ 855 h 56"/>
                  <a:gd name="T52" fmla="+- 0 6983 6960"/>
                  <a:gd name="T53" fmla="*/ T52 w 35"/>
                  <a:gd name="T54" fmla="+- 0 854 799"/>
                  <a:gd name="T55" fmla="*/ 854 h 56"/>
                  <a:gd name="T56" fmla="+- 0 6985 6960"/>
                  <a:gd name="T57" fmla="*/ T56 w 35"/>
                  <a:gd name="T58" fmla="+- 0 852 799"/>
                  <a:gd name="T59" fmla="*/ 852 h 56"/>
                  <a:gd name="T60" fmla="+- 0 6975 6960"/>
                  <a:gd name="T61" fmla="*/ T60 w 35"/>
                  <a:gd name="T62" fmla="+- 0 852 799"/>
                  <a:gd name="T63" fmla="*/ 852 h 56"/>
                  <a:gd name="T64" fmla="+- 0 6972 6960"/>
                  <a:gd name="T65" fmla="*/ T64 w 35"/>
                  <a:gd name="T66" fmla="+- 0 850 799"/>
                  <a:gd name="T67" fmla="*/ 850 h 56"/>
                  <a:gd name="T68" fmla="+- 0 6971 6960"/>
                  <a:gd name="T69" fmla="*/ T68 w 35"/>
                  <a:gd name="T70" fmla="+- 0 846 799"/>
                  <a:gd name="T71" fmla="*/ 846 h 56"/>
                  <a:gd name="T72" fmla="+- 0 6969 6960"/>
                  <a:gd name="T73" fmla="*/ T72 w 35"/>
                  <a:gd name="T74" fmla="+- 0 842 799"/>
                  <a:gd name="T75" fmla="*/ 842 h 56"/>
                  <a:gd name="T76" fmla="+- 0 6968 6960"/>
                  <a:gd name="T77" fmla="*/ T76 w 35"/>
                  <a:gd name="T78" fmla="+- 0 836 799"/>
                  <a:gd name="T79" fmla="*/ 836 h 56"/>
                  <a:gd name="T80" fmla="+- 0 6978 6960"/>
                  <a:gd name="T81" fmla="*/ T80 w 35"/>
                  <a:gd name="T82" fmla="+- 0 802 799"/>
                  <a:gd name="T83" fmla="*/ 802 h 56"/>
                  <a:gd name="T84" fmla="+- 0 6986 6960"/>
                  <a:gd name="T85" fmla="*/ T84 w 35"/>
                  <a:gd name="T86" fmla="+- 0 802 799"/>
                  <a:gd name="T87" fmla="*/ 802 h 56"/>
                  <a:gd name="T88" fmla="+- 0 6986 6960"/>
                  <a:gd name="T89" fmla="*/ T88 w 35"/>
                  <a:gd name="T90" fmla="+- 0 801 799"/>
                  <a:gd name="T91" fmla="*/ 801 h 56"/>
                  <a:gd name="T92" fmla="+- 0 6982 6960"/>
                  <a:gd name="T93" fmla="*/ T92 w 35"/>
                  <a:gd name="T94" fmla="+- 0 799 799"/>
                  <a:gd name="T95"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27" name="Freeform 4886">
                <a:extLst>
                  <a:ext uri="{FF2B5EF4-FFF2-40B4-BE49-F238E27FC236}">
                    <a16:creationId xmlns:a16="http://schemas.microsoft.com/office/drawing/2014/main" id="{AFF76BEA-BB60-FDA2-87CC-A2FF00F0EB44}"/>
                  </a:ext>
                </a:extLst>
              </p:cNvPr>
              <p:cNvSpPr>
                <a:spLocks/>
              </p:cNvSpPr>
              <p:nvPr/>
            </p:nvSpPr>
            <p:spPr bwMode="auto">
              <a:xfrm>
                <a:off x="6960" y="799"/>
                <a:ext cx="35" cy="56"/>
              </a:xfrm>
              <a:custGeom>
                <a:avLst/>
                <a:gdLst>
                  <a:gd name="T0" fmla="+- 0 6986 6960"/>
                  <a:gd name="T1" fmla="*/ T0 w 35"/>
                  <a:gd name="T2" fmla="+- 0 802 799"/>
                  <a:gd name="T3" fmla="*/ 802 h 56"/>
                  <a:gd name="T4" fmla="+- 0 6978 6960"/>
                  <a:gd name="T5" fmla="*/ T4 w 35"/>
                  <a:gd name="T6" fmla="+- 0 802 799"/>
                  <a:gd name="T7" fmla="*/ 802 h 56"/>
                  <a:gd name="T8" fmla="+- 0 6982 6960"/>
                  <a:gd name="T9" fmla="*/ T8 w 35"/>
                  <a:gd name="T10" fmla="+- 0 803 799"/>
                  <a:gd name="T11" fmla="*/ 803 h 56"/>
                  <a:gd name="T12" fmla="+- 0 6983 6960"/>
                  <a:gd name="T13" fmla="*/ T12 w 35"/>
                  <a:gd name="T14" fmla="+- 0 804 799"/>
                  <a:gd name="T15" fmla="*/ 804 h 56"/>
                  <a:gd name="T16" fmla="+- 0 6984 6960"/>
                  <a:gd name="T17" fmla="*/ T16 w 35"/>
                  <a:gd name="T18" fmla="+- 0 807 799"/>
                  <a:gd name="T19" fmla="*/ 807 h 56"/>
                  <a:gd name="T20" fmla="+- 0 6987 6960"/>
                  <a:gd name="T21" fmla="*/ T20 w 35"/>
                  <a:gd name="T22" fmla="+- 0 814 799"/>
                  <a:gd name="T23" fmla="*/ 814 h 56"/>
                  <a:gd name="T24" fmla="+- 0 6987 6960"/>
                  <a:gd name="T25" fmla="*/ T24 w 35"/>
                  <a:gd name="T26" fmla="+- 0 816 799"/>
                  <a:gd name="T27" fmla="*/ 816 h 56"/>
                  <a:gd name="T28" fmla="+- 0 6987 6960"/>
                  <a:gd name="T29" fmla="*/ T28 w 35"/>
                  <a:gd name="T30" fmla="+- 0 834 799"/>
                  <a:gd name="T31" fmla="*/ 834 h 56"/>
                  <a:gd name="T32" fmla="+- 0 6987 6960"/>
                  <a:gd name="T33" fmla="*/ T32 w 35"/>
                  <a:gd name="T34" fmla="+- 0 839 799"/>
                  <a:gd name="T35" fmla="*/ 839 h 56"/>
                  <a:gd name="T36" fmla="+- 0 6985 6960"/>
                  <a:gd name="T37" fmla="*/ T36 w 35"/>
                  <a:gd name="T38" fmla="+- 0 847 799"/>
                  <a:gd name="T39" fmla="*/ 847 h 56"/>
                  <a:gd name="T40" fmla="+- 0 6983 6960"/>
                  <a:gd name="T41" fmla="*/ T40 w 35"/>
                  <a:gd name="T42" fmla="+- 0 849 799"/>
                  <a:gd name="T43" fmla="*/ 849 h 56"/>
                  <a:gd name="T44" fmla="+- 0 6982 6960"/>
                  <a:gd name="T45" fmla="*/ T44 w 35"/>
                  <a:gd name="T46" fmla="+- 0 850 799"/>
                  <a:gd name="T47" fmla="*/ 850 h 56"/>
                  <a:gd name="T48" fmla="+- 0 6978 6960"/>
                  <a:gd name="T49" fmla="*/ T48 w 35"/>
                  <a:gd name="T50" fmla="+- 0 852 799"/>
                  <a:gd name="T51" fmla="*/ 852 h 56"/>
                  <a:gd name="T52" fmla="+- 0 6985 6960"/>
                  <a:gd name="T53" fmla="*/ T52 w 35"/>
                  <a:gd name="T54" fmla="+- 0 852 799"/>
                  <a:gd name="T55" fmla="*/ 852 h 56"/>
                  <a:gd name="T56" fmla="+- 0 6995 6960"/>
                  <a:gd name="T57" fmla="*/ T56 w 35"/>
                  <a:gd name="T58" fmla="+- 0 818 799"/>
                  <a:gd name="T59" fmla="*/ 818 h 56"/>
                  <a:gd name="T60" fmla="+- 0 6993 6960"/>
                  <a:gd name="T61" fmla="*/ T60 w 35"/>
                  <a:gd name="T62" fmla="+- 0 811 799"/>
                  <a:gd name="T63" fmla="*/ 811 h 56"/>
                  <a:gd name="T64" fmla="+- 0 6986 6960"/>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7" y="15"/>
                    </a:lnTo>
                    <a:lnTo>
                      <a:pt x="27" y="17"/>
                    </a:lnTo>
                    <a:lnTo>
                      <a:pt x="27" y="35"/>
                    </a:lnTo>
                    <a:lnTo>
                      <a:pt x="27" y="40"/>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4" name="Group 203">
              <a:extLst>
                <a:ext uri="{FF2B5EF4-FFF2-40B4-BE49-F238E27FC236}">
                  <a16:creationId xmlns:a16="http://schemas.microsoft.com/office/drawing/2014/main" id="{686EFD47-CDBE-20A6-D9F5-58DE0575FA11}"/>
                </a:ext>
              </a:extLst>
            </p:cNvPr>
            <p:cNvGrpSpPr>
              <a:grpSpLocks/>
            </p:cNvGrpSpPr>
            <p:nvPr/>
          </p:nvGrpSpPr>
          <p:grpSpPr bwMode="auto">
            <a:xfrm>
              <a:off x="7417" y="799"/>
              <a:ext cx="35" cy="56"/>
              <a:chOff x="7417" y="799"/>
              <a:chExt cx="35" cy="56"/>
            </a:xfrm>
          </p:grpSpPr>
          <p:sp>
            <p:nvSpPr>
              <p:cNvPr id="1324" name="Freeform 4888">
                <a:extLst>
                  <a:ext uri="{FF2B5EF4-FFF2-40B4-BE49-F238E27FC236}">
                    <a16:creationId xmlns:a16="http://schemas.microsoft.com/office/drawing/2014/main" id="{02596B83-05F3-16A0-9D48-6992282F1872}"/>
                  </a:ext>
                </a:extLst>
              </p:cNvPr>
              <p:cNvSpPr>
                <a:spLocks/>
              </p:cNvSpPr>
              <p:nvPr/>
            </p:nvSpPr>
            <p:spPr bwMode="auto">
              <a:xfrm>
                <a:off x="7417" y="799"/>
                <a:ext cx="35" cy="56"/>
              </a:xfrm>
              <a:custGeom>
                <a:avLst/>
                <a:gdLst>
                  <a:gd name="T0" fmla="+- 0 7438 7417"/>
                  <a:gd name="T1" fmla="*/ T0 w 35"/>
                  <a:gd name="T2" fmla="+- 0 799 799"/>
                  <a:gd name="T3" fmla="*/ 799 h 56"/>
                  <a:gd name="T4" fmla="+- 0 7432 7417"/>
                  <a:gd name="T5" fmla="*/ T4 w 35"/>
                  <a:gd name="T6" fmla="+- 0 799 799"/>
                  <a:gd name="T7" fmla="*/ 799 h 56"/>
                  <a:gd name="T8" fmla="+- 0 7429 7417"/>
                  <a:gd name="T9" fmla="*/ T8 w 35"/>
                  <a:gd name="T10" fmla="+- 0 800 799"/>
                  <a:gd name="T11" fmla="*/ 800 h 56"/>
                  <a:gd name="T12" fmla="+- 0 7424 7417"/>
                  <a:gd name="T13" fmla="*/ T12 w 35"/>
                  <a:gd name="T14" fmla="+- 0 804 799"/>
                  <a:gd name="T15" fmla="*/ 804 h 56"/>
                  <a:gd name="T16" fmla="+- 0 7421 7417"/>
                  <a:gd name="T17" fmla="*/ T16 w 35"/>
                  <a:gd name="T18" fmla="+- 0 807 799"/>
                  <a:gd name="T19" fmla="*/ 807 h 56"/>
                  <a:gd name="T20" fmla="+- 0 7418 7417"/>
                  <a:gd name="T21" fmla="*/ T20 w 35"/>
                  <a:gd name="T22" fmla="+- 0 816 799"/>
                  <a:gd name="T23" fmla="*/ 816 h 56"/>
                  <a:gd name="T24" fmla="+- 0 7417 7417"/>
                  <a:gd name="T25" fmla="*/ T24 w 35"/>
                  <a:gd name="T26" fmla="+- 0 821 799"/>
                  <a:gd name="T27" fmla="*/ 821 h 56"/>
                  <a:gd name="T28" fmla="+- 0 7417 7417"/>
                  <a:gd name="T29" fmla="*/ T28 w 35"/>
                  <a:gd name="T30" fmla="+- 0 834 799"/>
                  <a:gd name="T31" fmla="*/ 834 h 56"/>
                  <a:gd name="T32" fmla="+- 0 7418 7417"/>
                  <a:gd name="T33" fmla="*/ T32 w 35"/>
                  <a:gd name="T34" fmla="+- 0 841 799"/>
                  <a:gd name="T35" fmla="*/ 841 h 56"/>
                  <a:gd name="T36" fmla="+- 0 7425 7417"/>
                  <a:gd name="T37" fmla="*/ T36 w 35"/>
                  <a:gd name="T38" fmla="+- 0 852 799"/>
                  <a:gd name="T39" fmla="*/ 852 h 56"/>
                  <a:gd name="T40" fmla="+- 0 7429 7417"/>
                  <a:gd name="T41" fmla="*/ T40 w 35"/>
                  <a:gd name="T42" fmla="+- 0 855 799"/>
                  <a:gd name="T43" fmla="*/ 855 h 56"/>
                  <a:gd name="T44" fmla="+- 0 7436 7417"/>
                  <a:gd name="T45" fmla="*/ T44 w 35"/>
                  <a:gd name="T46" fmla="+- 0 855 799"/>
                  <a:gd name="T47" fmla="*/ 855 h 56"/>
                  <a:gd name="T48" fmla="+- 0 7439 7417"/>
                  <a:gd name="T49" fmla="*/ T48 w 35"/>
                  <a:gd name="T50" fmla="+- 0 854 799"/>
                  <a:gd name="T51" fmla="*/ 854 h 56"/>
                  <a:gd name="T52" fmla="+- 0 7441 7417"/>
                  <a:gd name="T53" fmla="*/ T52 w 35"/>
                  <a:gd name="T54" fmla="+- 0 852 799"/>
                  <a:gd name="T55" fmla="*/ 852 h 56"/>
                  <a:gd name="T56" fmla="+- 0 7431 7417"/>
                  <a:gd name="T57" fmla="*/ T56 w 35"/>
                  <a:gd name="T58" fmla="+- 0 852 799"/>
                  <a:gd name="T59" fmla="*/ 852 h 56"/>
                  <a:gd name="T60" fmla="+- 0 7429 7417"/>
                  <a:gd name="T61" fmla="*/ T60 w 35"/>
                  <a:gd name="T62" fmla="+- 0 850 799"/>
                  <a:gd name="T63" fmla="*/ 850 h 56"/>
                  <a:gd name="T64" fmla="+- 0 7426 7417"/>
                  <a:gd name="T65" fmla="*/ T64 w 35"/>
                  <a:gd name="T66" fmla="+- 0 842 799"/>
                  <a:gd name="T67" fmla="*/ 842 h 56"/>
                  <a:gd name="T68" fmla="+- 0 7425 7417"/>
                  <a:gd name="T69" fmla="*/ T68 w 35"/>
                  <a:gd name="T70" fmla="+- 0 836 799"/>
                  <a:gd name="T71" fmla="*/ 836 h 56"/>
                  <a:gd name="T72" fmla="+- 0 7425 7417"/>
                  <a:gd name="T73" fmla="*/ T72 w 35"/>
                  <a:gd name="T74" fmla="+- 0 821 799"/>
                  <a:gd name="T75" fmla="*/ 821 h 56"/>
                  <a:gd name="T76" fmla="+- 0 7434 7417"/>
                  <a:gd name="T77" fmla="*/ T76 w 35"/>
                  <a:gd name="T78" fmla="+- 0 802 799"/>
                  <a:gd name="T79" fmla="*/ 802 h 56"/>
                  <a:gd name="T80" fmla="+- 0 7442 7417"/>
                  <a:gd name="T81" fmla="*/ T80 w 35"/>
                  <a:gd name="T82" fmla="+- 0 802 799"/>
                  <a:gd name="T83" fmla="*/ 802 h 56"/>
                  <a:gd name="T84" fmla="+- 0 7442 7417"/>
                  <a:gd name="T85" fmla="*/ T84 w 35"/>
                  <a:gd name="T86" fmla="+- 0 801 799"/>
                  <a:gd name="T87" fmla="*/ 801 h 56"/>
                  <a:gd name="T88" fmla="+- 0 7438 7417"/>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25" name="Freeform 4889">
                <a:extLst>
                  <a:ext uri="{FF2B5EF4-FFF2-40B4-BE49-F238E27FC236}">
                    <a16:creationId xmlns:a16="http://schemas.microsoft.com/office/drawing/2014/main" id="{20407D70-14BC-775C-6635-565AA117DC10}"/>
                  </a:ext>
                </a:extLst>
              </p:cNvPr>
              <p:cNvSpPr>
                <a:spLocks/>
              </p:cNvSpPr>
              <p:nvPr/>
            </p:nvSpPr>
            <p:spPr bwMode="auto">
              <a:xfrm>
                <a:off x="7417" y="799"/>
                <a:ext cx="35" cy="56"/>
              </a:xfrm>
              <a:custGeom>
                <a:avLst/>
                <a:gdLst>
                  <a:gd name="T0" fmla="+- 0 7442 7417"/>
                  <a:gd name="T1" fmla="*/ T0 w 35"/>
                  <a:gd name="T2" fmla="+- 0 802 799"/>
                  <a:gd name="T3" fmla="*/ 802 h 56"/>
                  <a:gd name="T4" fmla="+- 0 7434 7417"/>
                  <a:gd name="T5" fmla="*/ T4 w 35"/>
                  <a:gd name="T6" fmla="+- 0 802 799"/>
                  <a:gd name="T7" fmla="*/ 802 h 56"/>
                  <a:gd name="T8" fmla="+- 0 7438 7417"/>
                  <a:gd name="T9" fmla="*/ T8 w 35"/>
                  <a:gd name="T10" fmla="+- 0 803 799"/>
                  <a:gd name="T11" fmla="*/ 803 h 56"/>
                  <a:gd name="T12" fmla="+- 0 7440 7417"/>
                  <a:gd name="T13" fmla="*/ T12 w 35"/>
                  <a:gd name="T14" fmla="+- 0 804 799"/>
                  <a:gd name="T15" fmla="*/ 804 h 56"/>
                  <a:gd name="T16" fmla="+- 0 7441 7417"/>
                  <a:gd name="T17" fmla="*/ T16 w 35"/>
                  <a:gd name="T18" fmla="+- 0 807 799"/>
                  <a:gd name="T19" fmla="*/ 807 h 56"/>
                  <a:gd name="T20" fmla="+- 0 7443 7417"/>
                  <a:gd name="T21" fmla="*/ T20 w 35"/>
                  <a:gd name="T22" fmla="+- 0 814 799"/>
                  <a:gd name="T23" fmla="*/ 814 h 56"/>
                  <a:gd name="T24" fmla="+- 0 7443 7417"/>
                  <a:gd name="T25" fmla="*/ T24 w 35"/>
                  <a:gd name="T26" fmla="+- 0 816 799"/>
                  <a:gd name="T27" fmla="*/ 816 h 56"/>
                  <a:gd name="T28" fmla="+- 0 7444 7417"/>
                  <a:gd name="T29" fmla="*/ T28 w 35"/>
                  <a:gd name="T30" fmla="+- 0 834 799"/>
                  <a:gd name="T31" fmla="*/ 834 h 56"/>
                  <a:gd name="T32" fmla="+- 0 7443 7417"/>
                  <a:gd name="T33" fmla="*/ T32 w 35"/>
                  <a:gd name="T34" fmla="+- 0 839 799"/>
                  <a:gd name="T35" fmla="*/ 839 h 56"/>
                  <a:gd name="T36" fmla="+- 0 7441 7417"/>
                  <a:gd name="T37" fmla="*/ T36 w 35"/>
                  <a:gd name="T38" fmla="+- 0 847 799"/>
                  <a:gd name="T39" fmla="*/ 847 h 56"/>
                  <a:gd name="T40" fmla="+- 0 7440 7417"/>
                  <a:gd name="T41" fmla="*/ T40 w 35"/>
                  <a:gd name="T42" fmla="+- 0 849 799"/>
                  <a:gd name="T43" fmla="*/ 849 h 56"/>
                  <a:gd name="T44" fmla="+- 0 7438 7417"/>
                  <a:gd name="T45" fmla="*/ T44 w 35"/>
                  <a:gd name="T46" fmla="+- 0 850 799"/>
                  <a:gd name="T47" fmla="*/ 850 h 56"/>
                  <a:gd name="T48" fmla="+- 0 7434 7417"/>
                  <a:gd name="T49" fmla="*/ T48 w 35"/>
                  <a:gd name="T50" fmla="+- 0 852 799"/>
                  <a:gd name="T51" fmla="*/ 852 h 56"/>
                  <a:gd name="T52" fmla="+- 0 7441 7417"/>
                  <a:gd name="T53" fmla="*/ T52 w 35"/>
                  <a:gd name="T54" fmla="+- 0 852 799"/>
                  <a:gd name="T55" fmla="*/ 852 h 56"/>
                  <a:gd name="T56" fmla="+- 0 7451 7417"/>
                  <a:gd name="T57" fmla="*/ T56 w 35"/>
                  <a:gd name="T58" fmla="+- 0 818 799"/>
                  <a:gd name="T59" fmla="*/ 818 h 56"/>
                  <a:gd name="T60" fmla="+- 0 7449 7417"/>
                  <a:gd name="T61" fmla="*/ T60 w 35"/>
                  <a:gd name="T62" fmla="+- 0 811 799"/>
                  <a:gd name="T63" fmla="*/ 811 h 56"/>
                  <a:gd name="T64" fmla="+- 0 7442 7417"/>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5" name="Group 204">
              <a:extLst>
                <a:ext uri="{FF2B5EF4-FFF2-40B4-BE49-F238E27FC236}">
                  <a16:creationId xmlns:a16="http://schemas.microsoft.com/office/drawing/2014/main" id="{960ED143-55EC-8D1A-E9AB-099CF0AB8020}"/>
                </a:ext>
              </a:extLst>
            </p:cNvPr>
            <p:cNvGrpSpPr>
              <a:grpSpLocks/>
            </p:cNvGrpSpPr>
            <p:nvPr/>
          </p:nvGrpSpPr>
          <p:grpSpPr bwMode="auto">
            <a:xfrm>
              <a:off x="7873" y="799"/>
              <a:ext cx="35" cy="56"/>
              <a:chOff x="7873" y="799"/>
              <a:chExt cx="35" cy="56"/>
            </a:xfrm>
          </p:grpSpPr>
          <p:sp>
            <p:nvSpPr>
              <p:cNvPr id="1322" name="Freeform 4891">
                <a:extLst>
                  <a:ext uri="{FF2B5EF4-FFF2-40B4-BE49-F238E27FC236}">
                    <a16:creationId xmlns:a16="http://schemas.microsoft.com/office/drawing/2014/main" id="{A89A4842-FDA8-341B-E431-4DF6851D648C}"/>
                  </a:ext>
                </a:extLst>
              </p:cNvPr>
              <p:cNvSpPr>
                <a:spLocks/>
              </p:cNvSpPr>
              <p:nvPr/>
            </p:nvSpPr>
            <p:spPr bwMode="auto">
              <a:xfrm>
                <a:off x="7873" y="799"/>
                <a:ext cx="35" cy="56"/>
              </a:xfrm>
              <a:custGeom>
                <a:avLst/>
                <a:gdLst>
                  <a:gd name="T0" fmla="+- 0 7895 7873"/>
                  <a:gd name="T1" fmla="*/ T0 w 35"/>
                  <a:gd name="T2" fmla="+- 0 799 799"/>
                  <a:gd name="T3" fmla="*/ 799 h 56"/>
                  <a:gd name="T4" fmla="+- 0 7888 7873"/>
                  <a:gd name="T5" fmla="*/ T4 w 35"/>
                  <a:gd name="T6" fmla="+- 0 799 799"/>
                  <a:gd name="T7" fmla="*/ 799 h 56"/>
                  <a:gd name="T8" fmla="+- 0 7886 7873"/>
                  <a:gd name="T9" fmla="*/ T8 w 35"/>
                  <a:gd name="T10" fmla="+- 0 800 799"/>
                  <a:gd name="T11" fmla="*/ 800 h 56"/>
                  <a:gd name="T12" fmla="+- 0 7883 7873"/>
                  <a:gd name="T13" fmla="*/ T12 w 35"/>
                  <a:gd name="T14" fmla="+- 0 802 799"/>
                  <a:gd name="T15" fmla="*/ 802 h 56"/>
                  <a:gd name="T16" fmla="+- 0 7880 7873"/>
                  <a:gd name="T17" fmla="*/ T16 w 35"/>
                  <a:gd name="T18" fmla="+- 0 804 799"/>
                  <a:gd name="T19" fmla="*/ 804 h 56"/>
                  <a:gd name="T20" fmla="+- 0 7878 7873"/>
                  <a:gd name="T21" fmla="*/ T20 w 35"/>
                  <a:gd name="T22" fmla="+- 0 807 799"/>
                  <a:gd name="T23" fmla="*/ 807 h 56"/>
                  <a:gd name="T24" fmla="+- 0 7874 7873"/>
                  <a:gd name="T25" fmla="*/ T24 w 35"/>
                  <a:gd name="T26" fmla="+- 0 816 799"/>
                  <a:gd name="T27" fmla="*/ 816 h 56"/>
                  <a:gd name="T28" fmla="+- 0 7873 7873"/>
                  <a:gd name="T29" fmla="*/ T28 w 35"/>
                  <a:gd name="T30" fmla="+- 0 821 799"/>
                  <a:gd name="T31" fmla="*/ 821 h 56"/>
                  <a:gd name="T32" fmla="+- 0 7873 7873"/>
                  <a:gd name="T33" fmla="*/ T32 w 35"/>
                  <a:gd name="T34" fmla="+- 0 834 799"/>
                  <a:gd name="T35" fmla="*/ 834 h 56"/>
                  <a:gd name="T36" fmla="+- 0 7875 7873"/>
                  <a:gd name="T37" fmla="*/ T36 w 35"/>
                  <a:gd name="T38" fmla="+- 0 841 799"/>
                  <a:gd name="T39" fmla="*/ 841 h 56"/>
                  <a:gd name="T40" fmla="+- 0 7881 7873"/>
                  <a:gd name="T41" fmla="*/ T40 w 35"/>
                  <a:gd name="T42" fmla="+- 0 852 799"/>
                  <a:gd name="T43" fmla="*/ 852 h 56"/>
                  <a:gd name="T44" fmla="+- 0 7885 7873"/>
                  <a:gd name="T45" fmla="*/ T44 w 35"/>
                  <a:gd name="T46" fmla="+- 0 855 799"/>
                  <a:gd name="T47" fmla="*/ 855 h 56"/>
                  <a:gd name="T48" fmla="+- 0 7893 7873"/>
                  <a:gd name="T49" fmla="*/ T48 w 35"/>
                  <a:gd name="T50" fmla="+- 0 855 799"/>
                  <a:gd name="T51" fmla="*/ 855 h 56"/>
                  <a:gd name="T52" fmla="+- 0 7895 7873"/>
                  <a:gd name="T53" fmla="*/ T52 w 35"/>
                  <a:gd name="T54" fmla="+- 0 854 799"/>
                  <a:gd name="T55" fmla="*/ 854 h 56"/>
                  <a:gd name="T56" fmla="+- 0 7898 7873"/>
                  <a:gd name="T57" fmla="*/ T56 w 35"/>
                  <a:gd name="T58" fmla="+- 0 852 799"/>
                  <a:gd name="T59" fmla="*/ 852 h 56"/>
                  <a:gd name="T60" fmla="+- 0 7887 7873"/>
                  <a:gd name="T61" fmla="*/ T60 w 35"/>
                  <a:gd name="T62" fmla="+- 0 852 799"/>
                  <a:gd name="T63" fmla="*/ 852 h 56"/>
                  <a:gd name="T64" fmla="+- 0 7885 7873"/>
                  <a:gd name="T65" fmla="*/ T64 w 35"/>
                  <a:gd name="T66" fmla="+- 0 850 799"/>
                  <a:gd name="T67" fmla="*/ 850 h 56"/>
                  <a:gd name="T68" fmla="+- 0 7884 7873"/>
                  <a:gd name="T69" fmla="*/ T68 w 35"/>
                  <a:gd name="T70" fmla="+- 0 846 799"/>
                  <a:gd name="T71" fmla="*/ 846 h 56"/>
                  <a:gd name="T72" fmla="+- 0 7882 7873"/>
                  <a:gd name="T73" fmla="*/ T72 w 35"/>
                  <a:gd name="T74" fmla="+- 0 842 799"/>
                  <a:gd name="T75" fmla="*/ 842 h 56"/>
                  <a:gd name="T76" fmla="+- 0 7881 7873"/>
                  <a:gd name="T77" fmla="*/ T76 w 35"/>
                  <a:gd name="T78" fmla="+- 0 836 799"/>
                  <a:gd name="T79" fmla="*/ 836 h 56"/>
                  <a:gd name="T80" fmla="+- 0 7890 7873"/>
                  <a:gd name="T81" fmla="*/ T80 w 35"/>
                  <a:gd name="T82" fmla="+- 0 802 799"/>
                  <a:gd name="T83" fmla="*/ 802 h 56"/>
                  <a:gd name="T84" fmla="+- 0 7899 7873"/>
                  <a:gd name="T85" fmla="*/ T84 w 35"/>
                  <a:gd name="T86" fmla="+- 0 802 799"/>
                  <a:gd name="T87" fmla="*/ 802 h 56"/>
                  <a:gd name="T88" fmla="+- 0 7898 7873"/>
                  <a:gd name="T89" fmla="*/ T88 w 35"/>
                  <a:gd name="T90" fmla="+- 0 801 799"/>
                  <a:gd name="T91" fmla="*/ 801 h 56"/>
                  <a:gd name="T92" fmla="+- 0 7895 7873"/>
                  <a:gd name="T93" fmla="*/ T92 w 35"/>
                  <a:gd name="T94" fmla="+- 0 799 799"/>
                  <a:gd name="T95"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23" name="Freeform 4892">
                <a:extLst>
                  <a:ext uri="{FF2B5EF4-FFF2-40B4-BE49-F238E27FC236}">
                    <a16:creationId xmlns:a16="http://schemas.microsoft.com/office/drawing/2014/main" id="{131D5228-7EB9-4B19-363F-D3F95B97E075}"/>
                  </a:ext>
                </a:extLst>
              </p:cNvPr>
              <p:cNvSpPr>
                <a:spLocks/>
              </p:cNvSpPr>
              <p:nvPr/>
            </p:nvSpPr>
            <p:spPr bwMode="auto">
              <a:xfrm>
                <a:off x="7873" y="799"/>
                <a:ext cx="35" cy="56"/>
              </a:xfrm>
              <a:custGeom>
                <a:avLst/>
                <a:gdLst>
                  <a:gd name="T0" fmla="+- 0 7899 7873"/>
                  <a:gd name="T1" fmla="*/ T0 w 35"/>
                  <a:gd name="T2" fmla="+- 0 802 799"/>
                  <a:gd name="T3" fmla="*/ 802 h 56"/>
                  <a:gd name="T4" fmla="+- 0 7890 7873"/>
                  <a:gd name="T5" fmla="*/ T4 w 35"/>
                  <a:gd name="T6" fmla="+- 0 802 799"/>
                  <a:gd name="T7" fmla="*/ 802 h 56"/>
                  <a:gd name="T8" fmla="+- 0 7894 7873"/>
                  <a:gd name="T9" fmla="*/ T8 w 35"/>
                  <a:gd name="T10" fmla="+- 0 803 799"/>
                  <a:gd name="T11" fmla="*/ 803 h 56"/>
                  <a:gd name="T12" fmla="+- 0 7896 7873"/>
                  <a:gd name="T13" fmla="*/ T12 w 35"/>
                  <a:gd name="T14" fmla="+- 0 804 799"/>
                  <a:gd name="T15" fmla="*/ 804 h 56"/>
                  <a:gd name="T16" fmla="+- 0 7897 7873"/>
                  <a:gd name="T17" fmla="*/ T16 w 35"/>
                  <a:gd name="T18" fmla="+- 0 807 799"/>
                  <a:gd name="T19" fmla="*/ 807 h 56"/>
                  <a:gd name="T20" fmla="+- 0 7899 7873"/>
                  <a:gd name="T21" fmla="*/ T20 w 35"/>
                  <a:gd name="T22" fmla="+- 0 814 799"/>
                  <a:gd name="T23" fmla="*/ 814 h 56"/>
                  <a:gd name="T24" fmla="+- 0 7900 7873"/>
                  <a:gd name="T25" fmla="*/ T24 w 35"/>
                  <a:gd name="T26" fmla="+- 0 816 799"/>
                  <a:gd name="T27" fmla="*/ 816 h 56"/>
                  <a:gd name="T28" fmla="+- 0 7900 7873"/>
                  <a:gd name="T29" fmla="*/ T28 w 35"/>
                  <a:gd name="T30" fmla="+- 0 834 799"/>
                  <a:gd name="T31" fmla="*/ 834 h 56"/>
                  <a:gd name="T32" fmla="+- 0 7899 7873"/>
                  <a:gd name="T33" fmla="*/ T32 w 35"/>
                  <a:gd name="T34" fmla="+- 0 839 799"/>
                  <a:gd name="T35" fmla="*/ 839 h 56"/>
                  <a:gd name="T36" fmla="+- 0 7897 7873"/>
                  <a:gd name="T37" fmla="*/ T36 w 35"/>
                  <a:gd name="T38" fmla="+- 0 847 799"/>
                  <a:gd name="T39" fmla="*/ 847 h 56"/>
                  <a:gd name="T40" fmla="+- 0 7896 7873"/>
                  <a:gd name="T41" fmla="*/ T40 w 35"/>
                  <a:gd name="T42" fmla="+- 0 849 799"/>
                  <a:gd name="T43" fmla="*/ 849 h 56"/>
                  <a:gd name="T44" fmla="+- 0 7895 7873"/>
                  <a:gd name="T45" fmla="*/ T44 w 35"/>
                  <a:gd name="T46" fmla="+- 0 850 799"/>
                  <a:gd name="T47" fmla="*/ 850 h 56"/>
                  <a:gd name="T48" fmla="+- 0 7890 7873"/>
                  <a:gd name="T49" fmla="*/ T48 w 35"/>
                  <a:gd name="T50" fmla="+- 0 852 799"/>
                  <a:gd name="T51" fmla="*/ 852 h 56"/>
                  <a:gd name="T52" fmla="+- 0 7898 7873"/>
                  <a:gd name="T53" fmla="*/ T52 w 35"/>
                  <a:gd name="T54" fmla="+- 0 852 799"/>
                  <a:gd name="T55" fmla="*/ 852 h 56"/>
                  <a:gd name="T56" fmla="+- 0 7908 7873"/>
                  <a:gd name="T57" fmla="*/ T56 w 35"/>
                  <a:gd name="T58" fmla="+- 0 818 799"/>
                  <a:gd name="T59" fmla="*/ 818 h 56"/>
                  <a:gd name="T60" fmla="+- 0 7906 7873"/>
                  <a:gd name="T61" fmla="*/ T60 w 35"/>
                  <a:gd name="T62" fmla="+- 0 811 799"/>
                  <a:gd name="T63" fmla="*/ 811 h 56"/>
                  <a:gd name="T64" fmla="+- 0 7899 7873"/>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6" name="Group 205">
              <a:extLst>
                <a:ext uri="{FF2B5EF4-FFF2-40B4-BE49-F238E27FC236}">
                  <a16:creationId xmlns:a16="http://schemas.microsoft.com/office/drawing/2014/main" id="{A2B08340-DDBF-3E9A-C7FE-7521BF1AB2EC}"/>
                </a:ext>
              </a:extLst>
            </p:cNvPr>
            <p:cNvGrpSpPr>
              <a:grpSpLocks/>
            </p:cNvGrpSpPr>
            <p:nvPr/>
          </p:nvGrpSpPr>
          <p:grpSpPr bwMode="auto">
            <a:xfrm>
              <a:off x="8329" y="799"/>
              <a:ext cx="35" cy="56"/>
              <a:chOff x="8329" y="799"/>
              <a:chExt cx="35" cy="56"/>
            </a:xfrm>
          </p:grpSpPr>
          <p:sp>
            <p:nvSpPr>
              <p:cNvPr id="1320" name="Freeform 4894">
                <a:extLst>
                  <a:ext uri="{FF2B5EF4-FFF2-40B4-BE49-F238E27FC236}">
                    <a16:creationId xmlns:a16="http://schemas.microsoft.com/office/drawing/2014/main" id="{47211623-10C1-99EC-44BF-A4598D502A7F}"/>
                  </a:ext>
                </a:extLst>
              </p:cNvPr>
              <p:cNvSpPr>
                <a:spLocks/>
              </p:cNvSpPr>
              <p:nvPr/>
            </p:nvSpPr>
            <p:spPr bwMode="auto">
              <a:xfrm>
                <a:off x="8329" y="799"/>
                <a:ext cx="35" cy="56"/>
              </a:xfrm>
              <a:custGeom>
                <a:avLst/>
                <a:gdLst>
                  <a:gd name="T0" fmla="+- 0 8351 8329"/>
                  <a:gd name="T1" fmla="*/ T0 w 35"/>
                  <a:gd name="T2" fmla="+- 0 799 799"/>
                  <a:gd name="T3" fmla="*/ 799 h 56"/>
                  <a:gd name="T4" fmla="+- 0 8344 8329"/>
                  <a:gd name="T5" fmla="*/ T4 w 35"/>
                  <a:gd name="T6" fmla="+- 0 799 799"/>
                  <a:gd name="T7" fmla="*/ 799 h 56"/>
                  <a:gd name="T8" fmla="+- 0 8342 8329"/>
                  <a:gd name="T9" fmla="*/ T8 w 35"/>
                  <a:gd name="T10" fmla="+- 0 800 799"/>
                  <a:gd name="T11" fmla="*/ 800 h 56"/>
                  <a:gd name="T12" fmla="+- 0 8339 8329"/>
                  <a:gd name="T13" fmla="*/ T12 w 35"/>
                  <a:gd name="T14" fmla="+- 0 802 799"/>
                  <a:gd name="T15" fmla="*/ 802 h 56"/>
                  <a:gd name="T16" fmla="+- 0 8336 8329"/>
                  <a:gd name="T17" fmla="*/ T16 w 35"/>
                  <a:gd name="T18" fmla="+- 0 804 799"/>
                  <a:gd name="T19" fmla="*/ 804 h 56"/>
                  <a:gd name="T20" fmla="+- 0 8334 8329"/>
                  <a:gd name="T21" fmla="*/ T20 w 35"/>
                  <a:gd name="T22" fmla="+- 0 807 799"/>
                  <a:gd name="T23" fmla="*/ 807 h 56"/>
                  <a:gd name="T24" fmla="+- 0 8330 8329"/>
                  <a:gd name="T25" fmla="*/ T24 w 35"/>
                  <a:gd name="T26" fmla="+- 0 816 799"/>
                  <a:gd name="T27" fmla="*/ 816 h 56"/>
                  <a:gd name="T28" fmla="+- 0 8329 8329"/>
                  <a:gd name="T29" fmla="*/ T28 w 35"/>
                  <a:gd name="T30" fmla="+- 0 821 799"/>
                  <a:gd name="T31" fmla="*/ 821 h 56"/>
                  <a:gd name="T32" fmla="+- 0 8329 8329"/>
                  <a:gd name="T33" fmla="*/ T32 w 35"/>
                  <a:gd name="T34" fmla="+- 0 834 799"/>
                  <a:gd name="T35" fmla="*/ 834 h 56"/>
                  <a:gd name="T36" fmla="+- 0 8331 8329"/>
                  <a:gd name="T37" fmla="*/ T36 w 35"/>
                  <a:gd name="T38" fmla="+- 0 841 799"/>
                  <a:gd name="T39" fmla="*/ 841 h 56"/>
                  <a:gd name="T40" fmla="+- 0 8337 8329"/>
                  <a:gd name="T41" fmla="*/ T40 w 35"/>
                  <a:gd name="T42" fmla="+- 0 852 799"/>
                  <a:gd name="T43" fmla="*/ 852 h 56"/>
                  <a:gd name="T44" fmla="+- 0 8341 8329"/>
                  <a:gd name="T45" fmla="*/ T44 w 35"/>
                  <a:gd name="T46" fmla="+- 0 855 799"/>
                  <a:gd name="T47" fmla="*/ 855 h 56"/>
                  <a:gd name="T48" fmla="+- 0 8349 8329"/>
                  <a:gd name="T49" fmla="*/ T48 w 35"/>
                  <a:gd name="T50" fmla="+- 0 855 799"/>
                  <a:gd name="T51" fmla="*/ 855 h 56"/>
                  <a:gd name="T52" fmla="+- 0 8352 8329"/>
                  <a:gd name="T53" fmla="*/ T52 w 35"/>
                  <a:gd name="T54" fmla="+- 0 854 799"/>
                  <a:gd name="T55" fmla="*/ 854 h 56"/>
                  <a:gd name="T56" fmla="+- 0 8354 8329"/>
                  <a:gd name="T57" fmla="*/ T56 w 35"/>
                  <a:gd name="T58" fmla="+- 0 852 799"/>
                  <a:gd name="T59" fmla="*/ 852 h 56"/>
                  <a:gd name="T60" fmla="+- 0 8344 8329"/>
                  <a:gd name="T61" fmla="*/ T60 w 35"/>
                  <a:gd name="T62" fmla="+- 0 852 799"/>
                  <a:gd name="T63" fmla="*/ 852 h 56"/>
                  <a:gd name="T64" fmla="+- 0 8341 8329"/>
                  <a:gd name="T65" fmla="*/ T64 w 35"/>
                  <a:gd name="T66" fmla="+- 0 850 799"/>
                  <a:gd name="T67" fmla="*/ 850 h 56"/>
                  <a:gd name="T68" fmla="+- 0 8340 8329"/>
                  <a:gd name="T69" fmla="*/ T68 w 35"/>
                  <a:gd name="T70" fmla="+- 0 846 799"/>
                  <a:gd name="T71" fmla="*/ 846 h 56"/>
                  <a:gd name="T72" fmla="+- 0 8338 8329"/>
                  <a:gd name="T73" fmla="*/ T72 w 35"/>
                  <a:gd name="T74" fmla="+- 0 842 799"/>
                  <a:gd name="T75" fmla="*/ 842 h 56"/>
                  <a:gd name="T76" fmla="+- 0 8337 8329"/>
                  <a:gd name="T77" fmla="*/ T76 w 35"/>
                  <a:gd name="T78" fmla="+- 0 836 799"/>
                  <a:gd name="T79" fmla="*/ 836 h 56"/>
                  <a:gd name="T80" fmla="+- 0 8347 8329"/>
                  <a:gd name="T81" fmla="*/ T80 w 35"/>
                  <a:gd name="T82" fmla="+- 0 802 799"/>
                  <a:gd name="T83" fmla="*/ 802 h 56"/>
                  <a:gd name="T84" fmla="+- 0 8355 8329"/>
                  <a:gd name="T85" fmla="*/ T84 w 35"/>
                  <a:gd name="T86" fmla="+- 0 802 799"/>
                  <a:gd name="T87" fmla="*/ 802 h 56"/>
                  <a:gd name="T88" fmla="+- 0 8355 8329"/>
                  <a:gd name="T89" fmla="*/ T88 w 35"/>
                  <a:gd name="T90" fmla="+- 0 801 799"/>
                  <a:gd name="T91" fmla="*/ 801 h 56"/>
                  <a:gd name="T92" fmla="+- 0 8351 8329"/>
                  <a:gd name="T93" fmla="*/ T92 w 35"/>
                  <a:gd name="T94" fmla="+- 0 799 799"/>
                  <a:gd name="T95"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21" name="Freeform 4895">
                <a:extLst>
                  <a:ext uri="{FF2B5EF4-FFF2-40B4-BE49-F238E27FC236}">
                    <a16:creationId xmlns:a16="http://schemas.microsoft.com/office/drawing/2014/main" id="{8BF0298B-4DA4-74A1-FD6E-A124A35F356A}"/>
                  </a:ext>
                </a:extLst>
              </p:cNvPr>
              <p:cNvSpPr>
                <a:spLocks/>
              </p:cNvSpPr>
              <p:nvPr/>
            </p:nvSpPr>
            <p:spPr bwMode="auto">
              <a:xfrm>
                <a:off x="8329" y="799"/>
                <a:ext cx="35" cy="56"/>
              </a:xfrm>
              <a:custGeom>
                <a:avLst/>
                <a:gdLst>
                  <a:gd name="T0" fmla="+- 0 8355 8329"/>
                  <a:gd name="T1" fmla="*/ T0 w 35"/>
                  <a:gd name="T2" fmla="+- 0 802 799"/>
                  <a:gd name="T3" fmla="*/ 802 h 56"/>
                  <a:gd name="T4" fmla="+- 0 8347 8329"/>
                  <a:gd name="T5" fmla="*/ T4 w 35"/>
                  <a:gd name="T6" fmla="+- 0 802 799"/>
                  <a:gd name="T7" fmla="*/ 802 h 56"/>
                  <a:gd name="T8" fmla="+- 0 8351 8329"/>
                  <a:gd name="T9" fmla="*/ T8 w 35"/>
                  <a:gd name="T10" fmla="+- 0 803 799"/>
                  <a:gd name="T11" fmla="*/ 803 h 56"/>
                  <a:gd name="T12" fmla="+- 0 8352 8329"/>
                  <a:gd name="T13" fmla="*/ T12 w 35"/>
                  <a:gd name="T14" fmla="+- 0 804 799"/>
                  <a:gd name="T15" fmla="*/ 804 h 56"/>
                  <a:gd name="T16" fmla="+- 0 8353 8329"/>
                  <a:gd name="T17" fmla="*/ T16 w 35"/>
                  <a:gd name="T18" fmla="+- 0 807 799"/>
                  <a:gd name="T19" fmla="*/ 807 h 56"/>
                  <a:gd name="T20" fmla="+- 0 8356 8329"/>
                  <a:gd name="T21" fmla="*/ T20 w 35"/>
                  <a:gd name="T22" fmla="+- 0 814 799"/>
                  <a:gd name="T23" fmla="*/ 814 h 56"/>
                  <a:gd name="T24" fmla="+- 0 8356 8329"/>
                  <a:gd name="T25" fmla="*/ T24 w 35"/>
                  <a:gd name="T26" fmla="+- 0 816 799"/>
                  <a:gd name="T27" fmla="*/ 816 h 56"/>
                  <a:gd name="T28" fmla="+- 0 8356 8329"/>
                  <a:gd name="T29" fmla="*/ T28 w 35"/>
                  <a:gd name="T30" fmla="+- 0 834 799"/>
                  <a:gd name="T31" fmla="*/ 834 h 56"/>
                  <a:gd name="T32" fmla="+- 0 8356 8329"/>
                  <a:gd name="T33" fmla="*/ T32 w 35"/>
                  <a:gd name="T34" fmla="+- 0 839 799"/>
                  <a:gd name="T35" fmla="*/ 839 h 56"/>
                  <a:gd name="T36" fmla="+- 0 8354 8329"/>
                  <a:gd name="T37" fmla="*/ T36 w 35"/>
                  <a:gd name="T38" fmla="+- 0 847 799"/>
                  <a:gd name="T39" fmla="*/ 847 h 56"/>
                  <a:gd name="T40" fmla="+- 0 8352 8329"/>
                  <a:gd name="T41" fmla="*/ T40 w 35"/>
                  <a:gd name="T42" fmla="+- 0 849 799"/>
                  <a:gd name="T43" fmla="*/ 849 h 56"/>
                  <a:gd name="T44" fmla="+- 0 8351 8329"/>
                  <a:gd name="T45" fmla="*/ T44 w 35"/>
                  <a:gd name="T46" fmla="+- 0 850 799"/>
                  <a:gd name="T47" fmla="*/ 850 h 56"/>
                  <a:gd name="T48" fmla="+- 0 8346 8329"/>
                  <a:gd name="T49" fmla="*/ T48 w 35"/>
                  <a:gd name="T50" fmla="+- 0 852 799"/>
                  <a:gd name="T51" fmla="*/ 852 h 56"/>
                  <a:gd name="T52" fmla="+- 0 8354 8329"/>
                  <a:gd name="T53" fmla="*/ T52 w 35"/>
                  <a:gd name="T54" fmla="+- 0 852 799"/>
                  <a:gd name="T55" fmla="*/ 852 h 56"/>
                  <a:gd name="T56" fmla="+- 0 8364 8329"/>
                  <a:gd name="T57" fmla="*/ T56 w 35"/>
                  <a:gd name="T58" fmla="+- 0 818 799"/>
                  <a:gd name="T59" fmla="*/ 818 h 56"/>
                  <a:gd name="T60" fmla="+- 0 8362 8329"/>
                  <a:gd name="T61" fmla="*/ T60 w 35"/>
                  <a:gd name="T62" fmla="+- 0 811 799"/>
                  <a:gd name="T63" fmla="*/ 811 h 56"/>
                  <a:gd name="T64" fmla="+- 0 8355 8329"/>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7"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7" name="Group 206">
              <a:extLst>
                <a:ext uri="{FF2B5EF4-FFF2-40B4-BE49-F238E27FC236}">
                  <a16:creationId xmlns:a16="http://schemas.microsoft.com/office/drawing/2014/main" id="{BFA86697-0AA4-3936-69F3-A6CBD6598603}"/>
                </a:ext>
              </a:extLst>
            </p:cNvPr>
            <p:cNvGrpSpPr>
              <a:grpSpLocks/>
            </p:cNvGrpSpPr>
            <p:nvPr/>
          </p:nvGrpSpPr>
          <p:grpSpPr bwMode="auto">
            <a:xfrm>
              <a:off x="8786" y="799"/>
              <a:ext cx="35" cy="56"/>
              <a:chOff x="8786" y="799"/>
              <a:chExt cx="35" cy="56"/>
            </a:xfrm>
          </p:grpSpPr>
          <p:sp>
            <p:nvSpPr>
              <p:cNvPr id="1318" name="Freeform 4897">
                <a:extLst>
                  <a:ext uri="{FF2B5EF4-FFF2-40B4-BE49-F238E27FC236}">
                    <a16:creationId xmlns:a16="http://schemas.microsoft.com/office/drawing/2014/main" id="{0806A433-F023-7859-AFD9-34D0C2093C13}"/>
                  </a:ext>
                </a:extLst>
              </p:cNvPr>
              <p:cNvSpPr>
                <a:spLocks/>
              </p:cNvSpPr>
              <p:nvPr/>
            </p:nvSpPr>
            <p:spPr bwMode="auto">
              <a:xfrm>
                <a:off x="8786" y="799"/>
                <a:ext cx="35" cy="56"/>
              </a:xfrm>
              <a:custGeom>
                <a:avLst/>
                <a:gdLst>
                  <a:gd name="T0" fmla="+- 0 8807 8786"/>
                  <a:gd name="T1" fmla="*/ T0 w 35"/>
                  <a:gd name="T2" fmla="+- 0 799 799"/>
                  <a:gd name="T3" fmla="*/ 799 h 56"/>
                  <a:gd name="T4" fmla="+- 0 8801 8786"/>
                  <a:gd name="T5" fmla="*/ T4 w 35"/>
                  <a:gd name="T6" fmla="+- 0 799 799"/>
                  <a:gd name="T7" fmla="*/ 799 h 56"/>
                  <a:gd name="T8" fmla="+- 0 8798 8786"/>
                  <a:gd name="T9" fmla="*/ T8 w 35"/>
                  <a:gd name="T10" fmla="+- 0 800 799"/>
                  <a:gd name="T11" fmla="*/ 800 h 56"/>
                  <a:gd name="T12" fmla="+- 0 8793 8786"/>
                  <a:gd name="T13" fmla="*/ T12 w 35"/>
                  <a:gd name="T14" fmla="+- 0 804 799"/>
                  <a:gd name="T15" fmla="*/ 804 h 56"/>
                  <a:gd name="T16" fmla="+- 0 8790 8786"/>
                  <a:gd name="T17" fmla="*/ T16 w 35"/>
                  <a:gd name="T18" fmla="+- 0 807 799"/>
                  <a:gd name="T19" fmla="*/ 807 h 56"/>
                  <a:gd name="T20" fmla="+- 0 8787 8786"/>
                  <a:gd name="T21" fmla="*/ T20 w 35"/>
                  <a:gd name="T22" fmla="+- 0 816 799"/>
                  <a:gd name="T23" fmla="*/ 816 h 56"/>
                  <a:gd name="T24" fmla="+- 0 8786 8786"/>
                  <a:gd name="T25" fmla="*/ T24 w 35"/>
                  <a:gd name="T26" fmla="+- 0 821 799"/>
                  <a:gd name="T27" fmla="*/ 821 h 56"/>
                  <a:gd name="T28" fmla="+- 0 8786 8786"/>
                  <a:gd name="T29" fmla="*/ T28 w 35"/>
                  <a:gd name="T30" fmla="+- 0 834 799"/>
                  <a:gd name="T31" fmla="*/ 834 h 56"/>
                  <a:gd name="T32" fmla="+- 0 8787 8786"/>
                  <a:gd name="T33" fmla="*/ T32 w 35"/>
                  <a:gd name="T34" fmla="+- 0 841 799"/>
                  <a:gd name="T35" fmla="*/ 841 h 56"/>
                  <a:gd name="T36" fmla="+- 0 8793 8786"/>
                  <a:gd name="T37" fmla="*/ T36 w 35"/>
                  <a:gd name="T38" fmla="+- 0 852 799"/>
                  <a:gd name="T39" fmla="*/ 852 h 56"/>
                  <a:gd name="T40" fmla="+- 0 8798 8786"/>
                  <a:gd name="T41" fmla="*/ T40 w 35"/>
                  <a:gd name="T42" fmla="+- 0 855 799"/>
                  <a:gd name="T43" fmla="*/ 855 h 56"/>
                  <a:gd name="T44" fmla="+- 0 8805 8786"/>
                  <a:gd name="T45" fmla="*/ T44 w 35"/>
                  <a:gd name="T46" fmla="+- 0 855 799"/>
                  <a:gd name="T47" fmla="*/ 855 h 56"/>
                  <a:gd name="T48" fmla="+- 0 8808 8786"/>
                  <a:gd name="T49" fmla="*/ T48 w 35"/>
                  <a:gd name="T50" fmla="+- 0 854 799"/>
                  <a:gd name="T51" fmla="*/ 854 h 56"/>
                  <a:gd name="T52" fmla="+- 0 8810 8786"/>
                  <a:gd name="T53" fmla="*/ T52 w 35"/>
                  <a:gd name="T54" fmla="+- 0 852 799"/>
                  <a:gd name="T55" fmla="*/ 852 h 56"/>
                  <a:gd name="T56" fmla="+- 0 8800 8786"/>
                  <a:gd name="T57" fmla="*/ T56 w 35"/>
                  <a:gd name="T58" fmla="+- 0 852 799"/>
                  <a:gd name="T59" fmla="*/ 852 h 56"/>
                  <a:gd name="T60" fmla="+- 0 8798 8786"/>
                  <a:gd name="T61" fmla="*/ T60 w 35"/>
                  <a:gd name="T62" fmla="+- 0 850 799"/>
                  <a:gd name="T63" fmla="*/ 850 h 56"/>
                  <a:gd name="T64" fmla="+- 0 8794 8786"/>
                  <a:gd name="T65" fmla="*/ T64 w 35"/>
                  <a:gd name="T66" fmla="+- 0 842 799"/>
                  <a:gd name="T67" fmla="*/ 842 h 56"/>
                  <a:gd name="T68" fmla="+- 0 8794 8786"/>
                  <a:gd name="T69" fmla="*/ T68 w 35"/>
                  <a:gd name="T70" fmla="+- 0 836 799"/>
                  <a:gd name="T71" fmla="*/ 836 h 56"/>
                  <a:gd name="T72" fmla="+- 0 8794 8786"/>
                  <a:gd name="T73" fmla="*/ T72 w 35"/>
                  <a:gd name="T74" fmla="+- 0 821 799"/>
                  <a:gd name="T75" fmla="*/ 821 h 56"/>
                  <a:gd name="T76" fmla="+- 0 8803 8786"/>
                  <a:gd name="T77" fmla="*/ T76 w 35"/>
                  <a:gd name="T78" fmla="+- 0 802 799"/>
                  <a:gd name="T79" fmla="*/ 802 h 56"/>
                  <a:gd name="T80" fmla="+- 0 8811 8786"/>
                  <a:gd name="T81" fmla="*/ T80 w 35"/>
                  <a:gd name="T82" fmla="+- 0 802 799"/>
                  <a:gd name="T83" fmla="*/ 802 h 56"/>
                  <a:gd name="T84" fmla="+- 0 8811 8786"/>
                  <a:gd name="T85" fmla="*/ T84 w 35"/>
                  <a:gd name="T86" fmla="+- 0 801 799"/>
                  <a:gd name="T87" fmla="*/ 801 h 56"/>
                  <a:gd name="T88" fmla="+- 0 8807 8786"/>
                  <a:gd name="T89" fmla="*/ T88 w 35"/>
                  <a:gd name="T90" fmla="+- 0 799 799"/>
                  <a:gd name="T91" fmla="*/ 79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19" name="Freeform 4898">
                <a:extLst>
                  <a:ext uri="{FF2B5EF4-FFF2-40B4-BE49-F238E27FC236}">
                    <a16:creationId xmlns:a16="http://schemas.microsoft.com/office/drawing/2014/main" id="{B4767621-F6EA-74D5-A464-E126B851DE0E}"/>
                  </a:ext>
                </a:extLst>
              </p:cNvPr>
              <p:cNvSpPr>
                <a:spLocks/>
              </p:cNvSpPr>
              <p:nvPr/>
            </p:nvSpPr>
            <p:spPr bwMode="auto">
              <a:xfrm>
                <a:off x="8786" y="799"/>
                <a:ext cx="35" cy="56"/>
              </a:xfrm>
              <a:custGeom>
                <a:avLst/>
                <a:gdLst>
                  <a:gd name="T0" fmla="+- 0 8811 8786"/>
                  <a:gd name="T1" fmla="*/ T0 w 35"/>
                  <a:gd name="T2" fmla="+- 0 802 799"/>
                  <a:gd name="T3" fmla="*/ 802 h 56"/>
                  <a:gd name="T4" fmla="+- 0 8803 8786"/>
                  <a:gd name="T5" fmla="*/ T4 w 35"/>
                  <a:gd name="T6" fmla="+- 0 802 799"/>
                  <a:gd name="T7" fmla="*/ 802 h 56"/>
                  <a:gd name="T8" fmla="+- 0 8807 8786"/>
                  <a:gd name="T9" fmla="*/ T8 w 35"/>
                  <a:gd name="T10" fmla="+- 0 803 799"/>
                  <a:gd name="T11" fmla="*/ 803 h 56"/>
                  <a:gd name="T12" fmla="+- 0 8809 8786"/>
                  <a:gd name="T13" fmla="*/ T12 w 35"/>
                  <a:gd name="T14" fmla="+- 0 804 799"/>
                  <a:gd name="T15" fmla="*/ 804 h 56"/>
                  <a:gd name="T16" fmla="+- 0 8810 8786"/>
                  <a:gd name="T17" fmla="*/ T16 w 35"/>
                  <a:gd name="T18" fmla="+- 0 807 799"/>
                  <a:gd name="T19" fmla="*/ 807 h 56"/>
                  <a:gd name="T20" fmla="+- 0 8812 8786"/>
                  <a:gd name="T21" fmla="*/ T20 w 35"/>
                  <a:gd name="T22" fmla="+- 0 814 799"/>
                  <a:gd name="T23" fmla="*/ 814 h 56"/>
                  <a:gd name="T24" fmla="+- 0 8812 8786"/>
                  <a:gd name="T25" fmla="*/ T24 w 35"/>
                  <a:gd name="T26" fmla="+- 0 816 799"/>
                  <a:gd name="T27" fmla="*/ 816 h 56"/>
                  <a:gd name="T28" fmla="+- 0 8812 8786"/>
                  <a:gd name="T29" fmla="*/ T28 w 35"/>
                  <a:gd name="T30" fmla="+- 0 834 799"/>
                  <a:gd name="T31" fmla="*/ 834 h 56"/>
                  <a:gd name="T32" fmla="+- 0 8812 8786"/>
                  <a:gd name="T33" fmla="*/ T32 w 35"/>
                  <a:gd name="T34" fmla="+- 0 839 799"/>
                  <a:gd name="T35" fmla="*/ 839 h 56"/>
                  <a:gd name="T36" fmla="+- 0 8810 8786"/>
                  <a:gd name="T37" fmla="*/ T36 w 35"/>
                  <a:gd name="T38" fmla="+- 0 847 799"/>
                  <a:gd name="T39" fmla="*/ 847 h 56"/>
                  <a:gd name="T40" fmla="+- 0 8809 8786"/>
                  <a:gd name="T41" fmla="*/ T40 w 35"/>
                  <a:gd name="T42" fmla="+- 0 849 799"/>
                  <a:gd name="T43" fmla="*/ 849 h 56"/>
                  <a:gd name="T44" fmla="+- 0 8807 8786"/>
                  <a:gd name="T45" fmla="*/ T44 w 35"/>
                  <a:gd name="T46" fmla="+- 0 850 799"/>
                  <a:gd name="T47" fmla="*/ 850 h 56"/>
                  <a:gd name="T48" fmla="+- 0 8803 8786"/>
                  <a:gd name="T49" fmla="*/ T48 w 35"/>
                  <a:gd name="T50" fmla="+- 0 852 799"/>
                  <a:gd name="T51" fmla="*/ 852 h 56"/>
                  <a:gd name="T52" fmla="+- 0 8810 8786"/>
                  <a:gd name="T53" fmla="*/ T52 w 35"/>
                  <a:gd name="T54" fmla="+- 0 852 799"/>
                  <a:gd name="T55" fmla="*/ 852 h 56"/>
                  <a:gd name="T56" fmla="+- 0 8820 8786"/>
                  <a:gd name="T57" fmla="*/ T56 w 35"/>
                  <a:gd name="T58" fmla="+- 0 818 799"/>
                  <a:gd name="T59" fmla="*/ 818 h 56"/>
                  <a:gd name="T60" fmla="+- 0 8818 8786"/>
                  <a:gd name="T61" fmla="*/ T60 w 35"/>
                  <a:gd name="T62" fmla="+- 0 811 799"/>
                  <a:gd name="T63" fmla="*/ 811 h 56"/>
                  <a:gd name="T64" fmla="+- 0 8811 8786"/>
                  <a:gd name="T65" fmla="*/ T64 w 35"/>
                  <a:gd name="T66" fmla="+- 0 802 799"/>
                  <a:gd name="T67" fmla="*/ 8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08" name="Group 207">
              <a:extLst>
                <a:ext uri="{FF2B5EF4-FFF2-40B4-BE49-F238E27FC236}">
                  <a16:creationId xmlns:a16="http://schemas.microsoft.com/office/drawing/2014/main" id="{C22786B6-C9DB-EE93-5D7C-C6DB2512883F}"/>
                </a:ext>
              </a:extLst>
            </p:cNvPr>
            <p:cNvGrpSpPr>
              <a:grpSpLocks/>
            </p:cNvGrpSpPr>
            <p:nvPr/>
          </p:nvGrpSpPr>
          <p:grpSpPr bwMode="auto">
            <a:xfrm>
              <a:off x="113" y="799"/>
              <a:ext cx="9157" cy="335"/>
              <a:chOff x="113" y="799"/>
              <a:chExt cx="9157" cy="335"/>
            </a:xfrm>
          </p:grpSpPr>
          <p:sp>
            <p:nvSpPr>
              <p:cNvPr id="1315" name="Freeform 4900">
                <a:extLst>
                  <a:ext uri="{FF2B5EF4-FFF2-40B4-BE49-F238E27FC236}">
                    <a16:creationId xmlns:a16="http://schemas.microsoft.com/office/drawing/2014/main" id="{E7F2D74C-D181-17ED-17AF-31D215849E49}"/>
                  </a:ext>
                </a:extLst>
              </p:cNvPr>
              <p:cNvSpPr>
                <a:spLocks/>
              </p:cNvSpPr>
              <p:nvPr/>
            </p:nvSpPr>
            <p:spPr bwMode="auto">
              <a:xfrm>
                <a:off x="9249" y="799"/>
                <a:ext cx="21" cy="55"/>
              </a:xfrm>
              <a:custGeom>
                <a:avLst/>
                <a:gdLst>
                  <a:gd name="T0" fmla="+- 0 9263 9249"/>
                  <a:gd name="T1" fmla="*/ T0 w 21"/>
                  <a:gd name="T2" fmla="+- 0 806 799"/>
                  <a:gd name="T3" fmla="*/ 806 h 55"/>
                  <a:gd name="T4" fmla="+- 0 9253 9249"/>
                  <a:gd name="T5" fmla="*/ T4 w 21"/>
                  <a:gd name="T6" fmla="+- 0 806 799"/>
                  <a:gd name="T7" fmla="*/ 806 h 55"/>
                  <a:gd name="T8" fmla="+- 0 9255 9249"/>
                  <a:gd name="T9" fmla="*/ T8 w 21"/>
                  <a:gd name="T10" fmla="+- 0 806 799"/>
                  <a:gd name="T11" fmla="*/ 806 h 55"/>
                  <a:gd name="T12" fmla="+- 0 9256 9249"/>
                  <a:gd name="T13" fmla="*/ T12 w 21"/>
                  <a:gd name="T14" fmla="+- 0 808 799"/>
                  <a:gd name="T15" fmla="*/ 808 h 55"/>
                  <a:gd name="T16" fmla="+- 0 9256 9249"/>
                  <a:gd name="T17" fmla="*/ T16 w 21"/>
                  <a:gd name="T18" fmla="+- 0 809 799"/>
                  <a:gd name="T19" fmla="*/ 809 h 55"/>
                  <a:gd name="T20" fmla="+- 0 9256 9249"/>
                  <a:gd name="T21" fmla="*/ T20 w 21"/>
                  <a:gd name="T22" fmla="+- 0 849 799"/>
                  <a:gd name="T23" fmla="*/ 849 h 55"/>
                  <a:gd name="T24" fmla="+- 0 9256 9249"/>
                  <a:gd name="T25" fmla="*/ T24 w 21"/>
                  <a:gd name="T26" fmla="+- 0 850 799"/>
                  <a:gd name="T27" fmla="*/ 850 h 55"/>
                  <a:gd name="T28" fmla="+- 0 9254 9249"/>
                  <a:gd name="T29" fmla="*/ T28 w 21"/>
                  <a:gd name="T30" fmla="+- 0 852 799"/>
                  <a:gd name="T31" fmla="*/ 852 h 55"/>
                  <a:gd name="T32" fmla="+- 0 9254 9249"/>
                  <a:gd name="T33" fmla="*/ T32 w 21"/>
                  <a:gd name="T34" fmla="+- 0 852 799"/>
                  <a:gd name="T35" fmla="*/ 852 h 55"/>
                  <a:gd name="T36" fmla="+- 0 9252 9249"/>
                  <a:gd name="T37" fmla="*/ T36 w 21"/>
                  <a:gd name="T38" fmla="+- 0 852 799"/>
                  <a:gd name="T39" fmla="*/ 852 h 55"/>
                  <a:gd name="T40" fmla="+- 0 9249 9249"/>
                  <a:gd name="T41" fmla="*/ T40 w 21"/>
                  <a:gd name="T42" fmla="+- 0 852 799"/>
                  <a:gd name="T43" fmla="*/ 852 h 55"/>
                  <a:gd name="T44" fmla="+- 0 9249 9249"/>
                  <a:gd name="T45" fmla="*/ T44 w 21"/>
                  <a:gd name="T46" fmla="+- 0 854 799"/>
                  <a:gd name="T47" fmla="*/ 854 h 55"/>
                  <a:gd name="T48" fmla="+- 0 9270 9249"/>
                  <a:gd name="T49" fmla="*/ T48 w 21"/>
                  <a:gd name="T50" fmla="+- 0 854 799"/>
                  <a:gd name="T51" fmla="*/ 854 h 55"/>
                  <a:gd name="T52" fmla="+- 0 9270 9249"/>
                  <a:gd name="T53" fmla="*/ T52 w 21"/>
                  <a:gd name="T54" fmla="+- 0 852 799"/>
                  <a:gd name="T55" fmla="*/ 852 h 55"/>
                  <a:gd name="T56" fmla="+- 0 9267 9249"/>
                  <a:gd name="T57" fmla="*/ T56 w 21"/>
                  <a:gd name="T58" fmla="+- 0 852 799"/>
                  <a:gd name="T59" fmla="*/ 852 h 55"/>
                  <a:gd name="T60" fmla="+- 0 9265 9249"/>
                  <a:gd name="T61" fmla="*/ T60 w 21"/>
                  <a:gd name="T62" fmla="+- 0 852 799"/>
                  <a:gd name="T63" fmla="*/ 852 h 55"/>
                  <a:gd name="T64" fmla="+- 0 9265 9249"/>
                  <a:gd name="T65" fmla="*/ T64 w 21"/>
                  <a:gd name="T66" fmla="+- 0 852 799"/>
                  <a:gd name="T67" fmla="*/ 852 h 55"/>
                  <a:gd name="T68" fmla="+- 0 9263 9249"/>
                  <a:gd name="T69" fmla="*/ T68 w 21"/>
                  <a:gd name="T70" fmla="+- 0 850 799"/>
                  <a:gd name="T71" fmla="*/ 850 h 55"/>
                  <a:gd name="T72" fmla="+- 0 9263 9249"/>
                  <a:gd name="T73" fmla="*/ T72 w 21"/>
                  <a:gd name="T74" fmla="+- 0 849 799"/>
                  <a:gd name="T75" fmla="*/ 849 h 55"/>
                  <a:gd name="T76" fmla="+- 0 9263 9249"/>
                  <a:gd name="T77" fmla="*/ T76 w 21"/>
                  <a:gd name="T78" fmla="+- 0 806 799"/>
                  <a:gd name="T79" fmla="*/ 80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7"/>
                    </a:moveTo>
                    <a:lnTo>
                      <a:pt x="4" y="7"/>
                    </a:lnTo>
                    <a:lnTo>
                      <a:pt x="6" y="7"/>
                    </a:lnTo>
                    <a:lnTo>
                      <a:pt x="7" y="9"/>
                    </a:lnTo>
                    <a:lnTo>
                      <a:pt x="7" y="10"/>
                    </a:lnTo>
                    <a:lnTo>
                      <a:pt x="7" y="50"/>
                    </a:lnTo>
                    <a:lnTo>
                      <a:pt x="7" y="51"/>
                    </a:lnTo>
                    <a:lnTo>
                      <a:pt x="5" y="53"/>
                    </a:lnTo>
                    <a:lnTo>
                      <a:pt x="3" y="53"/>
                    </a:lnTo>
                    <a:lnTo>
                      <a:pt x="0" y="53"/>
                    </a:lnTo>
                    <a:lnTo>
                      <a:pt x="0" y="55"/>
                    </a:lnTo>
                    <a:lnTo>
                      <a:pt x="21" y="55"/>
                    </a:lnTo>
                    <a:lnTo>
                      <a:pt x="21" y="53"/>
                    </a:lnTo>
                    <a:lnTo>
                      <a:pt x="18" y="53"/>
                    </a:lnTo>
                    <a:lnTo>
                      <a:pt x="16" y="53"/>
                    </a:lnTo>
                    <a:lnTo>
                      <a:pt x="14"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16" name="Freeform 4901">
                <a:extLst>
                  <a:ext uri="{FF2B5EF4-FFF2-40B4-BE49-F238E27FC236}">
                    <a16:creationId xmlns:a16="http://schemas.microsoft.com/office/drawing/2014/main" id="{CB5B0A7F-89C4-9312-A46D-B7D636176374}"/>
                  </a:ext>
                </a:extLst>
              </p:cNvPr>
              <p:cNvSpPr>
                <a:spLocks/>
              </p:cNvSpPr>
              <p:nvPr/>
            </p:nvSpPr>
            <p:spPr bwMode="auto">
              <a:xfrm>
                <a:off x="9249" y="799"/>
                <a:ext cx="21" cy="55"/>
              </a:xfrm>
              <a:custGeom>
                <a:avLst/>
                <a:gdLst>
                  <a:gd name="T0" fmla="+- 0 9263 9249"/>
                  <a:gd name="T1" fmla="*/ T0 w 21"/>
                  <a:gd name="T2" fmla="+- 0 799 799"/>
                  <a:gd name="T3" fmla="*/ 799 h 55"/>
                  <a:gd name="T4" fmla="+- 0 9261 9249"/>
                  <a:gd name="T5" fmla="*/ T4 w 21"/>
                  <a:gd name="T6" fmla="+- 0 799 799"/>
                  <a:gd name="T7" fmla="*/ 799 h 55"/>
                  <a:gd name="T8" fmla="+- 0 9249 9249"/>
                  <a:gd name="T9" fmla="*/ T8 w 21"/>
                  <a:gd name="T10" fmla="+- 0 806 799"/>
                  <a:gd name="T11" fmla="*/ 806 h 55"/>
                  <a:gd name="T12" fmla="+- 0 9249 9249"/>
                  <a:gd name="T13" fmla="*/ T12 w 21"/>
                  <a:gd name="T14" fmla="+- 0 807 799"/>
                  <a:gd name="T15" fmla="*/ 807 h 55"/>
                  <a:gd name="T16" fmla="+- 0 9253 9249"/>
                  <a:gd name="T17" fmla="*/ T16 w 21"/>
                  <a:gd name="T18" fmla="+- 0 806 799"/>
                  <a:gd name="T19" fmla="*/ 806 h 55"/>
                  <a:gd name="T20" fmla="+- 0 9263 9249"/>
                  <a:gd name="T21" fmla="*/ T20 w 21"/>
                  <a:gd name="T22" fmla="+- 0 806 799"/>
                  <a:gd name="T23" fmla="*/ 806 h 55"/>
                  <a:gd name="T24" fmla="+- 0 9263 9249"/>
                  <a:gd name="T25" fmla="*/ T24 w 21"/>
                  <a:gd name="T26" fmla="+- 0 799 799"/>
                  <a:gd name="T27" fmla="*/ 799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2"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317" name="Picture 1316">
                <a:extLst>
                  <a:ext uri="{FF2B5EF4-FFF2-40B4-BE49-F238E27FC236}">
                    <a16:creationId xmlns:a16="http://schemas.microsoft.com/office/drawing/2014/main" id="{37179501-F2C7-BD53-EBF9-0764D344C0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 y="1062"/>
                <a:ext cx="490"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9" name="Group 208">
              <a:extLst>
                <a:ext uri="{FF2B5EF4-FFF2-40B4-BE49-F238E27FC236}">
                  <a16:creationId xmlns:a16="http://schemas.microsoft.com/office/drawing/2014/main" id="{0686FE3B-0F30-0338-7544-DB201D88102C}"/>
                </a:ext>
              </a:extLst>
            </p:cNvPr>
            <p:cNvGrpSpPr>
              <a:grpSpLocks/>
            </p:cNvGrpSpPr>
            <p:nvPr/>
          </p:nvGrpSpPr>
          <p:grpSpPr bwMode="auto">
            <a:xfrm>
              <a:off x="1028" y="1239"/>
              <a:ext cx="35" cy="56"/>
              <a:chOff x="1028" y="1239"/>
              <a:chExt cx="35" cy="56"/>
            </a:xfrm>
          </p:grpSpPr>
          <p:sp>
            <p:nvSpPr>
              <p:cNvPr id="1313" name="Freeform 4904">
                <a:extLst>
                  <a:ext uri="{FF2B5EF4-FFF2-40B4-BE49-F238E27FC236}">
                    <a16:creationId xmlns:a16="http://schemas.microsoft.com/office/drawing/2014/main" id="{45B53A68-EE34-53E9-1F5D-3A1BFC3F1C2D}"/>
                  </a:ext>
                </a:extLst>
              </p:cNvPr>
              <p:cNvSpPr>
                <a:spLocks/>
              </p:cNvSpPr>
              <p:nvPr/>
            </p:nvSpPr>
            <p:spPr bwMode="auto">
              <a:xfrm>
                <a:off x="1028" y="1239"/>
                <a:ext cx="35" cy="56"/>
              </a:xfrm>
              <a:custGeom>
                <a:avLst/>
                <a:gdLst>
                  <a:gd name="T0" fmla="+- 0 1050 1028"/>
                  <a:gd name="T1" fmla="*/ T0 w 35"/>
                  <a:gd name="T2" fmla="+- 0 1239 1239"/>
                  <a:gd name="T3" fmla="*/ 1239 h 56"/>
                  <a:gd name="T4" fmla="+- 0 1043 1028"/>
                  <a:gd name="T5" fmla="*/ T4 w 35"/>
                  <a:gd name="T6" fmla="+- 0 1239 1239"/>
                  <a:gd name="T7" fmla="*/ 1239 h 56"/>
                  <a:gd name="T8" fmla="+- 0 1041 1028"/>
                  <a:gd name="T9" fmla="*/ T8 w 35"/>
                  <a:gd name="T10" fmla="+- 0 1240 1239"/>
                  <a:gd name="T11" fmla="*/ 1240 h 56"/>
                  <a:gd name="T12" fmla="+- 0 1038 1028"/>
                  <a:gd name="T13" fmla="*/ T12 w 35"/>
                  <a:gd name="T14" fmla="+- 0 1242 1239"/>
                  <a:gd name="T15" fmla="*/ 1242 h 56"/>
                  <a:gd name="T16" fmla="+- 0 1035 1028"/>
                  <a:gd name="T17" fmla="*/ T16 w 35"/>
                  <a:gd name="T18" fmla="+- 0 1244 1239"/>
                  <a:gd name="T19" fmla="*/ 1244 h 56"/>
                  <a:gd name="T20" fmla="+- 0 1033 1028"/>
                  <a:gd name="T21" fmla="*/ T20 w 35"/>
                  <a:gd name="T22" fmla="+- 0 1247 1239"/>
                  <a:gd name="T23" fmla="*/ 1247 h 56"/>
                  <a:gd name="T24" fmla="+- 0 1029 1028"/>
                  <a:gd name="T25" fmla="*/ T24 w 35"/>
                  <a:gd name="T26" fmla="+- 0 1256 1239"/>
                  <a:gd name="T27" fmla="*/ 1256 h 56"/>
                  <a:gd name="T28" fmla="+- 0 1028 1028"/>
                  <a:gd name="T29" fmla="*/ T28 w 35"/>
                  <a:gd name="T30" fmla="+- 0 1261 1239"/>
                  <a:gd name="T31" fmla="*/ 1261 h 56"/>
                  <a:gd name="T32" fmla="+- 0 1028 1028"/>
                  <a:gd name="T33" fmla="*/ T32 w 35"/>
                  <a:gd name="T34" fmla="+- 0 1275 1239"/>
                  <a:gd name="T35" fmla="*/ 1275 h 56"/>
                  <a:gd name="T36" fmla="+- 0 1030 1028"/>
                  <a:gd name="T37" fmla="*/ T36 w 35"/>
                  <a:gd name="T38" fmla="+- 0 1281 1239"/>
                  <a:gd name="T39" fmla="*/ 1281 h 56"/>
                  <a:gd name="T40" fmla="+- 0 1036 1028"/>
                  <a:gd name="T41" fmla="*/ T40 w 35"/>
                  <a:gd name="T42" fmla="+- 0 1292 1239"/>
                  <a:gd name="T43" fmla="*/ 1292 h 56"/>
                  <a:gd name="T44" fmla="+- 0 1040 1028"/>
                  <a:gd name="T45" fmla="*/ T44 w 35"/>
                  <a:gd name="T46" fmla="+- 0 1295 1239"/>
                  <a:gd name="T47" fmla="*/ 1295 h 56"/>
                  <a:gd name="T48" fmla="+- 0 1048 1028"/>
                  <a:gd name="T49" fmla="*/ T48 w 35"/>
                  <a:gd name="T50" fmla="+- 0 1295 1239"/>
                  <a:gd name="T51" fmla="*/ 1295 h 56"/>
                  <a:gd name="T52" fmla="+- 0 1050 1028"/>
                  <a:gd name="T53" fmla="*/ T52 w 35"/>
                  <a:gd name="T54" fmla="+- 0 1294 1239"/>
                  <a:gd name="T55" fmla="*/ 1294 h 56"/>
                  <a:gd name="T56" fmla="+- 0 1053 1028"/>
                  <a:gd name="T57" fmla="*/ T56 w 35"/>
                  <a:gd name="T58" fmla="+- 0 1292 1239"/>
                  <a:gd name="T59" fmla="*/ 1292 h 56"/>
                  <a:gd name="T60" fmla="+- 0 1042 1028"/>
                  <a:gd name="T61" fmla="*/ T60 w 35"/>
                  <a:gd name="T62" fmla="+- 0 1292 1239"/>
                  <a:gd name="T63" fmla="*/ 1292 h 56"/>
                  <a:gd name="T64" fmla="+- 0 1040 1028"/>
                  <a:gd name="T65" fmla="*/ T64 w 35"/>
                  <a:gd name="T66" fmla="+- 0 1290 1239"/>
                  <a:gd name="T67" fmla="*/ 1290 h 56"/>
                  <a:gd name="T68" fmla="+- 0 1039 1028"/>
                  <a:gd name="T69" fmla="*/ T68 w 35"/>
                  <a:gd name="T70" fmla="+- 0 1286 1239"/>
                  <a:gd name="T71" fmla="*/ 1286 h 56"/>
                  <a:gd name="T72" fmla="+- 0 1037 1028"/>
                  <a:gd name="T73" fmla="*/ T72 w 35"/>
                  <a:gd name="T74" fmla="+- 0 1282 1239"/>
                  <a:gd name="T75" fmla="*/ 1282 h 56"/>
                  <a:gd name="T76" fmla="+- 0 1036 1028"/>
                  <a:gd name="T77" fmla="*/ T76 w 35"/>
                  <a:gd name="T78" fmla="+- 0 1276 1239"/>
                  <a:gd name="T79" fmla="*/ 1276 h 56"/>
                  <a:gd name="T80" fmla="+- 0 1046 1028"/>
                  <a:gd name="T81" fmla="*/ T80 w 35"/>
                  <a:gd name="T82" fmla="+- 0 1242 1239"/>
                  <a:gd name="T83" fmla="*/ 1242 h 56"/>
                  <a:gd name="T84" fmla="+- 0 1054 1028"/>
                  <a:gd name="T85" fmla="*/ T84 w 35"/>
                  <a:gd name="T86" fmla="+- 0 1242 1239"/>
                  <a:gd name="T87" fmla="*/ 1242 h 56"/>
                  <a:gd name="T88" fmla="+- 0 1053 1028"/>
                  <a:gd name="T89" fmla="*/ T88 w 35"/>
                  <a:gd name="T90" fmla="+- 0 1242 1239"/>
                  <a:gd name="T91" fmla="*/ 1242 h 56"/>
                  <a:gd name="T92" fmla="+- 0 1050 1028"/>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14" name="Freeform 4905">
                <a:extLst>
                  <a:ext uri="{FF2B5EF4-FFF2-40B4-BE49-F238E27FC236}">
                    <a16:creationId xmlns:a16="http://schemas.microsoft.com/office/drawing/2014/main" id="{4F34F8F1-32AF-F8FF-8D51-087D211F691B}"/>
                  </a:ext>
                </a:extLst>
              </p:cNvPr>
              <p:cNvSpPr>
                <a:spLocks/>
              </p:cNvSpPr>
              <p:nvPr/>
            </p:nvSpPr>
            <p:spPr bwMode="auto">
              <a:xfrm>
                <a:off x="1028" y="1239"/>
                <a:ext cx="35" cy="56"/>
              </a:xfrm>
              <a:custGeom>
                <a:avLst/>
                <a:gdLst>
                  <a:gd name="T0" fmla="+- 0 1054 1028"/>
                  <a:gd name="T1" fmla="*/ T0 w 35"/>
                  <a:gd name="T2" fmla="+- 0 1242 1239"/>
                  <a:gd name="T3" fmla="*/ 1242 h 56"/>
                  <a:gd name="T4" fmla="+- 0 1046 1028"/>
                  <a:gd name="T5" fmla="*/ T4 w 35"/>
                  <a:gd name="T6" fmla="+- 0 1242 1239"/>
                  <a:gd name="T7" fmla="*/ 1242 h 56"/>
                  <a:gd name="T8" fmla="+- 0 1050 1028"/>
                  <a:gd name="T9" fmla="*/ T8 w 35"/>
                  <a:gd name="T10" fmla="+- 0 1243 1239"/>
                  <a:gd name="T11" fmla="*/ 1243 h 56"/>
                  <a:gd name="T12" fmla="+- 0 1051 1028"/>
                  <a:gd name="T13" fmla="*/ T12 w 35"/>
                  <a:gd name="T14" fmla="+- 0 1245 1239"/>
                  <a:gd name="T15" fmla="*/ 1245 h 56"/>
                  <a:gd name="T16" fmla="+- 0 1055 1028"/>
                  <a:gd name="T17" fmla="*/ T16 w 35"/>
                  <a:gd name="T18" fmla="+- 0 1275 1239"/>
                  <a:gd name="T19" fmla="*/ 1275 h 56"/>
                  <a:gd name="T20" fmla="+- 0 1054 1028"/>
                  <a:gd name="T21" fmla="*/ T20 w 35"/>
                  <a:gd name="T22" fmla="+- 0 1280 1239"/>
                  <a:gd name="T23" fmla="*/ 1280 h 56"/>
                  <a:gd name="T24" fmla="+- 0 1052 1028"/>
                  <a:gd name="T25" fmla="*/ T24 w 35"/>
                  <a:gd name="T26" fmla="+- 0 1287 1239"/>
                  <a:gd name="T27" fmla="*/ 1287 h 56"/>
                  <a:gd name="T28" fmla="+- 0 1051 1028"/>
                  <a:gd name="T29" fmla="*/ T28 w 35"/>
                  <a:gd name="T30" fmla="+- 0 1289 1239"/>
                  <a:gd name="T31" fmla="*/ 1289 h 56"/>
                  <a:gd name="T32" fmla="+- 0 1050 1028"/>
                  <a:gd name="T33" fmla="*/ T32 w 35"/>
                  <a:gd name="T34" fmla="+- 0 1290 1239"/>
                  <a:gd name="T35" fmla="*/ 1290 h 56"/>
                  <a:gd name="T36" fmla="+- 0 1045 1028"/>
                  <a:gd name="T37" fmla="*/ T36 w 35"/>
                  <a:gd name="T38" fmla="+- 0 1292 1239"/>
                  <a:gd name="T39" fmla="*/ 1292 h 56"/>
                  <a:gd name="T40" fmla="+- 0 1053 1028"/>
                  <a:gd name="T41" fmla="*/ T40 w 35"/>
                  <a:gd name="T42" fmla="+- 0 1292 1239"/>
                  <a:gd name="T43" fmla="*/ 1292 h 56"/>
                  <a:gd name="T44" fmla="+- 0 1063 1028"/>
                  <a:gd name="T45" fmla="*/ T44 w 35"/>
                  <a:gd name="T46" fmla="+- 0 1258 1239"/>
                  <a:gd name="T47" fmla="*/ 1258 h 56"/>
                  <a:gd name="T48" fmla="+- 0 1061 1028"/>
                  <a:gd name="T49" fmla="*/ T48 w 35"/>
                  <a:gd name="T50" fmla="+- 0 1251 1239"/>
                  <a:gd name="T51" fmla="*/ 1251 h 56"/>
                  <a:gd name="T52" fmla="+- 0 1054 1028"/>
                  <a:gd name="T53" fmla="*/ T52 w 35"/>
                  <a:gd name="T54" fmla="+- 0 1242 1239"/>
                  <a:gd name="T55"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8" y="3"/>
                    </a:lnTo>
                    <a:lnTo>
                      <a:pt x="22" y="4"/>
                    </a:lnTo>
                    <a:lnTo>
                      <a:pt x="23" y="6"/>
                    </a:lnTo>
                    <a:lnTo>
                      <a:pt x="27" y="36"/>
                    </a:lnTo>
                    <a:lnTo>
                      <a:pt x="26" y="41"/>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0" name="Group 209">
              <a:extLst>
                <a:ext uri="{FF2B5EF4-FFF2-40B4-BE49-F238E27FC236}">
                  <a16:creationId xmlns:a16="http://schemas.microsoft.com/office/drawing/2014/main" id="{ACECA581-1DB1-3F03-BF87-46BF0AEA55B6}"/>
                </a:ext>
              </a:extLst>
            </p:cNvPr>
            <p:cNvGrpSpPr>
              <a:grpSpLocks/>
            </p:cNvGrpSpPr>
            <p:nvPr/>
          </p:nvGrpSpPr>
          <p:grpSpPr bwMode="auto">
            <a:xfrm>
              <a:off x="1485" y="1239"/>
              <a:ext cx="35" cy="56"/>
              <a:chOff x="1485" y="1239"/>
              <a:chExt cx="35" cy="56"/>
            </a:xfrm>
          </p:grpSpPr>
          <p:sp>
            <p:nvSpPr>
              <p:cNvPr id="1311" name="Freeform 4907">
                <a:extLst>
                  <a:ext uri="{FF2B5EF4-FFF2-40B4-BE49-F238E27FC236}">
                    <a16:creationId xmlns:a16="http://schemas.microsoft.com/office/drawing/2014/main" id="{BDB2EB52-01C4-16C2-4B9D-67C8E0214B92}"/>
                  </a:ext>
                </a:extLst>
              </p:cNvPr>
              <p:cNvSpPr>
                <a:spLocks/>
              </p:cNvSpPr>
              <p:nvPr/>
            </p:nvSpPr>
            <p:spPr bwMode="auto">
              <a:xfrm>
                <a:off x="1485" y="1239"/>
                <a:ext cx="35" cy="56"/>
              </a:xfrm>
              <a:custGeom>
                <a:avLst/>
                <a:gdLst>
                  <a:gd name="T0" fmla="+- 0 1506 1485"/>
                  <a:gd name="T1" fmla="*/ T0 w 35"/>
                  <a:gd name="T2" fmla="+- 0 1239 1239"/>
                  <a:gd name="T3" fmla="*/ 1239 h 56"/>
                  <a:gd name="T4" fmla="+- 0 1500 1485"/>
                  <a:gd name="T5" fmla="*/ T4 w 35"/>
                  <a:gd name="T6" fmla="+- 0 1239 1239"/>
                  <a:gd name="T7" fmla="*/ 1239 h 56"/>
                  <a:gd name="T8" fmla="+- 0 1497 1485"/>
                  <a:gd name="T9" fmla="*/ T8 w 35"/>
                  <a:gd name="T10" fmla="+- 0 1240 1239"/>
                  <a:gd name="T11" fmla="*/ 1240 h 56"/>
                  <a:gd name="T12" fmla="+- 0 1495 1485"/>
                  <a:gd name="T13" fmla="*/ T12 w 35"/>
                  <a:gd name="T14" fmla="+- 0 1242 1239"/>
                  <a:gd name="T15" fmla="*/ 1242 h 56"/>
                  <a:gd name="T16" fmla="+- 0 1492 1485"/>
                  <a:gd name="T17" fmla="*/ T16 w 35"/>
                  <a:gd name="T18" fmla="+- 0 1244 1239"/>
                  <a:gd name="T19" fmla="*/ 1244 h 56"/>
                  <a:gd name="T20" fmla="+- 0 1489 1485"/>
                  <a:gd name="T21" fmla="*/ T20 w 35"/>
                  <a:gd name="T22" fmla="+- 0 1247 1239"/>
                  <a:gd name="T23" fmla="*/ 1247 h 56"/>
                  <a:gd name="T24" fmla="+- 0 1486 1485"/>
                  <a:gd name="T25" fmla="*/ T24 w 35"/>
                  <a:gd name="T26" fmla="+- 0 1256 1239"/>
                  <a:gd name="T27" fmla="*/ 1256 h 56"/>
                  <a:gd name="T28" fmla="+- 0 1485 1485"/>
                  <a:gd name="T29" fmla="*/ T28 w 35"/>
                  <a:gd name="T30" fmla="+- 0 1261 1239"/>
                  <a:gd name="T31" fmla="*/ 1261 h 56"/>
                  <a:gd name="T32" fmla="+- 0 1485 1485"/>
                  <a:gd name="T33" fmla="*/ T32 w 35"/>
                  <a:gd name="T34" fmla="+- 0 1275 1239"/>
                  <a:gd name="T35" fmla="*/ 1275 h 56"/>
                  <a:gd name="T36" fmla="+- 0 1486 1485"/>
                  <a:gd name="T37" fmla="*/ T36 w 35"/>
                  <a:gd name="T38" fmla="+- 0 1281 1239"/>
                  <a:gd name="T39" fmla="*/ 1281 h 56"/>
                  <a:gd name="T40" fmla="+- 0 1492 1485"/>
                  <a:gd name="T41" fmla="*/ T40 w 35"/>
                  <a:gd name="T42" fmla="+- 0 1292 1239"/>
                  <a:gd name="T43" fmla="*/ 1292 h 56"/>
                  <a:gd name="T44" fmla="+- 0 1497 1485"/>
                  <a:gd name="T45" fmla="*/ T44 w 35"/>
                  <a:gd name="T46" fmla="+- 0 1295 1239"/>
                  <a:gd name="T47" fmla="*/ 1295 h 56"/>
                  <a:gd name="T48" fmla="+- 0 1504 1485"/>
                  <a:gd name="T49" fmla="*/ T48 w 35"/>
                  <a:gd name="T50" fmla="+- 0 1295 1239"/>
                  <a:gd name="T51" fmla="*/ 1295 h 56"/>
                  <a:gd name="T52" fmla="+- 0 1507 1485"/>
                  <a:gd name="T53" fmla="*/ T52 w 35"/>
                  <a:gd name="T54" fmla="+- 0 1294 1239"/>
                  <a:gd name="T55" fmla="*/ 1294 h 56"/>
                  <a:gd name="T56" fmla="+- 0 1509 1485"/>
                  <a:gd name="T57" fmla="*/ T56 w 35"/>
                  <a:gd name="T58" fmla="+- 0 1292 1239"/>
                  <a:gd name="T59" fmla="*/ 1292 h 56"/>
                  <a:gd name="T60" fmla="+- 0 1499 1485"/>
                  <a:gd name="T61" fmla="*/ T60 w 35"/>
                  <a:gd name="T62" fmla="+- 0 1292 1239"/>
                  <a:gd name="T63" fmla="*/ 1292 h 56"/>
                  <a:gd name="T64" fmla="+- 0 1497 1485"/>
                  <a:gd name="T65" fmla="*/ T64 w 35"/>
                  <a:gd name="T66" fmla="+- 0 1290 1239"/>
                  <a:gd name="T67" fmla="*/ 1290 h 56"/>
                  <a:gd name="T68" fmla="+- 0 1493 1485"/>
                  <a:gd name="T69" fmla="*/ T68 w 35"/>
                  <a:gd name="T70" fmla="+- 0 1282 1239"/>
                  <a:gd name="T71" fmla="*/ 1282 h 56"/>
                  <a:gd name="T72" fmla="+- 0 1492 1485"/>
                  <a:gd name="T73" fmla="*/ T72 w 35"/>
                  <a:gd name="T74" fmla="+- 0 1276 1239"/>
                  <a:gd name="T75" fmla="*/ 1276 h 56"/>
                  <a:gd name="T76" fmla="+- 0 1493 1485"/>
                  <a:gd name="T77" fmla="*/ T76 w 35"/>
                  <a:gd name="T78" fmla="+- 0 1261 1239"/>
                  <a:gd name="T79" fmla="*/ 1261 h 56"/>
                  <a:gd name="T80" fmla="+- 0 1502 1485"/>
                  <a:gd name="T81" fmla="*/ T80 w 35"/>
                  <a:gd name="T82" fmla="+- 0 1242 1239"/>
                  <a:gd name="T83" fmla="*/ 1242 h 56"/>
                  <a:gd name="T84" fmla="+- 0 1510 1485"/>
                  <a:gd name="T85" fmla="*/ T84 w 35"/>
                  <a:gd name="T86" fmla="+- 0 1242 1239"/>
                  <a:gd name="T87" fmla="*/ 1242 h 56"/>
                  <a:gd name="T88" fmla="+- 0 1510 1485"/>
                  <a:gd name="T89" fmla="*/ T88 w 35"/>
                  <a:gd name="T90" fmla="+- 0 1242 1239"/>
                  <a:gd name="T91" fmla="*/ 1242 h 56"/>
                  <a:gd name="T92" fmla="+- 0 1506 1485"/>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12" name="Freeform 4908">
                <a:extLst>
                  <a:ext uri="{FF2B5EF4-FFF2-40B4-BE49-F238E27FC236}">
                    <a16:creationId xmlns:a16="http://schemas.microsoft.com/office/drawing/2014/main" id="{EC60885C-99E9-9641-112E-122B3F3EF445}"/>
                  </a:ext>
                </a:extLst>
              </p:cNvPr>
              <p:cNvSpPr>
                <a:spLocks/>
              </p:cNvSpPr>
              <p:nvPr/>
            </p:nvSpPr>
            <p:spPr bwMode="auto">
              <a:xfrm>
                <a:off x="1485" y="1239"/>
                <a:ext cx="35" cy="56"/>
              </a:xfrm>
              <a:custGeom>
                <a:avLst/>
                <a:gdLst>
                  <a:gd name="T0" fmla="+- 0 1510 1485"/>
                  <a:gd name="T1" fmla="*/ T0 w 35"/>
                  <a:gd name="T2" fmla="+- 0 1242 1239"/>
                  <a:gd name="T3" fmla="*/ 1242 h 56"/>
                  <a:gd name="T4" fmla="+- 0 1502 1485"/>
                  <a:gd name="T5" fmla="*/ T4 w 35"/>
                  <a:gd name="T6" fmla="+- 0 1242 1239"/>
                  <a:gd name="T7" fmla="*/ 1242 h 56"/>
                  <a:gd name="T8" fmla="+- 0 1506 1485"/>
                  <a:gd name="T9" fmla="*/ T8 w 35"/>
                  <a:gd name="T10" fmla="+- 0 1243 1239"/>
                  <a:gd name="T11" fmla="*/ 1243 h 56"/>
                  <a:gd name="T12" fmla="+- 0 1507 1485"/>
                  <a:gd name="T13" fmla="*/ T12 w 35"/>
                  <a:gd name="T14" fmla="+- 0 1245 1239"/>
                  <a:gd name="T15" fmla="*/ 1245 h 56"/>
                  <a:gd name="T16" fmla="+- 0 1509 1485"/>
                  <a:gd name="T17" fmla="*/ T16 w 35"/>
                  <a:gd name="T18" fmla="+- 0 1247 1239"/>
                  <a:gd name="T19" fmla="*/ 1247 h 56"/>
                  <a:gd name="T20" fmla="+- 0 1511 1485"/>
                  <a:gd name="T21" fmla="*/ T20 w 35"/>
                  <a:gd name="T22" fmla="+- 0 1254 1239"/>
                  <a:gd name="T23" fmla="*/ 1254 h 56"/>
                  <a:gd name="T24" fmla="+- 0 1511 1485"/>
                  <a:gd name="T25" fmla="*/ T24 w 35"/>
                  <a:gd name="T26" fmla="+- 0 1256 1239"/>
                  <a:gd name="T27" fmla="*/ 1256 h 56"/>
                  <a:gd name="T28" fmla="+- 0 1511 1485"/>
                  <a:gd name="T29" fmla="*/ T28 w 35"/>
                  <a:gd name="T30" fmla="+- 0 1275 1239"/>
                  <a:gd name="T31" fmla="*/ 1275 h 56"/>
                  <a:gd name="T32" fmla="+- 0 1511 1485"/>
                  <a:gd name="T33" fmla="*/ T32 w 35"/>
                  <a:gd name="T34" fmla="+- 0 1280 1239"/>
                  <a:gd name="T35" fmla="*/ 1280 h 56"/>
                  <a:gd name="T36" fmla="+- 0 1509 1485"/>
                  <a:gd name="T37" fmla="*/ T36 w 35"/>
                  <a:gd name="T38" fmla="+- 0 1287 1239"/>
                  <a:gd name="T39" fmla="*/ 1287 h 56"/>
                  <a:gd name="T40" fmla="+- 0 1508 1485"/>
                  <a:gd name="T41" fmla="*/ T40 w 35"/>
                  <a:gd name="T42" fmla="+- 0 1289 1239"/>
                  <a:gd name="T43" fmla="*/ 1289 h 56"/>
                  <a:gd name="T44" fmla="+- 0 1506 1485"/>
                  <a:gd name="T45" fmla="*/ T44 w 35"/>
                  <a:gd name="T46" fmla="+- 0 1290 1239"/>
                  <a:gd name="T47" fmla="*/ 1290 h 56"/>
                  <a:gd name="T48" fmla="+- 0 1502 1485"/>
                  <a:gd name="T49" fmla="*/ T48 w 35"/>
                  <a:gd name="T50" fmla="+- 0 1292 1239"/>
                  <a:gd name="T51" fmla="*/ 1292 h 56"/>
                  <a:gd name="T52" fmla="+- 0 1509 1485"/>
                  <a:gd name="T53" fmla="*/ T52 w 35"/>
                  <a:gd name="T54" fmla="+- 0 1292 1239"/>
                  <a:gd name="T55" fmla="*/ 1292 h 56"/>
                  <a:gd name="T56" fmla="+- 0 1519 1485"/>
                  <a:gd name="T57" fmla="*/ T56 w 35"/>
                  <a:gd name="T58" fmla="+- 0 1258 1239"/>
                  <a:gd name="T59" fmla="*/ 1258 h 56"/>
                  <a:gd name="T60" fmla="+- 0 1517 1485"/>
                  <a:gd name="T61" fmla="*/ T60 w 35"/>
                  <a:gd name="T62" fmla="+- 0 1251 1239"/>
                  <a:gd name="T63" fmla="*/ 1251 h 56"/>
                  <a:gd name="T64" fmla="+- 0 1510 1485"/>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1" name="Group 210">
              <a:extLst>
                <a:ext uri="{FF2B5EF4-FFF2-40B4-BE49-F238E27FC236}">
                  <a16:creationId xmlns:a16="http://schemas.microsoft.com/office/drawing/2014/main" id="{C85B6967-B806-DA07-C68C-AFD8A5C3578C}"/>
                </a:ext>
              </a:extLst>
            </p:cNvPr>
            <p:cNvGrpSpPr>
              <a:grpSpLocks/>
            </p:cNvGrpSpPr>
            <p:nvPr/>
          </p:nvGrpSpPr>
          <p:grpSpPr bwMode="auto">
            <a:xfrm>
              <a:off x="1905" y="1239"/>
              <a:ext cx="69" cy="56"/>
              <a:chOff x="1905" y="1239"/>
              <a:chExt cx="69" cy="56"/>
            </a:xfrm>
          </p:grpSpPr>
          <p:sp>
            <p:nvSpPr>
              <p:cNvPr id="1305" name="Freeform 4910">
                <a:extLst>
                  <a:ext uri="{FF2B5EF4-FFF2-40B4-BE49-F238E27FC236}">
                    <a16:creationId xmlns:a16="http://schemas.microsoft.com/office/drawing/2014/main" id="{E4349146-0901-36B3-6118-3CB95F41C3EC}"/>
                  </a:ext>
                </a:extLst>
              </p:cNvPr>
              <p:cNvSpPr>
                <a:spLocks/>
              </p:cNvSpPr>
              <p:nvPr/>
            </p:nvSpPr>
            <p:spPr bwMode="auto">
              <a:xfrm>
                <a:off x="1905" y="1239"/>
                <a:ext cx="69" cy="56"/>
              </a:xfrm>
              <a:custGeom>
                <a:avLst/>
                <a:gdLst>
                  <a:gd name="T0" fmla="+- 0 1925 1905"/>
                  <a:gd name="T1" fmla="*/ T0 w 69"/>
                  <a:gd name="T2" fmla="+- 0 1239 1239"/>
                  <a:gd name="T3" fmla="*/ 1239 h 56"/>
                  <a:gd name="T4" fmla="+- 0 1916 1905"/>
                  <a:gd name="T5" fmla="*/ T4 w 69"/>
                  <a:gd name="T6" fmla="+- 0 1239 1239"/>
                  <a:gd name="T7" fmla="*/ 1239 h 56"/>
                  <a:gd name="T8" fmla="+- 0 1913 1905"/>
                  <a:gd name="T9" fmla="*/ T8 w 69"/>
                  <a:gd name="T10" fmla="+- 0 1241 1239"/>
                  <a:gd name="T11" fmla="*/ 1241 h 56"/>
                  <a:gd name="T12" fmla="+- 0 1907 1905"/>
                  <a:gd name="T13" fmla="*/ T12 w 69"/>
                  <a:gd name="T14" fmla="+- 0 1246 1239"/>
                  <a:gd name="T15" fmla="*/ 1246 h 56"/>
                  <a:gd name="T16" fmla="+- 0 1906 1905"/>
                  <a:gd name="T17" fmla="*/ T16 w 69"/>
                  <a:gd name="T18" fmla="+- 0 1248 1239"/>
                  <a:gd name="T19" fmla="*/ 1248 h 56"/>
                  <a:gd name="T20" fmla="+- 0 1906 1905"/>
                  <a:gd name="T21" fmla="*/ T20 w 69"/>
                  <a:gd name="T22" fmla="+- 0 1255 1239"/>
                  <a:gd name="T23" fmla="*/ 1255 h 56"/>
                  <a:gd name="T24" fmla="+- 0 1907 1905"/>
                  <a:gd name="T25" fmla="*/ T24 w 69"/>
                  <a:gd name="T26" fmla="+- 0 1257 1239"/>
                  <a:gd name="T27" fmla="*/ 1257 h 56"/>
                  <a:gd name="T28" fmla="+- 0 1909 1905"/>
                  <a:gd name="T29" fmla="*/ T28 w 69"/>
                  <a:gd name="T30" fmla="+- 0 1261 1239"/>
                  <a:gd name="T31" fmla="*/ 1261 h 56"/>
                  <a:gd name="T32" fmla="+- 0 1912 1905"/>
                  <a:gd name="T33" fmla="*/ T32 w 69"/>
                  <a:gd name="T34" fmla="+- 0 1264 1239"/>
                  <a:gd name="T35" fmla="*/ 1264 h 56"/>
                  <a:gd name="T36" fmla="+- 0 1916 1905"/>
                  <a:gd name="T37" fmla="*/ T36 w 69"/>
                  <a:gd name="T38" fmla="+- 0 1267 1239"/>
                  <a:gd name="T39" fmla="*/ 1267 h 56"/>
                  <a:gd name="T40" fmla="+- 0 1912 1905"/>
                  <a:gd name="T41" fmla="*/ T40 w 69"/>
                  <a:gd name="T42" fmla="+- 0 1270 1239"/>
                  <a:gd name="T43" fmla="*/ 1270 h 56"/>
                  <a:gd name="T44" fmla="+- 0 1909 1905"/>
                  <a:gd name="T45" fmla="*/ T44 w 69"/>
                  <a:gd name="T46" fmla="+- 0 1272 1239"/>
                  <a:gd name="T47" fmla="*/ 1272 h 56"/>
                  <a:gd name="T48" fmla="+- 0 1906 1905"/>
                  <a:gd name="T49" fmla="*/ T48 w 69"/>
                  <a:gd name="T50" fmla="+- 0 1277 1239"/>
                  <a:gd name="T51" fmla="*/ 1277 h 56"/>
                  <a:gd name="T52" fmla="+- 0 1905 1905"/>
                  <a:gd name="T53" fmla="*/ T52 w 69"/>
                  <a:gd name="T54" fmla="+- 0 1279 1239"/>
                  <a:gd name="T55" fmla="*/ 1279 h 56"/>
                  <a:gd name="T56" fmla="+- 0 1905 1905"/>
                  <a:gd name="T57" fmla="*/ T56 w 69"/>
                  <a:gd name="T58" fmla="+- 0 1285 1239"/>
                  <a:gd name="T59" fmla="*/ 1285 h 56"/>
                  <a:gd name="T60" fmla="+- 0 1906 1905"/>
                  <a:gd name="T61" fmla="*/ T60 w 69"/>
                  <a:gd name="T62" fmla="+- 0 1287 1239"/>
                  <a:gd name="T63" fmla="*/ 1287 h 56"/>
                  <a:gd name="T64" fmla="+- 0 1912 1905"/>
                  <a:gd name="T65" fmla="*/ T64 w 69"/>
                  <a:gd name="T66" fmla="+- 0 1293 1239"/>
                  <a:gd name="T67" fmla="*/ 1293 h 56"/>
                  <a:gd name="T68" fmla="+- 0 1915 1905"/>
                  <a:gd name="T69" fmla="*/ T68 w 69"/>
                  <a:gd name="T70" fmla="+- 0 1295 1239"/>
                  <a:gd name="T71" fmla="*/ 1295 h 56"/>
                  <a:gd name="T72" fmla="+- 0 1925 1905"/>
                  <a:gd name="T73" fmla="*/ T72 w 69"/>
                  <a:gd name="T74" fmla="+- 0 1295 1239"/>
                  <a:gd name="T75" fmla="*/ 1295 h 56"/>
                  <a:gd name="T76" fmla="+- 0 1929 1905"/>
                  <a:gd name="T77" fmla="*/ T76 w 69"/>
                  <a:gd name="T78" fmla="+- 0 1293 1239"/>
                  <a:gd name="T79" fmla="*/ 1293 h 56"/>
                  <a:gd name="T80" fmla="+- 0 1930 1905"/>
                  <a:gd name="T81" fmla="*/ T80 w 69"/>
                  <a:gd name="T82" fmla="+- 0 1293 1239"/>
                  <a:gd name="T83" fmla="*/ 1293 h 56"/>
                  <a:gd name="T84" fmla="+- 0 1918 1905"/>
                  <a:gd name="T85" fmla="*/ T84 w 69"/>
                  <a:gd name="T86" fmla="+- 0 1293 1239"/>
                  <a:gd name="T87" fmla="*/ 1293 h 56"/>
                  <a:gd name="T88" fmla="+- 0 1916 1905"/>
                  <a:gd name="T89" fmla="*/ T88 w 69"/>
                  <a:gd name="T90" fmla="+- 0 1292 1239"/>
                  <a:gd name="T91" fmla="*/ 1292 h 56"/>
                  <a:gd name="T92" fmla="+- 0 1912 1905"/>
                  <a:gd name="T93" fmla="*/ T92 w 69"/>
                  <a:gd name="T94" fmla="+- 0 1288 1239"/>
                  <a:gd name="T95" fmla="*/ 1288 h 56"/>
                  <a:gd name="T96" fmla="+- 0 1911 1905"/>
                  <a:gd name="T97" fmla="*/ T96 w 69"/>
                  <a:gd name="T98" fmla="+- 0 1285 1239"/>
                  <a:gd name="T99" fmla="*/ 1285 h 56"/>
                  <a:gd name="T100" fmla="+- 0 1912 1905"/>
                  <a:gd name="T101" fmla="*/ T100 w 69"/>
                  <a:gd name="T102" fmla="+- 0 1278 1239"/>
                  <a:gd name="T103" fmla="*/ 1278 h 56"/>
                  <a:gd name="T104" fmla="+- 0 1912 1905"/>
                  <a:gd name="T105" fmla="*/ T104 w 69"/>
                  <a:gd name="T106" fmla="+- 0 1277 1239"/>
                  <a:gd name="T107" fmla="*/ 1277 h 56"/>
                  <a:gd name="T108" fmla="+- 0 1914 1905"/>
                  <a:gd name="T109" fmla="*/ T108 w 69"/>
                  <a:gd name="T110" fmla="+- 0 1272 1239"/>
                  <a:gd name="T111" fmla="*/ 1272 h 56"/>
                  <a:gd name="T112" fmla="+- 0 1916 1905"/>
                  <a:gd name="T113" fmla="*/ T112 w 69"/>
                  <a:gd name="T114" fmla="+- 0 1270 1239"/>
                  <a:gd name="T115" fmla="*/ 1270 h 56"/>
                  <a:gd name="T116" fmla="+- 0 1918 1905"/>
                  <a:gd name="T117" fmla="*/ T116 w 69"/>
                  <a:gd name="T118" fmla="+- 0 1268 1239"/>
                  <a:gd name="T119" fmla="*/ 1268 h 56"/>
                  <a:gd name="T120" fmla="+- 0 1929 1905"/>
                  <a:gd name="T121" fmla="*/ T120 w 69"/>
                  <a:gd name="T122" fmla="+- 0 1268 1239"/>
                  <a:gd name="T123" fmla="*/ 1268 h 56"/>
                  <a:gd name="T124" fmla="+- 0 1929 1905"/>
                  <a:gd name="T125" fmla="*/ T124 w 69"/>
                  <a:gd name="T126" fmla="+- 0 1268 1239"/>
                  <a:gd name="T127" fmla="*/ 1268 h 56"/>
                  <a:gd name="T128" fmla="+- 0 1924 1905"/>
                  <a:gd name="T129" fmla="*/ T128 w 69"/>
                  <a:gd name="T130" fmla="+- 0 1264 1239"/>
                  <a:gd name="T131" fmla="*/ 1264 h 56"/>
                  <a:gd name="T132" fmla="+- 0 1926 1905"/>
                  <a:gd name="T133" fmla="*/ T132 w 69"/>
                  <a:gd name="T134" fmla="+- 0 1263 1239"/>
                  <a:gd name="T135" fmla="*/ 1263 h 56"/>
                  <a:gd name="T136" fmla="+- 0 1922 1905"/>
                  <a:gd name="T137" fmla="*/ T136 w 69"/>
                  <a:gd name="T138" fmla="+- 0 1263 1239"/>
                  <a:gd name="T139" fmla="*/ 1263 h 56"/>
                  <a:gd name="T140" fmla="+- 0 1916 1905"/>
                  <a:gd name="T141" fmla="*/ T140 w 69"/>
                  <a:gd name="T142" fmla="+- 0 1257 1239"/>
                  <a:gd name="T143" fmla="*/ 1257 h 56"/>
                  <a:gd name="T144" fmla="+- 0 1913 1905"/>
                  <a:gd name="T145" fmla="*/ T144 w 69"/>
                  <a:gd name="T146" fmla="+- 0 1254 1239"/>
                  <a:gd name="T147" fmla="*/ 1254 h 56"/>
                  <a:gd name="T148" fmla="+- 0 1912 1905"/>
                  <a:gd name="T149" fmla="*/ T148 w 69"/>
                  <a:gd name="T150" fmla="+- 0 1249 1239"/>
                  <a:gd name="T151" fmla="*/ 1249 h 56"/>
                  <a:gd name="T152" fmla="+- 0 1912 1905"/>
                  <a:gd name="T153" fmla="*/ T152 w 69"/>
                  <a:gd name="T154" fmla="+- 0 1247 1239"/>
                  <a:gd name="T155" fmla="*/ 1247 h 56"/>
                  <a:gd name="T156" fmla="+- 0 1912 1905"/>
                  <a:gd name="T157" fmla="*/ T156 w 69"/>
                  <a:gd name="T158" fmla="+- 0 1246 1239"/>
                  <a:gd name="T159" fmla="*/ 1246 h 56"/>
                  <a:gd name="T160" fmla="+- 0 1916 1905"/>
                  <a:gd name="T161" fmla="*/ T160 w 69"/>
                  <a:gd name="T162" fmla="+- 0 1242 1239"/>
                  <a:gd name="T163" fmla="*/ 1242 h 56"/>
                  <a:gd name="T164" fmla="+- 0 1918 1905"/>
                  <a:gd name="T165" fmla="*/ T164 w 69"/>
                  <a:gd name="T166" fmla="+- 0 1242 1239"/>
                  <a:gd name="T167" fmla="*/ 1242 h 56"/>
                  <a:gd name="T168" fmla="+- 0 1930 1905"/>
                  <a:gd name="T169" fmla="*/ T168 w 69"/>
                  <a:gd name="T170" fmla="+- 0 1242 1239"/>
                  <a:gd name="T171" fmla="*/ 1242 h 56"/>
                  <a:gd name="T172" fmla="+- 0 1928 1905"/>
                  <a:gd name="T173" fmla="*/ T172 w 69"/>
                  <a:gd name="T174" fmla="+- 0 1241 1239"/>
                  <a:gd name="T175" fmla="*/ 1241 h 56"/>
                  <a:gd name="T176" fmla="+- 0 1925 1905"/>
                  <a:gd name="T177" fmla="*/ T176 w 69"/>
                  <a:gd name="T178" fmla="+- 0 1239 1239"/>
                  <a:gd name="T179"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9" h="56">
                    <a:moveTo>
                      <a:pt x="20" y="0"/>
                    </a:moveTo>
                    <a:lnTo>
                      <a:pt x="11" y="0"/>
                    </a:lnTo>
                    <a:lnTo>
                      <a:pt x="8" y="2"/>
                    </a:lnTo>
                    <a:lnTo>
                      <a:pt x="2" y="7"/>
                    </a:lnTo>
                    <a:lnTo>
                      <a:pt x="1" y="9"/>
                    </a:lnTo>
                    <a:lnTo>
                      <a:pt x="1" y="16"/>
                    </a:lnTo>
                    <a:lnTo>
                      <a:pt x="2" y="18"/>
                    </a:lnTo>
                    <a:lnTo>
                      <a:pt x="4" y="22"/>
                    </a:lnTo>
                    <a:lnTo>
                      <a:pt x="7" y="25"/>
                    </a:lnTo>
                    <a:lnTo>
                      <a:pt x="11" y="28"/>
                    </a:lnTo>
                    <a:lnTo>
                      <a:pt x="7" y="31"/>
                    </a:lnTo>
                    <a:lnTo>
                      <a:pt x="4" y="33"/>
                    </a:lnTo>
                    <a:lnTo>
                      <a:pt x="1" y="38"/>
                    </a:lnTo>
                    <a:lnTo>
                      <a:pt x="0" y="40"/>
                    </a:lnTo>
                    <a:lnTo>
                      <a:pt x="0" y="46"/>
                    </a:lnTo>
                    <a:lnTo>
                      <a:pt x="1" y="48"/>
                    </a:lnTo>
                    <a:lnTo>
                      <a:pt x="7" y="54"/>
                    </a:lnTo>
                    <a:lnTo>
                      <a:pt x="10" y="56"/>
                    </a:lnTo>
                    <a:lnTo>
                      <a:pt x="20" y="56"/>
                    </a:lnTo>
                    <a:lnTo>
                      <a:pt x="24" y="54"/>
                    </a:lnTo>
                    <a:lnTo>
                      <a:pt x="25" y="54"/>
                    </a:lnTo>
                    <a:lnTo>
                      <a:pt x="13" y="54"/>
                    </a:lnTo>
                    <a:lnTo>
                      <a:pt x="11" y="53"/>
                    </a:lnTo>
                    <a:lnTo>
                      <a:pt x="7" y="49"/>
                    </a:lnTo>
                    <a:lnTo>
                      <a:pt x="6" y="46"/>
                    </a:lnTo>
                    <a:lnTo>
                      <a:pt x="7" y="39"/>
                    </a:lnTo>
                    <a:lnTo>
                      <a:pt x="7" y="38"/>
                    </a:lnTo>
                    <a:lnTo>
                      <a:pt x="9" y="33"/>
                    </a:lnTo>
                    <a:lnTo>
                      <a:pt x="11" y="31"/>
                    </a:lnTo>
                    <a:lnTo>
                      <a:pt x="13" y="29"/>
                    </a:lnTo>
                    <a:lnTo>
                      <a:pt x="24" y="29"/>
                    </a:lnTo>
                    <a:lnTo>
                      <a:pt x="19" y="25"/>
                    </a:lnTo>
                    <a:lnTo>
                      <a:pt x="21" y="24"/>
                    </a:lnTo>
                    <a:lnTo>
                      <a:pt x="17" y="24"/>
                    </a:lnTo>
                    <a:lnTo>
                      <a:pt x="11" y="18"/>
                    </a:lnTo>
                    <a:lnTo>
                      <a:pt x="8" y="15"/>
                    </a:lnTo>
                    <a:lnTo>
                      <a:pt x="7" y="10"/>
                    </a:lnTo>
                    <a:lnTo>
                      <a:pt x="7" y="8"/>
                    </a:lnTo>
                    <a:lnTo>
                      <a:pt x="7" y="7"/>
                    </a:lnTo>
                    <a:lnTo>
                      <a:pt x="11" y="3"/>
                    </a:lnTo>
                    <a:lnTo>
                      <a:pt x="13" y="3"/>
                    </a:lnTo>
                    <a:lnTo>
                      <a:pt x="25" y="3"/>
                    </a:lnTo>
                    <a:lnTo>
                      <a:pt x="23" y="2"/>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6" name="Freeform 4911">
                <a:extLst>
                  <a:ext uri="{FF2B5EF4-FFF2-40B4-BE49-F238E27FC236}">
                    <a16:creationId xmlns:a16="http://schemas.microsoft.com/office/drawing/2014/main" id="{717EFE35-6771-DFD1-AADC-6F13743B6FBE}"/>
                  </a:ext>
                </a:extLst>
              </p:cNvPr>
              <p:cNvSpPr>
                <a:spLocks/>
              </p:cNvSpPr>
              <p:nvPr/>
            </p:nvSpPr>
            <p:spPr bwMode="auto">
              <a:xfrm>
                <a:off x="1905" y="1239"/>
                <a:ext cx="69" cy="56"/>
              </a:xfrm>
              <a:custGeom>
                <a:avLst/>
                <a:gdLst>
                  <a:gd name="T0" fmla="+- 0 1929 1905"/>
                  <a:gd name="T1" fmla="*/ T0 w 69"/>
                  <a:gd name="T2" fmla="+- 0 1268 1239"/>
                  <a:gd name="T3" fmla="*/ 1268 h 56"/>
                  <a:gd name="T4" fmla="+- 0 1918 1905"/>
                  <a:gd name="T5" fmla="*/ T4 w 69"/>
                  <a:gd name="T6" fmla="+- 0 1268 1239"/>
                  <a:gd name="T7" fmla="*/ 1268 h 56"/>
                  <a:gd name="T8" fmla="+- 0 1923 1905"/>
                  <a:gd name="T9" fmla="*/ T8 w 69"/>
                  <a:gd name="T10" fmla="+- 0 1273 1239"/>
                  <a:gd name="T11" fmla="*/ 1273 h 56"/>
                  <a:gd name="T12" fmla="+- 0 1927 1905"/>
                  <a:gd name="T13" fmla="*/ T12 w 69"/>
                  <a:gd name="T14" fmla="+- 0 1277 1239"/>
                  <a:gd name="T15" fmla="*/ 1277 h 56"/>
                  <a:gd name="T16" fmla="+- 0 1930 1905"/>
                  <a:gd name="T17" fmla="*/ T16 w 69"/>
                  <a:gd name="T18" fmla="+- 0 1281 1239"/>
                  <a:gd name="T19" fmla="*/ 1281 h 56"/>
                  <a:gd name="T20" fmla="+- 0 1931 1905"/>
                  <a:gd name="T21" fmla="*/ T20 w 69"/>
                  <a:gd name="T22" fmla="+- 0 1283 1239"/>
                  <a:gd name="T23" fmla="*/ 1283 h 56"/>
                  <a:gd name="T24" fmla="+- 0 1931 1905"/>
                  <a:gd name="T25" fmla="*/ T24 w 69"/>
                  <a:gd name="T26" fmla="+- 0 1287 1239"/>
                  <a:gd name="T27" fmla="*/ 1287 h 56"/>
                  <a:gd name="T28" fmla="+- 0 1930 1905"/>
                  <a:gd name="T29" fmla="*/ T28 w 69"/>
                  <a:gd name="T30" fmla="+- 0 1289 1239"/>
                  <a:gd name="T31" fmla="*/ 1289 h 56"/>
                  <a:gd name="T32" fmla="+- 0 1926 1905"/>
                  <a:gd name="T33" fmla="*/ T32 w 69"/>
                  <a:gd name="T34" fmla="+- 0 1292 1239"/>
                  <a:gd name="T35" fmla="*/ 1292 h 56"/>
                  <a:gd name="T36" fmla="+- 0 1924 1905"/>
                  <a:gd name="T37" fmla="*/ T36 w 69"/>
                  <a:gd name="T38" fmla="+- 0 1293 1239"/>
                  <a:gd name="T39" fmla="*/ 1293 h 56"/>
                  <a:gd name="T40" fmla="+- 0 1930 1905"/>
                  <a:gd name="T41" fmla="*/ T40 w 69"/>
                  <a:gd name="T42" fmla="+- 0 1293 1239"/>
                  <a:gd name="T43" fmla="*/ 1293 h 56"/>
                  <a:gd name="T44" fmla="+- 0 1935 1905"/>
                  <a:gd name="T45" fmla="*/ T44 w 69"/>
                  <a:gd name="T46" fmla="+- 0 1288 1239"/>
                  <a:gd name="T47" fmla="*/ 1288 h 56"/>
                  <a:gd name="T48" fmla="+- 0 1936 1905"/>
                  <a:gd name="T49" fmla="*/ T48 w 69"/>
                  <a:gd name="T50" fmla="+- 0 1285 1239"/>
                  <a:gd name="T51" fmla="*/ 1285 h 56"/>
                  <a:gd name="T52" fmla="+- 0 1936 1905"/>
                  <a:gd name="T53" fmla="*/ T52 w 69"/>
                  <a:gd name="T54" fmla="+- 0 1278 1239"/>
                  <a:gd name="T55" fmla="*/ 1278 h 56"/>
                  <a:gd name="T56" fmla="+- 0 1935 1905"/>
                  <a:gd name="T57" fmla="*/ T56 w 69"/>
                  <a:gd name="T58" fmla="+- 0 1275 1239"/>
                  <a:gd name="T59" fmla="*/ 1275 h 56"/>
                  <a:gd name="T60" fmla="+- 0 1932 1905"/>
                  <a:gd name="T61" fmla="*/ T60 w 69"/>
                  <a:gd name="T62" fmla="+- 0 1271 1239"/>
                  <a:gd name="T63" fmla="*/ 1271 h 56"/>
                  <a:gd name="T64" fmla="+- 0 1929 1905"/>
                  <a:gd name="T65" fmla="*/ T64 w 69"/>
                  <a:gd name="T66" fmla="+- 0 1268 1239"/>
                  <a:gd name="T67" fmla="*/ 126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9" h="56">
                    <a:moveTo>
                      <a:pt x="24" y="29"/>
                    </a:moveTo>
                    <a:lnTo>
                      <a:pt x="13" y="29"/>
                    </a:lnTo>
                    <a:lnTo>
                      <a:pt x="18" y="34"/>
                    </a:lnTo>
                    <a:lnTo>
                      <a:pt x="22" y="38"/>
                    </a:lnTo>
                    <a:lnTo>
                      <a:pt x="25" y="42"/>
                    </a:lnTo>
                    <a:lnTo>
                      <a:pt x="26" y="44"/>
                    </a:lnTo>
                    <a:lnTo>
                      <a:pt x="26" y="48"/>
                    </a:lnTo>
                    <a:lnTo>
                      <a:pt x="25" y="50"/>
                    </a:lnTo>
                    <a:lnTo>
                      <a:pt x="21" y="53"/>
                    </a:lnTo>
                    <a:lnTo>
                      <a:pt x="19" y="54"/>
                    </a:lnTo>
                    <a:lnTo>
                      <a:pt x="25" y="54"/>
                    </a:lnTo>
                    <a:lnTo>
                      <a:pt x="30" y="49"/>
                    </a:lnTo>
                    <a:lnTo>
                      <a:pt x="31" y="46"/>
                    </a:lnTo>
                    <a:lnTo>
                      <a:pt x="31" y="39"/>
                    </a:lnTo>
                    <a:lnTo>
                      <a:pt x="30" y="36"/>
                    </a:lnTo>
                    <a:lnTo>
                      <a:pt x="27" y="32"/>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7" name="Freeform 4912">
                <a:extLst>
                  <a:ext uri="{FF2B5EF4-FFF2-40B4-BE49-F238E27FC236}">
                    <a16:creationId xmlns:a16="http://schemas.microsoft.com/office/drawing/2014/main" id="{DDEF9586-57F4-9F6A-2956-3D919DFAF7CC}"/>
                  </a:ext>
                </a:extLst>
              </p:cNvPr>
              <p:cNvSpPr>
                <a:spLocks/>
              </p:cNvSpPr>
              <p:nvPr/>
            </p:nvSpPr>
            <p:spPr bwMode="auto">
              <a:xfrm>
                <a:off x="1905" y="1239"/>
                <a:ext cx="69" cy="56"/>
              </a:xfrm>
              <a:custGeom>
                <a:avLst/>
                <a:gdLst>
                  <a:gd name="T0" fmla="+- 0 1930 1905"/>
                  <a:gd name="T1" fmla="*/ T0 w 69"/>
                  <a:gd name="T2" fmla="+- 0 1242 1239"/>
                  <a:gd name="T3" fmla="*/ 1242 h 56"/>
                  <a:gd name="T4" fmla="+- 0 1923 1905"/>
                  <a:gd name="T5" fmla="*/ T4 w 69"/>
                  <a:gd name="T6" fmla="+- 0 1242 1239"/>
                  <a:gd name="T7" fmla="*/ 1242 h 56"/>
                  <a:gd name="T8" fmla="+- 0 1925 1905"/>
                  <a:gd name="T9" fmla="*/ T8 w 69"/>
                  <a:gd name="T10" fmla="+- 0 1242 1239"/>
                  <a:gd name="T11" fmla="*/ 1242 h 56"/>
                  <a:gd name="T12" fmla="+- 0 1928 1905"/>
                  <a:gd name="T13" fmla="*/ T12 w 69"/>
                  <a:gd name="T14" fmla="+- 0 1246 1239"/>
                  <a:gd name="T15" fmla="*/ 1246 h 56"/>
                  <a:gd name="T16" fmla="+- 0 1929 1905"/>
                  <a:gd name="T17" fmla="*/ T16 w 69"/>
                  <a:gd name="T18" fmla="+- 0 1247 1239"/>
                  <a:gd name="T19" fmla="*/ 1247 h 56"/>
                  <a:gd name="T20" fmla="+- 0 1929 1905"/>
                  <a:gd name="T21" fmla="*/ T20 w 69"/>
                  <a:gd name="T22" fmla="+- 0 1253 1239"/>
                  <a:gd name="T23" fmla="*/ 1253 h 56"/>
                  <a:gd name="T24" fmla="+- 0 1929 1905"/>
                  <a:gd name="T25" fmla="*/ T24 w 69"/>
                  <a:gd name="T26" fmla="+- 0 1254 1239"/>
                  <a:gd name="T27" fmla="*/ 1254 h 56"/>
                  <a:gd name="T28" fmla="+- 0 1927 1905"/>
                  <a:gd name="T29" fmla="*/ T28 w 69"/>
                  <a:gd name="T30" fmla="+- 0 1258 1239"/>
                  <a:gd name="T31" fmla="*/ 1258 h 56"/>
                  <a:gd name="T32" fmla="+- 0 1925 1905"/>
                  <a:gd name="T33" fmla="*/ T32 w 69"/>
                  <a:gd name="T34" fmla="+- 0 1260 1239"/>
                  <a:gd name="T35" fmla="*/ 1260 h 56"/>
                  <a:gd name="T36" fmla="+- 0 1922 1905"/>
                  <a:gd name="T37" fmla="*/ T36 w 69"/>
                  <a:gd name="T38" fmla="+- 0 1263 1239"/>
                  <a:gd name="T39" fmla="*/ 1263 h 56"/>
                  <a:gd name="T40" fmla="+- 0 1926 1905"/>
                  <a:gd name="T41" fmla="*/ T40 w 69"/>
                  <a:gd name="T42" fmla="+- 0 1263 1239"/>
                  <a:gd name="T43" fmla="*/ 1263 h 56"/>
                  <a:gd name="T44" fmla="+- 0 1928 1905"/>
                  <a:gd name="T45" fmla="*/ T44 w 69"/>
                  <a:gd name="T46" fmla="+- 0 1262 1239"/>
                  <a:gd name="T47" fmla="*/ 1262 h 56"/>
                  <a:gd name="T48" fmla="+- 0 1931 1905"/>
                  <a:gd name="T49" fmla="*/ T48 w 69"/>
                  <a:gd name="T50" fmla="+- 0 1259 1239"/>
                  <a:gd name="T51" fmla="*/ 1259 h 56"/>
                  <a:gd name="T52" fmla="+- 0 1934 1905"/>
                  <a:gd name="T53" fmla="*/ T52 w 69"/>
                  <a:gd name="T54" fmla="+- 0 1255 1239"/>
                  <a:gd name="T55" fmla="*/ 1255 h 56"/>
                  <a:gd name="T56" fmla="+- 0 1935 1905"/>
                  <a:gd name="T57" fmla="*/ T56 w 69"/>
                  <a:gd name="T58" fmla="+- 0 1253 1239"/>
                  <a:gd name="T59" fmla="*/ 1253 h 56"/>
                  <a:gd name="T60" fmla="+- 0 1935 1905"/>
                  <a:gd name="T61" fmla="*/ T60 w 69"/>
                  <a:gd name="T62" fmla="+- 0 1248 1239"/>
                  <a:gd name="T63" fmla="*/ 1248 h 56"/>
                  <a:gd name="T64" fmla="+- 0 1934 1905"/>
                  <a:gd name="T65" fmla="*/ T64 w 69"/>
                  <a:gd name="T66" fmla="+- 0 1245 1239"/>
                  <a:gd name="T67" fmla="*/ 1245 h 56"/>
                  <a:gd name="T68" fmla="+- 0 1930 1905"/>
                  <a:gd name="T69" fmla="*/ T68 w 69"/>
                  <a:gd name="T70" fmla="+- 0 1242 1239"/>
                  <a:gd name="T71"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9" h="56">
                    <a:moveTo>
                      <a:pt x="25" y="3"/>
                    </a:moveTo>
                    <a:lnTo>
                      <a:pt x="18" y="3"/>
                    </a:lnTo>
                    <a:lnTo>
                      <a:pt x="20" y="3"/>
                    </a:lnTo>
                    <a:lnTo>
                      <a:pt x="23" y="7"/>
                    </a:lnTo>
                    <a:lnTo>
                      <a:pt x="24" y="8"/>
                    </a:lnTo>
                    <a:lnTo>
                      <a:pt x="24" y="14"/>
                    </a:lnTo>
                    <a:lnTo>
                      <a:pt x="24" y="15"/>
                    </a:lnTo>
                    <a:lnTo>
                      <a:pt x="22" y="19"/>
                    </a:lnTo>
                    <a:lnTo>
                      <a:pt x="20" y="21"/>
                    </a:lnTo>
                    <a:lnTo>
                      <a:pt x="17" y="24"/>
                    </a:lnTo>
                    <a:lnTo>
                      <a:pt x="21" y="24"/>
                    </a:lnTo>
                    <a:lnTo>
                      <a:pt x="23" y="23"/>
                    </a:lnTo>
                    <a:lnTo>
                      <a:pt x="26" y="20"/>
                    </a:lnTo>
                    <a:lnTo>
                      <a:pt x="29" y="16"/>
                    </a:lnTo>
                    <a:lnTo>
                      <a:pt x="30" y="14"/>
                    </a:lnTo>
                    <a:lnTo>
                      <a:pt x="30" y="9"/>
                    </a:lnTo>
                    <a:lnTo>
                      <a:pt x="29" y="6"/>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8" name="Freeform 4913">
                <a:extLst>
                  <a:ext uri="{FF2B5EF4-FFF2-40B4-BE49-F238E27FC236}">
                    <a16:creationId xmlns:a16="http://schemas.microsoft.com/office/drawing/2014/main" id="{1D4C2006-11DB-BEBA-AFF1-5D770F30079C}"/>
                  </a:ext>
                </a:extLst>
              </p:cNvPr>
              <p:cNvSpPr>
                <a:spLocks/>
              </p:cNvSpPr>
              <p:nvPr/>
            </p:nvSpPr>
            <p:spPr bwMode="auto">
              <a:xfrm>
                <a:off x="1905" y="1239"/>
                <a:ext cx="69" cy="56"/>
              </a:xfrm>
              <a:custGeom>
                <a:avLst/>
                <a:gdLst>
                  <a:gd name="T0" fmla="+- 0 1962 1905"/>
                  <a:gd name="T1" fmla="*/ T0 w 69"/>
                  <a:gd name="T2" fmla="+- 0 1239 1239"/>
                  <a:gd name="T3" fmla="*/ 1239 h 56"/>
                  <a:gd name="T4" fmla="+- 0 1954 1905"/>
                  <a:gd name="T5" fmla="*/ T4 w 69"/>
                  <a:gd name="T6" fmla="+- 0 1239 1239"/>
                  <a:gd name="T7" fmla="*/ 1239 h 56"/>
                  <a:gd name="T8" fmla="+- 0 1950 1905"/>
                  <a:gd name="T9" fmla="*/ T8 w 69"/>
                  <a:gd name="T10" fmla="+- 0 1241 1239"/>
                  <a:gd name="T11" fmla="*/ 1241 h 56"/>
                  <a:gd name="T12" fmla="+- 0 1945 1905"/>
                  <a:gd name="T13" fmla="*/ T12 w 69"/>
                  <a:gd name="T14" fmla="+- 0 1246 1239"/>
                  <a:gd name="T15" fmla="*/ 1246 h 56"/>
                  <a:gd name="T16" fmla="+- 0 1944 1905"/>
                  <a:gd name="T17" fmla="*/ T16 w 69"/>
                  <a:gd name="T18" fmla="+- 0 1248 1239"/>
                  <a:gd name="T19" fmla="*/ 1248 h 56"/>
                  <a:gd name="T20" fmla="+- 0 1944 1905"/>
                  <a:gd name="T21" fmla="*/ T20 w 69"/>
                  <a:gd name="T22" fmla="+- 0 1255 1239"/>
                  <a:gd name="T23" fmla="*/ 1255 h 56"/>
                  <a:gd name="T24" fmla="+- 0 1944 1905"/>
                  <a:gd name="T25" fmla="*/ T24 w 69"/>
                  <a:gd name="T26" fmla="+- 0 1257 1239"/>
                  <a:gd name="T27" fmla="*/ 1257 h 56"/>
                  <a:gd name="T28" fmla="+- 0 1947 1905"/>
                  <a:gd name="T29" fmla="*/ T28 w 69"/>
                  <a:gd name="T30" fmla="+- 0 1261 1239"/>
                  <a:gd name="T31" fmla="*/ 1261 h 56"/>
                  <a:gd name="T32" fmla="+- 0 1949 1905"/>
                  <a:gd name="T33" fmla="*/ T32 w 69"/>
                  <a:gd name="T34" fmla="+- 0 1264 1239"/>
                  <a:gd name="T35" fmla="*/ 1264 h 56"/>
                  <a:gd name="T36" fmla="+- 0 1953 1905"/>
                  <a:gd name="T37" fmla="*/ T36 w 69"/>
                  <a:gd name="T38" fmla="+- 0 1267 1239"/>
                  <a:gd name="T39" fmla="*/ 1267 h 56"/>
                  <a:gd name="T40" fmla="+- 0 1950 1905"/>
                  <a:gd name="T41" fmla="*/ T40 w 69"/>
                  <a:gd name="T42" fmla="+- 0 1270 1239"/>
                  <a:gd name="T43" fmla="*/ 1270 h 56"/>
                  <a:gd name="T44" fmla="+- 0 1947 1905"/>
                  <a:gd name="T45" fmla="*/ T44 w 69"/>
                  <a:gd name="T46" fmla="+- 0 1272 1239"/>
                  <a:gd name="T47" fmla="*/ 1272 h 56"/>
                  <a:gd name="T48" fmla="+- 0 1944 1905"/>
                  <a:gd name="T49" fmla="*/ T48 w 69"/>
                  <a:gd name="T50" fmla="+- 0 1277 1239"/>
                  <a:gd name="T51" fmla="*/ 1277 h 56"/>
                  <a:gd name="T52" fmla="+- 0 1943 1905"/>
                  <a:gd name="T53" fmla="*/ T52 w 69"/>
                  <a:gd name="T54" fmla="+- 0 1279 1239"/>
                  <a:gd name="T55" fmla="*/ 1279 h 56"/>
                  <a:gd name="T56" fmla="+- 0 1943 1905"/>
                  <a:gd name="T57" fmla="*/ T56 w 69"/>
                  <a:gd name="T58" fmla="+- 0 1285 1239"/>
                  <a:gd name="T59" fmla="*/ 1285 h 56"/>
                  <a:gd name="T60" fmla="+- 0 1944 1905"/>
                  <a:gd name="T61" fmla="*/ T60 w 69"/>
                  <a:gd name="T62" fmla="+- 0 1287 1239"/>
                  <a:gd name="T63" fmla="*/ 1287 h 56"/>
                  <a:gd name="T64" fmla="+- 0 1949 1905"/>
                  <a:gd name="T65" fmla="*/ T64 w 69"/>
                  <a:gd name="T66" fmla="+- 0 1293 1239"/>
                  <a:gd name="T67" fmla="*/ 1293 h 56"/>
                  <a:gd name="T68" fmla="+- 0 1953 1905"/>
                  <a:gd name="T69" fmla="*/ T68 w 69"/>
                  <a:gd name="T70" fmla="+- 0 1295 1239"/>
                  <a:gd name="T71" fmla="*/ 1295 h 56"/>
                  <a:gd name="T72" fmla="+- 0 1963 1905"/>
                  <a:gd name="T73" fmla="*/ T72 w 69"/>
                  <a:gd name="T74" fmla="+- 0 1295 1239"/>
                  <a:gd name="T75" fmla="*/ 1295 h 56"/>
                  <a:gd name="T76" fmla="+- 0 1966 1905"/>
                  <a:gd name="T77" fmla="*/ T76 w 69"/>
                  <a:gd name="T78" fmla="+- 0 1293 1239"/>
                  <a:gd name="T79" fmla="*/ 1293 h 56"/>
                  <a:gd name="T80" fmla="+- 0 1967 1905"/>
                  <a:gd name="T81" fmla="*/ T80 w 69"/>
                  <a:gd name="T82" fmla="+- 0 1293 1239"/>
                  <a:gd name="T83" fmla="*/ 1293 h 56"/>
                  <a:gd name="T84" fmla="+- 0 1956 1905"/>
                  <a:gd name="T85" fmla="*/ T84 w 69"/>
                  <a:gd name="T86" fmla="+- 0 1293 1239"/>
                  <a:gd name="T87" fmla="*/ 1293 h 56"/>
                  <a:gd name="T88" fmla="+- 0 1954 1905"/>
                  <a:gd name="T89" fmla="*/ T88 w 69"/>
                  <a:gd name="T90" fmla="+- 0 1292 1239"/>
                  <a:gd name="T91" fmla="*/ 1292 h 56"/>
                  <a:gd name="T92" fmla="+- 0 1950 1905"/>
                  <a:gd name="T93" fmla="*/ T92 w 69"/>
                  <a:gd name="T94" fmla="+- 0 1288 1239"/>
                  <a:gd name="T95" fmla="*/ 1288 h 56"/>
                  <a:gd name="T96" fmla="+- 0 1949 1905"/>
                  <a:gd name="T97" fmla="*/ T96 w 69"/>
                  <a:gd name="T98" fmla="+- 0 1285 1239"/>
                  <a:gd name="T99" fmla="*/ 1285 h 56"/>
                  <a:gd name="T100" fmla="+- 0 1949 1905"/>
                  <a:gd name="T101" fmla="*/ T100 w 69"/>
                  <a:gd name="T102" fmla="+- 0 1278 1239"/>
                  <a:gd name="T103" fmla="*/ 1278 h 56"/>
                  <a:gd name="T104" fmla="+- 0 1949 1905"/>
                  <a:gd name="T105" fmla="*/ T104 w 69"/>
                  <a:gd name="T106" fmla="+- 0 1277 1239"/>
                  <a:gd name="T107" fmla="*/ 1277 h 56"/>
                  <a:gd name="T108" fmla="+- 0 1952 1905"/>
                  <a:gd name="T109" fmla="*/ T108 w 69"/>
                  <a:gd name="T110" fmla="+- 0 1272 1239"/>
                  <a:gd name="T111" fmla="*/ 1272 h 56"/>
                  <a:gd name="T112" fmla="+- 0 1953 1905"/>
                  <a:gd name="T113" fmla="*/ T112 w 69"/>
                  <a:gd name="T114" fmla="+- 0 1270 1239"/>
                  <a:gd name="T115" fmla="*/ 1270 h 56"/>
                  <a:gd name="T116" fmla="+- 0 1955 1905"/>
                  <a:gd name="T117" fmla="*/ T116 w 69"/>
                  <a:gd name="T118" fmla="+- 0 1268 1239"/>
                  <a:gd name="T119" fmla="*/ 1268 h 56"/>
                  <a:gd name="T120" fmla="+- 0 1967 1905"/>
                  <a:gd name="T121" fmla="*/ T120 w 69"/>
                  <a:gd name="T122" fmla="+- 0 1268 1239"/>
                  <a:gd name="T123" fmla="*/ 1268 h 56"/>
                  <a:gd name="T124" fmla="+- 0 1966 1905"/>
                  <a:gd name="T125" fmla="*/ T124 w 69"/>
                  <a:gd name="T126" fmla="+- 0 1268 1239"/>
                  <a:gd name="T127" fmla="*/ 1268 h 56"/>
                  <a:gd name="T128" fmla="+- 0 1961 1905"/>
                  <a:gd name="T129" fmla="*/ T128 w 69"/>
                  <a:gd name="T130" fmla="+- 0 1264 1239"/>
                  <a:gd name="T131" fmla="*/ 1264 h 56"/>
                  <a:gd name="T132" fmla="+- 0 1964 1905"/>
                  <a:gd name="T133" fmla="*/ T132 w 69"/>
                  <a:gd name="T134" fmla="+- 0 1263 1239"/>
                  <a:gd name="T135" fmla="*/ 1263 h 56"/>
                  <a:gd name="T136" fmla="+- 0 1960 1905"/>
                  <a:gd name="T137" fmla="*/ T136 w 69"/>
                  <a:gd name="T138" fmla="+- 0 1263 1239"/>
                  <a:gd name="T139" fmla="*/ 1263 h 56"/>
                  <a:gd name="T140" fmla="+- 0 1953 1905"/>
                  <a:gd name="T141" fmla="*/ T140 w 69"/>
                  <a:gd name="T142" fmla="+- 0 1257 1239"/>
                  <a:gd name="T143" fmla="*/ 1257 h 56"/>
                  <a:gd name="T144" fmla="+- 0 1950 1905"/>
                  <a:gd name="T145" fmla="*/ T144 w 69"/>
                  <a:gd name="T146" fmla="+- 0 1254 1239"/>
                  <a:gd name="T147" fmla="*/ 1254 h 56"/>
                  <a:gd name="T148" fmla="+- 0 1949 1905"/>
                  <a:gd name="T149" fmla="*/ T148 w 69"/>
                  <a:gd name="T150" fmla="+- 0 1249 1239"/>
                  <a:gd name="T151" fmla="*/ 1249 h 56"/>
                  <a:gd name="T152" fmla="+- 0 1949 1905"/>
                  <a:gd name="T153" fmla="*/ T152 w 69"/>
                  <a:gd name="T154" fmla="+- 0 1247 1239"/>
                  <a:gd name="T155" fmla="*/ 1247 h 56"/>
                  <a:gd name="T156" fmla="+- 0 1950 1905"/>
                  <a:gd name="T157" fmla="*/ T156 w 69"/>
                  <a:gd name="T158" fmla="+- 0 1246 1239"/>
                  <a:gd name="T159" fmla="*/ 1246 h 56"/>
                  <a:gd name="T160" fmla="+- 0 1953 1905"/>
                  <a:gd name="T161" fmla="*/ T160 w 69"/>
                  <a:gd name="T162" fmla="+- 0 1242 1239"/>
                  <a:gd name="T163" fmla="*/ 1242 h 56"/>
                  <a:gd name="T164" fmla="+- 0 1956 1905"/>
                  <a:gd name="T165" fmla="*/ T164 w 69"/>
                  <a:gd name="T166" fmla="+- 0 1242 1239"/>
                  <a:gd name="T167" fmla="*/ 1242 h 56"/>
                  <a:gd name="T168" fmla="+- 0 1967 1905"/>
                  <a:gd name="T169" fmla="*/ T168 w 69"/>
                  <a:gd name="T170" fmla="+- 0 1242 1239"/>
                  <a:gd name="T171" fmla="*/ 1242 h 56"/>
                  <a:gd name="T172" fmla="+- 0 1966 1905"/>
                  <a:gd name="T173" fmla="*/ T172 w 69"/>
                  <a:gd name="T174" fmla="+- 0 1241 1239"/>
                  <a:gd name="T175" fmla="*/ 1241 h 56"/>
                  <a:gd name="T176" fmla="+- 0 1962 1905"/>
                  <a:gd name="T177" fmla="*/ T176 w 69"/>
                  <a:gd name="T178" fmla="+- 0 1239 1239"/>
                  <a:gd name="T179"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9" h="56">
                    <a:moveTo>
                      <a:pt x="57" y="0"/>
                    </a:moveTo>
                    <a:lnTo>
                      <a:pt x="49" y="0"/>
                    </a:lnTo>
                    <a:lnTo>
                      <a:pt x="45" y="2"/>
                    </a:lnTo>
                    <a:lnTo>
                      <a:pt x="40" y="7"/>
                    </a:lnTo>
                    <a:lnTo>
                      <a:pt x="39" y="9"/>
                    </a:lnTo>
                    <a:lnTo>
                      <a:pt x="39" y="16"/>
                    </a:lnTo>
                    <a:lnTo>
                      <a:pt x="39" y="18"/>
                    </a:lnTo>
                    <a:lnTo>
                      <a:pt x="42" y="22"/>
                    </a:lnTo>
                    <a:lnTo>
                      <a:pt x="44" y="25"/>
                    </a:lnTo>
                    <a:lnTo>
                      <a:pt x="48" y="28"/>
                    </a:lnTo>
                    <a:lnTo>
                      <a:pt x="45" y="31"/>
                    </a:lnTo>
                    <a:lnTo>
                      <a:pt x="42" y="33"/>
                    </a:lnTo>
                    <a:lnTo>
                      <a:pt x="39" y="38"/>
                    </a:lnTo>
                    <a:lnTo>
                      <a:pt x="38" y="40"/>
                    </a:lnTo>
                    <a:lnTo>
                      <a:pt x="38" y="46"/>
                    </a:lnTo>
                    <a:lnTo>
                      <a:pt x="39" y="48"/>
                    </a:lnTo>
                    <a:lnTo>
                      <a:pt x="44" y="54"/>
                    </a:lnTo>
                    <a:lnTo>
                      <a:pt x="48" y="56"/>
                    </a:lnTo>
                    <a:lnTo>
                      <a:pt x="58" y="56"/>
                    </a:lnTo>
                    <a:lnTo>
                      <a:pt x="61" y="54"/>
                    </a:lnTo>
                    <a:lnTo>
                      <a:pt x="62" y="54"/>
                    </a:lnTo>
                    <a:lnTo>
                      <a:pt x="51" y="54"/>
                    </a:lnTo>
                    <a:lnTo>
                      <a:pt x="49" y="53"/>
                    </a:lnTo>
                    <a:lnTo>
                      <a:pt x="45" y="49"/>
                    </a:lnTo>
                    <a:lnTo>
                      <a:pt x="44" y="46"/>
                    </a:lnTo>
                    <a:lnTo>
                      <a:pt x="44" y="39"/>
                    </a:lnTo>
                    <a:lnTo>
                      <a:pt x="44" y="38"/>
                    </a:lnTo>
                    <a:lnTo>
                      <a:pt x="47" y="33"/>
                    </a:lnTo>
                    <a:lnTo>
                      <a:pt x="48" y="31"/>
                    </a:lnTo>
                    <a:lnTo>
                      <a:pt x="50" y="29"/>
                    </a:lnTo>
                    <a:lnTo>
                      <a:pt x="62" y="29"/>
                    </a:lnTo>
                    <a:lnTo>
                      <a:pt x="61" y="29"/>
                    </a:lnTo>
                    <a:lnTo>
                      <a:pt x="56" y="25"/>
                    </a:lnTo>
                    <a:lnTo>
                      <a:pt x="59" y="24"/>
                    </a:lnTo>
                    <a:lnTo>
                      <a:pt x="55" y="24"/>
                    </a:lnTo>
                    <a:lnTo>
                      <a:pt x="48" y="18"/>
                    </a:lnTo>
                    <a:lnTo>
                      <a:pt x="45" y="15"/>
                    </a:lnTo>
                    <a:lnTo>
                      <a:pt x="44" y="10"/>
                    </a:lnTo>
                    <a:lnTo>
                      <a:pt x="44" y="8"/>
                    </a:lnTo>
                    <a:lnTo>
                      <a:pt x="45" y="7"/>
                    </a:lnTo>
                    <a:lnTo>
                      <a:pt x="48" y="3"/>
                    </a:lnTo>
                    <a:lnTo>
                      <a:pt x="51" y="3"/>
                    </a:lnTo>
                    <a:lnTo>
                      <a:pt x="62" y="3"/>
                    </a:lnTo>
                    <a:lnTo>
                      <a:pt x="61" y="2"/>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9" name="Freeform 4914">
                <a:extLst>
                  <a:ext uri="{FF2B5EF4-FFF2-40B4-BE49-F238E27FC236}">
                    <a16:creationId xmlns:a16="http://schemas.microsoft.com/office/drawing/2014/main" id="{7B7143AD-78F6-834C-1B0A-C4A5E38264D9}"/>
                  </a:ext>
                </a:extLst>
              </p:cNvPr>
              <p:cNvSpPr>
                <a:spLocks/>
              </p:cNvSpPr>
              <p:nvPr/>
            </p:nvSpPr>
            <p:spPr bwMode="auto">
              <a:xfrm>
                <a:off x="1905" y="1239"/>
                <a:ext cx="69" cy="56"/>
              </a:xfrm>
              <a:custGeom>
                <a:avLst/>
                <a:gdLst>
                  <a:gd name="T0" fmla="+- 0 1967 1905"/>
                  <a:gd name="T1" fmla="*/ T0 w 69"/>
                  <a:gd name="T2" fmla="+- 0 1268 1239"/>
                  <a:gd name="T3" fmla="*/ 1268 h 56"/>
                  <a:gd name="T4" fmla="+- 0 1955 1905"/>
                  <a:gd name="T5" fmla="*/ T4 w 69"/>
                  <a:gd name="T6" fmla="+- 0 1268 1239"/>
                  <a:gd name="T7" fmla="*/ 1268 h 56"/>
                  <a:gd name="T8" fmla="+- 0 1961 1905"/>
                  <a:gd name="T9" fmla="*/ T8 w 69"/>
                  <a:gd name="T10" fmla="+- 0 1273 1239"/>
                  <a:gd name="T11" fmla="*/ 1273 h 56"/>
                  <a:gd name="T12" fmla="+- 0 1965 1905"/>
                  <a:gd name="T13" fmla="*/ T12 w 69"/>
                  <a:gd name="T14" fmla="+- 0 1277 1239"/>
                  <a:gd name="T15" fmla="*/ 1277 h 56"/>
                  <a:gd name="T16" fmla="+- 0 1968 1905"/>
                  <a:gd name="T17" fmla="*/ T16 w 69"/>
                  <a:gd name="T18" fmla="+- 0 1281 1239"/>
                  <a:gd name="T19" fmla="*/ 1281 h 56"/>
                  <a:gd name="T20" fmla="+- 0 1968 1905"/>
                  <a:gd name="T21" fmla="*/ T20 w 69"/>
                  <a:gd name="T22" fmla="+- 0 1283 1239"/>
                  <a:gd name="T23" fmla="*/ 1283 h 56"/>
                  <a:gd name="T24" fmla="+- 0 1968 1905"/>
                  <a:gd name="T25" fmla="*/ T24 w 69"/>
                  <a:gd name="T26" fmla="+- 0 1287 1239"/>
                  <a:gd name="T27" fmla="*/ 1287 h 56"/>
                  <a:gd name="T28" fmla="+- 0 1967 1905"/>
                  <a:gd name="T29" fmla="*/ T28 w 69"/>
                  <a:gd name="T30" fmla="+- 0 1289 1239"/>
                  <a:gd name="T31" fmla="*/ 1289 h 56"/>
                  <a:gd name="T32" fmla="+- 0 1964 1905"/>
                  <a:gd name="T33" fmla="*/ T32 w 69"/>
                  <a:gd name="T34" fmla="+- 0 1292 1239"/>
                  <a:gd name="T35" fmla="*/ 1292 h 56"/>
                  <a:gd name="T36" fmla="+- 0 1962 1905"/>
                  <a:gd name="T37" fmla="*/ T36 w 69"/>
                  <a:gd name="T38" fmla="+- 0 1293 1239"/>
                  <a:gd name="T39" fmla="*/ 1293 h 56"/>
                  <a:gd name="T40" fmla="+- 0 1967 1905"/>
                  <a:gd name="T41" fmla="*/ T40 w 69"/>
                  <a:gd name="T42" fmla="+- 0 1293 1239"/>
                  <a:gd name="T43" fmla="*/ 1293 h 56"/>
                  <a:gd name="T44" fmla="+- 0 1972 1905"/>
                  <a:gd name="T45" fmla="*/ T44 w 69"/>
                  <a:gd name="T46" fmla="+- 0 1288 1239"/>
                  <a:gd name="T47" fmla="*/ 1288 h 56"/>
                  <a:gd name="T48" fmla="+- 0 1974 1905"/>
                  <a:gd name="T49" fmla="*/ T48 w 69"/>
                  <a:gd name="T50" fmla="+- 0 1285 1239"/>
                  <a:gd name="T51" fmla="*/ 1285 h 56"/>
                  <a:gd name="T52" fmla="+- 0 1974 1905"/>
                  <a:gd name="T53" fmla="*/ T52 w 69"/>
                  <a:gd name="T54" fmla="+- 0 1278 1239"/>
                  <a:gd name="T55" fmla="*/ 1278 h 56"/>
                  <a:gd name="T56" fmla="+- 0 1973 1905"/>
                  <a:gd name="T57" fmla="*/ T56 w 69"/>
                  <a:gd name="T58" fmla="+- 0 1275 1239"/>
                  <a:gd name="T59" fmla="*/ 1275 h 56"/>
                  <a:gd name="T60" fmla="+- 0 1969 1905"/>
                  <a:gd name="T61" fmla="*/ T60 w 69"/>
                  <a:gd name="T62" fmla="+- 0 1271 1239"/>
                  <a:gd name="T63" fmla="*/ 1271 h 56"/>
                  <a:gd name="T64" fmla="+- 0 1967 1905"/>
                  <a:gd name="T65" fmla="*/ T64 w 69"/>
                  <a:gd name="T66" fmla="+- 0 1268 1239"/>
                  <a:gd name="T67" fmla="*/ 126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9" h="56">
                    <a:moveTo>
                      <a:pt x="62" y="29"/>
                    </a:moveTo>
                    <a:lnTo>
                      <a:pt x="50" y="29"/>
                    </a:lnTo>
                    <a:lnTo>
                      <a:pt x="56" y="34"/>
                    </a:lnTo>
                    <a:lnTo>
                      <a:pt x="60" y="38"/>
                    </a:lnTo>
                    <a:lnTo>
                      <a:pt x="63" y="42"/>
                    </a:lnTo>
                    <a:lnTo>
                      <a:pt x="63" y="44"/>
                    </a:lnTo>
                    <a:lnTo>
                      <a:pt x="63" y="48"/>
                    </a:lnTo>
                    <a:lnTo>
                      <a:pt x="62" y="50"/>
                    </a:lnTo>
                    <a:lnTo>
                      <a:pt x="59" y="53"/>
                    </a:lnTo>
                    <a:lnTo>
                      <a:pt x="57" y="54"/>
                    </a:lnTo>
                    <a:lnTo>
                      <a:pt x="62" y="54"/>
                    </a:lnTo>
                    <a:lnTo>
                      <a:pt x="67" y="49"/>
                    </a:lnTo>
                    <a:lnTo>
                      <a:pt x="69" y="46"/>
                    </a:lnTo>
                    <a:lnTo>
                      <a:pt x="69" y="39"/>
                    </a:lnTo>
                    <a:lnTo>
                      <a:pt x="68" y="36"/>
                    </a:lnTo>
                    <a:lnTo>
                      <a:pt x="64" y="32"/>
                    </a:lnTo>
                    <a:lnTo>
                      <a:pt x="62"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10" name="Freeform 4915">
                <a:extLst>
                  <a:ext uri="{FF2B5EF4-FFF2-40B4-BE49-F238E27FC236}">
                    <a16:creationId xmlns:a16="http://schemas.microsoft.com/office/drawing/2014/main" id="{93323162-9079-FA07-5B6B-AC006C034B3F}"/>
                  </a:ext>
                </a:extLst>
              </p:cNvPr>
              <p:cNvSpPr>
                <a:spLocks/>
              </p:cNvSpPr>
              <p:nvPr/>
            </p:nvSpPr>
            <p:spPr bwMode="auto">
              <a:xfrm>
                <a:off x="1905" y="1239"/>
                <a:ext cx="69" cy="56"/>
              </a:xfrm>
              <a:custGeom>
                <a:avLst/>
                <a:gdLst>
                  <a:gd name="T0" fmla="+- 0 1967 1905"/>
                  <a:gd name="T1" fmla="*/ T0 w 69"/>
                  <a:gd name="T2" fmla="+- 0 1242 1239"/>
                  <a:gd name="T3" fmla="*/ 1242 h 56"/>
                  <a:gd name="T4" fmla="+- 0 1961 1905"/>
                  <a:gd name="T5" fmla="*/ T4 w 69"/>
                  <a:gd name="T6" fmla="+- 0 1242 1239"/>
                  <a:gd name="T7" fmla="*/ 1242 h 56"/>
                  <a:gd name="T8" fmla="+- 0 1963 1905"/>
                  <a:gd name="T9" fmla="*/ T8 w 69"/>
                  <a:gd name="T10" fmla="+- 0 1242 1239"/>
                  <a:gd name="T11" fmla="*/ 1242 h 56"/>
                  <a:gd name="T12" fmla="+- 0 1966 1905"/>
                  <a:gd name="T13" fmla="*/ T12 w 69"/>
                  <a:gd name="T14" fmla="+- 0 1246 1239"/>
                  <a:gd name="T15" fmla="*/ 1246 h 56"/>
                  <a:gd name="T16" fmla="+- 0 1967 1905"/>
                  <a:gd name="T17" fmla="*/ T16 w 69"/>
                  <a:gd name="T18" fmla="+- 0 1247 1239"/>
                  <a:gd name="T19" fmla="*/ 1247 h 56"/>
                  <a:gd name="T20" fmla="+- 0 1967 1905"/>
                  <a:gd name="T21" fmla="*/ T20 w 69"/>
                  <a:gd name="T22" fmla="+- 0 1253 1239"/>
                  <a:gd name="T23" fmla="*/ 1253 h 56"/>
                  <a:gd name="T24" fmla="+- 0 1966 1905"/>
                  <a:gd name="T25" fmla="*/ T24 w 69"/>
                  <a:gd name="T26" fmla="+- 0 1254 1239"/>
                  <a:gd name="T27" fmla="*/ 1254 h 56"/>
                  <a:gd name="T28" fmla="+- 0 1965 1905"/>
                  <a:gd name="T29" fmla="*/ T28 w 69"/>
                  <a:gd name="T30" fmla="+- 0 1258 1239"/>
                  <a:gd name="T31" fmla="*/ 1258 h 56"/>
                  <a:gd name="T32" fmla="+- 0 1963 1905"/>
                  <a:gd name="T33" fmla="*/ T32 w 69"/>
                  <a:gd name="T34" fmla="+- 0 1260 1239"/>
                  <a:gd name="T35" fmla="*/ 1260 h 56"/>
                  <a:gd name="T36" fmla="+- 0 1960 1905"/>
                  <a:gd name="T37" fmla="*/ T36 w 69"/>
                  <a:gd name="T38" fmla="+- 0 1263 1239"/>
                  <a:gd name="T39" fmla="*/ 1263 h 56"/>
                  <a:gd name="T40" fmla="+- 0 1964 1905"/>
                  <a:gd name="T41" fmla="*/ T40 w 69"/>
                  <a:gd name="T42" fmla="+- 0 1263 1239"/>
                  <a:gd name="T43" fmla="*/ 1263 h 56"/>
                  <a:gd name="T44" fmla="+- 0 1966 1905"/>
                  <a:gd name="T45" fmla="*/ T44 w 69"/>
                  <a:gd name="T46" fmla="+- 0 1262 1239"/>
                  <a:gd name="T47" fmla="*/ 1262 h 56"/>
                  <a:gd name="T48" fmla="+- 0 1969 1905"/>
                  <a:gd name="T49" fmla="*/ T48 w 69"/>
                  <a:gd name="T50" fmla="+- 0 1259 1239"/>
                  <a:gd name="T51" fmla="*/ 1259 h 56"/>
                  <a:gd name="T52" fmla="+- 0 1972 1905"/>
                  <a:gd name="T53" fmla="*/ T52 w 69"/>
                  <a:gd name="T54" fmla="+- 0 1255 1239"/>
                  <a:gd name="T55" fmla="*/ 1255 h 56"/>
                  <a:gd name="T56" fmla="+- 0 1972 1905"/>
                  <a:gd name="T57" fmla="*/ T56 w 69"/>
                  <a:gd name="T58" fmla="+- 0 1253 1239"/>
                  <a:gd name="T59" fmla="*/ 1253 h 56"/>
                  <a:gd name="T60" fmla="+- 0 1972 1905"/>
                  <a:gd name="T61" fmla="*/ T60 w 69"/>
                  <a:gd name="T62" fmla="+- 0 1248 1239"/>
                  <a:gd name="T63" fmla="*/ 1248 h 56"/>
                  <a:gd name="T64" fmla="+- 0 1971 1905"/>
                  <a:gd name="T65" fmla="*/ T64 w 69"/>
                  <a:gd name="T66" fmla="+- 0 1245 1239"/>
                  <a:gd name="T67" fmla="*/ 1245 h 56"/>
                  <a:gd name="T68" fmla="+- 0 1967 1905"/>
                  <a:gd name="T69" fmla="*/ T68 w 69"/>
                  <a:gd name="T70" fmla="+- 0 1242 1239"/>
                  <a:gd name="T71"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9" h="56">
                    <a:moveTo>
                      <a:pt x="62" y="3"/>
                    </a:moveTo>
                    <a:lnTo>
                      <a:pt x="56" y="3"/>
                    </a:lnTo>
                    <a:lnTo>
                      <a:pt x="58" y="3"/>
                    </a:lnTo>
                    <a:lnTo>
                      <a:pt x="61" y="7"/>
                    </a:lnTo>
                    <a:lnTo>
                      <a:pt x="62" y="8"/>
                    </a:lnTo>
                    <a:lnTo>
                      <a:pt x="62" y="14"/>
                    </a:lnTo>
                    <a:lnTo>
                      <a:pt x="61" y="15"/>
                    </a:lnTo>
                    <a:lnTo>
                      <a:pt x="60" y="19"/>
                    </a:lnTo>
                    <a:lnTo>
                      <a:pt x="58" y="21"/>
                    </a:lnTo>
                    <a:lnTo>
                      <a:pt x="55" y="24"/>
                    </a:lnTo>
                    <a:lnTo>
                      <a:pt x="59" y="24"/>
                    </a:lnTo>
                    <a:lnTo>
                      <a:pt x="61" y="23"/>
                    </a:lnTo>
                    <a:lnTo>
                      <a:pt x="64" y="20"/>
                    </a:lnTo>
                    <a:lnTo>
                      <a:pt x="67" y="16"/>
                    </a:lnTo>
                    <a:lnTo>
                      <a:pt x="67" y="14"/>
                    </a:lnTo>
                    <a:lnTo>
                      <a:pt x="67" y="9"/>
                    </a:lnTo>
                    <a:lnTo>
                      <a:pt x="66" y="6"/>
                    </a:lnTo>
                    <a:lnTo>
                      <a:pt x="6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2" name="Group 211">
              <a:extLst>
                <a:ext uri="{FF2B5EF4-FFF2-40B4-BE49-F238E27FC236}">
                  <a16:creationId xmlns:a16="http://schemas.microsoft.com/office/drawing/2014/main" id="{4911143D-7EFC-8E04-7D09-A71ECB52AA76}"/>
                </a:ext>
              </a:extLst>
            </p:cNvPr>
            <p:cNvGrpSpPr>
              <a:grpSpLocks/>
            </p:cNvGrpSpPr>
            <p:nvPr/>
          </p:nvGrpSpPr>
          <p:grpSpPr bwMode="auto">
            <a:xfrm>
              <a:off x="2397" y="1239"/>
              <a:ext cx="35" cy="56"/>
              <a:chOff x="2397" y="1239"/>
              <a:chExt cx="35" cy="56"/>
            </a:xfrm>
          </p:grpSpPr>
          <p:sp>
            <p:nvSpPr>
              <p:cNvPr id="1303" name="Freeform 4917">
                <a:extLst>
                  <a:ext uri="{FF2B5EF4-FFF2-40B4-BE49-F238E27FC236}">
                    <a16:creationId xmlns:a16="http://schemas.microsoft.com/office/drawing/2014/main" id="{2997ABE0-E36B-01B0-37D1-E859CAC69B87}"/>
                  </a:ext>
                </a:extLst>
              </p:cNvPr>
              <p:cNvSpPr>
                <a:spLocks/>
              </p:cNvSpPr>
              <p:nvPr/>
            </p:nvSpPr>
            <p:spPr bwMode="auto">
              <a:xfrm>
                <a:off x="2397" y="1239"/>
                <a:ext cx="35" cy="56"/>
              </a:xfrm>
              <a:custGeom>
                <a:avLst/>
                <a:gdLst>
                  <a:gd name="T0" fmla="+- 0 2419 2397"/>
                  <a:gd name="T1" fmla="*/ T0 w 35"/>
                  <a:gd name="T2" fmla="+- 0 1239 1239"/>
                  <a:gd name="T3" fmla="*/ 1239 h 56"/>
                  <a:gd name="T4" fmla="+- 0 2412 2397"/>
                  <a:gd name="T5" fmla="*/ T4 w 35"/>
                  <a:gd name="T6" fmla="+- 0 1239 1239"/>
                  <a:gd name="T7" fmla="*/ 1239 h 56"/>
                  <a:gd name="T8" fmla="+- 0 2410 2397"/>
                  <a:gd name="T9" fmla="*/ T8 w 35"/>
                  <a:gd name="T10" fmla="+- 0 1240 1239"/>
                  <a:gd name="T11" fmla="*/ 1240 h 56"/>
                  <a:gd name="T12" fmla="+- 0 2407 2397"/>
                  <a:gd name="T13" fmla="*/ T12 w 35"/>
                  <a:gd name="T14" fmla="+- 0 1242 1239"/>
                  <a:gd name="T15" fmla="*/ 1242 h 56"/>
                  <a:gd name="T16" fmla="+- 0 2404 2397"/>
                  <a:gd name="T17" fmla="*/ T16 w 35"/>
                  <a:gd name="T18" fmla="+- 0 1244 1239"/>
                  <a:gd name="T19" fmla="*/ 1244 h 56"/>
                  <a:gd name="T20" fmla="+- 0 2402 2397"/>
                  <a:gd name="T21" fmla="*/ T20 w 35"/>
                  <a:gd name="T22" fmla="+- 0 1247 1239"/>
                  <a:gd name="T23" fmla="*/ 1247 h 56"/>
                  <a:gd name="T24" fmla="+- 0 2398 2397"/>
                  <a:gd name="T25" fmla="*/ T24 w 35"/>
                  <a:gd name="T26" fmla="+- 0 1256 1239"/>
                  <a:gd name="T27" fmla="*/ 1256 h 56"/>
                  <a:gd name="T28" fmla="+- 0 2397 2397"/>
                  <a:gd name="T29" fmla="*/ T28 w 35"/>
                  <a:gd name="T30" fmla="+- 0 1261 1239"/>
                  <a:gd name="T31" fmla="*/ 1261 h 56"/>
                  <a:gd name="T32" fmla="+- 0 2397 2397"/>
                  <a:gd name="T33" fmla="*/ T32 w 35"/>
                  <a:gd name="T34" fmla="+- 0 1275 1239"/>
                  <a:gd name="T35" fmla="*/ 1275 h 56"/>
                  <a:gd name="T36" fmla="+- 0 2399 2397"/>
                  <a:gd name="T37" fmla="*/ T36 w 35"/>
                  <a:gd name="T38" fmla="+- 0 1281 1239"/>
                  <a:gd name="T39" fmla="*/ 1281 h 56"/>
                  <a:gd name="T40" fmla="+- 0 2405 2397"/>
                  <a:gd name="T41" fmla="*/ T40 w 35"/>
                  <a:gd name="T42" fmla="+- 0 1292 1239"/>
                  <a:gd name="T43" fmla="*/ 1292 h 56"/>
                  <a:gd name="T44" fmla="+- 0 2409 2397"/>
                  <a:gd name="T45" fmla="*/ T44 w 35"/>
                  <a:gd name="T46" fmla="+- 0 1295 1239"/>
                  <a:gd name="T47" fmla="*/ 1295 h 56"/>
                  <a:gd name="T48" fmla="+- 0 2417 2397"/>
                  <a:gd name="T49" fmla="*/ T48 w 35"/>
                  <a:gd name="T50" fmla="+- 0 1295 1239"/>
                  <a:gd name="T51" fmla="*/ 1295 h 56"/>
                  <a:gd name="T52" fmla="+- 0 2420 2397"/>
                  <a:gd name="T53" fmla="*/ T52 w 35"/>
                  <a:gd name="T54" fmla="+- 0 1294 1239"/>
                  <a:gd name="T55" fmla="*/ 1294 h 56"/>
                  <a:gd name="T56" fmla="+- 0 2422 2397"/>
                  <a:gd name="T57" fmla="*/ T56 w 35"/>
                  <a:gd name="T58" fmla="+- 0 1292 1239"/>
                  <a:gd name="T59" fmla="*/ 1292 h 56"/>
                  <a:gd name="T60" fmla="+- 0 2411 2397"/>
                  <a:gd name="T61" fmla="*/ T60 w 35"/>
                  <a:gd name="T62" fmla="+- 0 1292 1239"/>
                  <a:gd name="T63" fmla="*/ 1292 h 56"/>
                  <a:gd name="T64" fmla="+- 0 2409 2397"/>
                  <a:gd name="T65" fmla="*/ T64 w 35"/>
                  <a:gd name="T66" fmla="+- 0 1290 1239"/>
                  <a:gd name="T67" fmla="*/ 1290 h 56"/>
                  <a:gd name="T68" fmla="+- 0 2406 2397"/>
                  <a:gd name="T69" fmla="*/ T68 w 35"/>
                  <a:gd name="T70" fmla="+- 0 1282 1239"/>
                  <a:gd name="T71" fmla="*/ 1282 h 56"/>
                  <a:gd name="T72" fmla="+- 0 2405 2397"/>
                  <a:gd name="T73" fmla="*/ T72 w 35"/>
                  <a:gd name="T74" fmla="+- 0 1276 1239"/>
                  <a:gd name="T75" fmla="*/ 1276 h 56"/>
                  <a:gd name="T76" fmla="+- 0 2405 2397"/>
                  <a:gd name="T77" fmla="*/ T76 w 35"/>
                  <a:gd name="T78" fmla="+- 0 1261 1239"/>
                  <a:gd name="T79" fmla="*/ 1261 h 56"/>
                  <a:gd name="T80" fmla="+- 0 2415 2397"/>
                  <a:gd name="T81" fmla="*/ T80 w 35"/>
                  <a:gd name="T82" fmla="+- 0 1242 1239"/>
                  <a:gd name="T83" fmla="*/ 1242 h 56"/>
                  <a:gd name="T84" fmla="+- 0 2423 2397"/>
                  <a:gd name="T85" fmla="*/ T84 w 35"/>
                  <a:gd name="T86" fmla="+- 0 1242 1239"/>
                  <a:gd name="T87" fmla="*/ 1242 h 56"/>
                  <a:gd name="T88" fmla="+- 0 2422 2397"/>
                  <a:gd name="T89" fmla="*/ T88 w 35"/>
                  <a:gd name="T90" fmla="+- 0 1242 1239"/>
                  <a:gd name="T91" fmla="*/ 1242 h 56"/>
                  <a:gd name="T92" fmla="+- 0 2419 2397"/>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4" name="Freeform 4918">
                <a:extLst>
                  <a:ext uri="{FF2B5EF4-FFF2-40B4-BE49-F238E27FC236}">
                    <a16:creationId xmlns:a16="http://schemas.microsoft.com/office/drawing/2014/main" id="{36DF00E5-58FF-83BC-6829-8202529D9F29}"/>
                  </a:ext>
                </a:extLst>
              </p:cNvPr>
              <p:cNvSpPr>
                <a:spLocks/>
              </p:cNvSpPr>
              <p:nvPr/>
            </p:nvSpPr>
            <p:spPr bwMode="auto">
              <a:xfrm>
                <a:off x="2397" y="1239"/>
                <a:ext cx="35" cy="56"/>
              </a:xfrm>
              <a:custGeom>
                <a:avLst/>
                <a:gdLst>
                  <a:gd name="T0" fmla="+- 0 2423 2397"/>
                  <a:gd name="T1" fmla="*/ T0 w 35"/>
                  <a:gd name="T2" fmla="+- 0 1242 1239"/>
                  <a:gd name="T3" fmla="*/ 1242 h 56"/>
                  <a:gd name="T4" fmla="+- 0 2415 2397"/>
                  <a:gd name="T5" fmla="*/ T4 w 35"/>
                  <a:gd name="T6" fmla="+- 0 1242 1239"/>
                  <a:gd name="T7" fmla="*/ 1242 h 56"/>
                  <a:gd name="T8" fmla="+- 0 2419 2397"/>
                  <a:gd name="T9" fmla="*/ T8 w 35"/>
                  <a:gd name="T10" fmla="+- 0 1243 1239"/>
                  <a:gd name="T11" fmla="*/ 1243 h 56"/>
                  <a:gd name="T12" fmla="+- 0 2420 2397"/>
                  <a:gd name="T13" fmla="*/ T12 w 35"/>
                  <a:gd name="T14" fmla="+- 0 1245 1239"/>
                  <a:gd name="T15" fmla="*/ 1245 h 56"/>
                  <a:gd name="T16" fmla="+- 0 2421 2397"/>
                  <a:gd name="T17" fmla="*/ T16 w 35"/>
                  <a:gd name="T18" fmla="+- 0 1247 1239"/>
                  <a:gd name="T19" fmla="*/ 1247 h 56"/>
                  <a:gd name="T20" fmla="+- 0 2423 2397"/>
                  <a:gd name="T21" fmla="*/ T20 w 35"/>
                  <a:gd name="T22" fmla="+- 0 1254 1239"/>
                  <a:gd name="T23" fmla="*/ 1254 h 56"/>
                  <a:gd name="T24" fmla="+- 0 2424 2397"/>
                  <a:gd name="T25" fmla="*/ T24 w 35"/>
                  <a:gd name="T26" fmla="+- 0 1256 1239"/>
                  <a:gd name="T27" fmla="*/ 1256 h 56"/>
                  <a:gd name="T28" fmla="+- 0 2424 2397"/>
                  <a:gd name="T29" fmla="*/ T28 w 35"/>
                  <a:gd name="T30" fmla="+- 0 1275 1239"/>
                  <a:gd name="T31" fmla="*/ 1275 h 56"/>
                  <a:gd name="T32" fmla="+- 0 2424 2397"/>
                  <a:gd name="T33" fmla="*/ T32 w 35"/>
                  <a:gd name="T34" fmla="+- 0 1280 1239"/>
                  <a:gd name="T35" fmla="*/ 1280 h 56"/>
                  <a:gd name="T36" fmla="+- 0 2422 2397"/>
                  <a:gd name="T37" fmla="*/ T36 w 35"/>
                  <a:gd name="T38" fmla="+- 0 1287 1239"/>
                  <a:gd name="T39" fmla="*/ 1287 h 56"/>
                  <a:gd name="T40" fmla="+- 0 2420 2397"/>
                  <a:gd name="T41" fmla="*/ T40 w 35"/>
                  <a:gd name="T42" fmla="+- 0 1289 1239"/>
                  <a:gd name="T43" fmla="*/ 1289 h 56"/>
                  <a:gd name="T44" fmla="+- 0 2419 2397"/>
                  <a:gd name="T45" fmla="*/ T44 w 35"/>
                  <a:gd name="T46" fmla="+- 0 1290 1239"/>
                  <a:gd name="T47" fmla="*/ 1290 h 56"/>
                  <a:gd name="T48" fmla="+- 0 2414 2397"/>
                  <a:gd name="T49" fmla="*/ T48 w 35"/>
                  <a:gd name="T50" fmla="+- 0 1292 1239"/>
                  <a:gd name="T51" fmla="*/ 1292 h 56"/>
                  <a:gd name="T52" fmla="+- 0 2422 2397"/>
                  <a:gd name="T53" fmla="*/ T52 w 35"/>
                  <a:gd name="T54" fmla="+- 0 1292 1239"/>
                  <a:gd name="T55" fmla="*/ 1292 h 56"/>
                  <a:gd name="T56" fmla="+- 0 2432 2397"/>
                  <a:gd name="T57" fmla="*/ T56 w 35"/>
                  <a:gd name="T58" fmla="+- 0 1258 1239"/>
                  <a:gd name="T59" fmla="*/ 1258 h 56"/>
                  <a:gd name="T60" fmla="+- 0 2430 2397"/>
                  <a:gd name="T61" fmla="*/ T60 w 35"/>
                  <a:gd name="T62" fmla="+- 0 1251 1239"/>
                  <a:gd name="T63" fmla="*/ 1251 h 56"/>
                  <a:gd name="T64" fmla="+- 0 2423 2397"/>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6" y="15"/>
                    </a:lnTo>
                    <a:lnTo>
                      <a:pt x="27" y="17"/>
                    </a:lnTo>
                    <a:lnTo>
                      <a:pt x="27" y="36"/>
                    </a:lnTo>
                    <a:lnTo>
                      <a:pt x="27" y="41"/>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3" name="Group 212">
              <a:extLst>
                <a:ext uri="{FF2B5EF4-FFF2-40B4-BE49-F238E27FC236}">
                  <a16:creationId xmlns:a16="http://schemas.microsoft.com/office/drawing/2014/main" id="{949319B6-2CEC-CB56-83CA-A6EA3D5EC12C}"/>
                </a:ext>
              </a:extLst>
            </p:cNvPr>
            <p:cNvGrpSpPr>
              <a:grpSpLocks/>
            </p:cNvGrpSpPr>
            <p:nvPr/>
          </p:nvGrpSpPr>
          <p:grpSpPr bwMode="auto">
            <a:xfrm>
              <a:off x="2854" y="1239"/>
              <a:ext cx="35" cy="56"/>
              <a:chOff x="2854" y="1239"/>
              <a:chExt cx="35" cy="56"/>
            </a:xfrm>
          </p:grpSpPr>
          <p:sp>
            <p:nvSpPr>
              <p:cNvPr id="1301" name="Freeform 4920">
                <a:extLst>
                  <a:ext uri="{FF2B5EF4-FFF2-40B4-BE49-F238E27FC236}">
                    <a16:creationId xmlns:a16="http://schemas.microsoft.com/office/drawing/2014/main" id="{31435431-CAD9-5050-628C-386D18B94BC5}"/>
                  </a:ext>
                </a:extLst>
              </p:cNvPr>
              <p:cNvSpPr>
                <a:spLocks/>
              </p:cNvSpPr>
              <p:nvPr/>
            </p:nvSpPr>
            <p:spPr bwMode="auto">
              <a:xfrm>
                <a:off x="2854" y="1239"/>
                <a:ext cx="35" cy="56"/>
              </a:xfrm>
              <a:custGeom>
                <a:avLst/>
                <a:gdLst>
                  <a:gd name="T0" fmla="+- 0 2875 2854"/>
                  <a:gd name="T1" fmla="*/ T0 w 35"/>
                  <a:gd name="T2" fmla="+- 0 1239 1239"/>
                  <a:gd name="T3" fmla="*/ 1239 h 56"/>
                  <a:gd name="T4" fmla="+- 0 2868 2854"/>
                  <a:gd name="T5" fmla="*/ T4 w 35"/>
                  <a:gd name="T6" fmla="+- 0 1239 1239"/>
                  <a:gd name="T7" fmla="*/ 1239 h 56"/>
                  <a:gd name="T8" fmla="+- 0 2866 2854"/>
                  <a:gd name="T9" fmla="*/ T8 w 35"/>
                  <a:gd name="T10" fmla="+- 0 1240 1239"/>
                  <a:gd name="T11" fmla="*/ 1240 h 56"/>
                  <a:gd name="T12" fmla="+- 0 2864 2854"/>
                  <a:gd name="T13" fmla="*/ T12 w 35"/>
                  <a:gd name="T14" fmla="+- 0 1242 1239"/>
                  <a:gd name="T15" fmla="*/ 1242 h 56"/>
                  <a:gd name="T16" fmla="+- 0 2861 2854"/>
                  <a:gd name="T17" fmla="*/ T16 w 35"/>
                  <a:gd name="T18" fmla="+- 0 1244 1239"/>
                  <a:gd name="T19" fmla="*/ 1244 h 56"/>
                  <a:gd name="T20" fmla="+- 0 2858 2854"/>
                  <a:gd name="T21" fmla="*/ T20 w 35"/>
                  <a:gd name="T22" fmla="+- 0 1247 1239"/>
                  <a:gd name="T23" fmla="*/ 1247 h 56"/>
                  <a:gd name="T24" fmla="+- 0 2855 2854"/>
                  <a:gd name="T25" fmla="*/ T24 w 35"/>
                  <a:gd name="T26" fmla="+- 0 1256 1239"/>
                  <a:gd name="T27" fmla="*/ 1256 h 56"/>
                  <a:gd name="T28" fmla="+- 0 2854 2854"/>
                  <a:gd name="T29" fmla="*/ T28 w 35"/>
                  <a:gd name="T30" fmla="+- 0 1261 1239"/>
                  <a:gd name="T31" fmla="*/ 1261 h 56"/>
                  <a:gd name="T32" fmla="+- 0 2854 2854"/>
                  <a:gd name="T33" fmla="*/ T32 w 35"/>
                  <a:gd name="T34" fmla="+- 0 1275 1239"/>
                  <a:gd name="T35" fmla="*/ 1275 h 56"/>
                  <a:gd name="T36" fmla="+- 0 2855 2854"/>
                  <a:gd name="T37" fmla="*/ T36 w 35"/>
                  <a:gd name="T38" fmla="+- 0 1281 1239"/>
                  <a:gd name="T39" fmla="*/ 1281 h 56"/>
                  <a:gd name="T40" fmla="+- 0 2861 2854"/>
                  <a:gd name="T41" fmla="*/ T40 w 35"/>
                  <a:gd name="T42" fmla="+- 0 1292 1239"/>
                  <a:gd name="T43" fmla="*/ 1292 h 56"/>
                  <a:gd name="T44" fmla="+- 0 2866 2854"/>
                  <a:gd name="T45" fmla="*/ T44 w 35"/>
                  <a:gd name="T46" fmla="+- 0 1295 1239"/>
                  <a:gd name="T47" fmla="*/ 1295 h 56"/>
                  <a:gd name="T48" fmla="+- 0 2873 2854"/>
                  <a:gd name="T49" fmla="*/ T48 w 35"/>
                  <a:gd name="T50" fmla="+- 0 1295 1239"/>
                  <a:gd name="T51" fmla="*/ 1295 h 56"/>
                  <a:gd name="T52" fmla="+- 0 2876 2854"/>
                  <a:gd name="T53" fmla="*/ T52 w 35"/>
                  <a:gd name="T54" fmla="+- 0 1294 1239"/>
                  <a:gd name="T55" fmla="*/ 1294 h 56"/>
                  <a:gd name="T56" fmla="+- 0 2878 2854"/>
                  <a:gd name="T57" fmla="*/ T56 w 35"/>
                  <a:gd name="T58" fmla="+- 0 1292 1239"/>
                  <a:gd name="T59" fmla="*/ 1292 h 56"/>
                  <a:gd name="T60" fmla="+- 0 2868 2854"/>
                  <a:gd name="T61" fmla="*/ T60 w 35"/>
                  <a:gd name="T62" fmla="+- 0 1292 1239"/>
                  <a:gd name="T63" fmla="*/ 1292 h 56"/>
                  <a:gd name="T64" fmla="+- 0 2866 2854"/>
                  <a:gd name="T65" fmla="*/ T64 w 35"/>
                  <a:gd name="T66" fmla="+- 0 1290 1239"/>
                  <a:gd name="T67" fmla="*/ 1290 h 56"/>
                  <a:gd name="T68" fmla="+- 0 2864 2854"/>
                  <a:gd name="T69" fmla="*/ T68 w 35"/>
                  <a:gd name="T70" fmla="+- 0 1286 1239"/>
                  <a:gd name="T71" fmla="*/ 1286 h 56"/>
                  <a:gd name="T72" fmla="+- 0 2862 2854"/>
                  <a:gd name="T73" fmla="*/ T72 w 35"/>
                  <a:gd name="T74" fmla="+- 0 1282 1239"/>
                  <a:gd name="T75" fmla="*/ 1282 h 56"/>
                  <a:gd name="T76" fmla="+- 0 2861 2854"/>
                  <a:gd name="T77" fmla="*/ T76 w 35"/>
                  <a:gd name="T78" fmla="+- 0 1276 1239"/>
                  <a:gd name="T79" fmla="*/ 1276 h 56"/>
                  <a:gd name="T80" fmla="+- 0 2871 2854"/>
                  <a:gd name="T81" fmla="*/ T80 w 35"/>
                  <a:gd name="T82" fmla="+- 0 1242 1239"/>
                  <a:gd name="T83" fmla="*/ 1242 h 56"/>
                  <a:gd name="T84" fmla="+- 0 2879 2854"/>
                  <a:gd name="T85" fmla="*/ T84 w 35"/>
                  <a:gd name="T86" fmla="+- 0 1242 1239"/>
                  <a:gd name="T87" fmla="*/ 1242 h 56"/>
                  <a:gd name="T88" fmla="+- 0 2879 2854"/>
                  <a:gd name="T89" fmla="*/ T88 w 35"/>
                  <a:gd name="T90" fmla="+- 0 1242 1239"/>
                  <a:gd name="T91" fmla="*/ 1242 h 56"/>
                  <a:gd name="T92" fmla="+- 0 2875 2854"/>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2" name="Freeform 4921">
                <a:extLst>
                  <a:ext uri="{FF2B5EF4-FFF2-40B4-BE49-F238E27FC236}">
                    <a16:creationId xmlns:a16="http://schemas.microsoft.com/office/drawing/2014/main" id="{A1B54DB6-25CD-ED26-42EE-75D6565B3C3D}"/>
                  </a:ext>
                </a:extLst>
              </p:cNvPr>
              <p:cNvSpPr>
                <a:spLocks/>
              </p:cNvSpPr>
              <p:nvPr/>
            </p:nvSpPr>
            <p:spPr bwMode="auto">
              <a:xfrm>
                <a:off x="2854" y="1239"/>
                <a:ext cx="35" cy="56"/>
              </a:xfrm>
              <a:custGeom>
                <a:avLst/>
                <a:gdLst>
                  <a:gd name="T0" fmla="+- 0 2879 2854"/>
                  <a:gd name="T1" fmla="*/ T0 w 35"/>
                  <a:gd name="T2" fmla="+- 0 1242 1239"/>
                  <a:gd name="T3" fmla="*/ 1242 h 56"/>
                  <a:gd name="T4" fmla="+- 0 2871 2854"/>
                  <a:gd name="T5" fmla="*/ T4 w 35"/>
                  <a:gd name="T6" fmla="+- 0 1242 1239"/>
                  <a:gd name="T7" fmla="*/ 1242 h 56"/>
                  <a:gd name="T8" fmla="+- 0 2875 2854"/>
                  <a:gd name="T9" fmla="*/ T8 w 35"/>
                  <a:gd name="T10" fmla="+- 0 1243 1239"/>
                  <a:gd name="T11" fmla="*/ 1243 h 56"/>
                  <a:gd name="T12" fmla="+- 0 2876 2854"/>
                  <a:gd name="T13" fmla="*/ T12 w 35"/>
                  <a:gd name="T14" fmla="+- 0 1245 1239"/>
                  <a:gd name="T15" fmla="*/ 1245 h 56"/>
                  <a:gd name="T16" fmla="+- 0 2878 2854"/>
                  <a:gd name="T17" fmla="*/ T16 w 35"/>
                  <a:gd name="T18" fmla="+- 0 1247 1239"/>
                  <a:gd name="T19" fmla="*/ 1247 h 56"/>
                  <a:gd name="T20" fmla="+- 0 2880 2854"/>
                  <a:gd name="T21" fmla="*/ T20 w 35"/>
                  <a:gd name="T22" fmla="+- 0 1254 1239"/>
                  <a:gd name="T23" fmla="*/ 1254 h 56"/>
                  <a:gd name="T24" fmla="+- 0 2880 2854"/>
                  <a:gd name="T25" fmla="*/ T24 w 35"/>
                  <a:gd name="T26" fmla="+- 0 1256 1239"/>
                  <a:gd name="T27" fmla="*/ 1256 h 56"/>
                  <a:gd name="T28" fmla="+- 0 2880 2854"/>
                  <a:gd name="T29" fmla="*/ T28 w 35"/>
                  <a:gd name="T30" fmla="+- 0 1275 1239"/>
                  <a:gd name="T31" fmla="*/ 1275 h 56"/>
                  <a:gd name="T32" fmla="+- 0 2880 2854"/>
                  <a:gd name="T33" fmla="*/ T32 w 35"/>
                  <a:gd name="T34" fmla="+- 0 1280 1239"/>
                  <a:gd name="T35" fmla="*/ 1280 h 56"/>
                  <a:gd name="T36" fmla="+- 0 2878 2854"/>
                  <a:gd name="T37" fmla="*/ T36 w 35"/>
                  <a:gd name="T38" fmla="+- 0 1287 1239"/>
                  <a:gd name="T39" fmla="*/ 1287 h 56"/>
                  <a:gd name="T40" fmla="+- 0 2877 2854"/>
                  <a:gd name="T41" fmla="*/ T40 w 35"/>
                  <a:gd name="T42" fmla="+- 0 1289 1239"/>
                  <a:gd name="T43" fmla="*/ 1289 h 56"/>
                  <a:gd name="T44" fmla="+- 0 2875 2854"/>
                  <a:gd name="T45" fmla="*/ T44 w 35"/>
                  <a:gd name="T46" fmla="+- 0 1290 1239"/>
                  <a:gd name="T47" fmla="*/ 1290 h 56"/>
                  <a:gd name="T48" fmla="+- 0 2871 2854"/>
                  <a:gd name="T49" fmla="*/ T48 w 35"/>
                  <a:gd name="T50" fmla="+- 0 1292 1239"/>
                  <a:gd name="T51" fmla="*/ 1292 h 56"/>
                  <a:gd name="T52" fmla="+- 0 2878 2854"/>
                  <a:gd name="T53" fmla="*/ T52 w 35"/>
                  <a:gd name="T54" fmla="+- 0 1292 1239"/>
                  <a:gd name="T55" fmla="*/ 1292 h 56"/>
                  <a:gd name="T56" fmla="+- 0 2888 2854"/>
                  <a:gd name="T57" fmla="*/ T56 w 35"/>
                  <a:gd name="T58" fmla="+- 0 1258 1239"/>
                  <a:gd name="T59" fmla="*/ 1258 h 56"/>
                  <a:gd name="T60" fmla="+- 0 2886 2854"/>
                  <a:gd name="T61" fmla="*/ T60 w 35"/>
                  <a:gd name="T62" fmla="+- 0 1251 1239"/>
                  <a:gd name="T63" fmla="*/ 1251 h 56"/>
                  <a:gd name="T64" fmla="+- 0 2879 2854"/>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4" name="Group 213">
              <a:extLst>
                <a:ext uri="{FF2B5EF4-FFF2-40B4-BE49-F238E27FC236}">
                  <a16:creationId xmlns:a16="http://schemas.microsoft.com/office/drawing/2014/main" id="{2130F1CF-61D3-C398-8497-9BE7B325BA0A}"/>
                </a:ext>
              </a:extLst>
            </p:cNvPr>
            <p:cNvGrpSpPr>
              <a:grpSpLocks/>
            </p:cNvGrpSpPr>
            <p:nvPr/>
          </p:nvGrpSpPr>
          <p:grpSpPr bwMode="auto">
            <a:xfrm>
              <a:off x="3310" y="1239"/>
              <a:ext cx="35" cy="56"/>
              <a:chOff x="3310" y="1239"/>
              <a:chExt cx="35" cy="56"/>
            </a:xfrm>
          </p:grpSpPr>
          <p:sp>
            <p:nvSpPr>
              <p:cNvPr id="1299" name="Freeform 4923">
                <a:extLst>
                  <a:ext uri="{FF2B5EF4-FFF2-40B4-BE49-F238E27FC236}">
                    <a16:creationId xmlns:a16="http://schemas.microsoft.com/office/drawing/2014/main" id="{350863DC-04CB-E305-8C80-7799888B8FAB}"/>
                  </a:ext>
                </a:extLst>
              </p:cNvPr>
              <p:cNvSpPr>
                <a:spLocks/>
              </p:cNvSpPr>
              <p:nvPr/>
            </p:nvSpPr>
            <p:spPr bwMode="auto">
              <a:xfrm>
                <a:off x="3310" y="1239"/>
                <a:ext cx="35" cy="56"/>
              </a:xfrm>
              <a:custGeom>
                <a:avLst/>
                <a:gdLst>
                  <a:gd name="T0" fmla="+- 0 3331 3310"/>
                  <a:gd name="T1" fmla="*/ T0 w 35"/>
                  <a:gd name="T2" fmla="+- 0 1239 1239"/>
                  <a:gd name="T3" fmla="*/ 1239 h 56"/>
                  <a:gd name="T4" fmla="+- 0 3325 3310"/>
                  <a:gd name="T5" fmla="*/ T4 w 35"/>
                  <a:gd name="T6" fmla="+- 0 1239 1239"/>
                  <a:gd name="T7" fmla="*/ 1239 h 56"/>
                  <a:gd name="T8" fmla="+- 0 3322 3310"/>
                  <a:gd name="T9" fmla="*/ T8 w 35"/>
                  <a:gd name="T10" fmla="+- 0 1240 1239"/>
                  <a:gd name="T11" fmla="*/ 1240 h 56"/>
                  <a:gd name="T12" fmla="+- 0 3320 3310"/>
                  <a:gd name="T13" fmla="*/ T12 w 35"/>
                  <a:gd name="T14" fmla="+- 0 1242 1239"/>
                  <a:gd name="T15" fmla="*/ 1242 h 56"/>
                  <a:gd name="T16" fmla="+- 0 3317 3310"/>
                  <a:gd name="T17" fmla="*/ T16 w 35"/>
                  <a:gd name="T18" fmla="+- 0 1244 1239"/>
                  <a:gd name="T19" fmla="*/ 1244 h 56"/>
                  <a:gd name="T20" fmla="+- 0 3315 3310"/>
                  <a:gd name="T21" fmla="*/ T20 w 35"/>
                  <a:gd name="T22" fmla="+- 0 1247 1239"/>
                  <a:gd name="T23" fmla="*/ 1247 h 56"/>
                  <a:gd name="T24" fmla="+- 0 3311 3310"/>
                  <a:gd name="T25" fmla="*/ T24 w 35"/>
                  <a:gd name="T26" fmla="+- 0 1256 1239"/>
                  <a:gd name="T27" fmla="*/ 1256 h 56"/>
                  <a:gd name="T28" fmla="+- 0 3310 3310"/>
                  <a:gd name="T29" fmla="*/ T28 w 35"/>
                  <a:gd name="T30" fmla="+- 0 1261 1239"/>
                  <a:gd name="T31" fmla="*/ 1261 h 56"/>
                  <a:gd name="T32" fmla="+- 0 3310 3310"/>
                  <a:gd name="T33" fmla="*/ T32 w 35"/>
                  <a:gd name="T34" fmla="+- 0 1275 1239"/>
                  <a:gd name="T35" fmla="*/ 1275 h 56"/>
                  <a:gd name="T36" fmla="+- 0 3311 3310"/>
                  <a:gd name="T37" fmla="*/ T36 w 35"/>
                  <a:gd name="T38" fmla="+- 0 1281 1239"/>
                  <a:gd name="T39" fmla="*/ 1281 h 56"/>
                  <a:gd name="T40" fmla="+- 0 3318 3310"/>
                  <a:gd name="T41" fmla="*/ T40 w 35"/>
                  <a:gd name="T42" fmla="+- 0 1292 1239"/>
                  <a:gd name="T43" fmla="*/ 1292 h 56"/>
                  <a:gd name="T44" fmla="+- 0 3322 3310"/>
                  <a:gd name="T45" fmla="*/ T44 w 35"/>
                  <a:gd name="T46" fmla="+- 0 1295 1239"/>
                  <a:gd name="T47" fmla="*/ 1295 h 56"/>
                  <a:gd name="T48" fmla="+- 0 3330 3310"/>
                  <a:gd name="T49" fmla="*/ T48 w 35"/>
                  <a:gd name="T50" fmla="+- 0 1295 1239"/>
                  <a:gd name="T51" fmla="*/ 1295 h 56"/>
                  <a:gd name="T52" fmla="+- 0 3332 3310"/>
                  <a:gd name="T53" fmla="*/ T52 w 35"/>
                  <a:gd name="T54" fmla="+- 0 1294 1239"/>
                  <a:gd name="T55" fmla="*/ 1294 h 56"/>
                  <a:gd name="T56" fmla="+- 0 3334 3310"/>
                  <a:gd name="T57" fmla="*/ T56 w 35"/>
                  <a:gd name="T58" fmla="+- 0 1292 1239"/>
                  <a:gd name="T59" fmla="*/ 1292 h 56"/>
                  <a:gd name="T60" fmla="+- 0 3324 3310"/>
                  <a:gd name="T61" fmla="*/ T60 w 35"/>
                  <a:gd name="T62" fmla="+- 0 1292 1239"/>
                  <a:gd name="T63" fmla="*/ 1292 h 56"/>
                  <a:gd name="T64" fmla="+- 0 3322 3310"/>
                  <a:gd name="T65" fmla="*/ T64 w 35"/>
                  <a:gd name="T66" fmla="+- 0 1290 1239"/>
                  <a:gd name="T67" fmla="*/ 1290 h 56"/>
                  <a:gd name="T68" fmla="+- 0 3320 3310"/>
                  <a:gd name="T69" fmla="*/ T68 w 35"/>
                  <a:gd name="T70" fmla="+- 0 1286 1239"/>
                  <a:gd name="T71" fmla="*/ 1286 h 56"/>
                  <a:gd name="T72" fmla="+- 0 3319 3310"/>
                  <a:gd name="T73" fmla="*/ T72 w 35"/>
                  <a:gd name="T74" fmla="+- 0 1282 1239"/>
                  <a:gd name="T75" fmla="*/ 1282 h 56"/>
                  <a:gd name="T76" fmla="+- 0 3318 3310"/>
                  <a:gd name="T77" fmla="*/ T76 w 35"/>
                  <a:gd name="T78" fmla="+- 0 1276 1239"/>
                  <a:gd name="T79" fmla="*/ 1276 h 56"/>
                  <a:gd name="T80" fmla="+- 0 3327 3310"/>
                  <a:gd name="T81" fmla="*/ T80 w 35"/>
                  <a:gd name="T82" fmla="+- 0 1242 1239"/>
                  <a:gd name="T83" fmla="*/ 1242 h 56"/>
                  <a:gd name="T84" fmla="+- 0 3336 3310"/>
                  <a:gd name="T85" fmla="*/ T84 w 35"/>
                  <a:gd name="T86" fmla="+- 0 1242 1239"/>
                  <a:gd name="T87" fmla="*/ 1242 h 56"/>
                  <a:gd name="T88" fmla="+- 0 3335 3310"/>
                  <a:gd name="T89" fmla="*/ T88 w 35"/>
                  <a:gd name="T90" fmla="+- 0 1242 1239"/>
                  <a:gd name="T91" fmla="*/ 1242 h 56"/>
                  <a:gd name="T92" fmla="+- 0 3331 3310"/>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5" y="8"/>
                    </a:lnTo>
                    <a:lnTo>
                      <a:pt x="1" y="17"/>
                    </a:lnTo>
                    <a:lnTo>
                      <a:pt x="0" y="22"/>
                    </a:lnTo>
                    <a:lnTo>
                      <a:pt x="0" y="36"/>
                    </a:lnTo>
                    <a:lnTo>
                      <a:pt x="1" y="42"/>
                    </a:lnTo>
                    <a:lnTo>
                      <a:pt x="8" y="53"/>
                    </a:lnTo>
                    <a:lnTo>
                      <a:pt x="12" y="56"/>
                    </a:lnTo>
                    <a:lnTo>
                      <a:pt x="20" y="56"/>
                    </a:lnTo>
                    <a:lnTo>
                      <a:pt x="22" y="55"/>
                    </a:lnTo>
                    <a:lnTo>
                      <a:pt x="24" y="53"/>
                    </a:lnTo>
                    <a:lnTo>
                      <a:pt x="14" y="53"/>
                    </a:lnTo>
                    <a:lnTo>
                      <a:pt x="12" y="51"/>
                    </a:lnTo>
                    <a:lnTo>
                      <a:pt x="10" y="47"/>
                    </a:lnTo>
                    <a:lnTo>
                      <a:pt x="9" y="43"/>
                    </a:lnTo>
                    <a:lnTo>
                      <a:pt x="8" y="37"/>
                    </a:lnTo>
                    <a:lnTo>
                      <a:pt x="17" y="3"/>
                    </a:lnTo>
                    <a:lnTo>
                      <a:pt x="26"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00" name="Freeform 4924">
                <a:extLst>
                  <a:ext uri="{FF2B5EF4-FFF2-40B4-BE49-F238E27FC236}">
                    <a16:creationId xmlns:a16="http://schemas.microsoft.com/office/drawing/2014/main" id="{510A8952-09EE-FB1B-C448-168F55FC9EA9}"/>
                  </a:ext>
                </a:extLst>
              </p:cNvPr>
              <p:cNvSpPr>
                <a:spLocks/>
              </p:cNvSpPr>
              <p:nvPr/>
            </p:nvSpPr>
            <p:spPr bwMode="auto">
              <a:xfrm>
                <a:off x="3310" y="1239"/>
                <a:ext cx="35" cy="56"/>
              </a:xfrm>
              <a:custGeom>
                <a:avLst/>
                <a:gdLst>
                  <a:gd name="T0" fmla="+- 0 3336 3310"/>
                  <a:gd name="T1" fmla="*/ T0 w 35"/>
                  <a:gd name="T2" fmla="+- 0 1242 1239"/>
                  <a:gd name="T3" fmla="*/ 1242 h 56"/>
                  <a:gd name="T4" fmla="+- 0 3327 3310"/>
                  <a:gd name="T5" fmla="*/ T4 w 35"/>
                  <a:gd name="T6" fmla="+- 0 1242 1239"/>
                  <a:gd name="T7" fmla="*/ 1242 h 56"/>
                  <a:gd name="T8" fmla="+- 0 3331 3310"/>
                  <a:gd name="T9" fmla="*/ T8 w 35"/>
                  <a:gd name="T10" fmla="+- 0 1243 1239"/>
                  <a:gd name="T11" fmla="*/ 1243 h 56"/>
                  <a:gd name="T12" fmla="+- 0 3333 3310"/>
                  <a:gd name="T13" fmla="*/ T12 w 35"/>
                  <a:gd name="T14" fmla="+- 0 1245 1239"/>
                  <a:gd name="T15" fmla="*/ 1245 h 56"/>
                  <a:gd name="T16" fmla="+- 0 3337 3310"/>
                  <a:gd name="T17" fmla="*/ T16 w 35"/>
                  <a:gd name="T18" fmla="+- 0 1275 1239"/>
                  <a:gd name="T19" fmla="*/ 1275 h 56"/>
                  <a:gd name="T20" fmla="+- 0 3336 3310"/>
                  <a:gd name="T21" fmla="*/ T20 w 35"/>
                  <a:gd name="T22" fmla="+- 0 1280 1239"/>
                  <a:gd name="T23" fmla="*/ 1280 h 56"/>
                  <a:gd name="T24" fmla="+- 0 3334 3310"/>
                  <a:gd name="T25" fmla="*/ T24 w 35"/>
                  <a:gd name="T26" fmla="+- 0 1287 1239"/>
                  <a:gd name="T27" fmla="*/ 1287 h 56"/>
                  <a:gd name="T28" fmla="+- 0 3333 3310"/>
                  <a:gd name="T29" fmla="*/ T28 w 35"/>
                  <a:gd name="T30" fmla="+- 0 1289 1239"/>
                  <a:gd name="T31" fmla="*/ 1289 h 56"/>
                  <a:gd name="T32" fmla="+- 0 3332 3310"/>
                  <a:gd name="T33" fmla="*/ T32 w 35"/>
                  <a:gd name="T34" fmla="+- 0 1290 1239"/>
                  <a:gd name="T35" fmla="*/ 1290 h 56"/>
                  <a:gd name="T36" fmla="+- 0 3327 3310"/>
                  <a:gd name="T37" fmla="*/ T36 w 35"/>
                  <a:gd name="T38" fmla="+- 0 1292 1239"/>
                  <a:gd name="T39" fmla="*/ 1292 h 56"/>
                  <a:gd name="T40" fmla="+- 0 3334 3310"/>
                  <a:gd name="T41" fmla="*/ T40 w 35"/>
                  <a:gd name="T42" fmla="+- 0 1292 1239"/>
                  <a:gd name="T43" fmla="*/ 1292 h 56"/>
                  <a:gd name="T44" fmla="+- 0 3344 3310"/>
                  <a:gd name="T45" fmla="*/ T44 w 35"/>
                  <a:gd name="T46" fmla="+- 0 1258 1239"/>
                  <a:gd name="T47" fmla="*/ 1258 h 56"/>
                  <a:gd name="T48" fmla="+- 0 3342 3310"/>
                  <a:gd name="T49" fmla="*/ T48 w 35"/>
                  <a:gd name="T50" fmla="+- 0 1251 1239"/>
                  <a:gd name="T51" fmla="*/ 1251 h 56"/>
                  <a:gd name="T52" fmla="+- 0 3336 3310"/>
                  <a:gd name="T53" fmla="*/ T52 w 35"/>
                  <a:gd name="T54" fmla="+- 0 1242 1239"/>
                  <a:gd name="T55"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7" y="3"/>
                    </a:lnTo>
                    <a:lnTo>
                      <a:pt x="21" y="4"/>
                    </a:lnTo>
                    <a:lnTo>
                      <a:pt x="23" y="6"/>
                    </a:lnTo>
                    <a:lnTo>
                      <a:pt x="27" y="36"/>
                    </a:lnTo>
                    <a:lnTo>
                      <a:pt x="26" y="41"/>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5" name="Group 214">
              <a:extLst>
                <a:ext uri="{FF2B5EF4-FFF2-40B4-BE49-F238E27FC236}">
                  <a16:creationId xmlns:a16="http://schemas.microsoft.com/office/drawing/2014/main" id="{20D9FAC0-2B43-4FDA-ADBE-A67A40F29AB0}"/>
                </a:ext>
              </a:extLst>
            </p:cNvPr>
            <p:cNvGrpSpPr>
              <a:grpSpLocks/>
            </p:cNvGrpSpPr>
            <p:nvPr/>
          </p:nvGrpSpPr>
          <p:grpSpPr bwMode="auto">
            <a:xfrm>
              <a:off x="3766" y="1239"/>
              <a:ext cx="35" cy="56"/>
              <a:chOff x="3766" y="1239"/>
              <a:chExt cx="35" cy="56"/>
            </a:xfrm>
          </p:grpSpPr>
          <p:sp>
            <p:nvSpPr>
              <p:cNvPr id="1297" name="Freeform 4926">
                <a:extLst>
                  <a:ext uri="{FF2B5EF4-FFF2-40B4-BE49-F238E27FC236}">
                    <a16:creationId xmlns:a16="http://schemas.microsoft.com/office/drawing/2014/main" id="{48DFF965-0A14-EADB-3BB3-B379583515E9}"/>
                  </a:ext>
                </a:extLst>
              </p:cNvPr>
              <p:cNvSpPr>
                <a:spLocks/>
              </p:cNvSpPr>
              <p:nvPr/>
            </p:nvSpPr>
            <p:spPr bwMode="auto">
              <a:xfrm>
                <a:off x="3766" y="1239"/>
                <a:ext cx="35" cy="56"/>
              </a:xfrm>
              <a:custGeom>
                <a:avLst/>
                <a:gdLst>
                  <a:gd name="T0" fmla="+- 0 3788 3766"/>
                  <a:gd name="T1" fmla="*/ T0 w 35"/>
                  <a:gd name="T2" fmla="+- 0 1239 1239"/>
                  <a:gd name="T3" fmla="*/ 1239 h 56"/>
                  <a:gd name="T4" fmla="+- 0 3781 3766"/>
                  <a:gd name="T5" fmla="*/ T4 w 35"/>
                  <a:gd name="T6" fmla="+- 0 1239 1239"/>
                  <a:gd name="T7" fmla="*/ 1239 h 56"/>
                  <a:gd name="T8" fmla="+- 0 3779 3766"/>
                  <a:gd name="T9" fmla="*/ T8 w 35"/>
                  <a:gd name="T10" fmla="+- 0 1240 1239"/>
                  <a:gd name="T11" fmla="*/ 1240 h 56"/>
                  <a:gd name="T12" fmla="+- 0 3776 3766"/>
                  <a:gd name="T13" fmla="*/ T12 w 35"/>
                  <a:gd name="T14" fmla="+- 0 1242 1239"/>
                  <a:gd name="T15" fmla="*/ 1242 h 56"/>
                  <a:gd name="T16" fmla="+- 0 3773 3766"/>
                  <a:gd name="T17" fmla="*/ T16 w 35"/>
                  <a:gd name="T18" fmla="+- 0 1244 1239"/>
                  <a:gd name="T19" fmla="*/ 1244 h 56"/>
                  <a:gd name="T20" fmla="+- 0 3771 3766"/>
                  <a:gd name="T21" fmla="*/ T20 w 35"/>
                  <a:gd name="T22" fmla="+- 0 1247 1239"/>
                  <a:gd name="T23" fmla="*/ 1247 h 56"/>
                  <a:gd name="T24" fmla="+- 0 3767 3766"/>
                  <a:gd name="T25" fmla="*/ T24 w 35"/>
                  <a:gd name="T26" fmla="+- 0 1256 1239"/>
                  <a:gd name="T27" fmla="*/ 1256 h 56"/>
                  <a:gd name="T28" fmla="+- 0 3766 3766"/>
                  <a:gd name="T29" fmla="*/ T28 w 35"/>
                  <a:gd name="T30" fmla="+- 0 1261 1239"/>
                  <a:gd name="T31" fmla="*/ 1261 h 56"/>
                  <a:gd name="T32" fmla="+- 0 3766 3766"/>
                  <a:gd name="T33" fmla="*/ T32 w 35"/>
                  <a:gd name="T34" fmla="+- 0 1275 1239"/>
                  <a:gd name="T35" fmla="*/ 1275 h 56"/>
                  <a:gd name="T36" fmla="+- 0 3768 3766"/>
                  <a:gd name="T37" fmla="*/ T36 w 35"/>
                  <a:gd name="T38" fmla="+- 0 1281 1239"/>
                  <a:gd name="T39" fmla="*/ 1281 h 56"/>
                  <a:gd name="T40" fmla="+- 0 3774 3766"/>
                  <a:gd name="T41" fmla="*/ T40 w 35"/>
                  <a:gd name="T42" fmla="+- 0 1292 1239"/>
                  <a:gd name="T43" fmla="*/ 1292 h 56"/>
                  <a:gd name="T44" fmla="+- 0 3778 3766"/>
                  <a:gd name="T45" fmla="*/ T44 w 35"/>
                  <a:gd name="T46" fmla="+- 0 1295 1239"/>
                  <a:gd name="T47" fmla="*/ 1295 h 56"/>
                  <a:gd name="T48" fmla="+- 0 3786 3766"/>
                  <a:gd name="T49" fmla="*/ T48 w 35"/>
                  <a:gd name="T50" fmla="+- 0 1295 1239"/>
                  <a:gd name="T51" fmla="*/ 1295 h 56"/>
                  <a:gd name="T52" fmla="+- 0 3788 3766"/>
                  <a:gd name="T53" fmla="*/ T52 w 35"/>
                  <a:gd name="T54" fmla="+- 0 1294 1239"/>
                  <a:gd name="T55" fmla="*/ 1294 h 56"/>
                  <a:gd name="T56" fmla="+- 0 3791 3766"/>
                  <a:gd name="T57" fmla="*/ T56 w 35"/>
                  <a:gd name="T58" fmla="+- 0 1292 1239"/>
                  <a:gd name="T59" fmla="*/ 1292 h 56"/>
                  <a:gd name="T60" fmla="+- 0 3780 3766"/>
                  <a:gd name="T61" fmla="*/ T60 w 35"/>
                  <a:gd name="T62" fmla="+- 0 1292 1239"/>
                  <a:gd name="T63" fmla="*/ 1292 h 56"/>
                  <a:gd name="T64" fmla="+- 0 3778 3766"/>
                  <a:gd name="T65" fmla="*/ T64 w 35"/>
                  <a:gd name="T66" fmla="+- 0 1290 1239"/>
                  <a:gd name="T67" fmla="*/ 1290 h 56"/>
                  <a:gd name="T68" fmla="+- 0 3777 3766"/>
                  <a:gd name="T69" fmla="*/ T68 w 35"/>
                  <a:gd name="T70" fmla="+- 0 1286 1239"/>
                  <a:gd name="T71" fmla="*/ 1286 h 56"/>
                  <a:gd name="T72" fmla="+- 0 3775 3766"/>
                  <a:gd name="T73" fmla="*/ T72 w 35"/>
                  <a:gd name="T74" fmla="+- 0 1282 1239"/>
                  <a:gd name="T75" fmla="*/ 1282 h 56"/>
                  <a:gd name="T76" fmla="+- 0 3774 3766"/>
                  <a:gd name="T77" fmla="*/ T76 w 35"/>
                  <a:gd name="T78" fmla="+- 0 1276 1239"/>
                  <a:gd name="T79" fmla="*/ 1276 h 56"/>
                  <a:gd name="T80" fmla="+- 0 3784 3766"/>
                  <a:gd name="T81" fmla="*/ T80 w 35"/>
                  <a:gd name="T82" fmla="+- 0 1242 1239"/>
                  <a:gd name="T83" fmla="*/ 1242 h 56"/>
                  <a:gd name="T84" fmla="+- 0 3792 3766"/>
                  <a:gd name="T85" fmla="*/ T84 w 35"/>
                  <a:gd name="T86" fmla="+- 0 1242 1239"/>
                  <a:gd name="T87" fmla="*/ 1242 h 56"/>
                  <a:gd name="T88" fmla="+- 0 3791 3766"/>
                  <a:gd name="T89" fmla="*/ T88 w 35"/>
                  <a:gd name="T90" fmla="+- 0 1242 1239"/>
                  <a:gd name="T91" fmla="*/ 1242 h 56"/>
                  <a:gd name="T92" fmla="+- 0 3788 3766"/>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98" name="Freeform 4927">
                <a:extLst>
                  <a:ext uri="{FF2B5EF4-FFF2-40B4-BE49-F238E27FC236}">
                    <a16:creationId xmlns:a16="http://schemas.microsoft.com/office/drawing/2014/main" id="{153352C5-92FD-34DC-5257-78C750367E53}"/>
                  </a:ext>
                </a:extLst>
              </p:cNvPr>
              <p:cNvSpPr>
                <a:spLocks/>
              </p:cNvSpPr>
              <p:nvPr/>
            </p:nvSpPr>
            <p:spPr bwMode="auto">
              <a:xfrm>
                <a:off x="3766" y="1239"/>
                <a:ext cx="35" cy="56"/>
              </a:xfrm>
              <a:custGeom>
                <a:avLst/>
                <a:gdLst>
                  <a:gd name="T0" fmla="+- 0 3792 3766"/>
                  <a:gd name="T1" fmla="*/ T0 w 35"/>
                  <a:gd name="T2" fmla="+- 0 1242 1239"/>
                  <a:gd name="T3" fmla="*/ 1242 h 56"/>
                  <a:gd name="T4" fmla="+- 0 3784 3766"/>
                  <a:gd name="T5" fmla="*/ T4 w 35"/>
                  <a:gd name="T6" fmla="+- 0 1242 1239"/>
                  <a:gd name="T7" fmla="*/ 1242 h 56"/>
                  <a:gd name="T8" fmla="+- 0 3787 3766"/>
                  <a:gd name="T9" fmla="*/ T8 w 35"/>
                  <a:gd name="T10" fmla="+- 0 1243 1239"/>
                  <a:gd name="T11" fmla="*/ 1243 h 56"/>
                  <a:gd name="T12" fmla="+- 0 3789 3766"/>
                  <a:gd name="T13" fmla="*/ T12 w 35"/>
                  <a:gd name="T14" fmla="+- 0 1245 1239"/>
                  <a:gd name="T15" fmla="*/ 1245 h 56"/>
                  <a:gd name="T16" fmla="+- 0 3790 3766"/>
                  <a:gd name="T17" fmla="*/ T16 w 35"/>
                  <a:gd name="T18" fmla="+- 0 1247 1239"/>
                  <a:gd name="T19" fmla="*/ 1247 h 56"/>
                  <a:gd name="T20" fmla="+- 0 3792 3766"/>
                  <a:gd name="T21" fmla="*/ T20 w 35"/>
                  <a:gd name="T22" fmla="+- 0 1254 1239"/>
                  <a:gd name="T23" fmla="*/ 1254 h 56"/>
                  <a:gd name="T24" fmla="+- 0 3793 3766"/>
                  <a:gd name="T25" fmla="*/ T24 w 35"/>
                  <a:gd name="T26" fmla="+- 0 1256 1239"/>
                  <a:gd name="T27" fmla="*/ 1256 h 56"/>
                  <a:gd name="T28" fmla="+- 0 3793 3766"/>
                  <a:gd name="T29" fmla="*/ T28 w 35"/>
                  <a:gd name="T30" fmla="+- 0 1275 1239"/>
                  <a:gd name="T31" fmla="*/ 1275 h 56"/>
                  <a:gd name="T32" fmla="+- 0 3792 3766"/>
                  <a:gd name="T33" fmla="*/ T32 w 35"/>
                  <a:gd name="T34" fmla="+- 0 1280 1239"/>
                  <a:gd name="T35" fmla="*/ 1280 h 56"/>
                  <a:gd name="T36" fmla="+- 0 3790 3766"/>
                  <a:gd name="T37" fmla="*/ T36 w 35"/>
                  <a:gd name="T38" fmla="+- 0 1287 1239"/>
                  <a:gd name="T39" fmla="*/ 1287 h 56"/>
                  <a:gd name="T40" fmla="+- 0 3789 3766"/>
                  <a:gd name="T41" fmla="*/ T40 w 35"/>
                  <a:gd name="T42" fmla="+- 0 1289 1239"/>
                  <a:gd name="T43" fmla="*/ 1289 h 56"/>
                  <a:gd name="T44" fmla="+- 0 3788 3766"/>
                  <a:gd name="T45" fmla="*/ T44 w 35"/>
                  <a:gd name="T46" fmla="+- 0 1290 1239"/>
                  <a:gd name="T47" fmla="*/ 1290 h 56"/>
                  <a:gd name="T48" fmla="+- 0 3783 3766"/>
                  <a:gd name="T49" fmla="*/ T48 w 35"/>
                  <a:gd name="T50" fmla="+- 0 1292 1239"/>
                  <a:gd name="T51" fmla="*/ 1292 h 56"/>
                  <a:gd name="T52" fmla="+- 0 3791 3766"/>
                  <a:gd name="T53" fmla="*/ T52 w 35"/>
                  <a:gd name="T54" fmla="+- 0 1292 1239"/>
                  <a:gd name="T55" fmla="*/ 1292 h 56"/>
                  <a:gd name="T56" fmla="+- 0 3801 3766"/>
                  <a:gd name="T57" fmla="*/ T56 w 35"/>
                  <a:gd name="T58" fmla="+- 0 1258 1239"/>
                  <a:gd name="T59" fmla="*/ 1258 h 56"/>
                  <a:gd name="T60" fmla="+- 0 3799 3766"/>
                  <a:gd name="T61" fmla="*/ T60 w 35"/>
                  <a:gd name="T62" fmla="+- 0 1251 1239"/>
                  <a:gd name="T63" fmla="*/ 1251 h 56"/>
                  <a:gd name="T64" fmla="+- 0 3792 3766"/>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6"/>
                    </a:lnTo>
                    <a:lnTo>
                      <a:pt x="24" y="8"/>
                    </a:lnTo>
                    <a:lnTo>
                      <a:pt x="26" y="15"/>
                    </a:lnTo>
                    <a:lnTo>
                      <a:pt x="27" y="17"/>
                    </a:lnTo>
                    <a:lnTo>
                      <a:pt x="27" y="36"/>
                    </a:lnTo>
                    <a:lnTo>
                      <a:pt x="26" y="41"/>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6" name="Group 215">
              <a:extLst>
                <a:ext uri="{FF2B5EF4-FFF2-40B4-BE49-F238E27FC236}">
                  <a16:creationId xmlns:a16="http://schemas.microsoft.com/office/drawing/2014/main" id="{FCE9115E-CBE2-2449-C586-43738CA72123}"/>
                </a:ext>
              </a:extLst>
            </p:cNvPr>
            <p:cNvGrpSpPr>
              <a:grpSpLocks/>
            </p:cNvGrpSpPr>
            <p:nvPr/>
          </p:nvGrpSpPr>
          <p:grpSpPr bwMode="auto">
            <a:xfrm>
              <a:off x="4223" y="1239"/>
              <a:ext cx="35" cy="56"/>
              <a:chOff x="4223" y="1239"/>
              <a:chExt cx="35" cy="56"/>
            </a:xfrm>
          </p:grpSpPr>
          <p:sp>
            <p:nvSpPr>
              <p:cNvPr id="1295" name="Freeform 4929">
                <a:extLst>
                  <a:ext uri="{FF2B5EF4-FFF2-40B4-BE49-F238E27FC236}">
                    <a16:creationId xmlns:a16="http://schemas.microsoft.com/office/drawing/2014/main" id="{7640D874-C1CB-E751-804C-083779090099}"/>
                  </a:ext>
                </a:extLst>
              </p:cNvPr>
              <p:cNvSpPr>
                <a:spLocks/>
              </p:cNvSpPr>
              <p:nvPr/>
            </p:nvSpPr>
            <p:spPr bwMode="auto">
              <a:xfrm>
                <a:off x="4223" y="1239"/>
                <a:ext cx="35" cy="56"/>
              </a:xfrm>
              <a:custGeom>
                <a:avLst/>
                <a:gdLst>
                  <a:gd name="T0" fmla="+- 0 4244 4223"/>
                  <a:gd name="T1" fmla="*/ T0 w 35"/>
                  <a:gd name="T2" fmla="+- 0 1239 1239"/>
                  <a:gd name="T3" fmla="*/ 1239 h 56"/>
                  <a:gd name="T4" fmla="+- 0 4237 4223"/>
                  <a:gd name="T5" fmla="*/ T4 w 35"/>
                  <a:gd name="T6" fmla="+- 0 1239 1239"/>
                  <a:gd name="T7" fmla="*/ 1239 h 56"/>
                  <a:gd name="T8" fmla="+- 0 4235 4223"/>
                  <a:gd name="T9" fmla="*/ T8 w 35"/>
                  <a:gd name="T10" fmla="+- 0 1240 1239"/>
                  <a:gd name="T11" fmla="*/ 1240 h 56"/>
                  <a:gd name="T12" fmla="+- 0 4233 4223"/>
                  <a:gd name="T13" fmla="*/ T12 w 35"/>
                  <a:gd name="T14" fmla="+- 0 1242 1239"/>
                  <a:gd name="T15" fmla="*/ 1242 h 56"/>
                  <a:gd name="T16" fmla="+- 0 4230 4223"/>
                  <a:gd name="T17" fmla="*/ T16 w 35"/>
                  <a:gd name="T18" fmla="+- 0 1244 1239"/>
                  <a:gd name="T19" fmla="*/ 1244 h 56"/>
                  <a:gd name="T20" fmla="+- 0 4227 4223"/>
                  <a:gd name="T21" fmla="*/ T20 w 35"/>
                  <a:gd name="T22" fmla="+- 0 1247 1239"/>
                  <a:gd name="T23" fmla="*/ 1247 h 56"/>
                  <a:gd name="T24" fmla="+- 0 4223 4223"/>
                  <a:gd name="T25" fmla="*/ T24 w 35"/>
                  <a:gd name="T26" fmla="+- 0 1256 1239"/>
                  <a:gd name="T27" fmla="*/ 1256 h 56"/>
                  <a:gd name="T28" fmla="+- 0 4223 4223"/>
                  <a:gd name="T29" fmla="*/ T28 w 35"/>
                  <a:gd name="T30" fmla="+- 0 1261 1239"/>
                  <a:gd name="T31" fmla="*/ 1261 h 56"/>
                  <a:gd name="T32" fmla="+- 0 4223 4223"/>
                  <a:gd name="T33" fmla="*/ T32 w 35"/>
                  <a:gd name="T34" fmla="+- 0 1275 1239"/>
                  <a:gd name="T35" fmla="*/ 1275 h 56"/>
                  <a:gd name="T36" fmla="+- 0 4224 4223"/>
                  <a:gd name="T37" fmla="*/ T36 w 35"/>
                  <a:gd name="T38" fmla="+- 0 1281 1239"/>
                  <a:gd name="T39" fmla="*/ 1281 h 56"/>
                  <a:gd name="T40" fmla="+- 0 4230 4223"/>
                  <a:gd name="T41" fmla="*/ T40 w 35"/>
                  <a:gd name="T42" fmla="+- 0 1292 1239"/>
                  <a:gd name="T43" fmla="*/ 1292 h 56"/>
                  <a:gd name="T44" fmla="+- 0 4234 4223"/>
                  <a:gd name="T45" fmla="*/ T44 w 35"/>
                  <a:gd name="T46" fmla="+- 0 1295 1239"/>
                  <a:gd name="T47" fmla="*/ 1295 h 56"/>
                  <a:gd name="T48" fmla="+- 0 4242 4223"/>
                  <a:gd name="T49" fmla="*/ T48 w 35"/>
                  <a:gd name="T50" fmla="+- 0 1295 1239"/>
                  <a:gd name="T51" fmla="*/ 1295 h 56"/>
                  <a:gd name="T52" fmla="+- 0 4245 4223"/>
                  <a:gd name="T53" fmla="*/ T52 w 35"/>
                  <a:gd name="T54" fmla="+- 0 1294 1239"/>
                  <a:gd name="T55" fmla="*/ 1294 h 56"/>
                  <a:gd name="T56" fmla="+- 0 4247 4223"/>
                  <a:gd name="T57" fmla="*/ T56 w 35"/>
                  <a:gd name="T58" fmla="+- 0 1292 1239"/>
                  <a:gd name="T59" fmla="*/ 1292 h 56"/>
                  <a:gd name="T60" fmla="+- 0 4237 4223"/>
                  <a:gd name="T61" fmla="*/ T60 w 35"/>
                  <a:gd name="T62" fmla="+- 0 1292 1239"/>
                  <a:gd name="T63" fmla="*/ 1292 h 56"/>
                  <a:gd name="T64" fmla="+- 0 4234 4223"/>
                  <a:gd name="T65" fmla="*/ T64 w 35"/>
                  <a:gd name="T66" fmla="+- 0 1290 1239"/>
                  <a:gd name="T67" fmla="*/ 1290 h 56"/>
                  <a:gd name="T68" fmla="+- 0 4233 4223"/>
                  <a:gd name="T69" fmla="*/ T68 w 35"/>
                  <a:gd name="T70" fmla="+- 0 1286 1239"/>
                  <a:gd name="T71" fmla="*/ 1286 h 56"/>
                  <a:gd name="T72" fmla="+- 0 4231 4223"/>
                  <a:gd name="T73" fmla="*/ T72 w 35"/>
                  <a:gd name="T74" fmla="+- 0 1282 1239"/>
                  <a:gd name="T75" fmla="*/ 1282 h 56"/>
                  <a:gd name="T76" fmla="+- 0 4230 4223"/>
                  <a:gd name="T77" fmla="*/ T76 w 35"/>
                  <a:gd name="T78" fmla="+- 0 1276 1239"/>
                  <a:gd name="T79" fmla="*/ 1276 h 56"/>
                  <a:gd name="T80" fmla="+- 0 4240 4223"/>
                  <a:gd name="T81" fmla="*/ T80 w 35"/>
                  <a:gd name="T82" fmla="+- 0 1242 1239"/>
                  <a:gd name="T83" fmla="*/ 1242 h 56"/>
                  <a:gd name="T84" fmla="+- 0 4248 4223"/>
                  <a:gd name="T85" fmla="*/ T84 w 35"/>
                  <a:gd name="T86" fmla="+- 0 1242 1239"/>
                  <a:gd name="T87" fmla="*/ 1242 h 56"/>
                  <a:gd name="T88" fmla="+- 0 4248 4223"/>
                  <a:gd name="T89" fmla="*/ T88 w 35"/>
                  <a:gd name="T90" fmla="+- 0 1242 1239"/>
                  <a:gd name="T91" fmla="*/ 1242 h 56"/>
                  <a:gd name="T92" fmla="+- 0 4244 4223"/>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6"/>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96" name="Freeform 4930">
                <a:extLst>
                  <a:ext uri="{FF2B5EF4-FFF2-40B4-BE49-F238E27FC236}">
                    <a16:creationId xmlns:a16="http://schemas.microsoft.com/office/drawing/2014/main" id="{8E262775-0E59-F5D8-FCE2-06287DE736C5}"/>
                  </a:ext>
                </a:extLst>
              </p:cNvPr>
              <p:cNvSpPr>
                <a:spLocks/>
              </p:cNvSpPr>
              <p:nvPr/>
            </p:nvSpPr>
            <p:spPr bwMode="auto">
              <a:xfrm>
                <a:off x="4223" y="1239"/>
                <a:ext cx="35" cy="56"/>
              </a:xfrm>
              <a:custGeom>
                <a:avLst/>
                <a:gdLst>
                  <a:gd name="T0" fmla="+- 0 4248 4223"/>
                  <a:gd name="T1" fmla="*/ T0 w 35"/>
                  <a:gd name="T2" fmla="+- 0 1242 1239"/>
                  <a:gd name="T3" fmla="*/ 1242 h 56"/>
                  <a:gd name="T4" fmla="+- 0 4240 4223"/>
                  <a:gd name="T5" fmla="*/ T4 w 35"/>
                  <a:gd name="T6" fmla="+- 0 1242 1239"/>
                  <a:gd name="T7" fmla="*/ 1242 h 56"/>
                  <a:gd name="T8" fmla="+- 0 4244 4223"/>
                  <a:gd name="T9" fmla="*/ T8 w 35"/>
                  <a:gd name="T10" fmla="+- 0 1243 1239"/>
                  <a:gd name="T11" fmla="*/ 1243 h 56"/>
                  <a:gd name="T12" fmla="+- 0 4245 4223"/>
                  <a:gd name="T13" fmla="*/ T12 w 35"/>
                  <a:gd name="T14" fmla="+- 0 1245 1239"/>
                  <a:gd name="T15" fmla="*/ 1245 h 56"/>
                  <a:gd name="T16" fmla="+- 0 4246 4223"/>
                  <a:gd name="T17" fmla="*/ T16 w 35"/>
                  <a:gd name="T18" fmla="+- 0 1247 1239"/>
                  <a:gd name="T19" fmla="*/ 1247 h 56"/>
                  <a:gd name="T20" fmla="+- 0 4249 4223"/>
                  <a:gd name="T21" fmla="*/ T20 w 35"/>
                  <a:gd name="T22" fmla="+- 0 1254 1239"/>
                  <a:gd name="T23" fmla="*/ 1254 h 56"/>
                  <a:gd name="T24" fmla="+- 0 4249 4223"/>
                  <a:gd name="T25" fmla="*/ T24 w 35"/>
                  <a:gd name="T26" fmla="+- 0 1256 1239"/>
                  <a:gd name="T27" fmla="*/ 1256 h 56"/>
                  <a:gd name="T28" fmla="+- 0 4249 4223"/>
                  <a:gd name="T29" fmla="*/ T28 w 35"/>
                  <a:gd name="T30" fmla="+- 0 1275 1239"/>
                  <a:gd name="T31" fmla="*/ 1275 h 56"/>
                  <a:gd name="T32" fmla="+- 0 4249 4223"/>
                  <a:gd name="T33" fmla="*/ T32 w 35"/>
                  <a:gd name="T34" fmla="+- 0 1280 1239"/>
                  <a:gd name="T35" fmla="*/ 1280 h 56"/>
                  <a:gd name="T36" fmla="+- 0 4247 4223"/>
                  <a:gd name="T37" fmla="*/ T36 w 35"/>
                  <a:gd name="T38" fmla="+- 0 1287 1239"/>
                  <a:gd name="T39" fmla="*/ 1287 h 56"/>
                  <a:gd name="T40" fmla="+- 0 4246 4223"/>
                  <a:gd name="T41" fmla="*/ T40 w 35"/>
                  <a:gd name="T42" fmla="+- 0 1289 1239"/>
                  <a:gd name="T43" fmla="*/ 1289 h 56"/>
                  <a:gd name="T44" fmla="+- 0 4244 4223"/>
                  <a:gd name="T45" fmla="*/ T44 w 35"/>
                  <a:gd name="T46" fmla="+- 0 1290 1239"/>
                  <a:gd name="T47" fmla="*/ 1290 h 56"/>
                  <a:gd name="T48" fmla="+- 0 4240 4223"/>
                  <a:gd name="T49" fmla="*/ T48 w 35"/>
                  <a:gd name="T50" fmla="+- 0 1292 1239"/>
                  <a:gd name="T51" fmla="*/ 1292 h 56"/>
                  <a:gd name="T52" fmla="+- 0 4247 4223"/>
                  <a:gd name="T53" fmla="*/ T52 w 35"/>
                  <a:gd name="T54" fmla="+- 0 1292 1239"/>
                  <a:gd name="T55" fmla="*/ 1292 h 56"/>
                  <a:gd name="T56" fmla="+- 0 4257 4223"/>
                  <a:gd name="T57" fmla="*/ T56 w 35"/>
                  <a:gd name="T58" fmla="+- 0 1258 1239"/>
                  <a:gd name="T59" fmla="*/ 1258 h 56"/>
                  <a:gd name="T60" fmla="+- 0 4255 4223"/>
                  <a:gd name="T61" fmla="*/ T60 w 35"/>
                  <a:gd name="T62" fmla="+- 0 1251 1239"/>
                  <a:gd name="T63" fmla="*/ 1251 h 56"/>
                  <a:gd name="T64" fmla="+- 0 4248 4223"/>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3"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7" name="Group 216">
              <a:extLst>
                <a:ext uri="{FF2B5EF4-FFF2-40B4-BE49-F238E27FC236}">
                  <a16:creationId xmlns:a16="http://schemas.microsoft.com/office/drawing/2014/main" id="{07C624AC-176D-CE9C-B3A2-2C1D8A54C0B0}"/>
                </a:ext>
              </a:extLst>
            </p:cNvPr>
            <p:cNvGrpSpPr>
              <a:grpSpLocks/>
            </p:cNvGrpSpPr>
            <p:nvPr/>
          </p:nvGrpSpPr>
          <p:grpSpPr bwMode="auto">
            <a:xfrm>
              <a:off x="4679" y="1239"/>
              <a:ext cx="35" cy="56"/>
              <a:chOff x="4679" y="1239"/>
              <a:chExt cx="35" cy="56"/>
            </a:xfrm>
          </p:grpSpPr>
          <p:sp>
            <p:nvSpPr>
              <p:cNvPr id="1293" name="Freeform 4932">
                <a:extLst>
                  <a:ext uri="{FF2B5EF4-FFF2-40B4-BE49-F238E27FC236}">
                    <a16:creationId xmlns:a16="http://schemas.microsoft.com/office/drawing/2014/main" id="{95D255C7-CA78-DFAF-00BF-F5BEEB2AC95E}"/>
                  </a:ext>
                </a:extLst>
              </p:cNvPr>
              <p:cNvSpPr>
                <a:spLocks/>
              </p:cNvSpPr>
              <p:nvPr/>
            </p:nvSpPr>
            <p:spPr bwMode="auto">
              <a:xfrm>
                <a:off x="4679" y="1239"/>
                <a:ext cx="35" cy="56"/>
              </a:xfrm>
              <a:custGeom>
                <a:avLst/>
                <a:gdLst>
                  <a:gd name="T0" fmla="+- 0 4700 4679"/>
                  <a:gd name="T1" fmla="*/ T0 w 35"/>
                  <a:gd name="T2" fmla="+- 0 1239 1239"/>
                  <a:gd name="T3" fmla="*/ 1239 h 56"/>
                  <a:gd name="T4" fmla="+- 0 4694 4679"/>
                  <a:gd name="T5" fmla="*/ T4 w 35"/>
                  <a:gd name="T6" fmla="+- 0 1239 1239"/>
                  <a:gd name="T7" fmla="*/ 1239 h 56"/>
                  <a:gd name="T8" fmla="+- 0 4691 4679"/>
                  <a:gd name="T9" fmla="*/ T8 w 35"/>
                  <a:gd name="T10" fmla="+- 0 1240 1239"/>
                  <a:gd name="T11" fmla="*/ 1240 h 56"/>
                  <a:gd name="T12" fmla="+- 0 4689 4679"/>
                  <a:gd name="T13" fmla="*/ T12 w 35"/>
                  <a:gd name="T14" fmla="+- 0 1242 1239"/>
                  <a:gd name="T15" fmla="*/ 1242 h 56"/>
                  <a:gd name="T16" fmla="+- 0 4686 4679"/>
                  <a:gd name="T17" fmla="*/ T16 w 35"/>
                  <a:gd name="T18" fmla="+- 0 1244 1239"/>
                  <a:gd name="T19" fmla="*/ 1244 h 56"/>
                  <a:gd name="T20" fmla="+- 0 4684 4679"/>
                  <a:gd name="T21" fmla="*/ T20 w 35"/>
                  <a:gd name="T22" fmla="+- 0 1247 1239"/>
                  <a:gd name="T23" fmla="*/ 1247 h 56"/>
                  <a:gd name="T24" fmla="+- 0 4680 4679"/>
                  <a:gd name="T25" fmla="*/ T24 w 35"/>
                  <a:gd name="T26" fmla="+- 0 1256 1239"/>
                  <a:gd name="T27" fmla="*/ 1256 h 56"/>
                  <a:gd name="T28" fmla="+- 0 4679 4679"/>
                  <a:gd name="T29" fmla="*/ T28 w 35"/>
                  <a:gd name="T30" fmla="+- 0 1261 1239"/>
                  <a:gd name="T31" fmla="*/ 1261 h 56"/>
                  <a:gd name="T32" fmla="+- 0 4679 4679"/>
                  <a:gd name="T33" fmla="*/ T32 w 35"/>
                  <a:gd name="T34" fmla="+- 0 1275 1239"/>
                  <a:gd name="T35" fmla="*/ 1275 h 56"/>
                  <a:gd name="T36" fmla="+- 0 4680 4679"/>
                  <a:gd name="T37" fmla="*/ T36 w 35"/>
                  <a:gd name="T38" fmla="+- 0 1281 1239"/>
                  <a:gd name="T39" fmla="*/ 1281 h 56"/>
                  <a:gd name="T40" fmla="+- 0 4687 4679"/>
                  <a:gd name="T41" fmla="*/ T40 w 35"/>
                  <a:gd name="T42" fmla="+- 0 1292 1239"/>
                  <a:gd name="T43" fmla="*/ 1292 h 56"/>
                  <a:gd name="T44" fmla="+- 0 4691 4679"/>
                  <a:gd name="T45" fmla="*/ T44 w 35"/>
                  <a:gd name="T46" fmla="+- 0 1295 1239"/>
                  <a:gd name="T47" fmla="*/ 1295 h 56"/>
                  <a:gd name="T48" fmla="+- 0 4698 4679"/>
                  <a:gd name="T49" fmla="*/ T48 w 35"/>
                  <a:gd name="T50" fmla="+- 0 1295 1239"/>
                  <a:gd name="T51" fmla="*/ 1295 h 56"/>
                  <a:gd name="T52" fmla="+- 0 4701 4679"/>
                  <a:gd name="T53" fmla="*/ T52 w 35"/>
                  <a:gd name="T54" fmla="+- 0 1294 1239"/>
                  <a:gd name="T55" fmla="*/ 1294 h 56"/>
                  <a:gd name="T56" fmla="+- 0 4703 4679"/>
                  <a:gd name="T57" fmla="*/ T56 w 35"/>
                  <a:gd name="T58" fmla="+- 0 1292 1239"/>
                  <a:gd name="T59" fmla="*/ 1292 h 56"/>
                  <a:gd name="T60" fmla="+- 0 4693 4679"/>
                  <a:gd name="T61" fmla="*/ T60 w 35"/>
                  <a:gd name="T62" fmla="+- 0 1292 1239"/>
                  <a:gd name="T63" fmla="*/ 1292 h 56"/>
                  <a:gd name="T64" fmla="+- 0 4691 4679"/>
                  <a:gd name="T65" fmla="*/ T64 w 35"/>
                  <a:gd name="T66" fmla="+- 0 1290 1239"/>
                  <a:gd name="T67" fmla="*/ 1290 h 56"/>
                  <a:gd name="T68" fmla="+- 0 4688 4679"/>
                  <a:gd name="T69" fmla="*/ T68 w 35"/>
                  <a:gd name="T70" fmla="+- 0 1282 1239"/>
                  <a:gd name="T71" fmla="*/ 1282 h 56"/>
                  <a:gd name="T72" fmla="+- 0 4687 4679"/>
                  <a:gd name="T73" fmla="*/ T72 w 35"/>
                  <a:gd name="T74" fmla="+- 0 1276 1239"/>
                  <a:gd name="T75" fmla="*/ 1276 h 56"/>
                  <a:gd name="T76" fmla="+- 0 4687 4679"/>
                  <a:gd name="T77" fmla="*/ T76 w 35"/>
                  <a:gd name="T78" fmla="+- 0 1261 1239"/>
                  <a:gd name="T79" fmla="*/ 1261 h 56"/>
                  <a:gd name="T80" fmla="+- 0 4696 4679"/>
                  <a:gd name="T81" fmla="*/ T80 w 35"/>
                  <a:gd name="T82" fmla="+- 0 1242 1239"/>
                  <a:gd name="T83" fmla="*/ 1242 h 56"/>
                  <a:gd name="T84" fmla="+- 0 4704 4679"/>
                  <a:gd name="T85" fmla="*/ T84 w 35"/>
                  <a:gd name="T86" fmla="+- 0 1242 1239"/>
                  <a:gd name="T87" fmla="*/ 1242 h 56"/>
                  <a:gd name="T88" fmla="+- 0 4704 4679"/>
                  <a:gd name="T89" fmla="*/ T88 w 35"/>
                  <a:gd name="T90" fmla="+- 0 1242 1239"/>
                  <a:gd name="T91" fmla="*/ 1242 h 56"/>
                  <a:gd name="T92" fmla="+- 0 4700 4679"/>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5"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94" name="Freeform 4933">
                <a:extLst>
                  <a:ext uri="{FF2B5EF4-FFF2-40B4-BE49-F238E27FC236}">
                    <a16:creationId xmlns:a16="http://schemas.microsoft.com/office/drawing/2014/main" id="{B0887CFF-30C4-FC9D-CBC9-6CC9603FFEC0}"/>
                  </a:ext>
                </a:extLst>
              </p:cNvPr>
              <p:cNvSpPr>
                <a:spLocks/>
              </p:cNvSpPr>
              <p:nvPr/>
            </p:nvSpPr>
            <p:spPr bwMode="auto">
              <a:xfrm>
                <a:off x="4679" y="1239"/>
                <a:ext cx="35" cy="56"/>
              </a:xfrm>
              <a:custGeom>
                <a:avLst/>
                <a:gdLst>
                  <a:gd name="T0" fmla="+- 0 4704 4679"/>
                  <a:gd name="T1" fmla="*/ T0 w 35"/>
                  <a:gd name="T2" fmla="+- 0 1242 1239"/>
                  <a:gd name="T3" fmla="*/ 1242 h 56"/>
                  <a:gd name="T4" fmla="+- 0 4696 4679"/>
                  <a:gd name="T5" fmla="*/ T4 w 35"/>
                  <a:gd name="T6" fmla="+- 0 1242 1239"/>
                  <a:gd name="T7" fmla="*/ 1242 h 56"/>
                  <a:gd name="T8" fmla="+- 0 4700 4679"/>
                  <a:gd name="T9" fmla="*/ T8 w 35"/>
                  <a:gd name="T10" fmla="+- 0 1243 1239"/>
                  <a:gd name="T11" fmla="*/ 1243 h 56"/>
                  <a:gd name="T12" fmla="+- 0 4702 4679"/>
                  <a:gd name="T13" fmla="*/ T12 w 35"/>
                  <a:gd name="T14" fmla="+- 0 1245 1239"/>
                  <a:gd name="T15" fmla="*/ 1245 h 56"/>
                  <a:gd name="T16" fmla="+- 0 4703 4679"/>
                  <a:gd name="T17" fmla="*/ T16 w 35"/>
                  <a:gd name="T18" fmla="+- 0 1247 1239"/>
                  <a:gd name="T19" fmla="*/ 1247 h 56"/>
                  <a:gd name="T20" fmla="+- 0 4705 4679"/>
                  <a:gd name="T21" fmla="*/ T20 w 35"/>
                  <a:gd name="T22" fmla="+- 0 1254 1239"/>
                  <a:gd name="T23" fmla="*/ 1254 h 56"/>
                  <a:gd name="T24" fmla="+- 0 4705 4679"/>
                  <a:gd name="T25" fmla="*/ T24 w 35"/>
                  <a:gd name="T26" fmla="+- 0 1256 1239"/>
                  <a:gd name="T27" fmla="*/ 1256 h 56"/>
                  <a:gd name="T28" fmla="+- 0 4706 4679"/>
                  <a:gd name="T29" fmla="*/ T28 w 35"/>
                  <a:gd name="T30" fmla="+- 0 1275 1239"/>
                  <a:gd name="T31" fmla="*/ 1275 h 56"/>
                  <a:gd name="T32" fmla="+- 0 4705 4679"/>
                  <a:gd name="T33" fmla="*/ T32 w 35"/>
                  <a:gd name="T34" fmla="+- 0 1280 1239"/>
                  <a:gd name="T35" fmla="*/ 1280 h 56"/>
                  <a:gd name="T36" fmla="+- 0 4703 4679"/>
                  <a:gd name="T37" fmla="*/ T36 w 35"/>
                  <a:gd name="T38" fmla="+- 0 1287 1239"/>
                  <a:gd name="T39" fmla="*/ 1287 h 56"/>
                  <a:gd name="T40" fmla="+- 0 4702 4679"/>
                  <a:gd name="T41" fmla="*/ T40 w 35"/>
                  <a:gd name="T42" fmla="+- 0 1289 1239"/>
                  <a:gd name="T43" fmla="*/ 1289 h 56"/>
                  <a:gd name="T44" fmla="+- 0 4700 4679"/>
                  <a:gd name="T45" fmla="*/ T44 w 35"/>
                  <a:gd name="T46" fmla="+- 0 1290 1239"/>
                  <a:gd name="T47" fmla="*/ 1290 h 56"/>
                  <a:gd name="T48" fmla="+- 0 4696 4679"/>
                  <a:gd name="T49" fmla="*/ T48 w 35"/>
                  <a:gd name="T50" fmla="+- 0 1292 1239"/>
                  <a:gd name="T51" fmla="*/ 1292 h 56"/>
                  <a:gd name="T52" fmla="+- 0 4703 4679"/>
                  <a:gd name="T53" fmla="*/ T52 w 35"/>
                  <a:gd name="T54" fmla="+- 0 1292 1239"/>
                  <a:gd name="T55" fmla="*/ 1292 h 56"/>
                  <a:gd name="T56" fmla="+- 0 4713 4679"/>
                  <a:gd name="T57" fmla="*/ T56 w 35"/>
                  <a:gd name="T58" fmla="+- 0 1258 1239"/>
                  <a:gd name="T59" fmla="*/ 1258 h 56"/>
                  <a:gd name="T60" fmla="+- 0 4711 4679"/>
                  <a:gd name="T61" fmla="*/ T60 w 35"/>
                  <a:gd name="T62" fmla="+- 0 1251 1239"/>
                  <a:gd name="T63" fmla="*/ 1251 h 56"/>
                  <a:gd name="T64" fmla="+- 0 4704 4679"/>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8" name="Group 217">
              <a:extLst>
                <a:ext uri="{FF2B5EF4-FFF2-40B4-BE49-F238E27FC236}">
                  <a16:creationId xmlns:a16="http://schemas.microsoft.com/office/drawing/2014/main" id="{CD30351D-5148-CE3C-D046-9718EBF3F80C}"/>
                </a:ext>
              </a:extLst>
            </p:cNvPr>
            <p:cNvGrpSpPr>
              <a:grpSpLocks/>
            </p:cNvGrpSpPr>
            <p:nvPr/>
          </p:nvGrpSpPr>
          <p:grpSpPr bwMode="auto">
            <a:xfrm>
              <a:off x="5135" y="1239"/>
              <a:ext cx="35" cy="56"/>
              <a:chOff x="5135" y="1239"/>
              <a:chExt cx="35" cy="56"/>
            </a:xfrm>
          </p:grpSpPr>
          <p:sp>
            <p:nvSpPr>
              <p:cNvPr id="1291" name="Freeform 4935">
                <a:extLst>
                  <a:ext uri="{FF2B5EF4-FFF2-40B4-BE49-F238E27FC236}">
                    <a16:creationId xmlns:a16="http://schemas.microsoft.com/office/drawing/2014/main" id="{F1EA00E4-C4C5-3CAA-CE56-10B058191126}"/>
                  </a:ext>
                </a:extLst>
              </p:cNvPr>
              <p:cNvSpPr>
                <a:spLocks/>
              </p:cNvSpPr>
              <p:nvPr/>
            </p:nvSpPr>
            <p:spPr bwMode="auto">
              <a:xfrm>
                <a:off x="5135" y="1239"/>
                <a:ext cx="35" cy="56"/>
              </a:xfrm>
              <a:custGeom>
                <a:avLst/>
                <a:gdLst>
                  <a:gd name="T0" fmla="+- 0 5157 5135"/>
                  <a:gd name="T1" fmla="*/ T0 w 35"/>
                  <a:gd name="T2" fmla="+- 0 1239 1239"/>
                  <a:gd name="T3" fmla="*/ 1239 h 56"/>
                  <a:gd name="T4" fmla="+- 0 5150 5135"/>
                  <a:gd name="T5" fmla="*/ T4 w 35"/>
                  <a:gd name="T6" fmla="+- 0 1239 1239"/>
                  <a:gd name="T7" fmla="*/ 1239 h 56"/>
                  <a:gd name="T8" fmla="+- 0 5148 5135"/>
                  <a:gd name="T9" fmla="*/ T8 w 35"/>
                  <a:gd name="T10" fmla="+- 0 1240 1239"/>
                  <a:gd name="T11" fmla="*/ 1240 h 56"/>
                  <a:gd name="T12" fmla="+- 0 5145 5135"/>
                  <a:gd name="T13" fmla="*/ T12 w 35"/>
                  <a:gd name="T14" fmla="+- 0 1242 1239"/>
                  <a:gd name="T15" fmla="*/ 1242 h 56"/>
                  <a:gd name="T16" fmla="+- 0 5142 5135"/>
                  <a:gd name="T17" fmla="*/ T16 w 35"/>
                  <a:gd name="T18" fmla="+- 0 1244 1239"/>
                  <a:gd name="T19" fmla="*/ 1244 h 56"/>
                  <a:gd name="T20" fmla="+- 0 5140 5135"/>
                  <a:gd name="T21" fmla="*/ T20 w 35"/>
                  <a:gd name="T22" fmla="+- 0 1247 1239"/>
                  <a:gd name="T23" fmla="*/ 1247 h 56"/>
                  <a:gd name="T24" fmla="+- 0 5136 5135"/>
                  <a:gd name="T25" fmla="*/ T24 w 35"/>
                  <a:gd name="T26" fmla="+- 0 1256 1239"/>
                  <a:gd name="T27" fmla="*/ 1256 h 56"/>
                  <a:gd name="T28" fmla="+- 0 5135 5135"/>
                  <a:gd name="T29" fmla="*/ T28 w 35"/>
                  <a:gd name="T30" fmla="+- 0 1261 1239"/>
                  <a:gd name="T31" fmla="*/ 1261 h 56"/>
                  <a:gd name="T32" fmla="+- 0 5135 5135"/>
                  <a:gd name="T33" fmla="*/ T32 w 35"/>
                  <a:gd name="T34" fmla="+- 0 1275 1239"/>
                  <a:gd name="T35" fmla="*/ 1275 h 56"/>
                  <a:gd name="T36" fmla="+- 0 5137 5135"/>
                  <a:gd name="T37" fmla="*/ T36 w 35"/>
                  <a:gd name="T38" fmla="+- 0 1281 1239"/>
                  <a:gd name="T39" fmla="*/ 1281 h 56"/>
                  <a:gd name="T40" fmla="+- 0 5143 5135"/>
                  <a:gd name="T41" fmla="*/ T40 w 35"/>
                  <a:gd name="T42" fmla="+- 0 1292 1239"/>
                  <a:gd name="T43" fmla="*/ 1292 h 56"/>
                  <a:gd name="T44" fmla="+- 0 5147 5135"/>
                  <a:gd name="T45" fmla="*/ T44 w 35"/>
                  <a:gd name="T46" fmla="+- 0 1295 1239"/>
                  <a:gd name="T47" fmla="*/ 1295 h 56"/>
                  <a:gd name="T48" fmla="+- 0 5155 5135"/>
                  <a:gd name="T49" fmla="*/ T48 w 35"/>
                  <a:gd name="T50" fmla="+- 0 1295 1239"/>
                  <a:gd name="T51" fmla="*/ 1295 h 56"/>
                  <a:gd name="T52" fmla="+- 0 5157 5135"/>
                  <a:gd name="T53" fmla="*/ T52 w 35"/>
                  <a:gd name="T54" fmla="+- 0 1294 1239"/>
                  <a:gd name="T55" fmla="*/ 1294 h 56"/>
                  <a:gd name="T56" fmla="+- 0 5159 5135"/>
                  <a:gd name="T57" fmla="*/ T56 w 35"/>
                  <a:gd name="T58" fmla="+- 0 1292 1239"/>
                  <a:gd name="T59" fmla="*/ 1292 h 56"/>
                  <a:gd name="T60" fmla="+- 0 5149 5135"/>
                  <a:gd name="T61" fmla="*/ T60 w 35"/>
                  <a:gd name="T62" fmla="+- 0 1292 1239"/>
                  <a:gd name="T63" fmla="*/ 1292 h 56"/>
                  <a:gd name="T64" fmla="+- 0 5147 5135"/>
                  <a:gd name="T65" fmla="*/ T64 w 35"/>
                  <a:gd name="T66" fmla="+- 0 1290 1239"/>
                  <a:gd name="T67" fmla="*/ 1290 h 56"/>
                  <a:gd name="T68" fmla="+- 0 5146 5135"/>
                  <a:gd name="T69" fmla="*/ T68 w 35"/>
                  <a:gd name="T70" fmla="+- 0 1286 1239"/>
                  <a:gd name="T71" fmla="*/ 1286 h 56"/>
                  <a:gd name="T72" fmla="+- 0 5144 5135"/>
                  <a:gd name="T73" fmla="*/ T72 w 35"/>
                  <a:gd name="T74" fmla="+- 0 1282 1239"/>
                  <a:gd name="T75" fmla="*/ 1282 h 56"/>
                  <a:gd name="T76" fmla="+- 0 5143 5135"/>
                  <a:gd name="T77" fmla="*/ T76 w 35"/>
                  <a:gd name="T78" fmla="+- 0 1276 1239"/>
                  <a:gd name="T79" fmla="*/ 1276 h 56"/>
                  <a:gd name="T80" fmla="+- 0 5152 5135"/>
                  <a:gd name="T81" fmla="*/ T80 w 35"/>
                  <a:gd name="T82" fmla="+- 0 1242 1239"/>
                  <a:gd name="T83" fmla="*/ 1242 h 56"/>
                  <a:gd name="T84" fmla="+- 0 5161 5135"/>
                  <a:gd name="T85" fmla="*/ T84 w 35"/>
                  <a:gd name="T86" fmla="+- 0 1242 1239"/>
                  <a:gd name="T87" fmla="*/ 1242 h 56"/>
                  <a:gd name="T88" fmla="+- 0 5160 5135"/>
                  <a:gd name="T89" fmla="*/ T88 w 35"/>
                  <a:gd name="T90" fmla="+- 0 1242 1239"/>
                  <a:gd name="T91" fmla="*/ 1242 h 56"/>
                  <a:gd name="T92" fmla="+- 0 5157 5135"/>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92" name="Freeform 4936">
                <a:extLst>
                  <a:ext uri="{FF2B5EF4-FFF2-40B4-BE49-F238E27FC236}">
                    <a16:creationId xmlns:a16="http://schemas.microsoft.com/office/drawing/2014/main" id="{7C74C37B-AB6C-1D07-D0C5-8B66A9D3F41B}"/>
                  </a:ext>
                </a:extLst>
              </p:cNvPr>
              <p:cNvSpPr>
                <a:spLocks/>
              </p:cNvSpPr>
              <p:nvPr/>
            </p:nvSpPr>
            <p:spPr bwMode="auto">
              <a:xfrm>
                <a:off x="5135" y="1239"/>
                <a:ext cx="35" cy="56"/>
              </a:xfrm>
              <a:custGeom>
                <a:avLst/>
                <a:gdLst>
                  <a:gd name="T0" fmla="+- 0 5161 5135"/>
                  <a:gd name="T1" fmla="*/ T0 w 35"/>
                  <a:gd name="T2" fmla="+- 0 1242 1239"/>
                  <a:gd name="T3" fmla="*/ 1242 h 56"/>
                  <a:gd name="T4" fmla="+- 0 5152 5135"/>
                  <a:gd name="T5" fmla="*/ T4 w 35"/>
                  <a:gd name="T6" fmla="+- 0 1242 1239"/>
                  <a:gd name="T7" fmla="*/ 1242 h 56"/>
                  <a:gd name="T8" fmla="+- 0 5156 5135"/>
                  <a:gd name="T9" fmla="*/ T8 w 35"/>
                  <a:gd name="T10" fmla="+- 0 1243 1239"/>
                  <a:gd name="T11" fmla="*/ 1243 h 56"/>
                  <a:gd name="T12" fmla="+- 0 5158 5135"/>
                  <a:gd name="T13" fmla="*/ T12 w 35"/>
                  <a:gd name="T14" fmla="+- 0 1245 1239"/>
                  <a:gd name="T15" fmla="*/ 1245 h 56"/>
                  <a:gd name="T16" fmla="+- 0 5159 5135"/>
                  <a:gd name="T17" fmla="*/ T16 w 35"/>
                  <a:gd name="T18" fmla="+- 0 1247 1239"/>
                  <a:gd name="T19" fmla="*/ 1247 h 56"/>
                  <a:gd name="T20" fmla="+- 0 5161 5135"/>
                  <a:gd name="T21" fmla="*/ T20 w 35"/>
                  <a:gd name="T22" fmla="+- 0 1254 1239"/>
                  <a:gd name="T23" fmla="*/ 1254 h 56"/>
                  <a:gd name="T24" fmla="+- 0 5162 5135"/>
                  <a:gd name="T25" fmla="*/ T24 w 35"/>
                  <a:gd name="T26" fmla="+- 0 1256 1239"/>
                  <a:gd name="T27" fmla="*/ 1256 h 56"/>
                  <a:gd name="T28" fmla="+- 0 5162 5135"/>
                  <a:gd name="T29" fmla="*/ T28 w 35"/>
                  <a:gd name="T30" fmla="+- 0 1275 1239"/>
                  <a:gd name="T31" fmla="*/ 1275 h 56"/>
                  <a:gd name="T32" fmla="+- 0 5161 5135"/>
                  <a:gd name="T33" fmla="*/ T32 w 35"/>
                  <a:gd name="T34" fmla="+- 0 1280 1239"/>
                  <a:gd name="T35" fmla="*/ 1280 h 56"/>
                  <a:gd name="T36" fmla="+- 0 5159 5135"/>
                  <a:gd name="T37" fmla="*/ T36 w 35"/>
                  <a:gd name="T38" fmla="+- 0 1287 1239"/>
                  <a:gd name="T39" fmla="*/ 1287 h 56"/>
                  <a:gd name="T40" fmla="+- 0 5158 5135"/>
                  <a:gd name="T41" fmla="*/ T40 w 35"/>
                  <a:gd name="T42" fmla="+- 0 1289 1239"/>
                  <a:gd name="T43" fmla="*/ 1289 h 56"/>
                  <a:gd name="T44" fmla="+- 0 5157 5135"/>
                  <a:gd name="T45" fmla="*/ T44 w 35"/>
                  <a:gd name="T46" fmla="+- 0 1290 1239"/>
                  <a:gd name="T47" fmla="*/ 1290 h 56"/>
                  <a:gd name="T48" fmla="+- 0 5152 5135"/>
                  <a:gd name="T49" fmla="*/ T48 w 35"/>
                  <a:gd name="T50" fmla="+- 0 1292 1239"/>
                  <a:gd name="T51" fmla="*/ 1292 h 56"/>
                  <a:gd name="T52" fmla="+- 0 5159 5135"/>
                  <a:gd name="T53" fmla="*/ T52 w 35"/>
                  <a:gd name="T54" fmla="+- 0 1292 1239"/>
                  <a:gd name="T55" fmla="*/ 1292 h 56"/>
                  <a:gd name="T56" fmla="+- 0 5170 5135"/>
                  <a:gd name="T57" fmla="*/ T56 w 35"/>
                  <a:gd name="T58" fmla="+- 0 1258 1239"/>
                  <a:gd name="T59" fmla="*/ 1258 h 56"/>
                  <a:gd name="T60" fmla="+- 0 5168 5135"/>
                  <a:gd name="T61" fmla="*/ T60 w 35"/>
                  <a:gd name="T62" fmla="+- 0 1251 1239"/>
                  <a:gd name="T63" fmla="*/ 1251 h 56"/>
                  <a:gd name="T64" fmla="+- 0 5161 5135"/>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7" y="17"/>
                    </a:lnTo>
                    <a:lnTo>
                      <a:pt x="27" y="36"/>
                    </a:lnTo>
                    <a:lnTo>
                      <a:pt x="26" y="41"/>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19" name="Group 218">
              <a:extLst>
                <a:ext uri="{FF2B5EF4-FFF2-40B4-BE49-F238E27FC236}">
                  <a16:creationId xmlns:a16="http://schemas.microsoft.com/office/drawing/2014/main" id="{3203CDC2-D8E0-202D-9707-2D728B898C83}"/>
                </a:ext>
              </a:extLst>
            </p:cNvPr>
            <p:cNvGrpSpPr>
              <a:grpSpLocks/>
            </p:cNvGrpSpPr>
            <p:nvPr/>
          </p:nvGrpSpPr>
          <p:grpSpPr bwMode="auto">
            <a:xfrm>
              <a:off x="5592" y="1239"/>
              <a:ext cx="35" cy="56"/>
              <a:chOff x="5592" y="1239"/>
              <a:chExt cx="35" cy="56"/>
            </a:xfrm>
          </p:grpSpPr>
          <p:sp>
            <p:nvSpPr>
              <p:cNvPr id="1289" name="Freeform 4938">
                <a:extLst>
                  <a:ext uri="{FF2B5EF4-FFF2-40B4-BE49-F238E27FC236}">
                    <a16:creationId xmlns:a16="http://schemas.microsoft.com/office/drawing/2014/main" id="{B2F38FC2-17CA-2D0D-3699-3B62E1173864}"/>
                  </a:ext>
                </a:extLst>
              </p:cNvPr>
              <p:cNvSpPr>
                <a:spLocks/>
              </p:cNvSpPr>
              <p:nvPr/>
            </p:nvSpPr>
            <p:spPr bwMode="auto">
              <a:xfrm>
                <a:off x="5592" y="1239"/>
                <a:ext cx="35" cy="56"/>
              </a:xfrm>
              <a:custGeom>
                <a:avLst/>
                <a:gdLst>
                  <a:gd name="T0" fmla="+- 0 5613 5592"/>
                  <a:gd name="T1" fmla="*/ T0 w 35"/>
                  <a:gd name="T2" fmla="+- 0 1239 1239"/>
                  <a:gd name="T3" fmla="*/ 1239 h 56"/>
                  <a:gd name="T4" fmla="+- 0 5606 5592"/>
                  <a:gd name="T5" fmla="*/ T4 w 35"/>
                  <a:gd name="T6" fmla="+- 0 1239 1239"/>
                  <a:gd name="T7" fmla="*/ 1239 h 56"/>
                  <a:gd name="T8" fmla="+- 0 5604 5592"/>
                  <a:gd name="T9" fmla="*/ T8 w 35"/>
                  <a:gd name="T10" fmla="+- 0 1240 1239"/>
                  <a:gd name="T11" fmla="*/ 1240 h 56"/>
                  <a:gd name="T12" fmla="+- 0 5602 5592"/>
                  <a:gd name="T13" fmla="*/ T12 w 35"/>
                  <a:gd name="T14" fmla="+- 0 1242 1239"/>
                  <a:gd name="T15" fmla="*/ 1242 h 56"/>
                  <a:gd name="T16" fmla="+- 0 5599 5592"/>
                  <a:gd name="T17" fmla="*/ T16 w 35"/>
                  <a:gd name="T18" fmla="+- 0 1244 1239"/>
                  <a:gd name="T19" fmla="*/ 1244 h 56"/>
                  <a:gd name="T20" fmla="+- 0 5596 5592"/>
                  <a:gd name="T21" fmla="*/ T20 w 35"/>
                  <a:gd name="T22" fmla="+- 0 1247 1239"/>
                  <a:gd name="T23" fmla="*/ 1247 h 56"/>
                  <a:gd name="T24" fmla="+- 0 5592 5592"/>
                  <a:gd name="T25" fmla="*/ T24 w 35"/>
                  <a:gd name="T26" fmla="+- 0 1256 1239"/>
                  <a:gd name="T27" fmla="*/ 1256 h 56"/>
                  <a:gd name="T28" fmla="+- 0 5592 5592"/>
                  <a:gd name="T29" fmla="*/ T28 w 35"/>
                  <a:gd name="T30" fmla="+- 0 1261 1239"/>
                  <a:gd name="T31" fmla="*/ 1261 h 56"/>
                  <a:gd name="T32" fmla="+- 0 5592 5592"/>
                  <a:gd name="T33" fmla="*/ T32 w 35"/>
                  <a:gd name="T34" fmla="+- 0 1275 1239"/>
                  <a:gd name="T35" fmla="*/ 1275 h 56"/>
                  <a:gd name="T36" fmla="+- 0 5593 5592"/>
                  <a:gd name="T37" fmla="*/ T36 w 35"/>
                  <a:gd name="T38" fmla="+- 0 1281 1239"/>
                  <a:gd name="T39" fmla="*/ 1281 h 56"/>
                  <a:gd name="T40" fmla="+- 0 5599 5592"/>
                  <a:gd name="T41" fmla="*/ T40 w 35"/>
                  <a:gd name="T42" fmla="+- 0 1292 1239"/>
                  <a:gd name="T43" fmla="*/ 1292 h 56"/>
                  <a:gd name="T44" fmla="+- 0 5603 5592"/>
                  <a:gd name="T45" fmla="*/ T44 w 35"/>
                  <a:gd name="T46" fmla="+- 0 1295 1239"/>
                  <a:gd name="T47" fmla="*/ 1295 h 56"/>
                  <a:gd name="T48" fmla="+- 0 5611 5592"/>
                  <a:gd name="T49" fmla="*/ T48 w 35"/>
                  <a:gd name="T50" fmla="+- 0 1295 1239"/>
                  <a:gd name="T51" fmla="*/ 1295 h 56"/>
                  <a:gd name="T52" fmla="+- 0 5614 5592"/>
                  <a:gd name="T53" fmla="*/ T52 w 35"/>
                  <a:gd name="T54" fmla="+- 0 1294 1239"/>
                  <a:gd name="T55" fmla="*/ 1294 h 56"/>
                  <a:gd name="T56" fmla="+- 0 5616 5592"/>
                  <a:gd name="T57" fmla="*/ T56 w 35"/>
                  <a:gd name="T58" fmla="+- 0 1292 1239"/>
                  <a:gd name="T59" fmla="*/ 1292 h 56"/>
                  <a:gd name="T60" fmla="+- 0 5606 5592"/>
                  <a:gd name="T61" fmla="*/ T60 w 35"/>
                  <a:gd name="T62" fmla="+- 0 1292 1239"/>
                  <a:gd name="T63" fmla="*/ 1292 h 56"/>
                  <a:gd name="T64" fmla="+- 0 5603 5592"/>
                  <a:gd name="T65" fmla="*/ T64 w 35"/>
                  <a:gd name="T66" fmla="+- 0 1290 1239"/>
                  <a:gd name="T67" fmla="*/ 1290 h 56"/>
                  <a:gd name="T68" fmla="+- 0 5602 5592"/>
                  <a:gd name="T69" fmla="*/ T68 w 35"/>
                  <a:gd name="T70" fmla="+- 0 1286 1239"/>
                  <a:gd name="T71" fmla="*/ 1286 h 56"/>
                  <a:gd name="T72" fmla="+- 0 5600 5592"/>
                  <a:gd name="T73" fmla="*/ T72 w 35"/>
                  <a:gd name="T74" fmla="+- 0 1282 1239"/>
                  <a:gd name="T75" fmla="*/ 1282 h 56"/>
                  <a:gd name="T76" fmla="+- 0 5599 5592"/>
                  <a:gd name="T77" fmla="*/ T76 w 35"/>
                  <a:gd name="T78" fmla="+- 0 1276 1239"/>
                  <a:gd name="T79" fmla="*/ 1276 h 56"/>
                  <a:gd name="T80" fmla="+- 0 5609 5592"/>
                  <a:gd name="T81" fmla="*/ T80 w 35"/>
                  <a:gd name="T82" fmla="+- 0 1242 1239"/>
                  <a:gd name="T83" fmla="*/ 1242 h 56"/>
                  <a:gd name="T84" fmla="+- 0 5617 5592"/>
                  <a:gd name="T85" fmla="*/ T84 w 35"/>
                  <a:gd name="T86" fmla="+- 0 1242 1239"/>
                  <a:gd name="T87" fmla="*/ 1242 h 56"/>
                  <a:gd name="T88" fmla="+- 0 5617 5592"/>
                  <a:gd name="T89" fmla="*/ T88 w 35"/>
                  <a:gd name="T90" fmla="+- 0 1242 1239"/>
                  <a:gd name="T91" fmla="*/ 1242 h 56"/>
                  <a:gd name="T92" fmla="+- 0 5613 5592"/>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6"/>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90" name="Freeform 4939">
                <a:extLst>
                  <a:ext uri="{FF2B5EF4-FFF2-40B4-BE49-F238E27FC236}">
                    <a16:creationId xmlns:a16="http://schemas.microsoft.com/office/drawing/2014/main" id="{9CA8DD8A-4274-04A8-F8D7-DE2F7C0830BD}"/>
                  </a:ext>
                </a:extLst>
              </p:cNvPr>
              <p:cNvSpPr>
                <a:spLocks/>
              </p:cNvSpPr>
              <p:nvPr/>
            </p:nvSpPr>
            <p:spPr bwMode="auto">
              <a:xfrm>
                <a:off x="5592" y="1239"/>
                <a:ext cx="35" cy="56"/>
              </a:xfrm>
              <a:custGeom>
                <a:avLst/>
                <a:gdLst>
                  <a:gd name="T0" fmla="+- 0 5617 5592"/>
                  <a:gd name="T1" fmla="*/ T0 w 35"/>
                  <a:gd name="T2" fmla="+- 0 1242 1239"/>
                  <a:gd name="T3" fmla="*/ 1242 h 56"/>
                  <a:gd name="T4" fmla="+- 0 5609 5592"/>
                  <a:gd name="T5" fmla="*/ T4 w 35"/>
                  <a:gd name="T6" fmla="+- 0 1242 1239"/>
                  <a:gd name="T7" fmla="*/ 1242 h 56"/>
                  <a:gd name="T8" fmla="+- 0 5613 5592"/>
                  <a:gd name="T9" fmla="*/ T8 w 35"/>
                  <a:gd name="T10" fmla="+- 0 1243 1239"/>
                  <a:gd name="T11" fmla="*/ 1243 h 56"/>
                  <a:gd name="T12" fmla="+- 0 5614 5592"/>
                  <a:gd name="T13" fmla="*/ T12 w 35"/>
                  <a:gd name="T14" fmla="+- 0 1245 1239"/>
                  <a:gd name="T15" fmla="*/ 1245 h 56"/>
                  <a:gd name="T16" fmla="+- 0 5615 5592"/>
                  <a:gd name="T17" fmla="*/ T16 w 35"/>
                  <a:gd name="T18" fmla="+- 0 1247 1239"/>
                  <a:gd name="T19" fmla="*/ 1247 h 56"/>
                  <a:gd name="T20" fmla="+- 0 5618 5592"/>
                  <a:gd name="T21" fmla="*/ T20 w 35"/>
                  <a:gd name="T22" fmla="+- 0 1254 1239"/>
                  <a:gd name="T23" fmla="*/ 1254 h 56"/>
                  <a:gd name="T24" fmla="+- 0 5618 5592"/>
                  <a:gd name="T25" fmla="*/ T24 w 35"/>
                  <a:gd name="T26" fmla="+- 0 1256 1239"/>
                  <a:gd name="T27" fmla="*/ 1256 h 56"/>
                  <a:gd name="T28" fmla="+- 0 5618 5592"/>
                  <a:gd name="T29" fmla="*/ T28 w 35"/>
                  <a:gd name="T30" fmla="+- 0 1275 1239"/>
                  <a:gd name="T31" fmla="*/ 1275 h 56"/>
                  <a:gd name="T32" fmla="+- 0 5618 5592"/>
                  <a:gd name="T33" fmla="*/ T32 w 35"/>
                  <a:gd name="T34" fmla="+- 0 1280 1239"/>
                  <a:gd name="T35" fmla="*/ 1280 h 56"/>
                  <a:gd name="T36" fmla="+- 0 5616 5592"/>
                  <a:gd name="T37" fmla="*/ T36 w 35"/>
                  <a:gd name="T38" fmla="+- 0 1287 1239"/>
                  <a:gd name="T39" fmla="*/ 1287 h 56"/>
                  <a:gd name="T40" fmla="+- 0 5615 5592"/>
                  <a:gd name="T41" fmla="*/ T40 w 35"/>
                  <a:gd name="T42" fmla="+- 0 1289 1239"/>
                  <a:gd name="T43" fmla="*/ 1289 h 56"/>
                  <a:gd name="T44" fmla="+- 0 5613 5592"/>
                  <a:gd name="T45" fmla="*/ T44 w 35"/>
                  <a:gd name="T46" fmla="+- 0 1290 1239"/>
                  <a:gd name="T47" fmla="*/ 1290 h 56"/>
                  <a:gd name="T48" fmla="+- 0 5609 5592"/>
                  <a:gd name="T49" fmla="*/ T48 w 35"/>
                  <a:gd name="T50" fmla="+- 0 1292 1239"/>
                  <a:gd name="T51" fmla="*/ 1292 h 56"/>
                  <a:gd name="T52" fmla="+- 0 5616 5592"/>
                  <a:gd name="T53" fmla="*/ T52 w 35"/>
                  <a:gd name="T54" fmla="+- 0 1292 1239"/>
                  <a:gd name="T55" fmla="*/ 1292 h 56"/>
                  <a:gd name="T56" fmla="+- 0 5626 5592"/>
                  <a:gd name="T57" fmla="*/ T56 w 35"/>
                  <a:gd name="T58" fmla="+- 0 1258 1239"/>
                  <a:gd name="T59" fmla="*/ 1258 h 56"/>
                  <a:gd name="T60" fmla="+- 0 5624 5592"/>
                  <a:gd name="T61" fmla="*/ T60 w 35"/>
                  <a:gd name="T62" fmla="+- 0 1251 1239"/>
                  <a:gd name="T63" fmla="*/ 1251 h 56"/>
                  <a:gd name="T64" fmla="+- 0 5617 5592"/>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3"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0" name="Group 219">
              <a:extLst>
                <a:ext uri="{FF2B5EF4-FFF2-40B4-BE49-F238E27FC236}">
                  <a16:creationId xmlns:a16="http://schemas.microsoft.com/office/drawing/2014/main" id="{A90B36C7-8272-8BFE-4566-D388BE0C6FDA}"/>
                </a:ext>
              </a:extLst>
            </p:cNvPr>
            <p:cNvGrpSpPr>
              <a:grpSpLocks/>
            </p:cNvGrpSpPr>
            <p:nvPr/>
          </p:nvGrpSpPr>
          <p:grpSpPr bwMode="auto">
            <a:xfrm>
              <a:off x="6048" y="1239"/>
              <a:ext cx="35" cy="56"/>
              <a:chOff x="6048" y="1239"/>
              <a:chExt cx="35" cy="56"/>
            </a:xfrm>
          </p:grpSpPr>
          <p:sp>
            <p:nvSpPr>
              <p:cNvPr id="1287" name="Freeform 4941">
                <a:extLst>
                  <a:ext uri="{FF2B5EF4-FFF2-40B4-BE49-F238E27FC236}">
                    <a16:creationId xmlns:a16="http://schemas.microsoft.com/office/drawing/2014/main" id="{ADF5FA85-EE76-4103-85D1-C3843D6C1ECA}"/>
                  </a:ext>
                </a:extLst>
              </p:cNvPr>
              <p:cNvSpPr>
                <a:spLocks/>
              </p:cNvSpPr>
              <p:nvPr/>
            </p:nvSpPr>
            <p:spPr bwMode="auto">
              <a:xfrm>
                <a:off x="6048" y="1239"/>
                <a:ext cx="35" cy="56"/>
              </a:xfrm>
              <a:custGeom>
                <a:avLst/>
                <a:gdLst>
                  <a:gd name="T0" fmla="+- 0 6069 6048"/>
                  <a:gd name="T1" fmla="*/ T0 w 35"/>
                  <a:gd name="T2" fmla="+- 0 1239 1239"/>
                  <a:gd name="T3" fmla="*/ 1239 h 56"/>
                  <a:gd name="T4" fmla="+- 0 6063 6048"/>
                  <a:gd name="T5" fmla="*/ T4 w 35"/>
                  <a:gd name="T6" fmla="+- 0 1239 1239"/>
                  <a:gd name="T7" fmla="*/ 1239 h 56"/>
                  <a:gd name="T8" fmla="+- 0 6060 6048"/>
                  <a:gd name="T9" fmla="*/ T8 w 35"/>
                  <a:gd name="T10" fmla="+- 0 1240 1239"/>
                  <a:gd name="T11" fmla="*/ 1240 h 56"/>
                  <a:gd name="T12" fmla="+- 0 6058 6048"/>
                  <a:gd name="T13" fmla="*/ T12 w 35"/>
                  <a:gd name="T14" fmla="+- 0 1242 1239"/>
                  <a:gd name="T15" fmla="*/ 1242 h 56"/>
                  <a:gd name="T16" fmla="+- 0 6055 6048"/>
                  <a:gd name="T17" fmla="*/ T16 w 35"/>
                  <a:gd name="T18" fmla="+- 0 1244 1239"/>
                  <a:gd name="T19" fmla="*/ 1244 h 56"/>
                  <a:gd name="T20" fmla="+- 0 6052 6048"/>
                  <a:gd name="T21" fmla="*/ T20 w 35"/>
                  <a:gd name="T22" fmla="+- 0 1247 1239"/>
                  <a:gd name="T23" fmla="*/ 1247 h 56"/>
                  <a:gd name="T24" fmla="+- 0 6049 6048"/>
                  <a:gd name="T25" fmla="*/ T24 w 35"/>
                  <a:gd name="T26" fmla="+- 0 1256 1239"/>
                  <a:gd name="T27" fmla="*/ 1256 h 56"/>
                  <a:gd name="T28" fmla="+- 0 6048 6048"/>
                  <a:gd name="T29" fmla="*/ T28 w 35"/>
                  <a:gd name="T30" fmla="+- 0 1261 1239"/>
                  <a:gd name="T31" fmla="*/ 1261 h 56"/>
                  <a:gd name="T32" fmla="+- 0 6048 6048"/>
                  <a:gd name="T33" fmla="*/ T32 w 35"/>
                  <a:gd name="T34" fmla="+- 0 1275 1239"/>
                  <a:gd name="T35" fmla="*/ 1275 h 56"/>
                  <a:gd name="T36" fmla="+- 0 6049 6048"/>
                  <a:gd name="T37" fmla="*/ T36 w 35"/>
                  <a:gd name="T38" fmla="+- 0 1281 1239"/>
                  <a:gd name="T39" fmla="*/ 1281 h 56"/>
                  <a:gd name="T40" fmla="+- 0 6055 6048"/>
                  <a:gd name="T41" fmla="*/ T40 w 35"/>
                  <a:gd name="T42" fmla="+- 0 1292 1239"/>
                  <a:gd name="T43" fmla="*/ 1292 h 56"/>
                  <a:gd name="T44" fmla="+- 0 6060 6048"/>
                  <a:gd name="T45" fmla="*/ T44 w 35"/>
                  <a:gd name="T46" fmla="+- 0 1295 1239"/>
                  <a:gd name="T47" fmla="*/ 1295 h 56"/>
                  <a:gd name="T48" fmla="+- 0 6067 6048"/>
                  <a:gd name="T49" fmla="*/ T48 w 35"/>
                  <a:gd name="T50" fmla="+- 0 1295 1239"/>
                  <a:gd name="T51" fmla="*/ 1295 h 56"/>
                  <a:gd name="T52" fmla="+- 0 6070 6048"/>
                  <a:gd name="T53" fmla="*/ T52 w 35"/>
                  <a:gd name="T54" fmla="+- 0 1294 1239"/>
                  <a:gd name="T55" fmla="*/ 1294 h 56"/>
                  <a:gd name="T56" fmla="+- 0 6072 6048"/>
                  <a:gd name="T57" fmla="*/ T56 w 35"/>
                  <a:gd name="T58" fmla="+- 0 1292 1239"/>
                  <a:gd name="T59" fmla="*/ 1292 h 56"/>
                  <a:gd name="T60" fmla="+- 0 6062 6048"/>
                  <a:gd name="T61" fmla="*/ T60 w 35"/>
                  <a:gd name="T62" fmla="+- 0 1292 1239"/>
                  <a:gd name="T63" fmla="*/ 1292 h 56"/>
                  <a:gd name="T64" fmla="+- 0 6060 6048"/>
                  <a:gd name="T65" fmla="*/ T64 w 35"/>
                  <a:gd name="T66" fmla="+- 0 1290 1239"/>
                  <a:gd name="T67" fmla="*/ 1290 h 56"/>
                  <a:gd name="T68" fmla="+- 0 6058 6048"/>
                  <a:gd name="T69" fmla="*/ T68 w 35"/>
                  <a:gd name="T70" fmla="+- 0 1286 1239"/>
                  <a:gd name="T71" fmla="*/ 1286 h 56"/>
                  <a:gd name="T72" fmla="+- 0 6056 6048"/>
                  <a:gd name="T73" fmla="*/ T72 w 35"/>
                  <a:gd name="T74" fmla="+- 0 1282 1239"/>
                  <a:gd name="T75" fmla="*/ 1282 h 56"/>
                  <a:gd name="T76" fmla="+- 0 6055 6048"/>
                  <a:gd name="T77" fmla="*/ T76 w 35"/>
                  <a:gd name="T78" fmla="+- 0 1276 1239"/>
                  <a:gd name="T79" fmla="*/ 1276 h 56"/>
                  <a:gd name="T80" fmla="+- 0 6065 6048"/>
                  <a:gd name="T81" fmla="*/ T80 w 35"/>
                  <a:gd name="T82" fmla="+- 0 1242 1239"/>
                  <a:gd name="T83" fmla="*/ 1242 h 56"/>
                  <a:gd name="T84" fmla="+- 0 6073 6048"/>
                  <a:gd name="T85" fmla="*/ T84 w 35"/>
                  <a:gd name="T86" fmla="+- 0 1242 1239"/>
                  <a:gd name="T87" fmla="*/ 1242 h 56"/>
                  <a:gd name="T88" fmla="+- 0 6073 6048"/>
                  <a:gd name="T89" fmla="*/ T88 w 35"/>
                  <a:gd name="T90" fmla="+- 0 1242 1239"/>
                  <a:gd name="T91" fmla="*/ 1242 h 56"/>
                  <a:gd name="T92" fmla="+- 0 6069 6048"/>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88" name="Freeform 4942">
                <a:extLst>
                  <a:ext uri="{FF2B5EF4-FFF2-40B4-BE49-F238E27FC236}">
                    <a16:creationId xmlns:a16="http://schemas.microsoft.com/office/drawing/2014/main" id="{6ED9E63F-A010-3659-628F-23575A79BB0D}"/>
                  </a:ext>
                </a:extLst>
              </p:cNvPr>
              <p:cNvSpPr>
                <a:spLocks/>
              </p:cNvSpPr>
              <p:nvPr/>
            </p:nvSpPr>
            <p:spPr bwMode="auto">
              <a:xfrm>
                <a:off x="6048" y="1239"/>
                <a:ext cx="35" cy="56"/>
              </a:xfrm>
              <a:custGeom>
                <a:avLst/>
                <a:gdLst>
                  <a:gd name="T0" fmla="+- 0 6073 6048"/>
                  <a:gd name="T1" fmla="*/ T0 w 35"/>
                  <a:gd name="T2" fmla="+- 0 1242 1239"/>
                  <a:gd name="T3" fmla="*/ 1242 h 56"/>
                  <a:gd name="T4" fmla="+- 0 6065 6048"/>
                  <a:gd name="T5" fmla="*/ T4 w 35"/>
                  <a:gd name="T6" fmla="+- 0 1242 1239"/>
                  <a:gd name="T7" fmla="*/ 1242 h 56"/>
                  <a:gd name="T8" fmla="+- 0 6069 6048"/>
                  <a:gd name="T9" fmla="*/ T8 w 35"/>
                  <a:gd name="T10" fmla="+- 0 1243 1239"/>
                  <a:gd name="T11" fmla="*/ 1243 h 56"/>
                  <a:gd name="T12" fmla="+- 0 6070 6048"/>
                  <a:gd name="T13" fmla="*/ T12 w 35"/>
                  <a:gd name="T14" fmla="+- 0 1245 1239"/>
                  <a:gd name="T15" fmla="*/ 1245 h 56"/>
                  <a:gd name="T16" fmla="+- 0 6072 6048"/>
                  <a:gd name="T17" fmla="*/ T16 w 35"/>
                  <a:gd name="T18" fmla="+- 0 1247 1239"/>
                  <a:gd name="T19" fmla="*/ 1247 h 56"/>
                  <a:gd name="T20" fmla="+- 0 6074 6048"/>
                  <a:gd name="T21" fmla="*/ T20 w 35"/>
                  <a:gd name="T22" fmla="+- 0 1254 1239"/>
                  <a:gd name="T23" fmla="*/ 1254 h 56"/>
                  <a:gd name="T24" fmla="+- 0 6074 6048"/>
                  <a:gd name="T25" fmla="*/ T24 w 35"/>
                  <a:gd name="T26" fmla="+- 0 1256 1239"/>
                  <a:gd name="T27" fmla="*/ 1256 h 56"/>
                  <a:gd name="T28" fmla="+- 0 6074 6048"/>
                  <a:gd name="T29" fmla="*/ T28 w 35"/>
                  <a:gd name="T30" fmla="+- 0 1275 1239"/>
                  <a:gd name="T31" fmla="*/ 1275 h 56"/>
                  <a:gd name="T32" fmla="+- 0 6074 6048"/>
                  <a:gd name="T33" fmla="*/ T32 w 35"/>
                  <a:gd name="T34" fmla="+- 0 1280 1239"/>
                  <a:gd name="T35" fmla="*/ 1280 h 56"/>
                  <a:gd name="T36" fmla="+- 0 6072 6048"/>
                  <a:gd name="T37" fmla="*/ T36 w 35"/>
                  <a:gd name="T38" fmla="+- 0 1287 1239"/>
                  <a:gd name="T39" fmla="*/ 1287 h 56"/>
                  <a:gd name="T40" fmla="+- 0 6071 6048"/>
                  <a:gd name="T41" fmla="*/ T40 w 35"/>
                  <a:gd name="T42" fmla="+- 0 1289 1239"/>
                  <a:gd name="T43" fmla="*/ 1289 h 56"/>
                  <a:gd name="T44" fmla="+- 0 6069 6048"/>
                  <a:gd name="T45" fmla="*/ T44 w 35"/>
                  <a:gd name="T46" fmla="+- 0 1290 1239"/>
                  <a:gd name="T47" fmla="*/ 1290 h 56"/>
                  <a:gd name="T48" fmla="+- 0 6065 6048"/>
                  <a:gd name="T49" fmla="*/ T48 w 35"/>
                  <a:gd name="T50" fmla="+- 0 1292 1239"/>
                  <a:gd name="T51" fmla="*/ 1292 h 56"/>
                  <a:gd name="T52" fmla="+- 0 6072 6048"/>
                  <a:gd name="T53" fmla="*/ T52 w 35"/>
                  <a:gd name="T54" fmla="+- 0 1292 1239"/>
                  <a:gd name="T55" fmla="*/ 1292 h 56"/>
                  <a:gd name="T56" fmla="+- 0 6082 6048"/>
                  <a:gd name="T57" fmla="*/ T56 w 35"/>
                  <a:gd name="T58" fmla="+- 0 1258 1239"/>
                  <a:gd name="T59" fmla="*/ 1258 h 56"/>
                  <a:gd name="T60" fmla="+- 0 6080 6048"/>
                  <a:gd name="T61" fmla="*/ T60 w 35"/>
                  <a:gd name="T62" fmla="+- 0 1251 1239"/>
                  <a:gd name="T63" fmla="*/ 1251 h 56"/>
                  <a:gd name="T64" fmla="+- 0 6073 6048"/>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1" name="Group 220">
              <a:extLst>
                <a:ext uri="{FF2B5EF4-FFF2-40B4-BE49-F238E27FC236}">
                  <a16:creationId xmlns:a16="http://schemas.microsoft.com/office/drawing/2014/main" id="{1E80E71F-7A46-7C00-353B-66C7D848B726}"/>
                </a:ext>
              </a:extLst>
            </p:cNvPr>
            <p:cNvGrpSpPr>
              <a:grpSpLocks/>
            </p:cNvGrpSpPr>
            <p:nvPr/>
          </p:nvGrpSpPr>
          <p:grpSpPr bwMode="auto">
            <a:xfrm>
              <a:off x="6504" y="1239"/>
              <a:ext cx="35" cy="56"/>
              <a:chOff x="6504" y="1239"/>
              <a:chExt cx="35" cy="56"/>
            </a:xfrm>
          </p:grpSpPr>
          <p:sp>
            <p:nvSpPr>
              <p:cNvPr id="1285" name="Freeform 4944">
                <a:extLst>
                  <a:ext uri="{FF2B5EF4-FFF2-40B4-BE49-F238E27FC236}">
                    <a16:creationId xmlns:a16="http://schemas.microsoft.com/office/drawing/2014/main" id="{6B32D5C8-E044-422C-DF54-B5AADC3F309B}"/>
                  </a:ext>
                </a:extLst>
              </p:cNvPr>
              <p:cNvSpPr>
                <a:spLocks/>
              </p:cNvSpPr>
              <p:nvPr/>
            </p:nvSpPr>
            <p:spPr bwMode="auto">
              <a:xfrm>
                <a:off x="6504" y="1239"/>
                <a:ext cx="35" cy="56"/>
              </a:xfrm>
              <a:custGeom>
                <a:avLst/>
                <a:gdLst>
                  <a:gd name="T0" fmla="+- 0 6526 6504"/>
                  <a:gd name="T1" fmla="*/ T0 w 35"/>
                  <a:gd name="T2" fmla="+- 0 1239 1239"/>
                  <a:gd name="T3" fmla="*/ 1239 h 56"/>
                  <a:gd name="T4" fmla="+- 0 6519 6504"/>
                  <a:gd name="T5" fmla="*/ T4 w 35"/>
                  <a:gd name="T6" fmla="+- 0 1239 1239"/>
                  <a:gd name="T7" fmla="*/ 1239 h 56"/>
                  <a:gd name="T8" fmla="+- 0 6517 6504"/>
                  <a:gd name="T9" fmla="*/ T8 w 35"/>
                  <a:gd name="T10" fmla="+- 0 1240 1239"/>
                  <a:gd name="T11" fmla="*/ 1240 h 56"/>
                  <a:gd name="T12" fmla="+- 0 6514 6504"/>
                  <a:gd name="T13" fmla="*/ T12 w 35"/>
                  <a:gd name="T14" fmla="+- 0 1242 1239"/>
                  <a:gd name="T15" fmla="*/ 1242 h 56"/>
                  <a:gd name="T16" fmla="+- 0 6511 6504"/>
                  <a:gd name="T17" fmla="*/ T16 w 35"/>
                  <a:gd name="T18" fmla="+- 0 1244 1239"/>
                  <a:gd name="T19" fmla="*/ 1244 h 56"/>
                  <a:gd name="T20" fmla="+- 0 6509 6504"/>
                  <a:gd name="T21" fmla="*/ T20 w 35"/>
                  <a:gd name="T22" fmla="+- 0 1247 1239"/>
                  <a:gd name="T23" fmla="*/ 1247 h 56"/>
                  <a:gd name="T24" fmla="+- 0 6505 6504"/>
                  <a:gd name="T25" fmla="*/ T24 w 35"/>
                  <a:gd name="T26" fmla="+- 0 1256 1239"/>
                  <a:gd name="T27" fmla="*/ 1256 h 56"/>
                  <a:gd name="T28" fmla="+- 0 6504 6504"/>
                  <a:gd name="T29" fmla="*/ T28 w 35"/>
                  <a:gd name="T30" fmla="+- 0 1261 1239"/>
                  <a:gd name="T31" fmla="*/ 1261 h 56"/>
                  <a:gd name="T32" fmla="+- 0 6504 6504"/>
                  <a:gd name="T33" fmla="*/ T32 w 35"/>
                  <a:gd name="T34" fmla="+- 0 1275 1239"/>
                  <a:gd name="T35" fmla="*/ 1275 h 56"/>
                  <a:gd name="T36" fmla="+- 0 6506 6504"/>
                  <a:gd name="T37" fmla="*/ T36 w 35"/>
                  <a:gd name="T38" fmla="+- 0 1281 1239"/>
                  <a:gd name="T39" fmla="*/ 1281 h 56"/>
                  <a:gd name="T40" fmla="+- 0 6512 6504"/>
                  <a:gd name="T41" fmla="*/ T40 w 35"/>
                  <a:gd name="T42" fmla="+- 0 1292 1239"/>
                  <a:gd name="T43" fmla="*/ 1292 h 56"/>
                  <a:gd name="T44" fmla="+- 0 6516 6504"/>
                  <a:gd name="T45" fmla="*/ T44 w 35"/>
                  <a:gd name="T46" fmla="+- 0 1295 1239"/>
                  <a:gd name="T47" fmla="*/ 1295 h 56"/>
                  <a:gd name="T48" fmla="+- 0 6524 6504"/>
                  <a:gd name="T49" fmla="*/ T48 w 35"/>
                  <a:gd name="T50" fmla="+- 0 1295 1239"/>
                  <a:gd name="T51" fmla="*/ 1295 h 56"/>
                  <a:gd name="T52" fmla="+- 0 6526 6504"/>
                  <a:gd name="T53" fmla="*/ T52 w 35"/>
                  <a:gd name="T54" fmla="+- 0 1294 1239"/>
                  <a:gd name="T55" fmla="*/ 1294 h 56"/>
                  <a:gd name="T56" fmla="+- 0 6529 6504"/>
                  <a:gd name="T57" fmla="*/ T56 w 35"/>
                  <a:gd name="T58" fmla="+- 0 1292 1239"/>
                  <a:gd name="T59" fmla="*/ 1292 h 56"/>
                  <a:gd name="T60" fmla="+- 0 6518 6504"/>
                  <a:gd name="T61" fmla="*/ T60 w 35"/>
                  <a:gd name="T62" fmla="+- 0 1292 1239"/>
                  <a:gd name="T63" fmla="*/ 1292 h 56"/>
                  <a:gd name="T64" fmla="+- 0 6516 6504"/>
                  <a:gd name="T65" fmla="*/ T64 w 35"/>
                  <a:gd name="T66" fmla="+- 0 1290 1239"/>
                  <a:gd name="T67" fmla="*/ 1290 h 56"/>
                  <a:gd name="T68" fmla="+- 0 6515 6504"/>
                  <a:gd name="T69" fmla="*/ T68 w 35"/>
                  <a:gd name="T70" fmla="+- 0 1286 1239"/>
                  <a:gd name="T71" fmla="*/ 1286 h 56"/>
                  <a:gd name="T72" fmla="+- 0 6513 6504"/>
                  <a:gd name="T73" fmla="*/ T72 w 35"/>
                  <a:gd name="T74" fmla="+- 0 1282 1239"/>
                  <a:gd name="T75" fmla="*/ 1282 h 56"/>
                  <a:gd name="T76" fmla="+- 0 6512 6504"/>
                  <a:gd name="T77" fmla="*/ T76 w 35"/>
                  <a:gd name="T78" fmla="+- 0 1276 1239"/>
                  <a:gd name="T79" fmla="*/ 1276 h 56"/>
                  <a:gd name="T80" fmla="+- 0 6522 6504"/>
                  <a:gd name="T81" fmla="*/ T80 w 35"/>
                  <a:gd name="T82" fmla="+- 0 1242 1239"/>
                  <a:gd name="T83" fmla="*/ 1242 h 56"/>
                  <a:gd name="T84" fmla="+- 0 6530 6504"/>
                  <a:gd name="T85" fmla="*/ T84 w 35"/>
                  <a:gd name="T86" fmla="+- 0 1242 1239"/>
                  <a:gd name="T87" fmla="*/ 1242 h 56"/>
                  <a:gd name="T88" fmla="+- 0 6529 6504"/>
                  <a:gd name="T89" fmla="*/ T88 w 35"/>
                  <a:gd name="T90" fmla="+- 0 1242 1239"/>
                  <a:gd name="T91" fmla="*/ 1242 h 56"/>
                  <a:gd name="T92" fmla="+- 0 6526 6504"/>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86" name="Freeform 4945">
                <a:extLst>
                  <a:ext uri="{FF2B5EF4-FFF2-40B4-BE49-F238E27FC236}">
                    <a16:creationId xmlns:a16="http://schemas.microsoft.com/office/drawing/2014/main" id="{4535EC85-DE0F-7B5F-52E5-BBABD260550D}"/>
                  </a:ext>
                </a:extLst>
              </p:cNvPr>
              <p:cNvSpPr>
                <a:spLocks/>
              </p:cNvSpPr>
              <p:nvPr/>
            </p:nvSpPr>
            <p:spPr bwMode="auto">
              <a:xfrm>
                <a:off x="6504" y="1239"/>
                <a:ext cx="35" cy="56"/>
              </a:xfrm>
              <a:custGeom>
                <a:avLst/>
                <a:gdLst>
                  <a:gd name="T0" fmla="+- 0 6530 6504"/>
                  <a:gd name="T1" fmla="*/ T0 w 35"/>
                  <a:gd name="T2" fmla="+- 0 1242 1239"/>
                  <a:gd name="T3" fmla="*/ 1242 h 56"/>
                  <a:gd name="T4" fmla="+- 0 6522 6504"/>
                  <a:gd name="T5" fmla="*/ T4 w 35"/>
                  <a:gd name="T6" fmla="+- 0 1242 1239"/>
                  <a:gd name="T7" fmla="*/ 1242 h 56"/>
                  <a:gd name="T8" fmla="+- 0 6525 6504"/>
                  <a:gd name="T9" fmla="*/ T8 w 35"/>
                  <a:gd name="T10" fmla="+- 0 1243 1239"/>
                  <a:gd name="T11" fmla="*/ 1243 h 56"/>
                  <a:gd name="T12" fmla="+- 0 6527 6504"/>
                  <a:gd name="T13" fmla="*/ T12 w 35"/>
                  <a:gd name="T14" fmla="+- 0 1245 1239"/>
                  <a:gd name="T15" fmla="*/ 1245 h 56"/>
                  <a:gd name="T16" fmla="+- 0 6528 6504"/>
                  <a:gd name="T17" fmla="*/ T16 w 35"/>
                  <a:gd name="T18" fmla="+- 0 1247 1239"/>
                  <a:gd name="T19" fmla="*/ 1247 h 56"/>
                  <a:gd name="T20" fmla="+- 0 6530 6504"/>
                  <a:gd name="T21" fmla="*/ T20 w 35"/>
                  <a:gd name="T22" fmla="+- 0 1254 1239"/>
                  <a:gd name="T23" fmla="*/ 1254 h 56"/>
                  <a:gd name="T24" fmla="+- 0 6531 6504"/>
                  <a:gd name="T25" fmla="*/ T24 w 35"/>
                  <a:gd name="T26" fmla="+- 0 1256 1239"/>
                  <a:gd name="T27" fmla="*/ 1256 h 56"/>
                  <a:gd name="T28" fmla="+- 0 6531 6504"/>
                  <a:gd name="T29" fmla="*/ T28 w 35"/>
                  <a:gd name="T30" fmla="+- 0 1275 1239"/>
                  <a:gd name="T31" fmla="*/ 1275 h 56"/>
                  <a:gd name="T32" fmla="+- 0 6530 6504"/>
                  <a:gd name="T33" fmla="*/ T32 w 35"/>
                  <a:gd name="T34" fmla="+- 0 1280 1239"/>
                  <a:gd name="T35" fmla="*/ 1280 h 56"/>
                  <a:gd name="T36" fmla="+- 0 6528 6504"/>
                  <a:gd name="T37" fmla="*/ T36 w 35"/>
                  <a:gd name="T38" fmla="+- 0 1287 1239"/>
                  <a:gd name="T39" fmla="*/ 1287 h 56"/>
                  <a:gd name="T40" fmla="+- 0 6527 6504"/>
                  <a:gd name="T41" fmla="*/ T40 w 35"/>
                  <a:gd name="T42" fmla="+- 0 1289 1239"/>
                  <a:gd name="T43" fmla="*/ 1289 h 56"/>
                  <a:gd name="T44" fmla="+- 0 6526 6504"/>
                  <a:gd name="T45" fmla="*/ T44 w 35"/>
                  <a:gd name="T46" fmla="+- 0 1290 1239"/>
                  <a:gd name="T47" fmla="*/ 1290 h 56"/>
                  <a:gd name="T48" fmla="+- 0 6521 6504"/>
                  <a:gd name="T49" fmla="*/ T48 w 35"/>
                  <a:gd name="T50" fmla="+- 0 1292 1239"/>
                  <a:gd name="T51" fmla="*/ 1292 h 56"/>
                  <a:gd name="T52" fmla="+- 0 6529 6504"/>
                  <a:gd name="T53" fmla="*/ T52 w 35"/>
                  <a:gd name="T54" fmla="+- 0 1292 1239"/>
                  <a:gd name="T55" fmla="*/ 1292 h 56"/>
                  <a:gd name="T56" fmla="+- 0 6539 6504"/>
                  <a:gd name="T57" fmla="*/ T56 w 35"/>
                  <a:gd name="T58" fmla="+- 0 1258 1239"/>
                  <a:gd name="T59" fmla="*/ 1258 h 56"/>
                  <a:gd name="T60" fmla="+- 0 6537 6504"/>
                  <a:gd name="T61" fmla="*/ T60 w 35"/>
                  <a:gd name="T62" fmla="+- 0 1251 1239"/>
                  <a:gd name="T63" fmla="*/ 1251 h 56"/>
                  <a:gd name="T64" fmla="+- 0 6530 6504"/>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6"/>
                    </a:lnTo>
                    <a:lnTo>
                      <a:pt x="24" y="8"/>
                    </a:lnTo>
                    <a:lnTo>
                      <a:pt x="26" y="15"/>
                    </a:lnTo>
                    <a:lnTo>
                      <a:pt x="27" y="17"/>
                    </a:lnTo>
                    <a:lnTo>
                      <a:pt x="27" y="36"/>
                    </a:lnTo>
                    <a:lnTo>
                      <a:pt x="26" y="41"/>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2" name="Group 221">
              <a:extLst>
                <a:ext uri="{FF2B5EF4-FFF2-40B4-BE49-F238E27FC236}">
                  <a16:creationId xmlns:a16="http://schemas.microsoft.com/office/drawing/2014/main" id="{FB8C3C37-8387-9811-91A6-9C1EC81D886F}"/>
                </a:ext>
              </a:extLst>
            </p:cNvPr>
            <p:cNvGrpSpPr>
              <a:grpSpLocks/>
            </p:cNvGrpSpPr>
            <p:nvPr/>
          </p:nvGrpSpPr>
          <p:grpSpPr bwMode="auto">
            <a:xfrm>
              <a:off x="6960" y="1239"/>
              <a:ext cx="35" cy="56"/>
              <a:chOff x="6960" y="1239"/>
              <a:chExt cx="35" cy="56"/>
            </a:xfrm>
          </p:grpSpPr>
          <p:sp>
            <p:nvSpPr>
              <p:cNvPr id="1283" name="Freeform 4947">
                <a:extLst>
                  <a:ext uri="{FF2B5EF4-FFF2-40B4-BE49-F238E27FC236}">
                    <a16:creationId xmlns:a16="http://schemas.microsoft.com/office/drawing/2014/main" id="{6477D96A-6EC9-7847-6A33-4E645752F5B7}"/>
                  </a:ext>
                </a:extLst>
              </p:cNvPr>
              <p:cNvSpPr>
                <a:spLocks/>
              </p:cNvSpPr>
              <p:nvPr/>
            </p:nvSpPr>
            <p:spPr bwMode="auto">
              <a:xfrm>
                <a:off x="6960" y="1239"/>
                <a:ext cx="35" cy="56"/>
              </a:xfrm>
              <a:custGeom>
                <a:avLst/>
                <a:gdLst>
                  <a:gd name="T0" fmla="+- 0 6982 6960"/>
                  <a:gd name="T1" fmla="*/ T0 w 35"/>
                  <a:gd name="T2" fmla="+- 0 1239 1239"/>
                  <a:gd name="T3" fmla="*/ 1239 h 56"/>
                  <a:gd name="T4" fmla="+- 0 6975 6960"/>
                  <a:gd name="T5" fmla="*/ T4 w 35"/>
                  <a:gd name="T6" fmla="+- 0 1239 1239"/>
                  <a:gd name="T7" fmla="*/ 1239 h 56"/>
                  <a:gd name="T8" fmla="+- 0 6973 6960"/>
                  <a:gd name="T9" fmla="*/ T8 w 35"/>
                  <a:gd name="T10" fmla="+- 0 1240 1239"/>
                  <a:gd name="T11" fmla="*/ 1240 h 56"/>
                  <a:gd name="T12" fmla="+- 0 6971 6960"/>
                  <a:gd name="T13" fmla="*/ T12 w 35"/>
                  <a:gd name="T14" fmla="+- 0 1242 1239"/>
                  <a:gd name="T15" fmla="*/ 1242 h 56"/>
                  <a:gd name="T16" fmla="+- 0 6967 6960"/>
                  <a:gd name="T17" fmla="*/ T16 w 35"/>
                  <a:gd name="T18" fmla="+- 0 1244 1239"/>
                  <a:gd name="T19" fmla="*/ 1244 h 56"/>
                  <a:gd name="T20" fmla="+- 0 6965 6960"/>
                  <a:gd name="T21" fmla="*/ T20 w 35"/>
                  <a:gd name="T22" fmla="+- 0 1247 1239"/>
                  <a:gd name="T23" fmla="*/ 1247 h 56"/>
                  <a:gd name="T24" fmla="+- 0 6961 6960"/>
                  <a:gd name="T25" fmla="*/ T24 w 35"/>
                  <a:gd name="T26" fmla="+- 0 1256 1239"/>
                  <a:gd name="T27" fmla="*/ 1256 h 56"/>
                  <a:gd name="T28" fmla="+- 0 6960 6960"/>
                  <a:gd name="T29" fmla="*/ T28 w 35"/>
                  <a:gd name="T30" fmla="+- 0 1261 1239"/>
                  <a:gd name="T31" fmla="*/ 1261 h 56"/>
                  <a:gd name="T32" fmla="+- 0 6960 6960"/>
                  <a:gd name="T33" fmla="*/ T32 w 35"/>
                  <a:gd name="T34" fmla="+- 0 1275 1239"/>
                  <a:gd name="T35" fmla="*/ 1275 h 56"/>
                  <a:gd name="T36" fmla="+- 0 6962 6960"/>
                  <a:gd name="T37" fmla="*/ T36 w 35"/>
                  <a:gd name="T38" fmla="+- 0 1281 1239"/>
                  <a:gd name="T39" fmla="*/ 1281 h 56"/>
                  <a:gd name="T40" fmla="+- 0 6968 6960"/>
                  <a:gd name="T41" fmla="*/ T40 w 35"/>
                  <a:gd name="T42" fmla="+- 0 1292 1239"/>
                  <a:gd name="T43" fmla="*/ 1292 h 56"/>
                  <a:gd name="T44" fmla="+- 0 6972 6960"/>
                  <a:gd name="T45" fmla="*/ T44 w 35"/>
                  <a:gd name="T46" fmla="+- 0 1295 1239"/>
                  <a:gd name="T47" fmla="*/ 1295 h 56"/>
                  <a:gd name="T48" fmla="+- 0 6980 6960"/>
                  <a:gd name="T49" fmla="*/ T48 w 35"/>
                  <a:gd name="T50" fmla="+- 0 1295 1239"/>
                  <a:gd name="T51" fmla="*/ 1295 h 56"/>
                  <a:gd name="T52" fmla="+- 0 6983 6960"/>
                  <a:gd name="T53" fmla="*/ T52 w 35"/>
                  <a:gd name="T54" fmla="+- 0 1294 1239"/>
                  <a:gd name="T55" fmla="*/ 1294 h 56"/>
                  <a:gd name="T56" fmla="+- 0 6985 6960"/>
                  <a:gd name="T57" fmla="*/ T56 w 35"/>
                  <a:gd name="T58" fmla="+- 0 1292 1239"/>
                  <a:gd name="T59" fmla="*/ 1292 h 56"/>
                  <a:gd name="T60" fmla="+- 0 6975 6960"/>
                  <a:gd name="T61" fmla="*/ T60 w 35"/>
                  <a:gd name="T62" fmla="+- 0 1292 1239"/>
                  <a:gd name="T63" fmla="*/ 1292 h 56"/>
                  <a:gd name="T64" fmla="+- 0 6972 6960"/>
                  <a:gd name="T65" fmla="*/ T64 w 35"/>
                  <a:gd name="T66" fmla="+- 0 1290 1239"/>
                  <a:gd name="T67" fmla="*/ 1290 h 56"/>
                  <a:gd name="T68" fmla="+- 0 6971 6960"/>
                  <a:gd name="T69" fmla="*/ T68 w 35"/>
                  <a:gd name="T70" fmla="+- 0 1286 1239"/>
                  <a:gd name="T71" fmla="*/ 1286 h 56"/>
                  <a:gd name="T72" fmla="+- 0 6969 6960"/>
                  <a:gd name="T73" fmla="*/ T72 w 35"/>
                  <a:gd name="T74" fmla="+- 0 1282 1239"/>
                  <a:gd name="T75" fmla="*/ 1282 h 56"/>
                  <a:gd name="T76" fmla="+- 0 6968 6960"/>
                  <a:gd name="T77" fmla="*/ T76 w 35"/>
                  <a:gd name="T78" fmla="+- 0 1276 1239"/>
                  <a:gd name="T79" fmla="*/ 1276 h 56"/>
                  <a:gd name="T80" fmla="+- 0 6978 6960"/>
                  <a:gd name="T81" fmla="*/ T80 w 35"/>
                  <a:gd name="T82" fmla="+- 0 1242 1239"/>
                  <a:gd name="T83" fmla="*/ 1242 h 56"/>
                  <a:gd name="T84" fmla="+- 0 6986 6960"/>
                  <a:gd name="T85" fmla="*/ T84 w 35"/>
                  <a:gd name="T86" fmla="+- 0 1242 1239"/>
                  <a:gd name="T87" fmla="*/ 1242 h 56"/>
                  <a:gd name="T88" fmla="+- 0 6986 6960"/>
                  <a:gd name="T89" fmla="*/ T88 w 35"/>
                  <a:gd name="T90" fmla="+- 0 1242 1239"/>
                  <a:gd name="T91" fmla="*/ 1242 h 56"/>
                  <a:gd name="T92" fmla="+- 0 6982 6960"/>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84" name="Freeform 4948">
                <a:extLst>
                  <a:ext uri="{FF2B5EF4-FFF2-40B4-BE49-F238E27FC236}">
                    <a16:creationId xmlns:a16="http://schemas.microsoft.com/office/drawing/2014/main" id="{F31091F0-ED4F-C7CB-ADB6-040F56E318C4}"/>
                  </a:ext>
                </a:extLst>
              </p:cNvPr>
              <p:cNvSpPr>
                <a:spLocks/>
              </p:cNvSpPr>
              <p:nvPr/>
            </p:nvSpPr>
            <p:spPr bwMode="auto">
              <a:xfrm>
                <a:off x="6960" y="1239"/>
                <a:ext cx="35" cy="56"/>
              </a:xfrm>
              <a:custGeom>
                <a:avLst/>
                <a:gdLst>
                  <a:gd name="T0" fmla="+- 0 6986 6960"/>
                  <a:gd name="T1" fmla="*/ T0 w 35"/>
                  <a:gd name="T2" fmla="+- 0 1242 1239"/>
                  <a:gd name="T3" fmla="*/ 1242 h 56"/>
                  <a:gd name="T4" fmla="+- 0 6978 6960"/>
                  <a:gd name="T5" fmla="*/ T4 w 35"/>
                  <a:gd name="T6" fmla="+- 0 1242 1239"/>
                  <a:gd name="T7" fmla="*/ 1242 h 56"/>
                  <a:gd name="T8" fmla="+- 0 6982 6960"/>
                  <a:gd name="T9" fmla="*/ T8 w 35"/>
                  <a:gd name="T10" fmla="+- 0 1243 1239"/>
                  <a:gd name="T11" fmla="*/ 1243 h 56"/>
                  <a:gd name="T12" fmla="+- 0 6983 6960"/>
                  <a:gd name="T13" fmla="*/ T12 w 35"/>
                  <a:gd name="T14" fmla="+- 0 1245 1239"/>
                  <a:gd name="T15" fmla="*/ 1245 h 56"/>
                  <a:gd name="T16" fmla="+- 0 6984 6960"/>
                  <a:gd name="T17" fmla="*/ T16 w 35"/>
                  <a:gd name="T18" fmla="+- 0 1247 1239"/>
                  <a:gd name="T19" fmla="*/ 1247 h 56"/>
                  <a:gd name="T20" fmla="+- 0 6987 6960"/>
                  <a:gd name="T21" fmla="*/ T20 w 35"/>
                  <a:gd name="T22" fmla="+- 0 1254 1239"/>
                  <a:gd name="T23" fmla="*/ 1254 h 56"/>
                  <a:gd name="T24" fmla="+- 0 6987 6960"/>
                  <a:gd name="T25" fmla="*/ T24 w 35"/>
                  <a:gd name="T26" fmla="+- 0 1256 1239"/>
                  <a:gd name="T27" fmla="*/ 1256 h 56"/>
                  <a:gd name="T28" fmla="+- 0 6987 6960"/>
                  <a:gd name="T29" fmla="*/ T28 w 35"/>
                  <a:gd name="T30" fmla="+- 0 1275 1239"/>
                  <a:gd name="T31" fmla="*/ 1275 h 56"/>
                  <a:gd name="T32" fmla="+- 0 6987 6960"/>
                  <a:gd name="T33" fmla="*/ T32 w 35"/>
                  <a:gd name="T34" fmla="+- 0 1280 1239"/>
                  <a:gd name="T35" fmla="*/ 1280 h 56"/>
                  <a:gd name="T36" fmla="+- 0 6985 6960"/>
                  <a:gd name="T37" fmla="*/ T36 w 35"/>
                  <a:gd name="T38" fmla="+- 0 1287 1239"/>
                  <a:gd name="T39" fmla="*/ 1287 h 56"/>
                  <a:gd name="T40" fmla="+- 0 6983 6960"/>
                  <a:gd name="T41" fmla="*/ T40 w 35"/>
                  <a:gd name="T42" fmla="+- 0 1289 1239"/>
                  <a:gd name="T43" fmla="*/ 1289 h 56"/>
                  <a:gd name="T44" fmla="+- 0 6982 6960"/>
                  <a:gd name="T45" fmla="*/ T44 w 35"/>
                  <a:gd name="T46" fmla="+- 0 1290 1239"/>
                  <a:gd name="T47" fmla="*/ 1290 h 56"/>
                  <a:gd name="T48" fmla="+- 0 6978 6960"/>
                  <a:gd name="T49" fmla="*/ T48 w 35"/>
                  <a:gd name="T50" fmla="+- 0 1292 1239"/>
                  <a:gd name="T51" fmla="*/ 1292 h 56"/>
                  <a:gd name="T52" fmla="+- 0 6985 6960"/>
                  <a:gd name="T53" fmla="*/ T52 w 35"/>
                  <a:gd name="T54" fmla="+- 0 1292 1239"/>
                  <a:gd name="T55" fmla="*/ 1292 h 56"/>
                  <a:gd name="T56" fmla="+- 0 6995 6960"/>
                  <a:gd name="T57" fmla="*/ T56 w 35"/>
                  <a:gd name="T58" fmla="+- 0 1258 1239"/>
                  <a:gd name="T59" fmla="*/ 1258 h 56"/>
                  <a:gd name="T60" fmla="+- 0 6993 6960"/>
                  <a:gd name="T61" fmla="*/ T60 w 35"/>
                  <a:gd name="T62" fmla="+- 0 1251 1239"/>
                  <a:gd name="T63" fmla="*/ 1251 h 56"/>
                  <a:gd name="T64" fmla="+- 0 6986 6960"/>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1"/>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3" name="Group 222">
              <a:extLst>
                <a:ext uri="{FF2B5EF4-FFF2-40B4-BE49-F238E27FC236}">
                  <a16:creationId xmlns:a16="http://schemas.microsoft.com/office/drawing/2014/main" id="{DEC51CB1-03D7-0EB0-A275-9A7F6AC71AE0}"/>
                </a:ext>
              </a:extLst>
            </p:cNvPr>
            <p:cNvGrpSpPr>
              <a:grpSpLocks/>
            </p:cNvGrpSpPr>
            <p:nvPr/>
          </p:nvGrpSpPr>
          <p:grpSpPr bwMode="auto">
            <a:xfrm>
              <a:off x="7417" y="1239"/>
              <a:ext cx="35" cy="56"/>
              <a:chOff x="7417" y="1239"/>
              <a:chExt cx="35" cy="56"/>
            </a:xfrm>
          </p:grpSpPr>
          <p:sp>
            <p:nvSpPr>
              <p:cNvPr id="1281" name="Freeform 4950">
                <a:extLst>
                  <a:ext uri="{FF2B5EF4-FFF2-40B4-BE49-F238E27FC236}">
                    <a16:creationId xmlns:a16="http://schemas.microsoft.com/office/drawing/2014/main" id="{BCF4D7E8-31DD-195C-921A-AF54771F492D}"/>
                  </a:ext>
                </a:extLst>
              </p:cNvPr>
              <p:cNvSpPr>
                <a:spLocks/>
              </p:cNvSpPr>
              <p:nvPr/>
            </p:nvSpPr>
            <p:spPr bwMode="auto">
              <a:xfrm>
                <a:off x="7417" y="1239"/>
                <a:ext cx="35" cy="56"/>
              </a:xfrm>
              <a:custGeom>
                <a:avLst/>
                <a:gdLst>
                  <a:gd name="T0" fmla="+- 0 7438 7417"/>
                  <a:gd name="T1" fmla="*/ T0 w 35"/>
                  <a:gd name="T2" fmla="+- 0 1239 1239"/>
                  <a:gd name="T3" fmla="*/ 1239 h 56"/>
                  <a:gd name="T4" fmla="+- 0 7432 7417"/>
                  <a:gd name="T5" fmla="*/ T4 w 35"/>
                  <a:gd name="T6" fmla="+- 0 1239 1239"/>
                  <a:gd name="T7" fmla="*/ 1239 h 56"/>
                  <a:gd name="T8" fmla="+- 0 7429 7417"/>
                  <a:gd name="T9" fmla="*/ T8 w 35"/>
                  <a:gd name="T10" fmla="+- 0 1240 1239"/>
                  <a:gd name="T11" fmla="*/ 1240 h 56"/>
                  <a:gd name="T12" fmla="+- 0 7427 7417"/>
                  <a:gd name="T13" fmla="*/ T12 w 35"/>
                  <a:gd name="T14" fmla="+- 0 1242 1239"/>
                  <a:gd name="T15" fmla="*/ 1242 h 56"/>
                  <a:gd name="T16" fmla="+- 0 7424 7417"/>
                  <a:gd name="T17" fmla="*/ T16 w 35"/>
                  <a:gd name="T18" fmla="+- 0 1244 1239"/>
                  <a:gd name="T19" fmla="*/ 1244 h 56"/>
                  <a:gd name="T20" fmla="+- 0 7421 7417"/>
                  <a:gd name="T21" fmla="*/ T20 w 35"/>
                  <a:gd name="T22" fmla="+- 0 1247 1239"/>
                  <a:gd name="T23" fmla="*/ 1247 h 56"/>
                  <a:gd name="T24" fmla="+- 0 7418 7417"/>
                  <a:gd name="T25" fmla="*/ T24 w 35"/>
                  <a:gd name="T26" fmla="+- 0 1256 1239"/>
                  <a:gd name="T27" fmla="*/ 1256 h 56"/>
                  <a:gd name="T28" fmla="+- 0 7417 7417"/>
                  <a:gd name="T29" fmla="*/ T28 w 35"/>
                  <a:gd name="T30" fmla="+- 0 1261 1239"/>
                  <a:gd name="T31" fmla="*/ 1261 h 56"/>
                  <a:gd name="T32" fmla="+- 0 7417 7417"/>
                  <a:gd name="T33" fmla="*/ T32 w 35"/>
                  <a:gd name="T34" fmla="+- 0 1275 1239"/>
                  <a:gd name="T35" fmla="*/ 1275 h 56"/>
                  <a:gd name="T36" fmla="+- 0 7418 7417"/>
                  <a:gd name="T37" fmla="*/ T36 w 35"/>
                  <a:gd name="T38" fmla="+- 0 1281 1239"/>
                  <a:gd name="T39" fmla="*/ 1281 h 56"/>
                  <a:gd name="T40" fmla="+- 0 7425 7417"/>
                  <a:gd name="T41" fmla="*/ T40 w 35"/>
                  <a:gd name="T42" fmla="+- 0 1292 1239"/>
                  <a:gd name="T43" fmla="*/ 1292 h 56"/>
                  <a:gd name="T44" fmla="+- 0 7429 7417"/>
                  <a:gd name="T45" fmla="*/ T44 w 35"/>
                  <a:gd name="T46" fmla="+- 0 1295 1239"/>
                  <a:gd name="T47" fmla="*/ 1295 h 56"/>
                  <a:gd name="T48" fmla="+- 0 7436 7417"/>
                  <a:gd name="T49" fmla="*/ T48 w 35"/>
                  <a:gd name="T50" fmla="+- 0 1295 1239"/>
                  <a:gd name="T51" fmla="*/ 1295 h 56"/>
                  <a:gd name="T52" fmla="+- 0 7439 7417"/>
                  <a:gd name="T53" fmla="*/ T52 w 35"/>
                  <a:gd name="T54" fmla="+- 0 1294 1239"/>
                  <a:gd name="T55" fmla="*/ 1294 h 56"/>
                  <a:gd name="T56" fmla="+- 0 7441 7417"/>
                  <a:gd name="T57" fmla="*/ T56 w 35"/>
                  <a:gd name="T58" fmla="+- 0 1292 1239"/>
                  <a:gd name="T59" fmla="*/ 1292 h 56"/>
                  <a:gd name="T60" fmla="+- 0 7431 7417"/>
                  <a:gd name="T61" fmla="*/ T60 w 35"/>
                  <a:gd name="T62" fmla="+- 0 1292 1239"/>
                  <a:gd name="T63" fmla="*/ 1292 h 56"/>
                  <a:gd name="T64" fmla="+- 0 7429 7417"/>
                  <a:gd name="T65" fmla="*/ T64 w 35"/>
                  <a:gd name="T66" fmla="+- 0 1290 1239"/>
                  <a:gd name="T67" fmla="*/ 1290 h 56"/>
                  <a:gd name="T68" fmla="+- 0 7426 7417"/>
                  <a:gd name="T69" fmla="*/ T68 w 35"/>
                  <a:gd name="T70" fmla="+- 0 1282 1239"/>
                  <a:gd name="T71" fmla="*/ 1282 h 56"/>
                  <a:gd name="T72" fmla="+- 0 7425 7417"/>
                  <a:gd name="T73" fmla="*/ T72 w 35"/>
                  <a:gd name="T74" fmla="+- 0 1276 1239"/>
                  <a:gd name="T75" fmla="*/ 1276 h 56"/>
                  <a:gd name="T76" fmla="+- 0 7425 7417"/>
                  <a:gd name="T77" fmla="*/ T76 w 35"/>
                  <a:gd name="T78" fmla="+- 0 1261 1239"/>
                  <a:gd name="T79" fmla="*/ 1261 h 56"/>
                  <a:gd name="T80" fmla="+- 0 7434 7417"/>
                  <a:gd name="T81" fmla="*/ T80 w 35"/>
                  <a:gd name="T82" fmla="+- 0 1242 1239"/>
                  <a:gd name="T83" fmla="*/ 1242 h 56"/>
                  <a:gd name="T84" fmla="+- 0 7442 7417"/>
                  <a:gd name="T85" fmla="*/ T84 w 35"/>
                  <a:gd name="T86" fmla="+- 0 1242 1239"/>
                  <a:gd name="T87" fmla="*/ 1242 h 56"/>
                  <a:gd name="T88" fmla="+- 0 7442 7417"/>
                  <a:gd name="T89" fmla="*/ T88 w 35"/>
                  <a:gd name="T90" fmla="+- 0 1242 1239"/>
                  <a:gd name="T91" fmla="*/ 1242 h 56"/>
                  <a:gd name="T92" fmla="+- 0 7438 7417"/>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82" name="Freeform 4951">
                <a:extLst>
                  <a:ext uri="{FF2B5EF4-FFF2-40B4-BE49-F238E27FC236}">
                    <a16:creationId xmlns:a16="http://schemas.microsoft.com/office/drawing/2014/main" id="{A84F3DEA-9867-F87D-2FDB-0A8A08F64293}"/>
                  </a:ext>
                </a:extLst>
              </p:cNvPr>
              <p:cNvSpPr>
                <a:spLocks/>
              </p:cNvSpPr>
              <p:nvPr/>
            </p:nvSpPr>
            <p:spPr bwMode="auto">
              <a:xfrm>
                <a:off x="7417" y="1239"/>
                <a:ext cx="35" cy="56"/>
              </a:xfrm>
              <a:custGeom>
                <a:avLst/>
                <a:gdLst>
                  <a:gd name="T0" fmla="+- 0 7442 7417"/>
                  <a:gd name="T1" fmla="*/ T0 w 35"/>
                  <a:gd name="T2" fmla="+- 0 1242 1239"/>
                  <a:gd name="T3" fmla="*/ 1242 h 56"/>
                  <a:gd name="T4" fmla="+- 0 7434 7417"/>
                  <a:gd name="T5" fmla="*/ T4 w 35"/>
                  <a:gd name="T6" fmla="+- 0 1242 1239"/>
                  <a:gd name="T7" fmla="*/ 1242 h 56"/>
                  <a:gd name="T8" fmla="+- 0 7438 7417"/>
                  <a:gd name="T9" fmla="*/ T8 w 35"/>
                  <a:gd name="T10" fmla="+- 0 1243 1239"/>
                  <a:gd name="T11" fmla="*/ 1243 h 56"/>
                  <a:gd name="T12" fmla="+- 0 7440 7417"/>
                  <a:gd name="T13" fmla="*/ T12 w 35"/>
                  <a:gd name="T14" fmla="+- 0 1245 1239"/>
                  <a:gd name="T15" fmla="*/ 1245 h 56"/>
                  <a:gd name="T16" fmla="+- 0 7441 7417"/>
                  <a:gd name="T17" fmla="*/ T16 w 35"/>
                  <a:gd name="T18" fmla="+- 0 1247 1239"/>
                  <a:gd name="T19" fmla="*/ 1247 h 56"/>
                  <a:gd name="T20" fmla="+- 0 7443 7417"/>
                  <a:gd name="T21" fmla="*/ T20 w 35"/>
                  <a:gd name="T22" fmla="+- 0 1254 1239"/>
                  <a:gd name="T23" fmla="*/ 1254 h 56"/>
                  <a:gd name="T24" fmla="+- 0 7443 7417"/>
                  <a:gd name="T25" fmla="*/ T24 w 35"/>
                  <a:gd name="T26" fmla="+- 0 1256 1239"/>
                  <a:gd name="T27" fmla="*/ 1256 h 56"/>
                  <a:gd name="T28" fmla="+- 0 7444 7417"/>
                  <a:gd name="T29" fmla="*/ T28 w 35"/>
                  <a:gd name="T30" fmla="+- 0 1275 1239"/>
                  <a:gd name="T31" fmla="*/ 1275 h 56"/>
                  <a:gd name="T32" fmla="+- 0 7443 7417"/>
                  <a:gd name="T33" fmla="*/ T32 w 35"/>
                  <a:gd name="T34" fmla="+- 0 1280 1239"/>
                  <a:gd name="T35" fmla="*/ 1280 h 56"/>
                  <a:gd name="T36" fmla="+- 0 7441 7417"/>
                  <a:gd name="T37" fmla="*/ T36 w 35"/>
                  <a:gd name="T38" fmla="+- 0 1287 1239"/>
                  <a:gd name="T39" fmla="*/ 1287 h 56"/>
                  <a:gd name="T40" fmla="+- 0 7440 7417"/>
                  <a:gd name="T41" fmla="*/ T40 w 35"/>
                  <a:gd name="T42" fmla="+- 0 1289 1239"/>
                  <a:gd name="T43" fmla="*/ 1289 h 56"/>
                  <a:gd name="T44" fmla="+- 0 7438 7417"/>
                  <a:gd name="T45" fmla="*/ T44 w 35"/>
                  <a:gd name="T46" fmla="+- 0 1290 1239"/>
                  <a:gd name="T47" fmla="*/ 1290 h 56"/>
                  <a:gd name="T48" fmla="+- 0 7434 7417"/>
                  <a:gd name="T49" fmla="*/ T48 w 35"/>
                  <a:gd name="T50" fmla="+- 0 1292 1239"/>
                  <a:gd name="T51" fmla="*/ 1292 h 56"/>
                  <a:gd name="T52" fmla="+- 0 7441 7417"/>
                  <a:gd name="T53" fmla="*/ T52 w 35"/>
                  <a:gd name="T54" fmla="+- 0 1292 1239"/>
                  <a:gd name="T55" fmla="*/ 1292 h 56"/>
                  <a:gd name="T56" fmla="+- 0 7451 7417"/>
                  <a:gd name="T57" fmla="*/ T56 w 35"/>
                  <a:gd name="T58" fmla="+- 0 1258 1239"/>
                  <a:gd name="T59" fmla="*/ 1258 h 56"/>
                  <a:gd name="T60" fmla="+- 0 7449 7417"/>
                  <a:gd name="T61" fmla="*/ T60 w 35"/>
                  <a:gd name="T62" fmla="+- 0 1251 1239"/>
                  <a:gd name="T63" fmla="*/ 1251 h 56"/>
                  <a:gd name="T64" fmla="+- 0 7442 7417"/>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4" name="Group 223">
              <a:extLst>
                <a:ext uri="{FF2B5EF4-FFF2-40B4-BE49-F238E27FC236}">
                  <a16:creationId xmlns:a16="http://schemas.microsoft.com/office/drawing/2014/main" id="{F48E1D9C-5EC0-1B4D-29D6-5CB3D3FFCBDE}"/>
                </a:ext>
              </a:extLst>
            </p:cNvPr>
            <p:cNvGrpSpPr>
              <a:grpSpLocks/>
            </p:cNvGrpSpPr>
            <p:nvPr/>
          </p:nvGrpSpPr>
          <p:grpSpPr bwMode="auto">
            <a:xfrm>
              <a:off x="7873" y="1239"/>
              <a:ext cx="35" cy="56"/>
              <a:chOff x="7873" y="1239"/>
              <a:chExt cx="35" cy="56"/>
            </a:xfrm>
          </p:grpSpPr>
          <p:sp>
            <p:nvSpPr>
              <p:cNvPr id="1279" name="Freeform 4953">
                <a:extLst>
                  <a:ext uri="{FF2B5EF4-FFF2-40B4-BE49-F238E27FC236}">
                    <a16:creationId xmlns:a16="http://schemas.microsoft.com/office/drawing/2014/main" id="{6ABA2801-A9E4-4DC5-3EB1-55005E5C839C}"/>
                  </a:ext>
                </a:extLst>
              </p:cNvPr>
              <p:cNvSpPr>
                <a:spLocks/>
              </p:cNvSpPr>
              <p:nvPr/>
            </p:nvSpPr>
            <p:spPr bwMode="auto">
              <a:xfrm>
                <a:off x="7873" y="1239"/>
                <a:ext cx="35" cy="56"/>
              </a:xfrm>
              <a:custGeom>
                <a:avLst/>
                <a:gdLst>
                  <a:gd name="T0" fmla="+- 0 7895 7873"/>
                  <a:gd name="T1" fmla="*/ T0 w 35"/>
                  <a:gd name="T2" fmla="+- 0 1239 1239"/>
                  <a:gd name="T3" fmla="*/ 1239 h 56"/>
                  <a:gd name="T4" fmla="+- 0 7888 7873"/>
                  <a:gd name="T5" fmla="*/ T4 w 35"/>
                  <a:gd name="T6" fmla="+- 0 1239 1239"/>
                  <a:gd name="T7" fmla="*/ 1239 h 56"/>
                  <a:gd name="T8" fmla="+- 0 7886 7873"/>
                  <a:gd name="T9" fmla="*/ T8 w 35"/>
                  <a:gd name="T10" fmla="+- 0 1240 1239"/>
                  <a:gd name="T11" fmla="*/ 1240 h 56"/>
                  <a:gd name="T12" fmla="+- 0 7883 7873"/>
                  <a:gd name="T13" fmla="*/ T12 w 35"/>
                  <a:gd name="T14" fmla="+- 0 1242 1239"/>
                  <a:gd name="T15" fmla="*/ 1242 h 56"/>
                  <a:gd name="T16" fmla="+- 0 7880 7873"/>
                  <a:gd name="T17" fmla="*/ T16 w 35"/>
                  <a:gd name="T18" fmla="+- 0 1244 1239"/>
                  <a:gd name="T19" fmla="*/ 1244 h 56"/>
                  <a:gd name="T20" fmla="+- 0 7878 7873"/>
                  <a:gd name="T21" fmla="*/ T20 w 35"/>
                  <a:gd name="T22" fmla="+- 0 1247 1239"/>
                  <a:gd name="T23" fmla="*/ 1247 h 56"/>
                  <a:gd name="T24" fmla="+- 0 7874 7873"/>
                  <a:gd name="T25" fmla="*/ T24 w 35"/>
                  <a:gd name="T26" fmla="+- 0 1256 1239"/>
                  <a:gd name="T27" fmla="*/ 1256 h 56"/>
                  <a:gd name="T28" fmla="+- 0 7873 7873"/>
                  <a:gd name="T29" fmla="*/ T28 w 35"/>
                  <a:gd name="T30" fmla="+- 0 1261 1239"/>
                  <a:gd name="T31" fmla="*/ 1261 h 56"/>
                  <a:gd name="T32" fmla="+- 0 7873 7873"/>
                  <a:gd name="T33" fmla="*/ T32 w 35"/>
                  <a:gd name="T34" fmla="+- 0 1275 1239"/>
                  <a:gd name="T35" fmla="*/ 1275 h 56"/>
                  <a:gd name="T36" fmla="+- 0 7875 7873"/>
                  <a:gd name="T37" fmla="*/ T36 w 35"/>
                  <a:gd name="T38" fmla="+- 0 1281 1239"/>
                  <a:gd name="T39" fmla="*/ 1281 h 56"/>
                  <a:gd name="T40" fmla="+- 0 7881 7873"/>
                  <a:gd name="T41" fmla="*/ T40 w 35"/>
                  <a:gd name="T42" fmla="+- 0 1292 1239"/>
                  <a:gd name="T43" fmla="*/ 1292 h 56"/>
                  <a:gd name="T44" fmla="+- 0 7885 7873"/>
                  <a:gd name="T45" fmla="*/ T44 w 35"/>
                  <a:gd name="T46" fmla="+- 0 1295 1239"/>
                  <a:gd name="T47" fmla="*/ 1295 h 56"/>
                  <a:gd name="T48" fmla="+- 0 7893 7873"/>
                  <a:gd name="T49" fmla="*/ T48 w 35"/>
                  <a:gd name="T50" fmla="+- 0 1295 1239"/>
                  <a:gd name="T51" fmla="*/ 1295 h 56"/>
                  <a:gd name="T52" fmla="+- 0 7895 7873"/>
                  <a:gd name="T53" fmla="*/ T52 w 35"/>
                  <a:gd name="T54" fmla="+- 0 1294 1239"/>
                  <a:gd name="T55" fmla="*/ 1294 h 56"/>
                  <a:gd name="T56" fmla="+- 0 7898 7873"/>
                  <a:gd name="T57" fmla="*/ T56 w 35"/>
                  <a:gd name="T58" fmla="+- 0 1292 1239"/>
                  <a:gd name="T59" fmla="*/ 1292 h 56"/>
                  <a:gd name="T60" fmla="+- 0 7887 7873"/>
                  <a:gd name="T61" fmla="*/ T60 w 35"/>
                  <a:gd name="T62" fmla="+- 0 1292 1239"/>
                  <a:gd name="T63" fmla="*/ 1292 h 56"/>
                  <a:gd name="T64" fmla="+- 0 7885 7873"/>
                  <a:gd name="T65" fmla="*/ T64 w 35"/>
                  <a:gd name="T66" fmla="+- 0 1290 1239"/>
                  <a:gd name="T67" fmla="*/ 1290 h 56"/>
                  <a:gd name="T68" fmla="+- 0 7884 7873"/>
                  <a:gd name="T69" fmla="*/ T68 w 35"/>
                  <a:gd name="T70" fmla="+- 0 1286 1239"/>
                  <a:gd name="T71" fmla="*/ 1286 h 56"/>
                  <a:gd name="T72" fmla="+- 0 7882 7873"/>
                  <a:gd name="T73" fmla="*/ T72 w 35"/>
                  <a:gd name="T74" fmla="+- 0 1282 1239"/>
                  <a:gd name="T75" fmla="*/ 1282 h 56"/>
                  <a:gd name="T76" fmla="+- 0 7881 7873"/>
                  <a:gd name="T77" fmla="*/ T76 w 35"/>
                  <a:gd name="T78" fmla="+- 0 1276 1239"/>
                  <a:gd name="T79" fmla="*/ 1276 h 56"/>
                  <a:gd name="T80" fmla="+- 0 7890 7873"/>
                  <a:gd name="T81" fmla="*/ T80 w 35"/>
                  <a:gd name="T82" fmla="+- 0 1242 1239"/>
                  <a:gd name="T83" fmla="*/ 1242 h 56"/>
                  <a:gd name="T84" fmla="+- 0 7899 7873"/>
                  <a:gd name="T85" fmla="*/ T84 w 35"/>
                  <a:gd name="T86" fmla="+- 0 1242 1239"/>
                  <a:gd name="T87" fmla="*/ 1242 h 56"/>
                  <a:gd name="T88" fmla="+- 0 7898 7873"/>
                  <a:gd name="T89" fmla="*/ T88 w 35"/>
                  <a:gd name="T90" fmla="+- 0 1242 1239"/>
                  <a:gd name="T91" fmla="*/ 1242 h 56"/>
                  <a:gd name="T92" fmla="+- 0 7895 7873"/>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7"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80" name="Freeform 4954">
                <a:extLst>
                  <a:ext uri="{FF2B5EF4-FFF2-40B4-BE49-F238E27FC236}">
                    <a16:creationId xmlns:a16="http://schemas.microsoft.com/office/drawing/2014/main" id="{02D5A7EC-AFD0-ACE6-20FA-A688859A329F}"/>
                  </a:ext>
                </a:extLst>
              </p:cNvPr>
              <p:cNvSpPr>
                <a:spLocks/>
              </p:cNvSpPr>
              <p:nvPr/>
            </p:nvSpPr>
            <p:spPr bwMode="auto">
              <a:xfrm>
                <a:off x="7873" y="1239"/>
                <a:ext cx="35" cy="56"/>
              </a:xfrm>
              <a:custGeom>
                <a:avLst/>
                <a:gdLst>
                  <a:gd name="T0" fmla="+- 0 7899 7873"/>
                  <a:gd name="T1" fmla="*/ T0 w 35"/>
                  <a:gd name="T2" fmla="+- 0 1242 1239"/>
                  <a:gd name="T3" fmla="*/ 1242 h 56"/>
                  <a:gd name="T4" fmla="+- 0 7890 7873"/>
                  <a:gd name="T5" fmla="*/ T4 w 35"/>
                  <a:gd name="T6" fmla="+- 0 1242 1239"/>
                  <a:gd name="T7" fmla="*/ 1242 h 56"/>
                  <a:gd name="T8" fmla="+- 0 7894 7873"/>
                  <a:gd name="T9" fmla="*/ T8 w 35"/>
                  <a:gd name="T10" fmla="+- 0 1243 1239"/>
                  <a:gd name="T11" fmla="*/ 1243 h 56"/>
                  <a:gd name="T12" fmla="+- 0 7896 7873"/>
                  <a:gd name="T13" fmla="*/ T12 w 35"/>
                  <a:gd name="T14" fmla="+- 0 1245 1239"/>
                  <a:gd name="T15" fmla="*/ 1245 h 56"/>
                  <a:gd name="T16" fmla="+- 0 7897 7873"/>
                  <a:gd name="T17" fmla="*/ T16 w 35"/>
                  <a:gd name="T18" fmla="+- 0 1247 1239"/>
                  <a:gd name="T19" fmla="*/ 1247 h 56"/>
                  <a:gd name="T20" fmla="+- 0 7899 7873"/>
                  <a:gd name="T21" fmla="*/ T20 w 35"/>
                  <a:gd name="T22" fmla="+- 0 1254 1239"/>
                  <a:gd name="T23" fmla="*/ 1254 h 56"/>
                  <a:gd name="T24" fmla="+- 0 7900 7873"/>
                  <a:gd name="T25" fmla="*/ T24 w 35"/>
                  <a:gd name="T26" fmla="+- 0 1256 1239"/>
                  <a:gd name="T27" fmla="*/ 1256 h 56"/>
                  <a:gd name="T28" fmla="+- 0 7900 7873"/>
                  <a:gd name="T29" fmla="*/ T28 w 35"/>
                  <a:gd name="T30" fmla="+- 0 1275 1239"/>
                  <a:gd name="T31" fmla="*/ 1275 h 56"/>
                  <a:gd name="T32" fmla="+- 0 7899 7873"/>
                  <a:gd name="T33" fmla="*/ T32 w 35"/>
                  <a:gd name="T34" fmla="+- 0 1280 1239"/>
                  <a:gd name="T35" fmla="*/ 1280 h 56"/>
                  <a:gd name="T36" fmla="+- 0 7897 7873"/>
                  <a:gd name="T37" fmla="*/ T36 w 35"/>
                  <a:gd name="T38" fmla="+- 0 1287 1239"/>
                  <a:gd name="T39" fmla="*/ 1287 h 56"/>
                  <a:gd name="T40" fmla="+- 0 7896 7873"/>
                  <a:gd name="T41" fmla="*/ T40 w 35"/>
                  <a:gd name="T42" fmla="+- 0 1289 1239"/>
                  <a:gd name="T43" fmla="*/ 1289 h 56"/>
                  <a:gd name="T44" fmla="+- 0 7895 7873"/>
                  <a:gd name="T45" fmla="*/ T44 w 35"/>
                  <a:gd name="T46" fmla="+- 0 1290 1239"/>
                  <a:gd name="T47" fmla="*/ 1290 h 56"/>
                  <a:gd name="T48" fmla="+- 0 7890 7873"/>
                  <a:gd name="T49" fmla="*/ T48 w 35"/>
                  <a:gd name="T50" fmla="+- 0 1292 1239"/>
                  <a:gd name="T51" fmla="*/ 1292 h 56"/>
                  <a:gd name="T52" fmla="+- 0 7898 7873"/>
                  <a:gd name="T53" fmla="*/ T52 w 35"/>
                  <a:gd name="T54" fmla="+- 0 1292 1239"/>
                  <a:gd name="T55" fmla="*/ 1292 h 56"/>
                  <a:gd name="T56" fmla="+- 0 7908 7873"/>
                  <a:gd name="T57" fmla="*/ T56 w 35"/>
                  <a:gd name="T58" fmla="+- 0 1258 1239"/>
                  <a:gd name="T59" fmla="*/ 1258 h 56"/>
                  <a:gd name="T60" fmla="+- 0 7906 7873"/>
                  <a:gd name="T61" fmla="*/ T60 w 35"/>
                  <a:gd name="T62" fmla="+- 0 1251 1239"/>
                  <a:gd name="T63" fmla="*/ 1251 h 56"/>
                  <a:gd name="T64" fmla="+- 0 7899 7873"/>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7" y="17"/>
                    </a:lnTo>
                    <a:lnTo>
                      <a:pt x="27" y="36"/>
                    </a:lnTo>
                    <a:lnTo>
                      <a:pt x="26" y="41"/>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5" name="Group 224">
              <a:extLst>
                <a:ext uri="{FF2B5EF4-FFF2-40B4-BE49-F238E27FC236}">
                  <a16:creationId xmlns:a16="http://schemas.microsoft.com/office/drawing/2014/main" id="{AC0391CA-950F-B9C2-1C7D-66C541EBA075}"/>
                </a:ext>
              </a:extLst>
            </p:cNvPr>
            <p:cNvGrpSpPr>
              <a:grpSpLocks/>
            </p:cNvGrpSpPr>
            <p:nvPr/>
          </p:nvGrpSpPr>
          <p:grpSpPr bwMode="auto">
            <a:xfrm>
              <a:off x="8329" y="1239"/>
              <a:ext cx="35" cy="56"/>
              <a:chOff x="8329" y="1239"/>
              <a:chExt cx="35" cy="56"/>
            </a:xfrm>
          </p:grpSpPr>
          <p:sp>
            <p:nvSpPr>
              <p:cNvPr id="1277" name="Freeform 4956">
                <a:extLst>
                  <a:ext uri="{FF2B5EF4-FFF2-40B4-BE49-F238E27FC236}">
                    <a16:creationId xmlns:a16="http://schemas.microsoft.com/office/drawing/2014/main" id="{37ADC798-5251-87F7-49EF-E3E9A5472745}"/>
                  </a:ext>
                </a:extLst>
              </p:cNvPr>
              <p:cNvSpPr>
                <a:spLocks/>
              </p:cNvSpPr>
              <p:nvPr/>
            </p:nvSpPr>
            <p:spPr bwMode="auto">
              <a:xfrm>
                <a:off x="8329" y="1239"/>
                <a:ext cx="35" cy="56"/>
              </a:xfrm>
              <a:custGeom>
                <a:avLst/>
                <a:gdLst>
                  <a:gd name="T0" fmla="+- 0 8351 8329"/>
                  <a:gd name="T1" fmla="*/ T0 w 35"/>
                  <a:gd name="T2" fmla="+- 0 1239 1239"/>
                  <a:gd name="T3" fmla="*/ 1239 h 56"/>
                  <a:gd name="T4" fmla="+- 0 8344 8329"/>
                  <a:gd name="T5" fmla="*/ T4 w 35"/>
                  <a:gd name="T6" fmla="+- 0 1239 1239"/>
                  <a:gd name="T7" fmla="*/ 1239 h 56"/>
                  <a:gd name="T8" fmla="+- 0 8342 8329"/>
                  <a:gd name="T9" fmla="*/ T8 w 35"/>
                  <a:gd name="T10" fmla="+- 0 1240 1239"/>
                  <a:gd name="T11" fmla="*/ 1240 h 56"/>
                  <a:gd name="T12" fmla="+- 0 8339 8329"/>
                  <a:gd name="T13" fmla="*/ T12 w 35"/>
                  <a:gd name="T14" fmla="+- 0 1242 1239"/>
                  <a:gd name="T15" fmla="*/ 1242 h 56"/>
                  <a:gd name="T16" fmla="+- 0 8336 8329"/>
                  <a:gd name="T17" fmla="*/ T16 w 35"/>
                  <a:gd name="T18" fmla="+- 0 1244 1239"/>
                  <a:gd name="T19" fmla="*/ 1244 h 56"/>
                  <a:gd name="T20" fmla="+- 0 8334 8329"/>
                  <a:gd name="T21" fmla="*/ T20 w 35"/>
                  <a:gd name="T22" fmla="+- 0 1247 1239"/>
                  <a:gd name="T23" fmla="*/ 1247 h 56"/>
                  <a:gd name="T24" fmla="+- 0 8330 8329"/>
                  <a:gd name="T25" fmla="*/ T24 w 35"/>
                  <a:gd name="T26" fmla="+- 0 1256 1239"/>
                  <a:gd name="T27" fmla="*/ 1256 h 56"/>
                  <a:gd name="T28" fmla="+- 0 8329 8329"/>
                  <a:gd name="T29" fmla="*/ T28 w 35"/>
                  <a:gd name="T30" fmla="+- 0 1261 1239"/>
                  <a:gd name="T31" fmla="*/ 1261 h 56"/>
                  <a:gd name="T32" fmla="+- 0 8329 8329"/>
                  <a:gd name="T33" fmla="*/ T32 w 35"/>
                  <a:gd name="T34" fmla="+- 0 1275 1239"/>
                  <a:gd name="T35" fmla="*/ 1275 h 56"/>
                  <a:gd name="T36" fmla="+- 0 8331 8329"/>
                  <a:gd name="T37" fmla="*/ T36 w 35"/>
                  <a:gd name="T38" fmla="+- 0 1281 1239"/>
                  <a:gd name="T39" fmla="*/ 1281 h 56"/>
                  <a:gd name="T40" fmla="+- 0 8337 8329"/>
                  <a:gd name="T41" fmla="*/ T40 w 35"/>
                  <a:gd name="T42" fmla="+- 0 1292 1239"/>
                  <a:gd name="T43" fmla="*/ 1292 h 56"/>
                  <a:gd name="T44" fmla="+- 0 8341 8329"/>
                  <a:gd name="T45" fmla="*/ T44 w 35"/>
                  <a:gd name="T46" fmla="+- 0 1295 1239"/>
                  <a:gd name="T47" fmla="*/ 1295 h 56"/>
                  <a:gd name="T48" fmla="+- 0 8349 8329"/>
                  <a:gd name="T49" fmla="*/ T48 w 35"/>
                  <a:gd name="T50" fmla="+- 0 1295 1239"/>
                  <a:gd name="T51" fmla="*/ 1295 h 56"/>
                  <a:gd name="T52" fmla="+- 0 8352 8329"/>
                  <a:gd name="T53" fmla="*/ T52 w 35"/>
                  <a:gd name="T54" fmla="+- 0 1294 1239"/>
                  <a:gd name="T55" fmla="*/ 1294 h 56"/>
                  <a:gd name="T56" fmla="+- 0 8354 8329"/>
                  <a:gd name="T57" fmla="*/ T56 w 35"/>
                  <a:gd name="T58" fmla="+- 0 1292 1239"/>
                  <a:gd name="T59" fmla="*/ 1292 h 56"/>
                  <a:gd name="T60" fmla="+- 0 8344 8329"/>
                  <a:gd name="T61" fmla="*/ T60 w 35"/>
                  <a:gd name="T62" fmla="+- 0 1292 1239"/>
                  <a:gd name="T63" fmla="*/ 1292 h 56"/>
                  <a:gd name="T64" fmla="+- 0 8341 8329"/>
                  <a:gd name="T65" fmla="*/ T64 w 35"/>
                  <a:gd name="T66" fmla="+- 0 1290 1239"/>
                  <a:gd name="T67" fmla="*/ 1290 h 56"/>
                  <a:gd name="T68" fmla="+- 0 8340 8329"/>
                  <a:gd name="T69" fmla="*/ T68 w 35"/>
                  <a:gd name="T70" fmla="+- 0 1286 1239"/>
                  <a:gd name="T71" fmla="*/ 1286 h 56"/>
                  <a:gd name="T72" fmla="+- 0 8338 8329"/>
                  <a:gd name="T73" fmla="*/ T72 w 35"/>
                  <a:gd name="T74" fmla="+- 0 1282 1239"/>
                  <a:gd name="T75" fmla="*/ 1282 h 56"/>
                  <a:gd name="T76" fmla="+- 0 8337 8329"/>
                  <a:gd name="T77" fmla="*/ T76 w 35"/>
                  <a:gd name="T78" fmla="+- 0 1276 1239"/>
                  <a:gd name="T79" fmla="*/ 1276 h 56"/>
                  <a:gd name="T80" fmla="+- 0 8347 8329"/>
                  <a:gd name="T81" fmla="*/ T80 w 35"/>
                  <a:gd name="T82" fmla="+- 0 1242 1239"/>
                  <a:gd name="T83" fmla="*/ 1242 h 56"/>
                  <a:gd name="T84" fmla="+- 0 8355 8329"/>
                  <a:gd name="T85" fmla="*/ T84 w 35"/>
                  <a:gd name="T86" fmla="+- 0 1242 1239"/>
                  <a:gd name="T87" fmla="*/ 1242 h 56"/>
                  <a:gd name="T88" fmla="+- 0 8355 8329"/>
                  <a:gd name="T89" fmla="*/ T88 w 35"/>
                  <a:gd name="T90" fmla="+- 0 1242 1239"/>
                  <a:gd name="T91" fmla="*/ 1242 h 56"/>
                  <a:gd name="T92" fmla="+- 0 8351 8329"/>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78" name="Freeform 4957">
                <a:extLst>
                  <a:ext uri="{FF2B5EF4-FFF2-40B4-BE49-F238E27FC236}">
                    <a16:creationId xmlns:a16="http://schemas.microsoft.com/office/drawing/2014/main" id="{E1F345DA-90D8-5C43-FCF8-6C60F31B3C1D}"/>
                  </a:ext>
                </a:extLst>
              </p:cNvPr>
              <p:cNvSpPr>
                <a:spLocks/>
              </p:cNvSpPr>
              <p:nvPr/>
            </p:nvSpPr>
            <p:spPr bwMode="auto">
              <a:xfrm>
                <a:off x="8329" y="1239"/>
                <a:ext cx="35" cy="56"/>
              </a:xfrm>
              <a:custGeom>
                <a:avLst/>
                <a:gdLst>
                  <a:gd name="T0" fmla="+- 0 8355 8329"/>
                  <a:gd name="T1" fmla="*/ T0 w 35"/>
                  <a:gd name="T2" fmla="+- 0 1242 1239"/>
                  <a:gd name="T3" fmla="*/ 1242 h 56"/>
                  <a:gd name="T4" fmla="+- 0 8347 8329"/>
                  <a:gd name="T5" fmla="*/ T4 w 35"/>
                  <a:gd name="T6" fmla="+- 0 1242 1239"/>
                  <a:gd name="T7" fmla="*/ 1242 h 56"/>
                  <a:gd name="T8" fmla="+- 0 8351 8329"/>
                  <a:gd name="T9" fmla="*/ T8 w 35"/>
                  <a:gd name="T10" fmla="+- 0 1243 1239"/>
                  <a:gd name="T11" fmla="*/ 1243 h 56"/>
                  <a:gd name="T12" fmla="+- 0 8352 8329"/>
                  <a:gd name="T13" fmla="*/ T12 w 35"/>
                  <a:gd name="T14" fmla="+- 0 1245 1239"/>
                  <a:gd name="T15" fmla="*/ 1245 h 56"/>
                  <a:gd name="T16" fmla="+- 0 8353 8329"/>
                  <a:gd name="T17" fmla="*/ T16 w 35"/>
                  <a:gd name="T18" fmla="+- 0 1247 1239"/>
                  <a:gd name="T19" fmla="*/ 1247 h 56"/>
                  <a:gd name="T20" fmla="+- 0 8356 8329"/>
                  <a:gd name="T21" fmla="*/ T20 w 35"/>
                  <a:gd name="T22" fmla="+- 0 1254 1239"/>
                  <a:gd name="T23" fmla="*/ 1254 h 56"/>
                  <a:gd name="T24" fmla="+- 0 8356 8329"/>
                  <a:gd name="T25" fmla="*/ T24 w 35"/>
                  <a:gd name="T26" fmla="+- 0 1256 1239"/>
                  <a:gd name="T27" fmla="*/ 1256 h 56"/>
                  <a:gd name="T28" fmla="+- 0 8356 8329"/>
                  <a:gd name="T29" fmla="*/ T28 w 35"/>
                  <a:gd name="T30" fmla="+- 0 1275 1239"/>
                  <a:gd name="T31" fmla="*/ 1275 h 56"/>
                  <a:gd name="T32" fmla="+- 0 8356 8329"/>
                  <a:gd name="T33" fmla="*/ T32 w 35"/>
                  <a:gd name="T34" fmla="+- 0 1280 1239"/>
                  <a:gd name="T35" fmla="*/ 1280 h 56"/>
                  <a:gd name="T36" fmla="+- 0 8354 8329"/>
                  <a:gd name="T37" fmla="*/ T36 w 35"/>
                  <a:gd name="T38" fmla="+- 0 1287 1239"/>
                  <a:gd name="T39" fmla="*/ 1287 h 56"/>
                  <a:gd name="T40" fmla="+- 0 8352 8329"/>
                  <a:gd name="T41" fmla="*/ T40 w 35"/>
                  <a:gd name="T42" fmla="+- 0 1289 1239"/>
                  <a:gd name="T43" fmla="*/ 1289 h 56"/>
                  <a:gd name="T44" fmla="+- 0 8351 8329"/>
                  <a:gd name="T45" fmla="*/ T44 w 35"/>
                  <a:gd name="T46" fmla="+- 0 1290 1239"/>
                  <a:gd name="T47" fmla="*/ 1290 h 56"/>
                  <a:gd name="T48" fmla="+- 0 8346 8329"/>
                  <a:gd name="T49" fmla="*/ T48 w 35"/>
                  <a:gd name="T50" fmla="+- 0 1292 1239"/>
                  <a:gd name="T51" fmla="*/ 1292 h 56"/>
                  <a:gd name="T52" fmla="+- 0 8354 8329"/>
                  <a:gd name="T53" fmla="*/ T52 w 35"/>
                  <a:gd name="T54" fmla="+- 0 1292 1239"/>
                  <a:gd name="T55" fmla="*/ 1292 h 56"/>
                  <a:gd name="T56" fmla="+- 0 8364 8329"/>
                  <a:gd name="T57" fmla="*/ T56 w 35"/>
                  <a:gd name="T58" fmla="+- 0 1258 1239"/>
                  <a:gd name="T59" fmla="*/ 1258 h 56"/>
                  <a:gd name="T60" fmla="+- 0 8362 8329"/>
                  <a:gd name="T61" fmla="*/ T60 w 35"/>
                  <a:gd name="T62" fmla="+- 0 1251 1239"/>
                  <a:gd name="T63" fmla="*/ 1251 h 56"/>
                  <a:gd name="T64" fmla="+- 0 8355 8329"/>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1"/>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6" name="Group 225">
              <a:extLst>
                <a:ext uri="{FF2B5EF4-FFF2-40B4-BE49-F238E27FC236}">
                  <a16:creationId xmlns:a16="http://schemas.microsoft.com/office/drawing/2014/main" id="{5881F74A-4BB5-0B30-F15E-60B69588BC5D}"/>
                </a:ext>
              </a:extLst>
            </p:cNvPr>
            <p:cNvGrpSpPr>
              <a:grpSpLocks/>
            </p:cNvGrpSpPr>
            <p:nvPr/>
          </p:nvGrpSpPr>
          <p:grpSpPr bwMode="auto">
            <a:xfrm>
              <a:off x="8786" y="1239"/>
              <a:ext cx="35" cy="56"/>
              <a:chOff x="8786" y="1239"/>
              <a:chExt cx="35" cy="56"/>
            </a:xfrm>
          </p:grpSpPr>
          <p:sp>
            <p:nvSpPr>
              <p:cNvPr id="1275" name="Freeform 4959">
                <a:extLst>
                  <a:ext uri="{FF2B5EF4-FFF2-40B4-BE49-F238E27FC236}">
                    <a16:creationId xmlns:a16="http://schemas.microsoft.com/office/drawing/2014/main" id="{DC9B4F60-2D32-BA81-DEC9-CEA4BC0CE2DB}"/>
                  </a:ext>
                </a:extLst>
              </p:cNvPr>
              <p:cNvSpPr>
                <a:spLocks/>
              </p:cNvSpPr>
              <p:nvPr/>
            </p:nvSpPr>
            <p:spPr bwMode="auto">
              <a:xfrm>
                <a:off x="8786" y="1239"/>
                <a:ext cx="35" cy="56"/>
              </a:xfrm>
              <a:custGeom>
                <a:avLst/>
                <a:gdLst>
                  <a:gd name="T0" fmla="+- 0 8807 8786"/>
                  <a:gd name="T1" fmla="*/ T0 w 35"/>
                  <a:gd name="T2" fmla="+- 0 1239 1239"/>
                  <a:gd name="T3" fmla="*/ 1239 h 56"/>
                  <a:gd name="T4" fmla="+- 0 8801 8786"/>
                  <a:gd name="T5" fmla="*/ T4 w 35"/>
                  <a:gd name="T6" fmla="+- 0 1239 1239"/>
                  <a:gd name="T7" fmla="*/ 1239 h 56"/>
                  <a:gd name="T8" fmla="+- 0 8798 8786"/>
                  <a:gd name="T9" fmla="*/ T8 w 35"/>
                  <a:gd name="T10" fmla="+- 0 1240 1239"/>
                  <a:gd name="T11" fmla="*/ 1240 h 56"/>
                  <a:gd name="T12" fmla="+- 0 8796 8786"/>
                  <a:gd name="T13" fmla="*/ T12 w 35"/>
                  <a:gd name="T14" fmla="+- 0 1242 1239"/>
                  <a:gd name="T15" fmla="*/ 1242 h 56"/>
                  <a:gd name="T16" fmla="+- 0 8793 8786"/>
                  <a:gd name="T17" fmla="*/ T16 w 35"/>
                  <a:gd name="T18" fmla="+- 0 1244 1239"/>
                  <a:gd name="T19" fmla="*/ 1244 h 56"/>
                  <a:gd name="T20" fmla="+- 0 8790 8786"/>
                  <a:gd name="T21" fmla="*/ T20 w 35"/>
                  <a:gd name="T22" fmla="+- 0 1247 1239"/>
                  <a:gd name="T23" fmla="*/ 1247 h 56"/>
                  <a:gd name="T24" fmla="+- 0 8787 8786"/>
                  <a:gd name="T25" fmla="*/ T24 w 35"/>
                  <a:gd name="T26" fmla="+- 0 1256 1239"/>
                  <a:gd name="T27" fmla="*/ 1256 h 56"/>
                  <a:gd name="T28" fmla="+- 0 8786 8786"/>
                  <a:gd name="T29" fmla="*/ T28 w 35"/>
                  <a:gd name="T30" fmla="+- 0 1261 1239"/>
                  <a:gd name="T31" fmla="*/ 1261 h 56"/>
                  <a:gd name="T32" fmla="+- 0 8786 8786"/>
                  <a:gd name="T33" fmla="*/ T32 w 35"/>
                  <a:gd name="T34" fmla="+- 0 1275 1239"/>
                  <a:gd name="T35" fmla="*/ 1275 h 56"/>
                  <a:gd name="T36" fmla="+- 0 8787 8786"/>
                  <a:gd name="T37" fmla="*/ T36 w 35"/>
                  <a:gd name="T38" fmla="+- 0 1281 1239"/>
                  <a:gd name="T39" fmla="*/ 1281 h 56"/>
                  <a:gd name="T40" fmla="+- 0 8793 8786"/>
                  <a:gd name="T41" fmla="*/ T40 w 35"/>
                  <a:gd name="T42" fmla="+- 0 1292 1239"/>
                  <a:gd name="T43" fmla="*/ 1292 h 56"/>
                  <a:gd name="T44" fmla="+- 0 8798 8786"/>
                  <a:gd name="T45" fmla="*/ T44 w 35"/>
                  <a:gd name="T46" fmla="+- 0 1295 1239"/>
                  <a:gd name="T47" fmla="*/ 1295 h 56"/>
                  <a:gd name="T48" fmla="+- 0 8805 8786"/>
                  <a:gd name="T49" fmla="*/ T48 w 35"/>
                  <a:gd name="T50" fmla="+- 0 1295 1239"/>
                  <a:gd name="T51" fmla="*/ 1295 h 56"/>
                  <a:gd name="T52" fmla="+- 0 8808 8786"/>
                  <a:gd name="T53" fmla="*/ T52 w 35"/>
                  <a:gd name="T54" fmla="+- 0 1294 1239"/>
                  <a:gd name="T55" fmla="*/ 1294 h 56"/>
                  <a:gd name="T56" fmla="+- 0 8810 8786"/>
                  <a:gd name="T57" fmla="*/ T56 w 35"/>
                  <a:gd name="T58" fmla="+- 0 1292 1239"/>
                  <a:gd name="T59" fmla="*/ 1292 h 56"/>
                  <a:gd name="T60" fmla="+- 0 8800 8786"/>
                  <a:gd name="T61" fmla="*/ T60 w 35"/>
                  <a:gd name="T62" fmla="+- 0 1292 1239"/>
                  <a:gd name="T63" fmla="*/ 1292 h 56"/>
                  <a:gd name="T64" fmla="+- 0 8798 8786"/>
                  <a:gd name="T65" fmla="*/ T64 w 35"/>
                  <a:gd name="T66" fmla="+- 0 1290 1239"/>
                  <a:gd name="T67" fmla="*/ 1290 h 56"/>
                  <a:gd name="T68" fmla="+- 0 8794 8786"/>
                  <a:gd name="T69" fmla="*/ T68 w 35"/>
                  <a:gd name="T70" fmla="+- 0 1282 1239"/>
                  <a:gd name="T71" fmla="*/ 1282 h 56"/>
                  <a:gd name="T72" fmla="+- 0 8794 8786"/>
                  <a:gd name="T73" fmla="*/ T72 w 35"/>
                  <a:gd name="T74" fmla="+- 0 1276 1239"/>
                  <a:gd name="T75" fmla="*/ 1276 h 56"/>
                  <a:gd name="T76" fmla="+- 0 8794 8786"/>
                  <a:gd name="T77" fmla="*/ T76 w 35"/>
                  <a:gd name="T78" fmla="+- 0 1261 1239"/>
                  <a:gd name="T79" fmla="*/ 1261 h 56"/>
                  <a:gd name="T80" fmla="+- 0 8803 8786"/>
                  <a:gd name="T81" fmla="*/ T80 w 35"/>
                  <a:gd name="T82" fmla="+- 0 1242 1239"/>
                  <a:gd name="T83" fmla="*/ 1242 h 56"/>
                  <a:gd name="T84" fmla="+- 0 8811 8786"/>
                  <a:gd name="T85" fmla="*/ T84 w 35"/>
                  <a:gd name="T86" fmla="+- 0 1242 1239"/>
                  <a:gd name="T87" fmla="*/ 1242 h 56"/>
                  <a:gd name="T88" fmla="+- 0 8811 8786"/>
                  <a:gd name="T89" fmla="*/ T88 w 35"/>
                  <a:gd name="T90" fmla="+- 0 1242 1239"/>
                  <a:gd name="T91" fmla="*/ 1242 h 56"/>
                  <a:gd name="T92" fmla="+- 0 8807 8786"/>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76" name="Freeform 4960">
                <a:extLst>
                  <a:ext uri="{FF2B5EF4-FFF2-40B4-BE49-F238E27FC236}">
                    <a16:creationId xmlns:a16="http://schemas.microsoft.com/office/drawing/2014/main" id="{4E04BAA8-F071-4893-3512-B311DD361EF5}"/>
                  </a:ext>
                </a:extLst>
              </p:cNvPr>
              <p:cNvSpPr>
                <a:spLocks/>
              </p:cNvSpPr>
              <p:nvPr/>
            </p:nvSpPr>
            <p:spPr bwMode="auto">
              <a:xfrm>
                <a:off x="8786" y="1239"/>
                <a:ext cx="35" cy="56"/>
              </a:xfrm>
              <a:custGeom>
                <a:avLst/>
                <a:gdLst>
                  <a:gd name="T0" fmla="+- 0 8811 8786"/>
                  <a:gd name="T1" fmla="*/ T0 w 35"/>
                  <a:gd name="T2" fmla="+- 0 1242 1239"/>
                  <a:gd name="T3" fmla="*/ 1242 h 56"/>
                  <a:gd name="T4" fmla="+- 0 8803 8786"/>
                  <a:gd name="T5" fmla="*/ T4 w 35"/>
                  <a:gd name="T6" fmla="+- 0 1242 1239"/>
                  <a:gd name="T7" fmla="*/ 1242 h 56"/>
                  <a:gd name="T8" fmla="+- 0 8807 8786"/>
                  <a:gd name="T9" fmla="*/ T8 w 35"/>
                  <a:gd name="T10" fmla="+- 0 1243 1239"/>
                  <a:gd name="T11" fmla="*/ 1243 h 56"/>
                  <a:gd name="T12" fmla="+- 0 8809 8786"/>
                  <a:gd name="T13" fmla="*/ T12 w 35"/>
                  <a:gd name="T14" fmla="+- 0 1245 1239"/>
                  <a:gd name="T15" fmla="*/ 1245 h 56"/>
                  <a:gd name="T16" fmla="+- 0 8810 8786"/>
                  <a:gd name="T17" fmla="*/ T16 w 35"/>
                  <a:gd name="T18" fmla="+- 0 1247 1239"/>
                  <a:gd name="T19" fmla="*/ 1247 h 56"/>
                  <a:gd name="T20" fmla="+- 0 8812 8786"/>
                  <a:gd name="T21" fmla="*/ T20 w 35"/>
                  <a:gd name="T22" fmla="+- 0 1254 1239"/>
                  <a:gd name="T23" fmla="*/ 1254 h 56"/>
                  <a:gd name="T24" fmla="+- 0 8812 8786"/>
                  <a:gd name="T25" fmla="*/ T24 w 35"/>
                  <a:gd name="T26" fmla="+- 0 1256 1239"/>
                  <a:gd name="T27" fmla="*/ 1256 h 56"/>
                  <a:gd name="T28" fmla="+- 0 8812 8786"/>
                  <a:gd name="T29" fmla="*/ T28 w 35"/>
                  <a:gd name="T30" fmla="+- 0 1275 1239"/>
                  <a:gd name="T31" fmla="*/ 1275 h 56"/>
                  <a:gd name="T32" fmla="+- 0 8812 8786"/>
                  <a:gd name="T33" fmla="*/ T32 w 35"/>
                  <a:gd name="T34" fmla="+- 0 1280 1239"/>
                  <a:gd name="T35" fmla="*/ 1280 h 56"/>
                  <a:gd name="T36" fmla="+- 0 8810 8786"/>
                  <a:gd name="T37" fmla="*/ T36 w 35"/>
                  <a:gd name="T38" fmla="+- 0 1287 1239"/>
                  <a:gd name="T39" fmla="*/ 1287 h 56"/>
                  <a:gd name="T40" fmla="+- 0 8809 8786"/>
                  <a:gd name="T41" fmla="*/ T40 w 35"/>
                  <a:gd name="T42" fmla="+- 0 1289 1239"/>
                  <a:gd name="T43" fmla="*/ 1289 h 56"/>
                  <a:gd name="T44" fmla="+- 0 8807 8786"/>
                  <a:gd name="T45" fmla="*/ T44 w 35"/>
                  <a:gd name="T46" fmla="+- 0 1290 1239"/>
                  <a:gd name="T47" fmla="*/ 1290 h 56"/>
                  <a:gd name="T48" fmla="+- 0 8803 8786"/>
                  <a:gd name="T49" fmla="*/ T48 w 35"/>
                  <a:gd name="T50" fmla="+- 0 1292 1239"/>
                  <a:gd name="T51" fmla="*/ 1292 h 56"/>
                  <a:gd name="T52" fmla="+- 0 8810 8786"/>
                  <a:gd name="T53" fmla="*/ T52 w 35"/>
                  <a:gd name="T54" fmla="+- 0 1292 1239"/>
                  <a:gd name="T55" fmla="*/ 1292 h 56"/>
                  <a:gd name="T56" fmla="+- 0 8820 8786"/>
                  <a:gd name="T57" fmla="*/ T56 w 35"/>
                  <a:gd name="T58" fmla="+- 0 1258 1239"/>
                  <a:gd name="T59" fmla="*/ 1258 h 56"/>
                  <a:gd name="T60" fmla="+- 0 8818 8786"/>
                  <a:gd name="T61" fmla="*/ T60 w 35"/>
                  <a:gd name="T62" fmla="+- 0 1251 1239"/>
                  <a:gd name="T63" fmla="*/ 1251 h 56"/>
                  <a:gd name="T64" fmla="+- 0 8811 8786"/>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6" y="36"/>
                    </a:lnTo>
                    <a:lnTo>
                      <a:pt x="26" y="41"/>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7" name="Group 226">
              <a:extLst>
                <a:ext uri="{FF2B5EF4-FFF2-40B4-BE49-F238E27FC236}">
                  <a16:creationId xmlns:a16="http://schemas.microsoft.com/office/drawing/2014/main" id="{850A82D9-F8CE-71F6-DB57-63DC3FA40D3D}"/>
                </a:ext>
              </a:extLst>
            </p:cNvPr>
            <p:cNvGrpSpPr>
              <a:grpSpLocks/>
            </p:cNvGrpSpPr>
            <p:nvPr/>
          </p:nvGrpSpPr>
          <p:grpSpPr bwMode="auto">
            <a:xfrm>
              <a:off x="231" y="1239"/>
              <a:ext cx="9046" cy="355"/>
              <a:chOff x="231" y="1239"/>
              <a:chExt cx="9046" cy="355"/>
            </a:xfrm>
          </p:grpSpPr>
          <p:sp>
            <p:nvSpPr>
              <p:cNvPr id="1272" name="Freeform 4962">
                <a:extLst>
                  <a:ext uri="{FF2B5EF4-FFF2-40B4-BE49-F238E27FC236}">
                    <a16:creationId xmlns:a16="http://schemas.microsoft.com/office/drawing/2014/main" id="{FA729813-1558-347A-817F-051ACDA94013}"/>
                  </a:ext>
                </a:extLst>
              </p:cNvPr>
              <p:cNvSpPr>
                <a:spLocks/>
              </p:cNvSpPr>
              <p:nvPr/>
            </p:nvSpPr>
            <p:spPr bwMode="auto">
              <a:xfrm>
                <a:off x="9242" y="1239"/>
                <a:ext cx="35" cy="56"/>
              </a:xfrm>
              <a:custGeom>
                <a:avLst/>
                <a:gdLst>
                  <a:gd name="T0" fmla="+- 0 9263 9242"/>
                  <a:gd name="T1" fmla="*/ T0 w 35"/>
                  <a:gd name="T2" fmla="+- 0 1239 1239"/>
                  <a:gd name="T3" fmla="*/ 1239 h 56"/>
                  <a:gd name="T4" fmla="+- 0 9257 9242"/>
                  <a:gd name="T5" fmla="*/ T4 w 35"/>
                  <a:gd name="T6" fmla="+- 0 1239 1239"/>
                  <a:gd name="T7" fmla="*/ 1239 h 56"/>
                  <a:gd name="T8" fmla="+- 0 9254 9242"/>
                  <a:gd name="T9" fmla="*/ T8 w 35"/>
                  <a:gd name="T10" fmla="+- 0 1240 1239"/>
                  <a:gd name="T11" fmla="*/ 1240 h 56"/>
                  <a:gd name="T12" fmla="+- 0 9252 9242"/>
                  <a:gd name="T13" fmla="*/ T12 w 35"/>
                  <a:gd name="T14" fmla="+- 0 1242 1239"/>
                  <a:gd name="T15" fmla="*/ 1242 h 56"/>
                  <a:gd name="T16" fmla="+- 0 9249 9242"/>
                  <a:gd name="T17" fmla="*/ T16 w 35"/>
                  <a:gd name="T18" fmla="+- 0 1244 1239"/>
                  <a:gd name="T19" fmla="*/ 1244 h 56"/>
                  <a:gd name="T20" fmla="+- 0 9247 9242"/>
                  <a:gd name="T21" fmla="*/ T20 w 35"/>
                  <a:gd name="T22" fmla="+- 0 1247 1239"/>
                  <a:gd name="T23" fmla="*/ 1247 h 56"/>
                  <a:gd name="T24" fmla="+- 0 9243 9242"/>
                  <a:gd name="T25" fmla="*/ T24 w 35"/>
                  <a:gd name="T26" fmla="+- 0 1256 1239"/>
                  <a:gd name="T27" fmla="*/ 1256 h 56"/>
                  <a:gd name="T28" fmla="+- 0 9242 9242"/>
                  <a:gd name="T29" fmla="*/ T28 w 35"/>
                  <a:gd name="T30" fmla="+- 0 1261 1239"/>
                  <a:gd name="T31" fmla="*/ 1261 h 56"/>
                  <a:gd name="T32" fmla="+- 0 9242 9242"/>
                  <a:gd name="T33" fmla="*/ T32 w 35"/>
                  <a:gd name="T34" fmla="+- 0 1275 1239"/>
                  <a:gd name="T35" fmla="*/ 1275 h 56"/>
                  <a:gd name="T36" fmla="+- 0 9243 9242"/>
                  <a:gd name="T37" fmla="*/ T36 w 35"/>
                  <a:gd name="T38" fmla="+- 0 1281 1239"/>
                  <a:gd name="T39" fmla="*/ 1281 h 56"/>
                  <a:gd name="T40" fmla="+- 0 9250 9242"/>
                  <a:gd name="T41" fmla="*/ T40 w 35"/>
                  <a:gd name="T42" fmla="+- 0 1292 1239"/>
                  <a:gd name="T43" fmla="*/ 1292 h 56"/>
                  <a:gd name="T44" fmla="+- 0 9254 9242"/>
                  <a:gd name="T45" fmla="*/ T44 w 35"/>
                  <a:gd name="T46" fmla="+- 0 1295 1239"/>
                  <a:gd name="T47" fmla="*/ 1295 h 56"/>
                  <a:gd name="T48" fmla="+- 0 9262 9242"/>
                  <a:gd name="T49" fmla="*/ T48 w 35"/>
                  <a:gd name="T50" fmla="+- 0 1295 1239"/>
                  <a:gd name="T51" fmla="*/ 1295 h 56"/>
                  <a:gd name="T52" fmla="+- 0 9264 9242"/>
                  <a:gd name="T53" fmla="*/ T52 w 35"/>
                  <a:gd name="T54" fmla="+- 0 1294 1239"/>
                  <a:gd name="T55" fmla="*/ 1294 h 56"/>
                  <a:gd name="T56" fmla="+- 0 9266 9242"/>
                  <a:gd name="T57" fmla="*/ T56 w 35"/>
                  <a:gd name="T58" fmla="+- 0 1292 1239"/>
                  <a:gd name="T59" fmla="*/ 1292 h 56"/>
                  <a:gd name="T60" fmla="+- 0 9256 9242"/>
                  <a:gd name="T61" fmla="*/ T60 w 35"/>
                  <a:gd name="T62" fmla="+- 0 1292 1239"/>
                  <a:gd name="T63" fmla="*/ 1292 h 56"/>
                  <a:gd name="T64" fmla="+- 0 9254 9242"/>
                  <a:gd name="T65" fmla="*/ T64 w 35"/>
                  <a:gd name="T66" fmla="+- 0 1290 1239"/>
                  <a:gd name="T67" fmla="*/ 1290 h 56"/>
                  <a:gd name="T68" fmla="+- 0 9251 9242"/>
                  <a:gd name="T69" fmla="*/ T68 w 35"/>
                  <a:gd name="T70" fmla="+- 0 1282 1239"/>
                  <a:gd name="T71" fmla="*/ 1282 h 56"/>
                  <a:gd name="T72" fmla="+- 0 9250 9242"/>
                  <a:gd name="T73" fmla="*/ T72 w 35"/>
                  <a:gd name="T74" fmla="+- 0 1276 1239"/>
                  <a:gd name="T75" fmla="*/ 1276 h 56"/>
                  <a:gd name="T76" fmla="+- 0 9250 9242"/>
                  <a:gd name="T77" fmla="*/ T76 w 35"/>
                  <a:gd name="T78" fmla="+- 0 1261 1239"/>
                  <a:gd name="T79" fmla="*/ 1261 h 56"/>
                  <a:gd name="T80" fmla="+- 0 9259 9242"/>
                  <a:gd name="T81" fmla="*/ T80 w 35"/>
                  <a:gd name="T82" fmla="+- 0 1242 1239"/>
                  <a:gd name="T83" fmla="*/ 1242 h 56"/>
                  <a:gd name="T84" fmla="+- 0 9268 9242"/>
                  <a:gd name="T85" fmla="*/ T84 w 35"/>
                  <a:gd name="T86" fmla="+- 0 1242 1239"/>
                  <a:gd name="T87" fmla="*/ 1242 h 56"/>
                  <a:gd name="T88" fmla="+- 0 9267 9242"/>
                  <a:gd name="T89" fmla="*/ T88 w 35"/>
                  <a:gd name="T90" fmla="+- 0 1242 1239"/>
                  <a:gd name="T91" fmla="*/ 1242 h 56"/>
                  <a:gd name="T92" fmla="+- 0 9263 9242"/>
                  <a:gd name="T93" fmla="*/ T92 w 35"/>
                  <a:gd name="T94" fmla="+- 0 1239 1239"/>
                  <a:gd name="T95" fmla="*/ 123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5" y="8"/>
                    </a:lnTo>
                    <a:lnTo>
                      <a:pt x="1" y="17"/>
                    </a:lnTo>
                    <a:lnTo>
                      <a:pt x="0" y="22"/>
                    </a:lnTo>
                    <a:lnTo>
                      <a:pt x="0" y="36"/>
                    </a:lnTo>
                    <a:lnTo>
                      <a:pt x="1" y="42"/>
                    </a:lnTo>
                    <a:lnTo>
                      <a:pt x="8" y="53"/>
                    </a:lnTo>
                    <a:lnTo>
                      <a:pt x="12" y="56"/>
                    </a:lnTo>
                    <a:lnTo>
                      <a:pt x="20" y="56"/>
                    </a:lnTo>
                    <a:lnTo>
                      <a:pt x="22" y="55"/>
                    </a:lnTo>
                    <a:lnTo>
                      <a:pt x="24" y="53"/>
                    </a:lnTo>
                    <a:lnTo>
                      <a:pt x="14" y="53"/>
                    </a:lnTo>
                    <a:lnTo>
                      <a:pt x="12" y="51"/>
                    </a:lnTo>
                    <a:lnTo>
                      <a:pt x="9" y="43"/>
                    </a:lnTo>
                    <a:lnTo>
                      <a:pt x="8" y="37"/>
                    </a:lnTo>
                    <a:lnTo>
                      <a:pt x="8" y="22"/>
                    </a:lnTo>
                    <a:lnTo>
                      <a:pt x="17" y="3"/>
                    </a:lnTo>
                    <a:lnTo>
                      <a:pt x="26"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73" name="Freeform 4963">
                <a:extLst>
                  <a:ext uri="{FF2B5EF4-FFF2-40B4-BE49-F238E27FC236}">
                    <a16:creationId xmlns:a16="http://schemas.microsoft.com/office/drawing/2014/main" id="{92C2BA37-1233-83BC-9501-C29D04F3F5FC}"/>
                  </a:ext>
                </a:extLst>
              </p:cNvPr>
              <p:cNvSpPr>
                <a:spLocks/>
              </p:cNvSpPr>
              <p:nvPr/>
            </p:nvSpPr>
            <p:spPr bwMode="auto">
              <a:xfrm>
                <a:off x="9242" y="1239"/>
                <a:ext cx="35" cy="56"/>
              </a:xfrm>
              <a:custGeom>
                <a:avLst/>
                <a:gdLst>
                  <a:gd name="T0" fmla="+- 0 9268 9242"/>
                  <a:gd name="T1" fmla="*/ T0 w 35"/>
                  <a:gd name="T2" fmla="+- 0 1242 1239"/>
                  <a:gd name="T3" fmla="*/ 1242 h 56"/>
                  <a:gd name="T4" fmla="+- 0 9259 9242"/>
                  <a:gd name="T5" fmla="*/ T4 w 35"/>
                  <a:gd name="T6" fmla="+- 0 1242 1239"/>
                  <a:gd name="T7" fmla="*/ 1242 h 56"/>
                  <a:gd name="T8" fmla="+- 0 9263 9242"/>
                  <a:gd name="T9" fmla="*/ T8 w 35"/>
                  <a:gd name="T10" fmla="+- 0 1243 1239"/>
                  <a:gd name="T11" fmla="*/ 1243 h 56"/>
                  <a:gd name="T12" fmla="+- 0 9265 9242"/>
                  <a:gd name="T13" fmla="*/ T12 w 35"/>
                  <a:gd name="T14" fmla="+- 0 1245 1239"/>
                  <a:gd name="T15" fmla="*/ 1245 h 56"/>
                  <a:gd name="T16" fmla="+- 0 9266 9242"/>
                  <a:gd name="T17" fmla="*/ T16 w 35"/>
                  <a:gd name="T18" fmla="+- 0 1247 1239"/>
                  <a:gd name="T19" fmla="*/ 1247 h 56"/>
                  <a:gd name="T20" fmla="+- 0 9268 9242"/>
                  <a:gd name="T21" fmla="*/ T20 w 35"/>
                  <a:gd name="T22" fmla="+- 0 1254 1239"/>
                  <a:gd name="T23" fmla="*/ 1254 h 56"/>
                  <a:gd name="T24" fmla="+- 0 9268 9242"/>
                  <a:gd name="T25" fmla="*/ T24 w 35"/>
                  <a:gd name="T26" fmla="+- 0 1256 1239"/>
                  <a:gd name="T27" fmla="*/ 1256 h 56"/>
                  <a:gd name="T28" fmla="+- 0 9269 9242"/>
                  <a:gd name="T29" fmla="*/ T28 w 35"/>
                  <a:gd name="T30" fmla="+- 0 1275 1239"/>
                  <a:gd name="T31" fmla="*/ 1275 h 56"/>
                  <a:gd name="T32" fmla="+- 0 9268 9242"/>
                  <a:gd name="T33" fmla="*/ T32 w 35"/>
                  <a:gd name="T34" fmla="+- 0 1280 1239"/>
                  <a:gd name="T35" fmla="*/ 1280 h 56"/>
                  <a:gd name="T36" fmla="+- 0 9266 9242"/>
                  <a:gd name="T37" fmla="*/ T36 w 35"/>
                  <a:gd name="T38" fmla="+- 0 1287 1239"/>
                  <a:gd name="T39" fmla="*/ 1287 h 56"/>
                  <a:gd name="T40" fmla="+- 0 9265 9242"/>
                  <a:gd name="T41" fmla="*/ T40 w 35"/>
                  <a:gd name="T42" fmla="+- 0 1289 1239"/>
                  <a:gd name="T43" fmla="*/ 1289 h 56"/>
                  <a:gd name="T44" fmla="+- 0 9264 9242"/>
                  <a:gd name="T45" fmla="*/ T44 w 35"/>
                  <a:gd name="T46" fmla="+- 0 1290 1239"/>
                  <a:gd name="T47" fmla="*/ 1290 h 56"/>
                  <a:gd name="T48" fmla="+- 0 9259 9242"/>
                  <a:gd name="T49" fmla="*/ T48 w 35"/>
                  <a:gd name="T50" fmla="+- 0 1292 1239"/>
                  <a:gd name="T51" fmla="*/ 1292 h 56"/>
                  <a:gd name="T52" fmla="+- 0 9266 9242"/>
                  <a:gd name="T53" fmla="*/ T52 w 35"/>
                  <a:gd name="T54" fmla="+- 0 1292 1239"/>
                  <a:gd name="T55" fmla="*/ 1292 h 56"/>
                  <a:gd name="T56" fmla="+- 0 9276 9242"/>
                  <a:gd name="T57" fmla="*/ T56 w 35"/>
                  <a:gd name="T58" fmla="+- 0 1258 1239"/>
                  <a:gd name="T59" fmla="*/ 1258 h 56"/>
                  <a:gd name="T60" fmla="+- 0 9274 9242"/>
                  <a:gd name="T61" fmla="*/ T60 w 35"/>
                  <a:gd name="T62" fmla="+- 0 1251 1239"/>
                  <a:gd name="T63" fmla="*/ 1251 h 56"/>
                  <a:gd name="T64" fmla="+- 0 9268 9242"/>
                  <a:gd name="T65" fmla="*/ T64 w 35"/>
                  <a:gd name="T66" fmla="+- 0 1242 1239"/>
                  <a:gd name="T67" fmla="*/ 12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6" y="17"/>
                    </a:lnTo>
                    <a:lnTo>
                      <a:pt x="27" y="36"/>
                    </a:lnTo>
                    <a:lnTo>
                      <a:pt x="26" y="41"/>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274" name="Picture 1273">
                <a:extLst>
                  <a:ext uri="{FF2B5EF4-FFF2-40B4-BE49-F238E27FC236}">
                    <a16:creationId xmlns:a16="http://schemas.microsoft.com/office/drawing/2014/main" id="{5C7122C1-1B3B-9A7E-A830-14CC437AF5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 y="1512"/>
                <a:ext cx="372"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8" name="Group 227">
              <a:extLst>
                <a:ext uri="{FF2B5EF4-FFF2-40B4-BE49-F238E27FC236}">
                  <a16:creationId xmlns:a16="http://schemas.microsoft.com/office/drawing/2014/main" id="{5DDA4A10-C8E9-6EC6-F91E-63763A7F1767}"/>
                </a:ext>
              </a:extLst>
            </p:cNvPr>
            <p:cNvGrpSpPr>
              <a:grpSpLocks/>
            </p:cNvGrpSpPr>
            <p:nvPr/>
          </p:nvGrpSpPr>
          <p:grpSpPr bwMode="auto">
            <a:xfrm>
              <a:off x="1028" y="1680"/>
              <a:ext cx="35" cy="56"/>
              <a:chOff x="1028" y="1680"/>
              <a:chExt cx="35" cy="56"/>
            </a:xfrm>
          </p:grpSpPr>
          <p:sp>
            <p:nvSpPr>
              <p:cNvPr id="1270" name="Freeform 4966">
                <a:extLst>
                  <a:ext uri="{FF2B5EF4-FFF2-40B4-BE49-F238E27FC236}">
                    <a16:creationId xmlns:a16="http://schemas.microsoft.com/office/drawing/2014/main" id="{B0007FBF-4B33-C4E7-1076-EF8389FADEF1}"/>
                  </a:ext>
                </a:extLst>
              </p:cNvPr>
              <p:cNvSpPr>
                <a:spLocks/>
              </p:cNvSpPr>
              <p:nvPr/>
            </p:nvSpPr>
            <p:spPr bwMode="auto">
              <a:xfrm>
                <a:off x="1028" y="1680"/>
                <a:ext cx="35" cy="56"/>
              </a:xfrm>
              <a:custGeom>
                <a:avLst/>
                <a:gdLst>
                  <a:gd name="T0" fmla="+- 0 1050 1028"/>
                  <a:gd name="T1" fmla="*/ T0 w 35"/>
                  <a:gd name="T2" fmla="+- 0 1680 1680"/>
                  <a:gd name="T3" fmla="*/ 1680 h 56"/>
                  <a:gd name="T4" fmla="+- 0 1043 1028"/>
                  <a:gd name="T5" fmla="*/ T4 w 35"/>
                  <a:gd name="T6" fmla="+- 0 1680 1680"/>
                  <a:gd name="T7" fmla="*/ 1680 h 56"/>
                  <a:gd name="T8" fmla="+- 0 1041 1028"/>
                  <a:gd name="T9" fmla="*/ T8 w 35"/>
                  <a:gd name="T10" fmla="+- 0 1681 1680"/>
                  <a:gd name="T11" fmla="*/ 1681 h 56"/>
                  <a:gd name="T12" fmla="+- 0 1035 1028"/>
                  <a:gd name="T13" fmla="*/ T12 w 35"/>
                  <a:gd name="T14" fmla="+- 0 1684 1680"/>
                  <a:gd name="T15" fmla="*/ 1684 h 56"/>
                  <a:gd name="T16" fmla="+- 0 1033 1028"/>
                  <a:gd name="T17" fmla="*/ T16 w 35"/>
                  <a:gd name="T18" fmla="+- 0 1688 1680"/>
                  <a:gd name="T19" fmla="*/ 1688 h 56"/>
                  <a:gd name="T20" fmla="+- 0 1029 1028"/>
                  <a:gd name="T21" fmla="*/ T20 w 35"/>
                  <a:gd name="T22" fmla="+- 0 1697 1680"/>
                  <a:gd name="T23" fmla="*/ 1697 h 56"/>
                  <a:gd name="T24" fmla="+- 0 1028 1028"/>
                  <a:gd name="T25" fmla="*/ T24 w 35"/>
                  <a:gd name="T26" fmla="+- 0 1702 1680"/>
                  <a:gd name="T27" fmla="*/ 1702 h 56"/>
                  <a:gd name="T28" fmla="+- 0 1028 1028"/>
                  <a:gd name="T29" fmla="*/ T28 w 35"/>
                  <a:gd name="T30" fmla="+- 0 1715 1680"/>
                  <a:gd name="T31" fmla="*/ 1715 h 56"/>
                  <a:gd name="T32" fmla="+- 0 1030 1028"/>
                  <a:gd name="T33" fmla="*/ T32 w 35"/>
                  <a:gd name="T34" fmla="+- 0 1721 1680"/>
                  <a:gd name="T35" fmla="*/ 1721 h 56"/>
                  <a:gd name="T36" fmla="+- 0 1036 1028"/>
                  <a:gd name="T37" fmla="*/ T36 w 35"/>
                  <a:gd name="T38" fmla="+- 0 1732 1680"/>
                  <a:gd name="T39" fmla="*/ 1732 h 56"/>
                  <a:gd name="T40" fmla="+- 0 1040 1028"/>
                  <a:gd name="T41" fmla="*/ T40 w 35"/>
                  <a:gd name="T42" fmla="+- 0 1735 1680"/>
                  <a:gd name="T43" fmla="*/ 1735 h 56"/>
                  <a:gd name="T44" fmla="+- 0 1048 1028"/>
                  <a:gd name="T45" fmla="*/ T44 w 35"/>
                  <a:gd name="T46" fmla="+- 0 1735 1680"/>
                  <a:gd name="T47" fmla="*/ 1735 h 56"/>
                  <a:gd name="T48" fmla="+- 0 1050 1028"/>
                  <a:gd name="T49" fmla="*/ T48 w 35"/>
                  <a:gd name="T50" fmla="+- 0 1734 1680"/>
                  <a:gd name="T51" fmla="*/ 1734 h 56"/>
                  <a:gd name="T52" fmla="+- 0 1053 1028"/>
                  <a:gd name="T53" fmla="*/ T52 w 35"/>
                  <a:gd name="T54" fmla="+- 0 1733 1680"/>
                  <a:gd name="T55" fmla="*/ 1733 h 56"/>
                  <a:gd name="T56" fmla="+- 0 1042 1028"/>
                  <a:gd name="T57" fmla="*/ T56 w 35"/>
                  <a:gd name="T58" fmla="+- 0 1733 1680"/>
                  <a:gd name="T59" fmla="*/ 1733 h 56"/>
                  <a:gd name="T60" fmla="+- 0 1040 1028"/>
                  <a:gd name="T61" fmla="*/ T60 w 35"/>
                  <a:gd name="T62" fmla="+- 0 1731 1680"/>
                  <a:gd name="T63" fmla="*/ 1731 h 56"/>
                  <a:gd name="T64" fmla="+- 0 1039 1028"/>
                  <a:gd name="T65" fmla="*/ T64 w 35"/>
                  <a:gd name="T66" fmla="+- 0 1727 1680"/>
                  <a:gd name="T67" fmla="*/ 1727 h 56"/>
                  <a:gd name="T68" fmla="+- 0 1037 1028"/>
                  <a:gd name="T69" fmla="*/ T68 w 35"/>
                  <a:gd name="T70" fmla="+- 0 1722 1680"/>
                  <a:gd name="T71" fmla="*/ 1722 h 56"/>
                  <a:gd name="T72" fmla="+- 0 1036 1028"/>
                  <a:gd name="T73" fmla="*/ T72 w 35"/>
                  <a:gd name="T74" fmla="+- 0 1716 1680"/>
                  <a:gd name="T75" fmla="*/ 1716 h 56"/>
                  <a:gd name="T76" fmla="+- 0 1046 1028"/>
                  <a:gd name="T77" fmla="*/ T76 w 35"/>
                  <a:gd name="T78" fmla="+- 0 1682 1680"/>
                  <a:gd name="T79" fmla="*/ 1682 h 56"/>
                  <a:gd name="T80" fmla="+- 0 1054 1028"/>
                  <a:gd name="T81" fmla="*/ T80 w 35"/>
                  <a:gd name="T82" fmla="+- 0 1682 1680"/>
                  <a:gd name="T83" fmla="*/ 1682 h 56"/>
                  <a:gd name="T84" fmla="+- 0 1053 1028"/>
                  <a:gd name="T85" fmla="*/ T84 w 35"/>
                  <a:gd name="T86" fmla="+- 0 1682 1680"/>
                  <a:gd name="T87" fmla="*/ 1682 h 56"/>
                  <a:gd name="T88" fmla="+- 0 1050 1028"/>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71" name="Freeform 4967">
                <a:extLst>
                  <a:ext uri="{FF2B5EF4-FFF2-40B4-BE49-F238E27FC236}">
                    <a16:creationId xmlns:a16="http://schemas.microsoft.com/office/drawing/2014/main" id="{1023DADB-6A7B-D42A-3933-1B409679E023}"/>
                  </a:ext>
                </a:extLst>
              </p:cNvPr>
              <p:cNvSpPr>
                <a:spLocks/>
              </p:cNvSpPr>
              <p:nvPr/>
            </p:nvSpPr>
            <p:spPr bwMode="auto">
              <a:xfrm>
                <a:off x="1028" y="1680"/>
                <a:ext cx="35" cy="56"/>
              </a:xfrm>
              <a:custGeom>
                <a:avLst/>
                <a:gdLst>
                  <a:gd name="T0" fmla="+- 0 1054 1028"/>
                  <a:gd name="T1" fmla="*/ T0 w 35"/>
                  <a:gd name="T2" fmla="+- 0 1682 1680"/>
                  <a:gd name="T3" fmla="*/ 1682 h 56"/>
                  <a:gd name="T4" fmla="+- 0 1046 1028"/>
                  <a:gd name="T5" fmla="*/ T4 w 35"/>
                  <a:gd name="T6" fmla="+- 0 1682 1680"/>
                  <a:gd name="T7" fmla="*/ 1682 h 56"/>
                  <a:gd name="T8" fmla="+- 0 1050 1028"/>
                  <a:gd name="T9" fmla="*/ T8 w 35"/>
                  <a:gd name="T10" fmla="+- 0 1684 1680"/>
                  <a:gd name="T11" fmla="*/ 1684 h 56"/>
                  <a:gd name="T12" fmla="+- 0 1051 1028"/>
                  <a:gd name="T13" fmla="*/ T12 w 35"/>
                  <a:gd name="T14" fmla="+- 0 1685 1680"/>
                  <a:gd name="T15" fmla="*/ 1685 h 56"/>
                  <a:gd name="T16" fmla="+- 0 1055 1028"/>
                  <a:gd name="T17" fmla="*/ T16 w 35"/>
                  <a:gd name="T18" fmla="+- 0 1715 1680"/>
                  <a:gd name="T19" fmla="*/ 1715 h 56"/>
                  <a:gd name="T20" fmla="+- 0 1054 1028"/>
                  <a:gd name="T21" fmla="*/ T20 w 35"/>
                  <a:gd name="T22" fmla="+- 0 1720 1680"/>
                  <a:gd name="T23" fmla="*/ 1720 h 56"/>
                  <a:gd name="T24" fmla="+- 0 1052 1028"/>
                  <a:gd name="T25" fmla="*/ T24 w 35"/>
                  <a:gd name="T26" fmla="+- 0 1727 1680"/>
                  <a:gd name="T27" fmla="*/ 1727 h 56"/>
                  <a:gd name="T28" fmla="+- 0 1051 1028"/>
                  <a:gd name="T29" fmla="*/ T28 w 35"/>
                  <a:gd name="T30" fmla="+- 0 1729 1680"/>
                  <a:gd name="T31" fmla="*/ 1729 h 56"/>
                  <a:gd name="T32" fmla="+- 0 1050 1028"/>
                  <a:gd name="T33" fmla="*/ T32 w 35"/>
                  <a:gd name="T34" fmla="+- 0 1731 1680"/>
                  <a:gd name="T35" fmla="*/ 1731 h 56"/>
                  <a:gd name="T36" fmla="+- 0 1045 1028"/>
                  <a:gd name="T37" fmla="*/ T36 w 35"/>
                  <a:gd name="T38" fmla="+- 0 1733 1680"/>
                  <a:gd name="T39" fmla="*/ 1733 h 56"/>
                  <a:gd name="T40" fmla="+- 0 1053 1028"/>
                  <a:gd name="T41" fmla="*/ T40 w 35"/>
                  <a:gd name="T42" fmla="+- 0 1733 1680"/>
                  <a:gd name="T43" fmla="*/ 1733 h 56"/>
                  <a:gd name="T44" fmla="+- 0 1063 1028"/>
                  <a:gd name="T45" fmla="*/ T44 w 35"/>
                  <a:gd name="T46" fmla="+- 0 1698 1680"/>
                  <a:gd name="T47" fmla="*/ 1698 h 56"/>
                  <a:gd name="T48" fmla="+- 0 1061 1028"/>
                  <a:gd name="T49" fmla="*/ T48 w 35"/>
                  <a:gd name="T50" fmla="+- 0 1691 1680"/>
                  <a:gd name="T51" fmla="*/ 1691 h 56"/>
                  <a:gd name="T52" fmla="+- 0 1054 1028"/>
                  <a:gd name="T53" fmla="*/ T52 w 35"/>
                  <a:gd name="T54" fmla="+- 0 1682 1680"/>
                  <a:gd name="T55"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8" y="2"/>
                    </a:lnTo>
                    <a:lnTo>
                      <a:pt x="22" y="4"/>
                    </a:lnTo>
                    <a:lnTo>
                      <a:pt x="23" y="5"/>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29" name="Group 228">
              <a:extLst>
                <a:ext uri="{FF2B5EF4-FFF2-40B4-BE49-F238E27FC236}">
                  <a16:creationId xmlns:a16="http://schemas.microsoft.com/office/drawing/2014/main" id="{7163F68A-AB1E-110B-B0FE-88021ED9B6BC}"/>
                </a:ext>
              </a:extLst>
            </p:cNvPr>
            <p:cNvGrpSpPr>
              <a:grpSpLocks/>
            </p:cNvGrpSpPr>
            <p:nvPr/>
          </p:nvGrpSpPr>
          <p:grpSpPr bwMode="auto">
            <a:xfrm>
              <a:off x="1485" y="1680"/>
              <a:ext cx="35" cy="56"/>
              <a:chOff x="1485" y="1680"/>
              <a:chExt cx="35" cy="56"/>
            </a:xfrm>
          </p:grpSpPr>
          <p:sp>
            <p:nvSpPr>
              <p:cNvPr id="1268" name="Freeform 4969">
                <a:extLst>
                  <a:ext uri="{FF2B5EF4-FFF2-40B4-BE49-F238E27FC236}">
                    <a16:creationId xmlns:a16="http://schemas.microsoft.com/office/drawing/2014/main" id="{1A00B22D-E5D3-158C-216E-F01218715CD4}"/>
                  </a:ext>
                </a:extLst>
              </p:cNvPr>
              <p:cNvSpPr>
                <a:spLocks/>
              </p:cNvSpPr>
              <p:nvPr/>
            </p:nvSpPr>
            <p:spPr bwMode="auto">
              <a:xfrm>
                <a:off x="1485" y="1680"/>
                <a:ext cx="35" cy="56"/>
              </a:xfrm>
              <a:custGeom>
                <a:avLst/>
                <a:gdLst>
                  <a:gd name="T0" fmla="+- 0 1506 1485"/>
                  <a:gd name="T1" fmla="*/ T0 w 35"/>
                  <a:gd name="T2" fmla="+- 0 1680 1680"/>
                  <a:gd name="T3" fmla="*/ 1680 h 56"/>
                  <a:gd name="T4" fmla="+- 0 1500 1485"/>
                  <a:gd name="T5" fmla="*/ T4 w 35"/>
                  <a:gd name="T6" fmla="+- 0 1680 1680"/>
                  <a:gd name="T7" fmla="*/ 1680 h 56"/>
                  <a:gd name="T8" fmla="+- 0 1497 1485"/>
                  <a:gd name="T9" fmla="*/ T8 w 35"/>
                  <a:gd name="T10" fmla="+- 0 1681 1680"/>
                  <a:gd name="T11" fmla="*/ 1681 h 56"/>
                  <a:gd name="T12" fmla="+- 0 1495 1485"/>
                  <a:gd name="T13" fmla="*/ T12 w 35"/>
                  <a:gd name="T14" fmla="+- 0 1682 1680"/>
                  <a:gd name="T15" fmla="*/ 1682 h 56"/>
                  <a:gd name="T16" fmla="+- 0 1492 1485"/>
                  <a:gd name="T17" fmla="*/ T16 w 35"/>
                  <a:gd name="T18" fmla="+- 0 1684 1680"/>
                  <a:gd name="T19" fmla="*/ 1684 h 56"/>
                  <a:gd name="T20" fmla="+- 0 1489 1485"/>
                  <a:gd name="T21" fmla="*/ T20 w 35"/>
                  <a:gd name="T22" fmla="+- 0 1688 1680"/>
                  <a:gd name="T23" fmla="*/ 1688 h 56"/>
                  <a:gd name="T24" fmla="+- 0 1486 1485"/>
                  <a:gd name="T25" fmla="*/ T24 w 35"/>
                  <a:gd name="T26" fmla="+- 0 1697 1680"/>
                  <a:gd name="T27" fmla="*/ 1697 h 56"/>
                  <a:gd name="T28" fmla="+- 0 1485 1485"/>
                  <a:gd name="T29" fmla="*/ T28 w 35"/>
                  <a:gd name="T30" fmla="+- 0 1702 1680"/>
                  <a:gd name="T31" fmla="*/ 1702 h 56"/>
                  <a:gd name="T32" fmla="+- 0 1485 1485"/>
                  <a:gd name="T33" fmla="*/ T32 w 35"/>
                  <a:gd name="T34" fmla="+- 0 1715 1680"/>
                  <a:gd name="T35" fmla="*/ 1715 h 56"/>
                  <a:gd name="T36" fmla="+- 0 1486 1485"/>
                  <a:gd name="T37" fmla="*/ T36 w 35"/>
                  <a:gd name="T38" fmla="+- 0 1721 1680"/>
                  <a:gd name="T39" fmla="*/ 1721 h 56"/>
                  <a:gd name="T40" fmla="+- 0 1492 1485"/>
                  <a:gd name="T41" fmla="*/ T40 w 35"/>
                  <a:gd name="T42" fmla="+- 0 1732 1680"/>
                  <a:gd name="T43" fmla="*/ 1732 h 56"/>
                  <a:gd name="T44" fmla="+- 0 1497 1485"/>
                  <a:gd name="T45" fmla="*/ T44 w 35"/>
                  <a:gd name="T46" fmla="+- 0 1735 1680"/>
                  <a:gd name="T47" fmla="*/ 1735 h 56"/>
                  <a:gd name="T48" fmla="+- 0 1504 1485"/>
                  <a:gd name="T49" fmla="*/ T48 w 35"/>
                  <a:gd name="T50" fmla="+- 0 1735 1680"/>
                  <a:gd name="T51" fmla="*/ 1735 h 56"/>
                  <a:gd name="T52" fmla="+- 0 1507 1485"/>
                  <a:gd name="T53" fmla="*/ T52 w 35"/>
                  <a:gd name="T54" fmla="+- 0 1734 1680"/>
                  <a:gd name="T55" fmla="*/ 1734 h 56"/>
                  <a:gd name="T56" fmla="+- 0 1509 1485"/>
                  <a:gd name="T57" fmla="*/ T56 w 35"/>
                  <a:gd name="T58" fmla="+- 0 1733 1680"/>
                  <a:gd name="T59" fmla="*/ 1733 h 56"/>
                  <a:gd name="T60" fmla="+- 0 1499 1485"/>
                  <a:gd name="T61" fmla="*/ T60 w 35"/>
                  <a:gd name="T62" fmla="+- 0 1733 1680"/>
                  <a:gd name="T63" fmla="*/ 1733 h 56"/>
                  <a:gd name="T64" fmla="+- 0 1497 1485"/>
                  <a:gd name="T65" fmla="*/ T64 w 35"/>
                  <a:gd name="T66" fmla="+- 0 1731 1680"/>
                  <a:gd name="T67" fmla="*/ 1731 h 56"/>
                  <a:gd name="T68" fmla="+- 0 1493 1485"/>
                  <a:gd name="T69" fmla="*/ T68 w 35"/>
                  <a:gd name="T70" fmla="+- 0 1722 1680"/>
                  <a:gd name="T71" fmla="*/ 1722 h 56"/>
                  <a:gd name="T72" fmla="+- 0 1492 1485"/>
                  <a:gd name="T73" fmla="*/ T72 w 35"/>
                  <a:gd name="T74" fmla="+- 0 1716 1680"/>
                  <a:gd name="T75" fmla="*/ 1716 h 56"/>
                  <a:gd name="T76" fmla="+- 0 1493 1485"/>
                  <a:gd name="T77" fmla="*/ T76 w 35"/>
                  <a:gd name="T78" fmla="+- 0 1702 1680"/>
                  <a:gd name="T79" fmla="*/ 1702 h 56"/>
                  <a:gd name="T80" fmla="+- 0 1502 1485"/>
                  <a:gd name="T81" fmla="*/ T80 w 35"/>
                  <a:gd name="T82" fmla="+- 0 1682 1680"/>
                  <a:gd name="T83" fmla="*/ 1682 h 56"/>
                  <a:gd name="T84" fmla="+- 0 1510 1485"/>
                  <a:gd name="T85" fmla="*/ T84 w 35"/>
                  <a:gd name="T86" fmla="+- 0 1682 1680"/>
                  <a:gd name="T87" fmla="*/ 1682 h 56"/>
                  <a:gd name="T88" fmla="+- 0 1510 1485"/>
                  <a:gd name="T89" fmla="*/ T88 w 35"/>
                  <a:gd name="T90" fmla="+- 0 1682 1680"/>
                  <a:gd name="T91" fmla="*/ 1682 h 56"/>
                  <a:gd name="T92" fmla="+- 0 1506 1485"/>
                  <a:gd name="T93" fmla="*/ T92 w 35"/>
                  <a:gd name="T94" fmla="+- 0 1680 1680"/>
                  <a:gd name="T95"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9" name="Freeform 4970">
                <a:extLst>
                  <a:ext uri="{FF2B5EF4-FFF2-40B4-BE49-F238E27FC236}">
                    <a16:creationId xmlns:a16="http://schemas.microsoft.com/office/drawing/2014/main" id="{6802D040-AC8E-80EA-4FD2-FEFB78CA7A8D}"/>
                  </a:ext>
                </a:extLst>
              </p:cNvPr>
              <p:cNvSpPr>
                <a:spLocks/>
              </p:cNvSpPr>
              <p:nvPr/>
            </p:nvSpPr>
            <p:spPr bwMode="auto">
              <a:xfrm>
                <a:off x="1485" y="1680"/>
                <a:ext cx="35" cy="56"/>
              </a:xfrm>
              <a:custGeom>
                <a:avLst/>
                <a:gdLst>
                  <a:gd name="T0" fmla="+- 0 1510 1485"/>
                  <a:gd name="T1" fmla="*/ T0 w 35"/>
                  <a:gd name="T2" fmla="+- 0 1682 1680"/>
                  <a:gd name="T3" fmla="*/ 1682 h 56"/>
                  <a:gd name="T4" fmla="+- 0 1502 1485"/>
                  <a:gd name="T5" fmla="*/ T4 w 35"/>
                  <a:gd name="T6" fmla="+- 0 1682 1680"/>
                  <a:gd name="T7" fmla="*/ 1682 h 56"/>
                  <a:gd name="T8" fmla="+- 0 1506 1485"/>
                  <a:gd name="T9" fmla="*/ T8 w 35"/>
                  <a:gd name="T10" fmla="+- 0 1684 1680"/>
                  <a:gd name="T11" fmla="*/ 1684 h 56"/>
                  <a:gd name="T12" fmla="+- 0 1507 1485"/>
                  <a:gd name="T13" fmla="*/ T12 w 35"/>
                  <a:gd name="T14" fmla="+- 0 1685 1680"/>
                  <a:gd name="T15" fmla="*/ 1685 h 56"/>
                  <a:gd name="T16" fmla="+- 0 1509 1485"/>
                  <a:gd name="T17" fmla="*/ T16 w 35"/>
                  <a:gd name="T18" fmla="+- 0 1687 1680"/>
                  <a:gd name="T19" fmla="*/ 1687 h 56"/>
                  <a:gd name="T20" fmla="+- 0 1511 1485"/>
                  <a:gd name="T21" fmla="*/ T20 w 35"/>
                  <a:gd name="T22" fmla="+- 0 1694 1680"/>
                  <a:gd name="T23" fmla="*/ 1694 h 56"/>
                  <a:gd name="T24" fmla="+- 0 1511 1485"/>
                  <a:gd name="T25" fmla="*/ T24 w 35"/>
                  <a:gd name="T26" fmla="+- 0 1697 1680"/>
                  <a:gd name="T27" fmla="*/ 1697 h 56"/>
                  <a:gd name="T28" fmla="+- 0 1511 1485"/>
                  <a:gd name="T29" fmla="*/ T28 w 35"/>
                  <a:gd name="T30" fmla="+- 0 1715 1680"/>
                  <a:gd name="T31" fmla="*/ 1715 h 56"/>
                  <a:gd name="T32" fmla="+- 0 1511 1485"/>
                  <a:gd name="T33" fmla="*/ T32 w 35"/>
                  <a:gd name="T34" fmla="+- 0 1720 1680"/>
                  <a:gd name="T35" fmla="*/ 1720 h 56"/>
                  <a:gd name="T36" fmla="+- 0 1509 1485"/>
                  <a:gd name="T37" fmla="*/ T36 w 35"/>
                  <a:gd name="T38" fmla="+- 0 1727 1680"/>
                  <a:gd name="T39" fmla="*/ 1727 h 56"/>
                  <a:gd name="T40" fmla="+- 0 1508 1485"/>
                  <a:gd name="T41" fmla="*/ T40 w 35"/>
                  <a:gd name="T42" fmla="+- 0 1729 1680"/>
                  <a:gd name="T43" fmla="*/ 1729 h 56"/>
                  <a:gd name="T44" fmla="+- 0 1506 1485"/>
                  <a:gd name="T45" fmla="*/ T44 w 35"/>
                  <a:gd name="T46" fmla="+- 0 1731 1680"/>
                  <a:gd name="T47" fmla="*/ 1731 h 56"/>
                  <a:gd name="T48" fmla="+- 0 1502 1485"/>
                  <a:gd name="T49" fmla="*/ T48 w 35"/>
                  <a:gd name="T50" fmla="+- 0 1733 1680"/>
                  <a:gd name="T51" fmla="*/ 1733 h 56"/>
                  <a:gd name="T52" fmla="+- 0 1509 1485"/>
                  <a:gd name="T53" fmla="*/ T52 w 35"/>
                  <a:gd name="T54" fmla="+- 0 1733 1680"/>
                  <a:gd name="T55" fmla="*/ 1733 h 56"/>
                  <a:gd name="T56" fmla="+- 0 1519 1485"/>
                  <a:gd name="T57" fmla="*/ T56 w 35"/>
                  <a:gd name="T58" fmla="+- 0 1698 1680"/>
                  <a:gd name="T59" fmla="*/ 1698 h 56"/>
                  <a:gd name="T60" fmla="+- 0 1517 1485"/>
                  <a:gd name="T61" fmla="*/ T60 w 35"/>
                  <a:gd name="T62" fmla="+- 0 1691 1680"/>
                  <a:gd name="T63" fmla="*/ 1691 h 56"/>
                  <a:gd name="T64" fmla="+- 0 1510 1485"/>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0" name="Group 229">
              <a:extLst>
                <a:ext uri="{FF2B5EF4-FFF2-40B4-BE49-F238E27FC236}">
                  <a16:creationId xmlns:a16="http://schemas.microsoft.com/office/drawing/2014/main" id="{D0A76344-D578-32E9-2EEF-A53D031C73BF}"/>
                </a:ext>
              </a:extLst>
            </p:cNvPr>
            <p:cNvGrpSpPr>
              <a:grpSpLocks/>
            </p:cNvGrpSpPr>
            <p:nvPr/>
          </p:nvGrpSpPr>
          <p:grpSpPr bwMode="auto">
            <a:xfrm>
              <a:off x="1947" y="1680"/>
              <a:ext cx="21" cy="55"/>
              <a:chOff x="1947" y="1680"/>
              <a:chExt cx="21" cy="55"/>
            </a:xfrm>
          </p:grpSpPr>
          <p:sp>
            <p:nvSpPr>
              <p:cNvPr id="1266" name="Freeform 4972">
                <a:extLst>
                  <a:ext uri="{FF2B5EF4-FFF2-40B4-BE49-F238E27FC236}">
                    <a16:creationId xmlns:a16="http://schemas.microsoft.com/office/drawing/2014/main" id="{E2B84B93-0454-B39A-FDB8-53F4A8F5267B}"/>
                  </a:ext>
                </a:extLst>
              </p:cNvPr>
              <p:cNvSpPr>
                <a:spLocks/>
              </p:cNvSpPr>
              <p:nvPr/>
            </p:nvSpPr>
            <p:spPr bwMode="auto">
              <a:xfrm>
                <a:off x="1947" y="1680"/>
                <a:ext cx="21" cy="55"/>
              </a:xfrm>
              <a:custGeom>
                <a:avLst/>
                <a:gdLst>
                  <a:gd name="T0" fmla="+- 0 1962 1947"/>
                  <a:gd name="T1" fmla="*/ T0 w 21"/>
                  <a:gd name="T2" fmla="+- 0 1686 1680"/>
                  <a:gd name="T3" fmla="*/ 1686 h 55"/>
                  <a:gd name="T4" fmla="+- 0 1952 1947"/>
                  <a:gd name="T5" fmla="*/ T4 w 21"/>
                  <a:gd name="T6" fmla="+- 0 1686 1680"/>
                  <a:gd name="T7" fmla="*/ 1686 h 55"/>
                  <a:gd name="T8" fmla="+- 0 1954 1947"/>
                  <a:gd name="T9" fmla="*/ T8 w 21"/>
                  <a:gd name="T10" fmla="+- 0 1687 1680"/>
                  <a:gd name="T11" fmla="*/ 1687 h 55"/>
                  <a:gd name="T12" fmla="+- 0 1955 1947"/>
                  <a:gd name="T13" fmla="*/ T12 w 21"/>
                  <a:gd name="T14" fmla="+- 0 1689 1680"/>
                  <a:gd name="T15" fmla="*/ 1689 h 55"/>
                  <a:gd name="T16" fmla="+- 0 1955 1947"/>
                  <a:gd name="T17" fmla="*/ T16 w 21"/>
                  <a:gd name="T18" fmla="+- 0 1690 1680"/>
                  <a:gd name="T19" fmla="*/ 1690 h 55"/>
                  <a:gd name="T20" fmla="+- 0 1955 1947"/>
                  <a:gd name="T21" fmla="*/ T20 w 21"/>
                  <a:gd name="T22" fmla="+- 0 1730 1680"/>
                  <a:gd name="T23" fmla="*/ 1730 h 55"/>
                  <a:gd name="T24" fmla="+- 0 1955 1947"/>
                  <a:gd name="T25" fmla="*/ T24 w 21"/>
                  <a:gd name="T26" fmla="+- 0 1731 1680"/>
                  <a:gd name="T27" fmla="*/ 1731 h 55"/>
                  <a:gd name="T28" fmla="+- 0 1953 1947"/>
                  <a:gd name="T29" fmla="*/ T28 w 21"/>
                  <a:gd name="T30" fmla="+- 0 1732 1680"/>
                  <a:gd name="T31" fmla="*/ 1732 h 55"/>
                  <a:gd name="T32" fmla="+- 0 1953 1947"/>
                  <a:gd name="T33" fmla="*/ T32 w 21"/>
                  <a:gd name="T34" fmla="+- 0 1732 1680"/>
                  <a:gd name="T35" fmla="*/ 1732 h 55"/>
                  <a:gd name="T36" fmla="+- 0 1951 1947"/>
                  <a:gd name="T37" fmla="*/ T36 w 21"/>
                  <a:gd name="T38" fmla="+- 0 1733 1680"/>
                  <a:gd name="T39" fmla="*/ 1733 h 55"/>
                  <a:gd name="T40" fmla="+- 0 1948 1947"/>
                  <a:gd name="T41" fmla="*/ T40 w 21"/>
                  <a:gd name="T42" fmla="+- 0 1733 1680"/>
                  <a:gd name="T43" fmla="*/ 1733 h 55"/>
                  <a:gd name="T44" fmla="+- 0 1948 1947"/>
                  <a:gd name="T45" fmla="*/ T44 w 21"/>
                  <a:gd name="T46" fmla="+- 0 1734 1680"/>
                  <a:gd name="T47" fmla="*/ 1734 h 55"/>
                  <a:gd name="T48" fmla="+- 0 1968 1947"/>
                  <a:gd name="T49" fmla="*/ T48 w 21"/>
                  <a:gd name="T50" fmla="+- 0 1734 1680"/>
                  <a:gd name="T51" fmla="*/ 1734 h 55"/>
                  <a:gd name="T52" fmla="+- 0 1968 1947"/>
                  <a:gd name="T53" fmla="*/ T52 w 21"/>
                  <a:gd name="T54" fmla="+- 0 1733 1680"/>
                  <a:gd name="T55" fmla="*/ 1733 h 55"/>
                  <a:gd name="T56" fmla="+- 0 1966 1947"/>
                  <a:gd name="T57" fmla="*/ T56 w 21"/>
                  <a:gd name="T58" fmla="+- 0 1733 1680"/>
                  <a:gd name="T59" fmla="*/ 1733 h 55"/>
                  <a:gd name="T60" fmla="+- 0 1964 1947"/>
                  <a:gd name="T61" fmla="*/ T60 w 21"/>
                  <a:gd name="T62" fmla="+- 0 1732 1680"/>
                  <a:gd name="T63" fmla="*/ 1732 h 55"/>
                  <a:gd name="T64" fmla="+- 0 1964 1947"/>
                  <a:gd name="T65" fmla="*/ T64 w 21"/>
                  <a:gd name="T66" fmla="+- 0 1732 1680"/>
                  <a:gd name="T67" fmla="*/ 1732 h 55"/>
                  <a:gd name="T68" fmla="+- 0 1962 1947"/>
                  <a:gd name="T69" fmla="*/ T68 w 21"/>
                  <a:gd name="T70" fmla="+- 0 1730 1680"/>
                  <a:gd name="T71" fmla="*/ 1730 h 55"/>
                  <a:gd name="T72" fmla="+- 0 1962 1947"/>
                  <a:gd name="T73" fmla="*/ T72 w 21"/>
                  <a:gd name="T74" fmla="+- 0 1730 1680"/>
                  <a:gd name="T75" fmla="*/ 1730 h 55"/>
                  <a:gd name="T76" fmla="+- 0 1962 1947"/>
                  <a:gd name="T77" fmla="*/ T76 w 21"/>
                  <a:gd name="T78" fmla="+- 0 1686 1680"/>
                  <a:gd name="T79" fmla="*/ 168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6"/>
                    </a:moveTo>
                    <a:lnTo>
                      <a:pt x="5" y="6"/>
                    </a:lnTo>
                    <a:lnTo>
                      <a:pt x="7" y="7"/>
                    </a:lnTo>
                    <a:lnTo>
                      <a:pt x="8" y="9"/>
                    </a:lnTo>
                    <a:lnTo>
                      <a:pt x="8" y="10"/>
                    </a:lnTo>
                    <a:lnTo>
                      <a:pt x="8" y="50"/>
                    </a:lnTo>
                    <a:lnTo>
                      <a:pt x="8" y="51"/>
                    </a:lnTo>
                    <a:lnTo>
                      <a:pt x="6" y="52"/>
                    </a:lnTo>
                    <a:lnTo>
                      <a:pt x="4" y="53"/>
                    </a:lnTo>
                    <a:lnTo>
                      <a:pt x="1" y="53"/>
                    </a:lnTo>
                    <a:lnTo>
                      <a:pt x="1" y="54"/>
                    </a:lnTo>
                    <a:lnTo>
                      <a:pt x="21" y="54"/>
                    </a:lnTo>
                    <a:lnTo>
                      <a:pt x="21" y="53"/>
                    </a:lnTo>
                    <a:lnTo>
                      <a:pt x="19"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7" name="Freeform 4973">
                <a:extLst>
                  <a:ext uri="{FF2B5EF4-FFF2-40B4-BE49-F238E27FC236}">
                    <a16:creationId xmlns:a16="http://schemas.microsoft.com/office/drawing/2014/main" id="{F2243EF5-AAB7-F34C-2F1D-E70402F469A7}"/>
                  </a:ext>
                </a:extLst>
              </p:cNvPr>
              <p:cNvSpPr>
                <a:spLocks/>
              </p:cNvSpPr>
              <p:nvPr/>
            </p:nvSpPr>
            <p:spPr bwMode="auto">
              <a:xfrm>
                <a:off x="1947" y="1680"/>
                <a:ext cx="21" cy="55"/>
              </a:xfrm>
              <a:custGeom>
                <a:avLst/>
                <a:gdLst>
                  <a:gd name="T0" fmla="+- 0 1962 1947"/>
                  <a:gd name="T1" fmla="*/ T0 w 21"/>
                  <a:gd name="T2" fmla="+- 0 1680 1680"/>
                  <a:gd name="T3" fmla="*/ 1680 h 55"/>
                  <a:gd name="T4" fmla="+- 0 1960 1947"/>
                  <a:gd name="T5" fmla="*/ T4 w 21"/>
                  <a:gd name="T6" fmla="+- 0 1680 1680"/>
                  <a:gd name="T7" fmla="*/ 1680 h 55"/>
                  <a:gd name="T8" fmla="+- 0 1947 1947"/>
                  <a:gd name="T9" fmla="*/ T8 w 21"/>
                  <a:gd name="T10" fmla="+- 0 1686 1680"/>
                  <a:gd name="T11" fmla="*/ 1686 h 55"/>
                  <a:gd name="T12" fmla="+- 0 1948 1947"/>
                  <a:gd name="T13" fmla="*/ T12 w 21"/>
                  <a:gd name="T14" fmla="+- 0 1687 1680"/>
                  <a:gd name="T15" fmla="*/ 1687 h 55"/>
                  <a:gd name="T16" fmla="+- 0 1952 1947"/>
                  <a:gd name="T17" fmla="*/ T16 w 21"/>
                  <a:gd name="T18" fmla="+- 0 1686 1680"/>
                  <a:gd name="T19" fmla="*/ 1686 h 55"/>
                  <a:gd name="T20" fmla="+- 0 1962 1947"/>
                  <a:gd name="T21" fmla="*/ T20 w 21"/>
                  <a:gd name="T22" fmla="+- 0 1686 1680"/>
                  <a:gd name="T23" fmla="*/ 1686 h 55"/>
                  <a:gd name="T24" fmla="+- 0 1962 1947"/>
                  <a:gd name="T25" fmla="*/ T24 w 21"/>
                  <a:gd name="T26" fmla="+- 0 1680 1680"/>
                  <a:gd name="T27" fmla="*/ 168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1" name="Group 230">
              <a:extLst>
                <a:ext uri="{FF2B5EF4-FFF2-40B4-BE49-F238E27FC236}">
                  <a16:creationId xmlns:a16="http://schemas.microsoft.com/office/drawing/2014/main" id="{83E1E90C-8617-2E1F-20A9-1931AD344BCD}"/>
                </a:ext>
              </a:extLst>
            </p:cNvPr>
            <p:cNvGrpSpPr>
              <a:grpSpLocks/>
            </p:cNvGrpSpPr>
            <p:nvPr/>
          </p:nvGrpSpPr>
          <p:grpSpPr bwMode="auto">
            <a:xfrm>
              <a:off x="2360" y="1680"/>
              <a:ext cx="72" cy="56"/>
              <a:chOff x="2360" y="1680"/>
              <a:chExt cx="72" cy="56"/>
            </a:xfrm>
          </p:grpSpPr>
          <p:sp>
            <p:nvSpPr>
              <p:cNvPr id="1261" name="Freeform 4975">
                <a:extLst>
                  <a:ext uri="{FF2B5EF4-FFF2-40B4-BE49-F238E27FC236}">
                    <a16:creationId xmlns:a16="http://schemas.microsoft.com/office/drawing/2014/main" id="{6E55A938-5A7E-76AF-B3F1-FF78AED2B936}"/>
                  </a:ext>
                </a:extLst>
              </p:cNvPr>
              <p:cNvSpPr>
                <a:spLocks/>
              </p:cNvSpPr>
              <p:nvPr/>
            </p:nvSpPr>
            <p:spPr bwMode="auto">
              <a:xfrm>
                <a:off x="2360" y="1680"/>
                <a:ext cx="72" cy="56"/>
              </a:xfrm>
              <a:custGeom>
                <a:avLst/>
                <a:gdLst>
                  <a:gd name="T0" fmla="+- 0 2393 2360"/>
                  <a:gd name="T1" fmla="*/ T0 w 72"/>
                  <a:gd name="T2" fmla="+- 0 1711 1680"/>
                  <a:gd name="T3" fmla="*/ 1711 h 56"/>
                  <a:gd name="T4" fmla="+- 0 2385 2360"/>
                  <a:gd name="T5" fmla="*/ T4 w 72"/>
                  <a:gd name="T6" fmla="+- 0 1711 1680"/>
                  <a:gd name="T7" fmla="*/ 1711 h 56"/>
                  <a:gd name="T8" fmla="+- 0 2384 2360"/>
                  <a:gd name="T9" fmla="*/ T8 w 72"/>
                  <a:gd name="T10" fmla="+- 0 1715 1680"/>
                  <a:gd name="T11" fmla="*/ 1715 h 56"/>
                  <a:gd name="T12" fmla="+- 0 2382 2360"/>
                  <a:gd name="T13" fmla="*/ T12 w 72"/>
                  <a:gd name="T14" fmla="+- 0 1720 1680"/>
                  <a:gd name="T15" fmla="*/ 1720 h 56"/>
                  <a:gd name="T16" fmla="+- 0 2361 2360"/>
                  <a:gd name="T17" fmla="*/ T16 w 72"/>
                  <a:gd name="T18" fmla="+- 0 1734 1680"/>
                  <a:gd name="T19" fmla="*/ 1734 h 56"/>
                  <a:gd name="T20" fmla="+- 0 2361 2360"/>
                  <a:gd name="T21" fmla="*/ T20 w 72"/>
                  <a:gd name="T22" fmla="+- 0 1735 1680"/>
                  <a:gd name="T23" fmla="*/ 1735 h 56"/>
                  <a:gd name="T24" fmla="+- 0 2368 2360"/>
                  <a:gd name="T25" fmla="*/ T24 w 72"/>
                  <a:gd name="T26" fmla="+- 0 1735 1680"/>
                  <a:gd name="T27" fmla="*/ 1735 h 56"/>
                  <a:gd name="T28" fmla="+- 0 2373 2360"/>
                  <a:gd name="T29" fmla="*/ T28 w 72"/>
                  <a:gd name="T30" fmla="+- 0 1734 1680"/>
                  <a:gd name="T31" fmla="*/ 1734 h 56"/>
                  <a:gd name="T32" fmla="+- 0 2382 2360"/>
                  <a:gd name="T33" fmla="*/ T32 w 72"/>
                  <a:gd name="T34" fmla="+- 0 1728 1680"/>
                  <a:gd name="T35" fmla="*/ 1728 h 56"/>
                  <a:gd name="T36" fmla="+- 0 2386 2360"/>
                  <a:gd name="T37" fmla="*/ T36 w 72"/>
                  <a:gd name="T38" fmla="+- 0 1723 1680"/>
                  <a:gd name="T39" fmla="*/ 1723 h 56"/>
                  <a:gd name="T40" fmla="+- 0 2392 2360"/>
                  <a:gd name="T41" fmla="*/ T40 w 72"/>
                  <a:gd name="T42" fmla="+- 0 1713 1680"/>
                  <a:gd name="T43" fmla="*/ 1713 h 56"/>
                  <a:gd name="T44" fmla="+- 0 2393 2360"/>
                  <a:gd name="T45" fmla="*/ T44 w 72"/>
                  <a:gd name="T46" fmla="+- 0 1711 1680"/>
                  <a:gd name="T47" fmla="*/ 171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72" h="56">
                    <a:moveTo>
                      <a:pt x="33" y="31"/>
                    </a:moveTo>
                    <a:lnTo>
                      <a:pt x="25" y="31"/>
                    </a:lnTo>
                    <a:lnTo>
                      <a:pt x="24" y="35"/>
                    </a:lnTo>
                    <a:lnTo>
                      <a:pt x="22" y="40"/>
                    </a:lnTo>
                    <a:lnTo>
                      <a:pt x="1" y="54"/>
                    </a:lnTo>
                    <a:lnTo>
                      <a:pt x="1" y="55"/>
                    </a:lnTo>
                    <a:lnTo>
                      <a:pt x="8" y="55"/>
                    </a:lnTo>
                    <a:lnTo>
                      <a:pt x="13" y="54"/>
                    </a:lnTo>
                    <a:lnTo>
                      <a:pt x="22" y="48"/>
                    </a:lnTo>
                    <a:lnTo>
                      <a:pt x="26" y="43"/>
                    </a:lnTo>
                    <a:lnTo>
                      <a:pt x="32"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2" name="Freeform 4976">
                <a:extLst>
                  <a:ext uri="{FF2B5EF4-FFF2-40B4-BE49-F238E27FC236}">
                    <a16:creationId xmlns:a16="http://schemas.microsoft.com/office/drawing/2014/main" id="{3172E48D-DC3A-2225-3C0F-341C19E3AFFE}"/>
                  </a:ext>
                </a:extLst>
              </p:cNvPr>
              <p:cNvSpPr>
                <a:spLocks/>
              </p:cNvSpPr>
              <p:nvPr/>
            </p:nvSpPr>
            <p:spPr bwMode="auto">
              <a:xfrm>
                <a:off x="2360" y="1680"/>
                <a:ext cx="72" cy="56"/>
              </a:xfrm>
              <a:custGeom>
                <a:avLst/>
                <a:gdLst>
                  <a:gd name="T0" fmla="+- 0 2381 2360"/>
                  <a:gd name="T1" fmla="*/ T0 w 72"/>
                  <a:gd name="T2" fmla="+- 0 1680 1680"/>
                  <a:gd name="T3" fmla="*/ 1680 h 56"/>
                  <a:gd name="T4" fmla="+- 0 2371 2360"/>
                  <a:gd name="T5" fmla="*/ T4 w 72"/>
                  <a:gd name="T6" fmla="+- 0 1680 1680"/>
                  <a:gd name="T7" fmla="*/ 1680 h 56"/>
                  <a:gd name="T8" fmla="+- 0 2367 2360"/>
                  <a:gd name="T9" fmla="*/ T8 w 72"/>
                  <a:gd name="T10" fmla="+- 0 1682 1680"/>
                  <a:gd name="T11" fmla="*/ 1682 h 56"/>
                  <a:gd name="T12" fmla="+- 0 2361 2360"/>
                  <a:gd name="T13" fmla="*/ T12 w 72"/>
                  <a:gd name="T14" fmla="+- 0 1690 1680"/>
                  <a:gd name="T15" fmla="*/ 1690 h 56"/>
                  <a:gd name="T16" fmla="+- 0 2360 2360"/>
                  <a:gd name="T17" fmla="*/ T16 w 72"/>
                  <a:gd name="T18" fmla="+- 0 1694 1680"/>
                  <a:gd name="T19" fmla="*/ 1694 h 56"/>
                  <a:gd name="T20" fmla="+- 0 2360 2360"/>
                  <a:gd name="T21" fmla="*/ T20 w 72"/>
                  <a:gd name="T22" fmla="+- 0 1704 1680"/>
                  <a:gd name="T23" fmla="*/ 1704 h 56"/>
                  <a:gd name="T24" fmla="+- 0 2361 2360"/>
                  <a:gd name="T25" fmla="*/ T24 w 72"/>
                  <a:gd name="T26" fmla="+- 0 1707 1680"/>
                  <a:gd name="T27" fmla="*/ 1707 h 56"/>
                  <a:gd name="T28" fmla="+- 0 2367 2360"/>
                  <a:gd name="T29" fmla="*/ T28 w 72"/>
                  <a:gd name="T30" fmla="+- 0 1713 1680"/>
                  <a:gd name="T31" fmla="*/ 1713 h 56"/>
                  <a:gd name="T32" fmla="+- 0 2370 2360"/>
                  <a:gd name="T33" fmla="*/ T32 w 72"/>
                  <a:gd name="T34" fmla="+- 0 1715 1680"/>
                  <a:gd name="T35" fmla="*/ 1715 h 56"/>
                  <a:gd name="T36" fmla="+- 0 2377 2360"/>
                  <a:gd name="T37" fmla="*/ T36 w 72"/>
                  <a:gd name="T38" fmla="+- 0 1715 1680"/>
                  <a:gd name="T39" fmla="*/ 1715 h 56"/>
                  <a:gd name="T40" fmla="+- 0 2381 2360"/>
                  <a:gd name="T41" fmla="*/ T40 w 72"/>
                  <a:gd name="T42" fmla="+- 0 1713 1680"/>
                  <a:gd name="T43" fmla="*/ 1713 h 56"/>
                  <a:gd name="T44" fmla="+- 0 2384 2360"/>
                  <a:gd name="T45" fmla="*/ T44 w 72"/>
                  <a:gd name="T46" fmla="+- 0 1711 1680"/>
                  <a:gd name="T47" fmla="*/ 1711 h 56"/>
                  <a:gd name="T48" fmla="+- 0 2374 2360"/>
                  <a:gd name="T49" fmla="*/ T48 w 72"/>
                  <a:gd name="T50" fmla="+- 0 1711 1680"/>
                  <a:gd name="T51" fmla="*/ 1711 h 56"/>
                  <a:gd name="T52" fmla="+- 0 2372 2360"/>
                  <a:gd name="T53" fmla="*/ T52 w 72"/>
                  <a:gd name="T54" fmla="+- 0 1710 1680"/>
                  <a:gd name="T55" fmla="*/ 1710 h 56"/>
                  <a:gd name="T56" fmla="+- 0 2368 2360"/>
                  <a:gd name="T57" fmla="*/ T56 w 72"/>
                  <a:gd name="T58" fmla="+- 0 1705 1680"/>
                  <a:gd name="T59" fmla="*/ 1705 h 56"/>
                  <a:gd name="T60" fmla="+- 0 2367 2360"/>
                  <a:gd name="T61" fmla="*/ T60 w 72"/>
                  <a:gd name="T62" fmla="+- 0 1700 1680"/>
                  <a:gd name="T63" fmla="*/ 1700 h 56"/>
                  <a:gd name="T64" fmla="+- 0 2367 2360"/>
                  <a:gd name="T65" fmla="*/ T64 w 72"/>
                  <a:gd name="T66" fmla="+- 0 1690 1680"/>
                  <a:gd name="T67" fmla="*/ 1690 h 56"/>
                  <a:gd name="T68" fmla="+- 0 2368 2360"/>
                  <a:gd name="T69" fmla="*/ T68 w 72"/>
                  <a:gd name="T70" fmla="+- 0 1688 1680"/>
                  <a:gd name="T71" fmla="*/ 1688 h 56"/>
                  <a:gd name="T72" fmla="+- 0 2371 2360"/>
                  <a:gd name="T73" fmla="*/ T72 w 72"/>
                  <a:gd name="T74" fmla="+- 0 1683 1680"/>
                  <a:gd name="T75" fmla="*/ 1683 h 56"/>
                  <a:gd name="T76" fmla="+- 0 2373 2360"/>
                  <a:gd name="T77" fmla="*/ T76 w 72"/>
                  <a:gd name="T78" fmla="+- 0 1682 1680"/>
                  <a:gd name="T79" fmla="*/ 1682 h 56"/>
                  <a:gd name="T80" fmla="+- 0 2385 2360"/>
                  <a:gd name="T81" fmla="*/ T80 w 72"/>
                  <a:gd name="T82" fmla="+- 0 1682 1680"/>
                  <a:gd name="T83" fmla="*/ 1682 h 56"/>
                  <a:gd name="T84" fmla="+- 0 2385 2360"/>
                  <a:gd name="T85" fmla="*/ T84 w 72"/>
                  <a:gd name="T86" fmla="+- 0 1682 1680"/>
                  <a:gd name="T87" fmla="*/ 1682 h 56"/>
                  <a:gd name="T88" fmla="+- 0 2381 2360"/>
                  <a:gd name="T89" fmla="*/ T88 w 72"/>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21" y="0"/>
                    </a:moveTo>
                    <a:lnTo>
                      <a:pt x="11" y="0"/>
                    </a:lnTo>
                    <a:lnTo>
                      <a:pt x="7" y="2"/>
                    </a:lnTo>
                    <a:lnTo>
                      <a:pt x="1" y="10"/>
                    </a:lnTo>
                    <a:lnTo>
                      <a:pt x="0" y="14"/>
                    </a:lnTo>
                    <a:lnTo>
                      <a:pt x="0" y="24"/>
                    </a:lnTo>
                    <a:lnTo>
                      <a:pt x="1" y="27"/>
                    </a:lnTo>
                    <a:lnTo>
                      <a:pt x="7" y="33"/>
                    </a:lnTo>
                    <a:lnTo>
                      <a:pt x="10" y="35"/>
                    </a:lnTo>
                    <a:lnTo>
                      <a:pt x="17" y="35"/>
                    </a:lnTo>
                    <a:lnTo>
                      <a:pt x="21" y="33"/>
                    </a:lnTo>
                    <a:lnTo>
                      <a:pt x="24" y="31"/>
                    </a:lnTo>
                    <a:lnTo>
                      <a:pt x="14" y="31"/>
                    </a:lnTo>
                    <a:lnTo>
                      <a:pt x="12" y="30"/>
                    </a:lnTo>
                    <a:lnTo>
                      <a:pt x="8" y="25"/>
                    </a:lnTo>
                    <a:lnTo>
                      <a:pt x="7" y="20"/>
                    </a:lnTo>
                    <a:lnTo>
                      <a:pt x="7" y="10"/>
                    </a:lnTo>
                    <a:lnTo>
                      <a:pt x="8" y="8"/>
                    </a:lnTo>
                    <a:lnTo>
                      <a:pt x="11" y="3"/>
                    </a:lnTo>
                    <a:lnTo>
                      <a:pt x="13"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3" name="Freeform 4977">
                <a:extLst>
                  <a:ext uri="{FF2B5EF4-FFF2-40B4-BE49-F238E27FC236}">
                    <a16:creationId xmlns:a16="http://schemas.microsoft.com/office/drawing/2014/main" id="{EE33D2F4-8DFC-DDE2-ECC1-C0B287334490}"/>
                  </a:ext>
                </a:extLst>
              </p:cNvPr>
              <p:cNvSpPr>
                <a:spLocks/>
              </p:cNvSpPr>
              <p:nvPr/>
            </p:nvSpPr>
            <p:spPr bwMode="auto">
              <a:xfrm>
                <a:off x="2360" y="1680"/>
                <a:ext cx="72" cy="56"/>
              </a:xfrm>
              <a:custGeom>
                <a:avLst/>
                <a:gdLst>
                  <a:gd name="T0" fmla="+- 0 2385 2360"/>
                  <a:gd name="T1" fmla="*/ T0 w 72"/>
                  <a:gd name="T2" fmla="+- 0 1682 1680"/>
                  <a:gd name="T3" fmla="*/ 1682 h 56"/>
                  <a:gd name="T4" fmla="+- 0 2378 2360"/>
                  <a:gd name="T5" fmla="*/ T4 w 72"/>
                  <a:gd name="T6" fmla="+- 0 1682 1680"/>
                  <a:gd name="T7" fmla="*/ 1682 h 56"/>
                  <a:gd name="T8" fmla="+- 0 2380 2360"/>
                  <a:gd name="T9" fmla="*/ T8 w 72"/>
                  <a:gd name="T10" fmla="+- 0 1683 1680"/>
                  <a:gd name="T11" fmla="*/ 1683 h 56"/>
                  <a:gd name="T12" fmla="+- 0 2383 2360"/>
                  <a:gd name="T13" fmla="*/ T12 w 72"/>
                  <a:gd name="T14" fmla="+- 0 1686 1680"/>
                  <a:gd name="T15" fmla="*/ 1686 h 56"/>
                  <a:gd name="T16" fmla="+- 0 2384 2360"/>
                  <a:gd name="T17" fmla="*/ T16 w 72"/>
                  <a:gd name="T18" fmla="+- 0 1689 1680"/>
                  <a:gd name="T19" fmla="*/ 1689 h 56"/>
                  <a:gd name="T20" fmla="+- 0 2386 2360"/>
                  <a:gd name="T21" fmla="*/ T20 w 72"/>
                  <a:gd name="T22" fmla="+- 0 1694 1680"/>
                  <a:gd name="T23" fmla="*/ 1694 h 56"/>
                  <a:gd name="T24" fmla="+- 0 2386 2360"/>
                  <a:gd name="T25" fmla="*/ T24 w 72"/>
                  <a:gd name="T26" fmla="+- 0 1695 1680"/>
                  <a:gd name="T27" fmla="*/ 1695 h 56"/>
                  <a:gd name="T28" fmla="+- 0 2386 2360"/>
                  <a:gd name="T29" fmla="*/ T28 w 72"/>
                  <a:gd name="T30" fmla="+- 0 1704 1680"/>
                  <a:gd name="T31" fmla="*/ 1704 h 56"/>
                  <a:gd name="T32" fmla="+- 0 2386 2360"/>
                  <a:gd name="T33" fmla="*/ T32 w 72"/>
                  <a:gd name="T34" fmla="+- 0 1705 1680"/>
                  <a:gd name="T35" fmla="*/ 1705 h 56"/>
                  <a:gd name="T36" fmla="+- 0 2385 2360"/>
                  <a:gd name="T37" fmla="*/ T36 w 72"/>
                  <a:gd name="T38" fmla="+- 0 1708 1680"/>
                  <a:gd name="T39" fmla="*/ 1708 h 56"/>
                  <a:gd name="T40" fmla="+- 0 2381 2360"/>
                  <a:gd name="T41" fmla="*/ T40 w 72"/>
                  <a:gd name="T42" fmla="+- 0 1710 1680"/>
                  <a:gd name="T43" fmla="*/ 1710 h 56"/>
                  <a:gd name="T44" fmla="+- 0 2377 2360"/>
                  <a:gd name="T45" fmla="*/ T44 w 72"/>
                  <a:gd name="T46" fmla="+- 0 1711 1680"/>
                  <a:gd name="T47" fmla="*/ 1711 h 56"/>
                  <a:gd name="T48" fmla="+- 0 2384 2360"/>
                  <a:gd name="T49" fmla="*/ T48 w 72"/>
                  <a:gd name="T50" fmla="+- 0 1711 1680"/>
                  <a:gd name="T51" fmla="*/ 1711 h 56"/>
                  <a:gd name="T52" fmla="+- 0 2385 2360"/>
                  <a:gd name="T53" fmla="*/ T52 w 72"/>
                  <a:gd name="T54" fmla="+- 0 1711 1680"/>
                  <a:gd name="T55" fmla="*/ 1711 h 56"/>
                  <a:gd name="T56" fmla="+- 0 2393 2360"/>
                  <a:gd name="T57" fmla="*/ T56 w 72"/>
                  <a:gd name="T58" fmla="+- 0 1711 1680"/>
                  <a:gd name="T59" fmla="*/ 1711 h 56"/>
                  <a:gd name="T60" fmla="+- 0 2394 2360"/>
                  <a:gd name="T61" fmla="*/ T60 w 72"/>
                  <a:gd name="T62" fmla="+- 0 1708 1680"/>
                  <a:gd name="T63" fmla="*/ 1708 h 56"/>
                  <a:gd name="T64" fmla="+- 0 2394 2360"/>
                  <a:gd name="T65" fmla="*/ T64 w 72"/>
                  <a:gd name="T66" fmla="+- 0 1695 1680"/>
                  <a:gd name="T67" fmla="*/ 1695 h 56"/>
                  <a:gd name="T68" fmla="+- 0 2392 2360"/>
                  <a:gd name="T69" fmla="*/ T68 w 72"/>
                  <a:gd name="T70" fmla="+- 0 1690 1680"/>
                  <a:gd name="T71" fmla="*/ 1690 h 56"/>
                  <a:gd name="T72" fmla="+- 0 2385 2360"/>
                  <a:gd name="T73" fmla="*/ T72 w 72"/>
                  <a:gd name="T74" fmla="+- 0 1682 1680"/>
                  <a:gd name="T75"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5" y="2"/>
                    </a:moveTo>
                    <a:lnTo>
                      <a:pt x="18" y="2"/>
                    </a:lnTo>
                    <a:lnTo>
                      <a:pt x="20" y="3"/>
                    </a:lnTo>
                    <a:lnTo>
                      <a:pt x="23" y="6"/>
                    </a:lnTo>
                    <a:lnTo>
                      <a:pt x="24" y="9"/>
                    </a:lnTo>
                    <a:lnTo>
                      <a:pt x="26" y="14"/>
                    </a:lnTo>
                    <a:lnTo>
                      <a:pt x="26" y="15"/>
                    </a:lnTo>
                    <a:lnTo>
                      <a:pt x="26" y="24"/>
                    </a:lnTo>
                    <a:lnTo>
                      <a:pt x="26" y="25"/>
                    </a:lnTo>
                    <a:lnTo>
                      <a:pt x="25" y="28"/>
                    </a:lnTo>
                    <a:lnTo>
                      <a:pt x="21" y="30"/>
                    </a:lnTo>
                    <a:lnTo>
                      <a:pt x="17" y="31"/>
                    </a:lnTo>
                    <a:lnTo>
                      <a:pt x="24" y="31"/>
                    </a:lnTo>
                    <a:lnTo>
                      <a:pt x="25" y="31"/>
                    </a:lnTo>
                    <a:lnTo>
                      <a:pt x="33" y="31"/>
                    </a:lnTo>
                    <a:lnTo>
                      <a:pt x="34" y="28"/>
                    </a:lnTo>
                    <a:lnTo>
                      <a:pt x="34" y="15"/>
                    </a:lnTo>
                    <a:lnTo>
                      <a:pt x="32" y="10"/>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4" name="Freeform 4978">
                <a:extLst>
                  <a:ext uri="{FF2B5EF4-FFF2-40B4-BE49-F238E27FC236}">
                    <a16:creationId xmlns:a16="http://schemas.microsoft.com/office/drawing/2014/main" id="{30FADE2B-52FF-01C4-E386-FFF10250EE6B}"/>
                  </a:ext>
                </a:extLst>
              </p:cNvPr>
              <p:cNvSpPr>
                <a:spLocks/>
              </p:cNvSpPr>
              <p:nvPr/>
            </p:nvSpPr>
            <p:spPr bwMode="auto">
              <a:xfrm>
                <a:off x="2360" y="1680"/>
                <a:ext cx="72" cy="56"/>
              </a:xfrm>
              <a:custGeom>
                <a:avLst/>
                <a:gdLst>
                  <a:gd name="T0" fmla="+- 0 2419 2360"/>
                  <a:gd name="T1" fmla="*/ T0 w 72"/>
                  <a:gd name="T2" fmla="+- 0 1680 1680"/>
                  <a:gd name="T3" fmla="*/ 1680 h 56"/>
                  <a:gd name="T4" fmla="+- 0 2412 2360"/>
                  <a:gd name="T5" fmla="*/ T4 w 72"/>
                  <a:gd name="T6" fmla="+- 0 1680 1680"/>
                  <a:gd name="T7" fmla="*/ 1680 h 56"/>
                  <a:gd name="T8" fmla="+- 0 2410 2360"/>
                  <a:gd name="T9" fmla="*/ T8 w 72"/>
                  <a:gd name="T10" fmla="+- 0 1681 1680"/>
                  <a:gd name="T11" fmla="*/ 1681 h 56"/>
                  <a:gd name="T12" fmla="+- 0 2404 2360"/>
                  <a:gd name="T13" fmla="*/ T12 w 72"/>
                  <a:gd name="T14" fmla="+- 0 1684 1680"/>
                  <a:gd name="T15" fmla="*/ 1684 h 56"/>
                  <a:gd name="T16" fmla="+- 0 2402 2360"/>
                  <a:gd name="T17" fmla="*/ T16 w 72"/>
                  <a:gd name="T18" fmla="+- 0 1688 1680"/>
                  <a:gd name="T19" fmla="*/ 1688 h 56"/>
                  <a:gd name="T20" fmla="+- 0 2398 2360"/>
                  <a:gd name="T21" fmla="*/ T20 w 72"/>
                  <a:gd name="T22" fmla="+- 0 1697 1680"/>
                  <a:gd name="T23" fmla="*/ 1697 h 56"/>
                  <a:gd name="T24" fmla="+- 0 2397 2360"/>
                  <a:gd name="T25" fmla="*/ T24 w 72"/>
                  <a:gd name="T26" fmla="+- 0 1702 1680"/>
                  <a:gd name="T27" fmla="*/ 1702 h 56"/>
                  <a:gd name="T28" fmla="+- 0 2397 2360"/>
                  <a:gd name="T29" fmla="*/ T28 w 72"/>
                  <a:gd name="T30" fmla="+- 0 1715 1680"/>
                  <a:gd name="T31" fmla="*/ 1715 h 56"/>
                  <a:gd name="T32" fmla="+- 0 2399 2360"/>
                  <a:gd name="T33" fmla="*/ T32 w 72"/>
                  <a:gd name="T34" fmla="+- 0 1721 1680"/>
                  <a:gd name="T35" fmla="*/ 1721 h 56"/>
                  <a:gd name="T36" fmla="+- 0 2405 2360"/>
                  <a:gd name="T37" fmla="*/ T36 w 72"/>
                  <a:gd name="T38" fmla="+- 0 1732 1680"/>
                  <a:gd name="T39" fmla="*/ 1732 h 56"/>
                  <a:gd name="T40" fmla="+- 0 2409 2360"/>
                  <a:gd name="T41" fmla="*/ T40 w 72"/>
                  <a:gd name="T42" fmla="+- 0 1735 1680"/>
                  <a:gd name="T43" fmla="*/ 1735 h 56"/>
                  <a:gd name="T44" fmla="+- 0 2417 2360"/>
                  <a:gd name="T45" fmla="*/ T44 w 72"/>
                  <a:gd name="T46" fmla="+- 0 1735 1680"/>
                  <a:gd name="T47" fmla="*/ 1735 h 56"/>
                  <a:gd name="T48" fmla="+- 0 2420 2360"/>
                  <a:gd name="T49" fmla="*/ T48 w 72"/>
                  <a:gd name="T50" fmla="+- 0 1734 1680"/>
                  <a:gd name="T51" fmla="*/ 1734 h 56"/>
                  <a:gd name="T52" fmla="+- 0 2422 2360"/>
                  <a:gd name="T53" fmla="*/ T52 w 72"/>
                  <a:gd name="T54" fmla="+- 0 1733 1680"/>
                  <a:gd name="T55" fmla="*/ 1733 h 56"/>
                  <a:gd name="T56" fmla="+- 0 2411 2360"/>
                  <a:gd name="T57" fmla="*/ T56 w 72"/>
                  <a:gd name="T58" fmla="+- 0 1733 1680"/>
                  <a:gd name="T59" fmla="*/ 1733 h 56"/>
                  <a:gd name="T60" fmla="+- 0 2409 2360"/>
                  <a:gd name="T61" fmla="*/ T60 w 72"/>
                  <a:gd name="T62" fmla="+- 0 1731 1680"/>
                  <a:gd name="T63" fmla="*/ 1731 h 56"/>
                  <a:gd name="T64" fmla="+- 0 2408 2360"/>
                  <a:gd name="T65" fmla="*/ T64 w 72"/>
                  <a:gd name="T66" fmla="+- 0 1727 1680"/>
                  <a:gd name="T67" fmla="*/ 1727 h 56"/>
                  <a:gd name="T68" fmla="+- 0 2406 2360"/>
                  <a:gd name="T69" fmla="*/ T68 w 72"/>
                  <a:gd name="T70" fmla="+- 0 1722 1680"/>
                  <a:gd name="T71" fmla="*/ 1722 h 56"/>
                  <a:gd name="T72" fmla="+- 0 2405 2360"/>
                  <a:gd name="T73" fmla="*/ T72 w 72"/>
                  <a:gd name="T74" fmla="+- 0 1716 1680"/>
                  <a:gd name="T75" fmla="*/ 1716 h 56"/>
                  <a:gd name="T76" fmla="+- 0 2415 2360"/>
                  <a:gd name="T77" fmla="*/ T76 w 72"/>
                  <a:gd name="T78" fmla="+- 0 1682 1680"/>
                  <a:gd name="T79" fmla="*/ 1682 h 56"/>
                  <a:gd name="T80" fmla="+- 0 2423 2360"/>
                  <a:gd name="T81" fmla="*/ T80 w 72"/>
                  <a:gd name="T82" fmla="+- 0 1682 1680"/>
                  <a:gd name="T83" fmla="*/ 1682 h 56"/>
                  <a:gd name="T84" fmla="+- 0 2422 2360"/>
                  <a:gd name="T85" fmla="*/ T84 w 72"/>
                  <a:gd name="T86" fmla="+- 0 1682 1680"/>
                  <a:gd name="T87" fmla="*/ 1682 h 56"/>
                  <a:gd name="T88" fmla="+- 0 2419 2360"/>
                  <a:gd name="T89" fmla="*/ T88 w 72"/>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59" y="0"/>
                    </a:moveTo>
                    <a:lnTo>
                      <a:pt x="52" y="0"/>
                    </a:lnTo>
                    <a:lnTo>
                      <a:pt x="50" y="1"/>
                    </a:lnTo>
                    <a:lnTo>
                      <a:pt x="44" y="4"/>
                    </a:lnTo>
                    <a:lnTo>
                      <a:pt x="42" y="8"/>
                    </a:lnTo>
                    <a:lnTo>
                      <a:pt x="38" y="17"/>
                    </a:lnTo>
                    <a:lnTo>
                      <a:pt x="37" y="22"/>
                    </a:lnTo>
                    <a:lnTo>
                      <a:pt x="37" y="35"/>
                    </a:lnTo>
                    <a:lnTo>
                      <a:pt x="39" y="41"/>
                    </a:lnTo>
                    <a:lnTo>
                      <a:pt x="45" y="52"/>
                    </a:lnTo>
                    <a:lnTo>
                      <a:pt x="49" y="55"/>
                    </a:lnTo>
                    <a:lnTo>
                      <a:pt x="57" y="55"/>
                    </a:lnTo>
                    <a:lnTo>
                      <a:pt x="60" y="54"/>
                    </a:lnTo>
                    <a:lnTo>
                      <a:pt x="62" y="53"/>
                    </a:lnTo>
                    <a:lnTo>
                      <a:pt x="51" y="53"/>
                    </a:lnTo>
                    <a:lnTo>
                      <a:pt x="49" y="51"/>
                    </a:lnTo>
                    <a:lnTo>
                      <a:pt x="48" y="47"/>
                    </a:lnTo>
                    <a:lnTo>
                      <a:pt x="46" y="42"/>
                    </a:lnTo>
                    <a:lnTo>
                      <a:pt x="45" y="36"/>
                    </a:lnTo>
                    <a:lnTo>
                      <a:pt x="55" y="2"/>
                    </a:lnTo>
                    <a:lnTo>
                      <a:pt x="63" y="2"/>
                    </a:lnTo>
                    <a:lnTo>
                      <a:pt x="62" y="2"/>
                    </a:lnTo>
                    <a:lnTo>
                      <a:pt x="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5" name="Freeform 4979">
                <a:extLst>
                  <a:ext uri="{FF2B5EF4-FFF2-40B4-BE49-F238E27FC236}">
                    <a16:creationId xmlns:a16="http://schemas.microsoft.com/office/drawing/2014/main" id="{5D5E2793-27DA-24E2-0901-301FAA26FC06}"/>
                  </a:ext>
                </a:extLst>
              </p:cNvPr>
              <p:cNvSpPr>
                <a:spLocks/>
              </p:cNvSpPr>
              <p:nvPr/>
            </p:nvSpPr>
            <p:spPr bwMode="auto">
              <a:xfrm>
                <a:off x="2360" y="1680"/>
                <a:ext cx="72" cy="56"/>
              </a:xfrm>
              <a:custGeom>
                <a:avLst/>
                <a:gdLst>
                  <a:gd name="T0" fmla="+- 0 2423 2360"/>
                  <a:gd name="T1" fmla="*/ T0 w 72"/>
                  <a:gd name="T2" fmla="+- 0 1682 1680"/>
                  <a:gd name="T3" fmla="*/ 1682 h 56"/>
                  <a:gd name="T4" fmla="+- 0 2415 2360"/>
                  <a:gd name="T5" fmla="*/ T4 w 72"/>
                  <a:gd name="T6" fmla="+- 0 1682 1680"/>
                  <a:gd name="T7" fmla="*/ 1682 h 56"/>
                  <a:gd name="T8" fmla="+- 0 2419 2360"/>
                  <a:gd name="T9" fmla="*/ T8 w 72"/>
                  <a:gd name="T10" fmla="+- 0 1684 1680"/>
                  <a:gd name="T11" fmla="*/ 1684 h 56"/>
                  <a:gd name="T12" fmla="+- 0 2420 2360"/>
                  <a:gd name="T13" fmla="*/ T12 w 72"/>
                  <a:gd name="T14" fmla="+- 0 1685 1680"/>
                  <a:gd name="T15" fmla="*/ 1685 h 56"/>
                  <a:gd name="T16" fmla="+- 0 2421 2360"/>
                  <a:gd name="T17" fmla="*/ T16 w 72"/>
                  <a:gd name="T18" fmla="+- 0 1687 1680"/>
                  <a:gd name="T19" fmla="*/ 1687 h 56"/>
                  <a:gd name="T20" fmla="+- 0 2423 2360"/>
                  <a:gd name="T21" fmla="*/ T20 w 72"/>
                  <a:gd name="T22" fmla="+- 0 1694 1680"/>
                  <a:gd name="T23" fmla="*/ 1694 h 56"/>
                  <a:gd name="T24" fmla="+- 0 2424 2360"/>
                  <a:gd name="T25" fmla="*/ T24 w 72"/>
                  <a:gd name="T26" fmla="+- 0 1697 1680"/>
                  <a:gd name="T27" fmla="*/ 1697 h 56"/>
                  <a:gd name="T28" fmla="+- 0 2424 2360"/>
                  <a:gd name="T29" fmla="*/ T28 w 72"/>
                  <a:gd name="T30" fmla="+- 0 1715 1680"/>
                  <a:gd name="T31" fmla="*/ 1715 h 56"/>
                  <a:gd name="T32" fmla="+- 0 2423 2360"/>
                  <a:gd name="T33" fmla="*/ T32 w 72"/>
                  <a:gd name="T34" fmla="+- 0 1720 1680"/>
                  <a:gd name="T35" fmla="*/ 1720 h 56"/>
                  <a:gd name="T36" fmla="+- 0 2422 2360"/>
                  <a:gd name="T37" fmla="*/ T36 w 72"/>
                  <a:gd name="T38" fmla="+- 0 1727 1680"/>
                  <a:gd name="T39" fmla="*/ 1727 h 56"/>
                  <a:gd name="T40" fmla="+- 0 2420 2360"/>
                  <a:gd name="T41" fmla="*/ T40 w 72"/>
                  <a:gd name="T42" fmla="+- 0 1729 1680"/>
                  <a:gd name="T43" fmla="*/ 1729 h 56"/>
                  <a:gd name="T44" fmla="+- 0 2419 2360"/>
                  <a:gd name="T45" fmla="*/ T44 w 72"/>
                  <a:gd name="T46" fmla="+- 0 1731 1680"/>
                  <a:gd name="T47" fmla="*/ 1731 h 56"/>
                  <a:gd name="T48" fmla="+- 0 2414 2360"/>
                  <a:gd name="T49" fmla="*/ T48 w 72"/>
                  <a:gd name="T50" fmla="+- 0 1733 1680"/>
                  <a:gd name="T51" fmla="*/ 1733 h 56"/>
                  <a:gd name="T52" fmla="+- 0 2422 2360"/>
                  <a:gd name="T53" fmla="*/ T52 w 72"/>
                  <a:gd name="T54" fmla="+- 0 1733 1680"/>
                  <a:gd name="T55" fmla="*/ 1733 h 56"/>
                  <a:gd name="T56" fmla="+- 0 2432 2360"/>
                  <a:gd name="T57" fmla="*/ T56 w 72"/>
                  <a:gd name="T58" fmla="+- 0 1698 1680"/>
                  <a:gd name="T59" fmla="*/ 1698 h 56"/>
                  <a:gd name="T60" fmla="+- 0 2430 2360"/>
                  <a:gd name="T61" fmla="*/ T60 w 72"/>
                  <a:gd name="T62" fmla="+- 0 1691 1680"/>
                  <a:gd name="T63" fmla="*/ 1691 h 56"/>
                  <a:gd name="T64" fmla="+- 0 2423 2360"/>
                  <a:gd name="T65" fmla="*/ T64 w 72"/>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72" h="56">
                    <a:moveTo>
                      <a:pt x="63" y="2"/>
                    </a:moveTo>
                    <a:lnTo>
                      <a:pt x="55" y="2"/>
                    </a:lnTo>
                    <a:lnTo>
                      <a:pt x="59" y="4"/>
                    </a:lnTo>
                    <a:lnTo>
                      <a:pt x="60" y="5"/>
                    </a:lnTo>
                    <a:lnTo>
                      <a:pt x="61" y="7"/>
                    </a:lnTo>
                    <a:lnTo>
                      <a:pt x="63" y="14"/>
                    </a:lnTo>
                    <a:lnTo>
                      <a:pt x="64" y="17"/>
                    </a:lnTo>
                    <a:lnTo>
                      <a:pt x="64" y="35"/>
                    </a:lnTo>
                    <a:lnTo>
                      <a:pt x="63" y="40"/>
                    </a:lnTo>
                    <a:lnTo>
                      <a:pt x="62" y="47"/>
                    </a:lnTo>
                    <a:lnTo>
                      <a:pt x="60" y="49"/>
                    </a:lnTo>
                    <a:lnTo>
                      <a:pt x="59" y="51"/>
                    </a:lnTo>
                    <a:lnTo>
                      <a:pt x="54" y="53"/>
                    </a:lnTo>
                    <a:lnTo>
                      <a:pt x="62" y="53"/>
                    </a:lnTo>
                    <a:lnTo>
                      <a:pt x="72" y="18"/>
                    </a:lnTo>
                    <a:lnTo>
                      <a:pt x="70" y="11"/>
                    </a:lnTo>
                    <a:lnTo>
                      <a:pt x="6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2" name="Group 231">
              <a:extLst>
                <a:ext uri="{FF2B5EF4-FFF2-40B4-BE49-F238E27FC236}">
                  <a16:creationId xmlns:a16="http://schemas.microsoft.com/office/drawing/2014/main" id="{4C9BD135-7D49-765E-1484-848527BB8644}"/>
                </a:ext>
              </a:extLst>
            </p:cNvPr>
            <p:cNvGrpSpPr>
              <a:grpSpLocks/>
            </p:cNvGrpSpPr>
            <p:nvPr/>
          </p:nvGrpSpPr>
          <p:grpSpPr bwMode="auto">
            <a:xfrm>
              <a:off x="2854" y="1680"/>
              <a:ext cx="35" cy="56"/>
              <a:chOff x="2854" y="1680"/>
              <a:chExt cx="35" cy="56"/>
            </a:xfrm>
          </p:grpSpPr>
          <p:sp>
            <p:nvSpPr>
              <p:cNvPr id="1259" name="Freeform 4981">
                <a:extLst>
                  <a:ext uri="{FF2B5EF4-FFF2-40B4-BE49-F238E27FC236}">
                    <a16:creationId xmlns:a16="http://schemas.microsoft.com/office/drawing/2014/main" id="{1664FD01-79F9-99C2-DF70-976A2EDCC604}"/>
                  </a:ext>
                </a:extLst>
              </p:cNvPr>
              <p:cNvSpPr>
                <a:spLocks/>
              </p:cNvSpPr>
              <p:nvPr/>
            </p:nvSpPr>
            <p:spPr bwMode="auto">
              <a:xfrm>
                <a:off x="2854" y="1680"/>
                <a:ext cx="35" cy="56"/>
              </a:xfrm>
              <a:custGeom>
                <a:avLst/>
                <a:gdLst>
                  <a:gd name="T0" fmla="+- 0 2875 2854"/>
                  <a:gd name="T1" fmla="*/ T0 w 35"/>
                  <a:gd name="T2" fmla="+- 0 1680 1680"/>
                  <a:gd name="T3" fmla="*/ 1680 h 56"/>
                  <a:gd name="T4" fmla="+- 0 2868 2854"/>
                  <a:gd name="T5" fmla="*/ T4 w 35"/>
                  <a:gd name="T6" fmla="+- 0 1680 1680"/>
                  <a:gd name="T7" fmla="*/ 1680 h 56"/>
                  <a:gd name="T8" fmla="+- 0 2866 2854"/>
                  <a:gd name="T9" fmla="*/ T8 w 35"/>
                  <a:gd name="T10" fmla="+- 0 1681 1680"/>
                  <a:gd name="T11" fmla="*/ 1681 h 56"/>
                  <a:gd name="T12" fmla="+- 0 2861 2854"/>
                  <a:gd name="T13" fmla="*/ T12 w 35"/>
                  <a:gd name="T14" fmla="+- 0 1684 1680"/>
                  <a:gd name="T15" fmla="*/ 1684 h 56"/>
                  <a:gd name="T16" fmla="+- 0 2858 2854"/>
                  <a:gd name="T17" fmla="*/ T16 w 35"/>
                  <a:gd name="T18" fmla="+- 0 1688 1680"/>
                  <a:gd name="T19" fmla="*/ 1688 h 56"/>
                  <a:gd name="T20" fmla="+- 0 2855 2854"/>
                  <a:gd name="T21" fmla="*/ T20 w 35"/>
                  <a:gd name="T22" fmla="+- 0 1697 1680"/>
                  <a:gd name="T23" fmla="*/ 1697 h 56"/>
                  <a:gd name="T24" fmla="+- 0 2854 2854"/>
                  <a:gd name="T25" fmla="*/ T24 w 35"/>
                  <a:gd name="T26" fmla="+- 0 1702 1680"/>
                  <a:gd name="T27" fmla="*/ 1702 h 56"/>
                  <a:gd name="T28" fmla="+- 0 2854 2854"/>
                  <a:gd name="T29" fmla="*/ T28 w 35"/>
                  <a:gd name="T30" fmla="+- 0 1715 1680"/>
                  <a:gd name="T31" fmla="*/ 1715 h 56"/>
                  <a:gd name="T32" fmla="+- 0 2855 2854"/>
                  <a:gd name="T33" fmla="*/ T32 w 35"/>
                  <a:gd name="T34" fmla="+- 0 1721 1680"/>
                  <a:gd name="T35" fmla="*/ 1721 h 56"/>
                  <a:gd name="T36" fmla="+- 0 2861 2854"/>
                  <a:gd name="T37" fmla="*/ T36 w 35"/>
                  <a:gd name="T38" fmla="+- 0 1732 1680"/>
                  <a:gd name="T39" fmla="*/ 1732 h 56"/>
                  <a:gd name="T40" fmla="+- 0 2866 2854"/>
                  <a:gd name="T41" fmla="*/ T40 w 35"/>
                  <a:gd name="T42" fmla="+- 0 1735 1680"/>
                  <a:gd name="T43" fmla="*/ 1735 h 56"/>
                  <a:gd name="T44" fmla="+- 0 2873 2854"/>
                  <a:gd name="T45" fmla="*/ T44 w 35"/>
                  <a:gd name="T46" fmla="+- 0 1735 1680"/>
                  <a:gd name="T47" fmla="*/ 1735 h 56"/>
                  <a:gd name="T48" fmla="+- 0 2876 2854"/>
                  <a:gd name="T49" fmla="*/ T48 w 35"/>
                  <a:gd name="T50" fmla="+- 0 1734 1680"/>
                  <a:gd name="T51" fmla="*/ 1734 h 56"/>
                  <a:gd name="T52" fmla="+- 0 2878 2854"/>
                  <a:gd name="T53" fmla="*/ T52 w 35"/>
                  <a:gd name="T54" fmla="+- 0 1733 1680"/>
                  <a:gd name="T55" fmla="*/ 1733 h 56"/>
                  <a:gd name="T56" fmla="+- 0 2868 2854"/>
                  <a:gd name="T57" fmla="*/ T56 w 35"/>
                  <a:gd name="T58" fmla="+- 0 1733 1680"/>
                  <a:gd name="T59" fmla="*/ 1733 h 56"/>
                  <a:gd name="T60" fmla="+- 0 2866 2854"/>
                  <a:gd name="T61" fmla="*/ T60 w 35"/>
                  <a:gd name="T62" fmla="+- 0 1731 1680"/>
                  <a:gd name="T63" fmla="*/ 1731 h 56"/>
                  <a:gd name="T64" fmla="+- 0 2864 2854"/>
                  <a:gd name="T65" fmla="*/ T64 w 35"/>
                  <a:gd name="T66" fmla="+- 0 1727 1680"/>
                  <a:gd name="T67" fmla="*/ 1727 h 56"/>
                  <a:gd name="T68" fmla="+- 0 2862 2854"/>
                  <a:gd name="T69" fmla="*/ T68 w 35"/>
                  <a:gd name="T70" fmla="+- 0 1722 1680"/>
                  <a:gd name="T71" fmla="*/ 1722 h 56"/>
                  <a:gd name="T72" fmla="+- 0 2861 2854"/>
                  <a:gd name="T73" fmla="*/ T72 w 35"/>
                  <a:gd name="T74" fmla="+- 0 1716 1680"/>
                  <a:gd name="T75" fmla="*/ 1716 h 56"/>
                  <a:gd name="T76" fmla="+- 0 2871 2854"/>
                  <a:gd name="T77" fmla="*/ T76 w 35"/>
                  <a:gd name="T78" fmla="+- 0 1682 1680"/>
                  <a:gd name="T79" fmla="*/ 1682 h 56"/>
                  <a:gd name="T80" fmla="+- 0 2879 2854"/>
                  <a:gd name="T81" fmla="*/ T80 w 35"/>
                  <a:gd name="T82" fmla="+- 0 1682 1680"/>
                  <a:gd name="T83" fmla="*/ 1682 h 56"/>
                  <a:gd name="T84" fmla="+- 0 2879 2854"/>
                  <a:gd name="T85" fmla="*/ T84 w 35"/>
                  <a:gd name="T86" fmla="+- 0 1682 1680"/>
                  <a:gd name="T87" fmla="*/ 1682 h 56"/>
                  <a:gd name="T88" fmla="+- 0 2875 2854"/>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60" name="Freeform 4982">
                <a:extLst>
                  <a:ext uri="{FF2B5EF4-FFF2-40B4-BE49-F238E27FC236}">
                    <a16:creationId xmlns:a16="http://schemas.microsoft.com/office/drawing/2014/main" id="{52E35EA6-13E8-559B-35A3-3FCBDECD9160}"/>
                  </a:ext>
                </a:extLst>
              </p:cNvPr>
              <p:cNvSpPr>
                <a:spLocks/>
              </p:cNvSpPr>
              <p:nvPr/>
            </p:nvSpPr>
            <p:spPr bwMode="auto">
              <a:xfrm>
                <a:off x="2854" y="1680"/>
                <a:ext cx="35" cy="56"/>
              </a:xfrm>
              <a:custGeom>
                <a:avLst/>
                <a:gdLst>
                  <a:gd name="T0" fmla="+- 0 2879 2854"/>
                  <a:gd name="T1" fmla="*/ T0 w 35"/>
                  <a:gd name="T2" fmla="+- 0 1682 1680"/>
                  <a:gd name="T3" fmla="*/ 1682 h 56"/>
                  <a:gd name="T4" fmla="+- 0 2871 2854"/>
                  <a:gd name="T5" fmla="*/ T4 w 35"/>
                  <a:gd name="T6" fmla="+- 0 1682 1680"/>
                  <a:gd name="T7" fmla="*/ 1682 h 56"/>
                  <a:gd name="T8" fmla="+- 0 2875 2854"/>
                  <a:gd name="T9" fmla="*/ T8 w 35"/>
                  <a:gd name="T10" fmla="+- 0 1684 1680"/>
                  <a:gd name="T11" fmla="*/ 1684 h 56"/>
                  <a:gd name="T12" fmla="+- 0 2876 2854"/>
                  <a:gd name="T13" fmla="*/ T12 w 35"/>
                  <a:gd name="T14" fmla="+- 0 1685 1680"/>
                  <a:gd name="T15" fmla="*/ 1685 h 56"/>
                  <a:gd name="T16" fmla="+- 0 2878 2854"/>
                  <a:gd name="T17" fmla="*/ T16 w 35"/>
                  <a:gd name="T18" fmla="+- 0 1687 1680"/>
                  <a:gd name="T19" fmla="*/ 1687 h 56"/>
                  <a:gd name="T20" fmla="+- 0 2880 2854"/>
                  <a:gd name="T21" fmla="*/ T20 w 35"/>
                  <a:gd name="T22" fmla="+- 0 1694 1680"/>
                  <a:gd name="T23" fmla="*/ 1694 h 56"/>
                  <a:gd name="T24" fmla="+- 0 2880 2854"/>
                  <a:gd name="T25" fmla="*/ T24 w 35"/>
                  <a:gd name="T26" fmla="+- 0 1697 1680"/>
                  <a:gd name="T27" fmla="*/ 1697 h 56"/>
                  <a:gd name="T28" fmla="+- 0 2880 2854"/>
                  <a:gd name="T29" fmla="*/ T28 w 35"/>
                  <a:gd name="T30" fmla="+- 0 1715 1680"/>
                  <a:gd name="T31" fmla="*/ 1715 h 56"/>
                  <a:gd name="T32" fmla="+- 0 2880 2854"/>
                  <a:gd name="T33" fmla="*/ T32 w 35"/>
                  <a:gd name="T34" fmla="+- 0 1720 1680"/>
                  <a:gd name="T35" fmla="*/ 1720 h 56"/>
                  <a:gd name="T36" fmla="+- 0 2878 2854"/>
                  <a:gd name="T37" fmla="*/ T36 w 35"/>
                  <a:gd name="T38" fmla="+- 0 1727 1680"/>
                  <a:gd name="T39" fmla="*/ 1727 h 56"/>
                  <a:gd name="T40" fmla="+- 0 2877 2854"/>
                  <a:gd name="T41" fmla="*/ T40 w 35"/>
                  <a:gd name="T42" fmla="+- 0 1729 1680"/>
                  <a:gd name="T43" fmla="*/ 1729 h 56"/>
                  <a:gd name="T44" fmla="+- 0 2875 2854"/>
                  <a:gd name="T45" fmla="*/ T44 w 35"/>
                  <a:gd name="T46" fmla="+- 0 1731 1680"/>
                  <a:gd name="T47" fmla="*/ 1731 h 56"/>
                  <a:gd name="T48" fmla="+- 0 2871 2854"/>
                  <a:gd name="T49" fmla="*/ T48 w 35"/>
                  <a:gd name="T50" fmla="+- 0 1733 1680"/>
                  <a:gd name="T51" fmla="*/ 1733 h 56"/>
                  <a:gd name="T52" fmla="+- 0 2878 2854"/>
                  <a:gd name="T53" fmla="*/ T52 w 35"/>
                  <a:gd name="T54" fmla="+- 0 1733 1680"/>
                  <a:gd name="T55" fmla="*/ 1733 h 56"/>
                  <a:gd name="T56" fmla="+- 0 2888 2854"/>
                  <a:gd name="T57" fmla="*/ T56 w 35"/>
                  <a:gd name="T58" fmla="+- 0 1698 1680"/>
                  <a:gd name="T59" fmla="*/ 1698 h 56"/>
                  <a:gd name="T60" fmla="+- 0 2886 2854"/>
                  <a:gd name="T61" fmla="*/ T60 w 35"/>
                  <a:gd name="T62" fmla="+- 0 1691 1680"/>
                  <a:gd name="T63" fmla="*/ 1691 h 56"/>
                  <a:gd name="T64" fmla="+- 0 2879 2854"/>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3" name="Group 232">
              <a:extLst>
                <a:ext uri="{FF2B5EF4-FFF2-40B4-BE49-F238E27FC236}">
                  <a16:creationId xmlns:a16="http://schemas.microsoft.com/office/drawing/2014/main" id="{017E2D75-BFC1-E54E-70A1-D009AC06A460}"/>
                </a:ext>
              </a:extLst>
            </p:cNvPr>
            <p:cNvGrpSpPr>
              <a:grpSpLocks/>
            </p:cNvGrpSpPr>
            <p:nvPr/>
          </p:nvGrpSpPr>
          <p:grpSpPr bwMode="auto">
            <a:xfrm>
              <a:off x="3310" y="1680"/>
              <a:ext cx="35" cy="56"/>
              <a:chOff x="3310" y="1680"/>
              <a:chExt cx="35" cy="56"/>
            </a:xfrm>
          </p:grpSpPr>
          <p:sp>
            <p:nvSpPr>
              <p:cNvPr id="1257" name="Freeform 4984">
                <a:extLst>
                  <a:ext uri="{FF2B5EF4-FFF2-40B4-BE49-F238E27FC236}">
                    <a16:creationId xmlns:a16="http://schemas.microsoft.com/office/drawing/2014/main" id="{39AAE9EA-FE52-9636-A086-1476D145B7AC}"/>
                  </a:ext>
                </a:extLst>
              </p:cNvPr>
              <p:cNvSpPr>
                <a:spLocks/>
              </p:cNvSpPr>
              <p:nvPr/>
            </p:nvSpPr>
            <p:spPr bwMode="auto">
              <a:xfrm>
                <a:off x="3310" y="1680"/>
                <a:ext cx="35" cy="56"/>
              </a:xfrm>
              <a:custGeom>
                <a:avLst/>
                <a:gdLst>
                  <a:gd name="T0" fmla="+- 0 3331 3310"/>
                  <a:gd name="T1" fmla="*/ T0 w 35"/>
                  <a:gd name="T2" fmla="+- 0 1680 1680"/>
                  <a:gd name="T3" fmla="*/ 1680 h 56"/>
                  <a:gd name="T4" fmla="+- 0 3325 3310"/>
                  <a:gd name="T5" fmla="*/ T4 w 35"/>
                  <a:gd name="T6" fmla="+- 0 1680 1680"/>
                  <a:gd name="T7" fmla="*/ 1680 h 56"/>
                  <a:gd name="T8" fmla="+- 0 3322 3310"/>
                  <a:gd name="T9" fmla="*/ T8 w 35"/>
                  <a:gd name="T10" fmla="+- 0 1681 1680"/>
                  <a:gd name="T11" fmla="*/ 1681 h 56"/>
                  <a:gd name="T12" fmla="+- 0 3317 3310"/>
                  <a:gd name="T13" fmla="*/ T12 w 35"/>
                  <a:gd name="T14" fmla="+- 0 1684 1680"/>
                  <a:gd name="T15" fmla="*/ 1684 h 56"/>
                  <a:gd name="T16" fmla="+- 0 3315 3310"/>
                  <a:gd name="T17" fmla="*/ T16 w 35"/>
                  <a:gd name="T18" fmla="+- 0 1688 1680"/>
                  <a:gd name="T19" fmla="*/ 1688 h 56"/>
                  <a:gd name="T20" fmla="+- 0 3311 3310"/>
                  <a:gd name="T21" fmla="*/ T20 w 35"/>
                  <a:gd name="T22" fmla="+- 0 1697 1680"/>
                  <a:gd name="T23" fmla="*/ 1697 h 56"/>
                  <a:gd name="T24" fmla="+- 0 3310 3310"/>
                  <a:gd name="T25" fmla="*/ T24 w 35"/>
                  <a:gd name="T26" fmla="+- 0 1702 1680"/>
                  <a:gd name="T27" fmla="*/ 1702 h 56"/>
                  <a:gd name="T28" fmla="+- 0 3310 3310"/>
                  <a:gd name="T29" fmla="*/ T28 w 35"/>
                  <a:gd name="T30" fmla="+- 0 1715 1680"/>
                  <a:gd name="T31" fmla="*/ 1715 h 56"/>
                  <a:gd name="T32" fmla="+- 0 3311 3310"/>
                  <a:gd name="T33" fmla="*/ T32 w 35"/>
                  <a:gd name="T34" fmla="+- 0 1721 1680"/>
                  <a:gd name="T35" fmla="*/ 1721 h 56"/>
                  <a:gd name="T36" fmla="+- 0 3318 3310"/>
                  <a:gd name="T37" fmla="*/ T36 w 35"/>
                  <a:gd name="T38" fmla="+- 0 1732 1680"/>
                  <a:gd name="T39" fmla="*/ 1732 h 56"/>
                  <a:gd name="T40" fmla="+- 0 3322 3310"/>
                  <a:gd name="T41" fmla="*/ T40 w 35"/>
                  <a:gd name="T42" fmla="+- 0 1735 1680"/>
                  <a:gd name="T43" fmla="*/ 1735 h 56"/>
                  <a:gd name="T44" fmla="+- 0 3330 3310"/>
                  <a:gd name="T45" fmla="*/ T44 w 35"/>
                  <a:gd name="T46" fmla="+- 0 1735 1680"/>
                  <a:gd name="T47" fmla="*/ 1735 h 56"/>
                  <a:gd name="T48" fmla="+- 0 3332 3310"/>
                  <a:gd name="T49" fmla="*/ T48 w 35"/>
                  <a:gd name="T50" fmla="+- 0 1734 1680"/>
                  <a:gd name="T51" fmla="*/ 1734 h 56"/>
                  <a:gd name="T52" fmla="+- 0 3334 3310"/>
                  <a:gd name="T53" fmla="*/ T52 w 35"/>
                  <a:gd name="T54" fmla="+- 0 1733 1680"/>
                  <a:gd name="T55" fmla="*/ 1733 h 56"/>
                  <a:gd name="T56" fmla="+- 0 3324 3310"/>
                  <a:gd name="T57" fmla="*/ T56 w 35"/>
                  <a:gd name="T58" fmla="+- 0 1733 1680"/>
                  <a:gd name="T59" fmla="*/ 1733 h 56"/>
                  <a:gd name="T60" fmla="+- 0 3322 3310"/>
                  <a:gd name="T61" fmla="*/ T60 w 35"/>
                  <a:gd name="T62" fmla="+- 0 1731 1680"/>
                  <a:gd name="T63" fmla="*/ 1731 h 56"/>
                  <a:gd name="T64" fmla="+- 0 3320 3310"/>
                  <a:gd name="T65" fmla="*/ T64 w 35"/>
                  <a:gd name="T66" fmla="+- 0 1727 1680"/>
                  <a:gd name="T67" fmla="*/ 1727 h 56"/>
                  <a:gd name="T68" fmla="+- 0 3319 3310"/>
                  <a:gd name="T69" fmla="*/ T68 w 35"/>
                  <a:gd name="T70" fmla="+- 0 1722 1680"/>
                  <a:gd name="T71" fmla="*/ 1722 h 56"/>
                  <a:gd name="T72" fmla="+- 0 3318 3310"/>
                  <a:gd name="T73" fmla="*/ T72 w 35"/>
                  <a:gd name="T74" fmla="+- 0 1716 1680"/>
                  <a:gd name="T75" fmla="*/ 1716 h 56"/>
                  <a:gd name="T76" fmla="+- 0 3327 3310"/>
                  <a:gd name="T77" fmla="*/ T76 w 35"/>
                  <a:gd name="T78" fmla="+- 0 1682 1680"/>
                  <a:gd name="T79" fmla="*/ 1682 h 56"/>
                  <a:gd name="T80" fmla="+- 0 3336 3310"/>
                  <a:gd name="T81" fmla="*/ T80 w 35"/>
                  <a:gd name="T82" fmla="+- 0 1682 1680"/>
                  <a:gd name="T83" fmla="*/ 1682 h 56"/>
                  <a:gd name="T84" fmla="+- 0 3335 3310"/>
                  <a:gd name="T85" fmla="*/ T84 w 35"/>
                  <a:gd name="T86" fmla="+- 0 1682 1680"/>
                  <a:gd name="T87" fmla="*/ 1682 h 56"/>
                  <a:gd name="T88" fmla="+- 0 3331 3310"/>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10" y="47"/>
                    </a:lnTo>
                    <a:lnTo>
                      <a:pt x="9" y="42"/>
                    </a:lnTo>
                    <a:lnTo>
                      <a:pt x="8" y="36"/>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58" name="Freeform 4985">
                <a:extLst>
                  <a:ext uri="{FF2B5EF4-FFF2-40B4-BE49-F238E27FC236}">
                    <a16:creationId xmlns:a16="http://schemas.microsoft.com/office/drawing/2014/main" id="{E707E5C2-8B8D-C3CF-61B4-0E3A730E76C4}"/>
                  </a:ext>
                </a:extLst>
              </p:cNvPr>
              <p:cNvSpPr>
                <a:spLocks/>
              </p:cNvSpPr>
              <p:nvPr/>
            </p:nvSpPr>
            <p:spPr bwMode="auto">
              <a:xfrm>
                <a:off x="3310" y="1680"/>
                <a:ext cx="35" cy="56"/>
              </a:xfrm>
              <a:custGeom>
                <a:avLst/>
                <a:gdLst>
                  <a:gd name="T0" fmla="+- 0 3336 3310"/>
                  <a:gd name="T1" fmla="*/ T0 w 35"/>
                  <a:gd name="T2" fmla="+- 0 1682 1680"/>
                  <a:gd name="T3" fmla="*/ 1682 h 56"/>
                  <a:gd name="T4" fmla="+- 0 3327 3310"/>
                  <a:gd name="T5" fmla="*/ T4 w 35"/>
                  <a:gd name="T6" fmla="+- 0 1682 1680"/>
                  <a:gd name="T7" fmla="*/ 1682 h 56"/>
                  <a:gd name="T8" fmla="+- 0 3331 3310"/>
                  <a:gd name="T9" fmla="*/ T8 w 35"/>
                  <a:gd name="T10" fmla="+- 0 1684 1680"/>
                  <a:gd name="T11" fmla="*/ 1684 h 56"/>
                  <a:gd name="T12" fmla="+- 0 3333 3310"/>
                  <a:gd name="T13" fmla="*/ T12 w 35"/>
                  <a:gd name="T14" fmla="+- 0 1685 1680"/>
                  <a:gd name="T15" fmla="*/ 1685 h 56"/>
                  <a:gd name="T16" fmla="+- 0 3337 3310"/>
                  <a:gd name="T17" fmla="*/ T16 w 35"/>
                  <a:gd name="T18" fmla="+- 0 1715 1680"/>
                  <a:gd name="T19" fmla="*/ 1715 h 56"/>
                  <a:gd name="T20" fmla="+- 0 3336 3310"/>
                  <a:gd name="T21" fmla="*/ T20 w 35"/>
                  <a:gd name="T22" fmla="+- 0 1720 1680"/>
                  <a:gd name="T23" fmla="*/ 1720 h 56"/>
                  <a:gd name="T24" fmla="+- 0 3334 3310"/>
                  <a:gd name="T25" fmla="*/ T24 w 35"/>
                  <a:gd name="T26" fmla="+- 0 1727 1680"/>
                  <a:gd name="T27" fmla="*/ 1727 h 56"/>
                  <a:gd name="T28" fmla="+- 0 3333 3310"/>
                  <a:gd name="T29" fmla="*/ T28 w 35"/>
                  <a:gd name="T30" fmla="+- 0 1729 1680"/>
                  <a:gd name="T31" fmla="*/ 1729 h 56"/>
                  <a:gd name="T32" fmla="+- 0 3332 3310"/>
                  <a:gd name="T33" fmla="*/ T32 w 35"/>
                  <a:gd name="T34" fmla="+- 0 1731 1680"/>
                  <a:gd name="T35" fmla="*/ 1731 h 56"/>
                  <a:gd name="T36" fmla="+- 0 3327 3310"/>
                  <a:gd name="T37" fmla="*/ T36 w 35"/>
                  <a:gd name="T38" fmla="+- 0 1733 1680"/>
                  <a:gd name="T39" fmla="*/ 1733 h 56"/>
                  <a:gd name="T40" fmla="+- 0 3334 3310"/>
                  <a:gd name="T41" fmla="*/ T40 w 35"/>
                  <a:gd name="T42" fmla="+- 0 1733 1680"/>
                  <a:gd name="T43" fmla="*/ 1733 h 56"/>
                  <a:gd name="T44" fmla="+- 0 3344 3310"/>
                  <a:gd name="T45" fmla="*/ T44 w 35"/>
                  <a:gd name="T46" fmla="+- 0 1698 1680"/>
                  <a:gd name="T47" fmla="*/ 1698 h 56"/>
                  <a:gd name="T48" fmla="+- 0 3342 3310"/>
                  <a:gd name="T49" fmla="*/ T48 w 35"/>
                  <a:gd name="T50" fmla="+- 0 1691 1680"/>
                  <a:gd name="T51" fmla="*/ 1691 h 56"/>
                  <a:gd name="T52" fmla="+- 0 3336 3310"/>
                  <a:gd name="T53" fmla="*/ T52 w 35"/>
                  <a:gd name="T54" fmla="+- 0 1682 1680"/>
                  <a:gd name="T55"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7" y="2"/>
                    </a:lnTo>
                    <a:lnTo>
                      <a:pt x="21" y="4"/>
                    </a:lnTo>
                    <a:lnTo>
                      <a:pt x="23" y="5"/>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4" name="Group 233">
              <a:extLst>
                <a:ext uri="{FF2B5EF4-FFF2-40B4-BE49-F238E27FC236}">
                  <a16:creationId xmlns:a16="http://schemas.microsoft.com/office/drawing/2014/main" id="{B871EA5A-F7FF-77A9-B1B2-EA58D0275052}"/>
                </a:ext>
              </a:extLst>
            </p:cNvPr>
            <p:cNvGrpSpPr>
              <a:grpSpLocks/>
            </p:cNvGrpSpPr>
            <p:nvPr/>
          </p:nvGrpSpPr>
          <p:grpSpPr bwMode="auto">
            <a:xfrm>
              <a:off x="3766" y="1680"/>
              <a:ext cx="35" cy="56"/>
              <a:chOff x="3766" y="1680"/>
              <a:chExt cx="35" cy="56"/>
            </a:xfrm>
          </p:grpSpPr>
          <p:sp>
            <p:nvSpPr>
              <p:cNvPr id="1255" name="Freeform 4987">
                <a:extLst>
                  <a:ext uri="{FF2B5EF4-FFF2-40B4-BE49-F238E27FC236}">
                    <a16:creationId xmlns:a16="http://schemas.microsoft.com/office/drawing/2014/main" id="{5CF1D645-1962-AB5A-3AE2-7239667A3896}"/>
                  </a:ext>
                </a:extLst>
              </p:cNvPr>
              <p:cNvSpPr>
                <a:spLocks/>
              </p:cNvSpPr>
              <p:nvPr/>
            </p:nvSpPr>
            <p:spPr bwMode="auto">
              <a:xfrm>
                <a:off x="3766" y="1680"/>
                <a:ext cx="35" cy="56"/>
              </a:xfrm>
              <a:custGeom>
                <a:avLst/>
                <a:gdLst>
                  <a:gd name="T0" fmla="+- 0 3788 3766"/>
                  <a:gd name="T1" fmla="*/ T0 w 35"/>
                  <a:gd name="T2" fmla="+- 0 1680 1680"/>
                  <a:gd name="T3" fmla="*/ 1680 h 56"/>
                  <a:gd name="T4" fmla="+- 0 3781 3766"/>
                  <a:gd name="T5" fmla="*/ T4 w 35"/>
                  <a:gd name="T6" fmla="+- 0 1680 1680"/>
                  <a:gd name="T7" fmla="*/ 1680 h 56"/>
                  <a:gd name="T8" fmla="+- 0 3779 3766"/>
                  <a:gd name="T9" fmla="*/ T8 w 35"/>
                  <a:gd name="T10" fmla="+- 0 1681 1680"/>
                  <a:gd name="T11" fmla="*/ 1681 h 56"/>
                  <a:gd name="T12" fmla="+- 0 3773 3766"/>
                  <a:gd name="T13" fmla="*/ T12 w 35"/>
                  <a:gd name="T14" fmla="+- 0 1684 1680"/>
                  <a:gd name="T15" fmla="*/ 1684 h 56"/>
                  <a:gd name="T16" fmla="+- 0 3771 3766"/>
                  <a:gd name="T17" fmla="*/ T16 w 35"/>
                  <a:gd name="T18" fmla="+- 0 1688 1680"/>
                  <a:gd name="T19" fmla="*/ 1688 h 56"/>
                  <a:gd name="T20" fmla="+- 0 3767 3766"/>
                  <a:gd name="T21" fmla="*/ T20 w 35"/>
                  <a:gd name="T22" fmla="+- 0 1697 1680"/>
                  <a:gd name="T23" fmla="*/ 1697 h 56"/>
                  <a:gd name="T24" fmla="+- 0 3766 3766"/>
                  <a:gd name="T25" fmla="*/ T24 w 35"/>
                  <a:gd name="T26" fmla="+- 0 1702 1680"/>
                  <a:gd name="T27" fmla="*/ 1702 h 56"/>
                  <a:gd name="T28" fmla="+- 0 3766 3766"/>
                  <a:gd name="T29" fmla="*/ T28 w 35"/>
                  <a:gd name="T30" fmla="+- 0 1715 1680"/>
                  <a:gd name="T31" fmla="*/ 1715 h 56"/>
                  <a:gd name="T32" fmla="+- 0 3768 3766"/>
                  <a:gd name="T33" fmla="*/ T32 w 35"/>
                  <a:gd name="T34" fmla="+- 0 1721 1680"/>
                  <a:gd name="T35" fmla="*/ 1721 h 56"/>
                  <a:gd name="T36" fmla="+- 0 3774 3766"/>
                  <a:gd name="T37" fmla="*/ T36 w 35"/>
                  <a:gd name="T38" fmla="+- 0 1732 1680"/>
                  <a:gd name="T39" fmla="*/ 1732 h 56"/>
                  <a:gd name="T40" fmla="+- 0 3778 3766"/>
                  <a:gd name="T41" fmla="*/ T40 w 35"/>
                  <a:gd name="T42" fmla="+- 0 1735 1680"/>
                  <a:gd name="T43" fmla="*/ 1735 h 56"/>
                  <a:gd name="T44" fmla="+- 0 3786 3766"/>
                  <a:gd name="T45" fmla="*/ T44 w 35"/>
                  <a:gd name="T46" fmla="+- 0 1735 1680"/>
                  <a:gd name="T47" fmla="*/ 1735 h 56"/>
                  <a:gd name="T48" fmla="+- 0 3788 3766"/>
                  <a:gd name="T49" fmla="*/ T48 w 35"/>
                  <a:gd name="T50" fmla="+- 0 1734 1680"/>
                  <a:gd name="T51" fmla="*/ 1734 h 56"/>
                  <a:gd name="T52" fmla="+- 0 3791 3766"/>
                  <a:gd name="T53" fmla="*/ T52 w 35"/>
                  <a:gd name="T54" fmla="+- 0 1733 1680"/>
                  <a:gd name="T55" fmla="*/ 1733 h 56"/>
                  <a:gd name="T56" fmla="+- 0 3780 3766"/>
                  <a:gd name="T57" fmla="*/ T56 w 35"/>
                  <a:gd name="T58" fmla="+- 0 1733 1680"/>
                  <a:gd name="T59" fmla="*/ 1733 h 56"/>
                  <a:gd name="T60" fmla="+- 0 3778 3766"/>
                  <a:gd name="T61" fmla="*/ T60 w 35"/>
                  <a:gd name="T62" fmla="+- 0 1731 1680"/>
                  <a:gd name="T63" fmla="*/ 1731 h 56"/>
                  <a:gd name="T64" fmla="+- 0 3777 3766"/>
                  <a:gd name="T65" fmla="*/ T64 w 35"/>
                  <a:gd name="T66" fmla="+- 0 1727 1680"/>
                  <a:gd name="T67" fmla="*/ 1727 h 56"/>
                  <a:gd name="T68" fmla="+- 0 3775 3766"/>
                  <a:gd name="T69" fmla="*/ T68 w 35"/>
                  <a:gd name="T70" fmla="+- 0 1722 1680"/>
                  <a:gd name="T71" fmla="*/ 1722 h 56"/>
                  <a:gd name="T72" fmla="+- 0 3774 3766"/>
                  <a:gd name="T73" fmla="*/ T72 w 35"/>
                  <a:gd name="T74" fmla="+- 0 1716 1680"/>
                  <a:gd name="T75" fmla="*/ 1716 h 56"/>
                  <a:gd name="T76" fmla="+- 0 3784 3766"/>
                  <a:gd name="T77" fmla="*/ T76 w 35"/>
                  <a:gd name="T78" fmla="+- 0 1682 1680"/>
                  <a:gd name="T79" fmla="*/ 1682 h 56"/>
                  <a:gd name="T80" fmla="+- 0 3792 3766"/>
                  <a:gd name="T81" fmla="*/ T80 w 35"/>
                  <a:gd name="T82" fmla="+- 0 1682 1680"/>
                  <a:gd name="T83" fmla="*/ 1682 h 56"/>
                  <a:gd name="T84" fmla="+- 0 3791 3766"/>
                  <a:gd name="T85" fmla="*/ T84 w 35"/>
                  <a:gd name="T86" fmla="+- 0 1682 1680"/>
                  <a:gd name="T87" fmla="*/ 1682 h 56"/>
                  <a:gd name="T88" fmla="+- 0 3788 3766"/>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56" name="Freeform 4988">
                <a:extLst>
                  <a:ext uri="{FF2B5EF4-FFF2-40B4-BE49-F238E27FC236}">
                    <a16:creationId xmlns:a16="http://schemas.microsoft.com/office/drawing/2014/main" id="{E44E4C36-BB6D-7F44-5597-3B048B5EFB5B}"/>
                  </a:ext>
                </a:extLst>
              </p:cNvPr>
              <p:cNvSpPr>
                <a:spLocks/>
              </p:cNvSpPr>
              <p:nvPr/>
            </p:nvSpPr>
            <p:spPr bwMode="auto">
              <a:xfrm>
                <a:off x="3766" y="1680"/>
                <a:ext cx="35" cy="56"/>
              </a:xfrm>
              <a:custGeom>
                <a:avLst/>
                <a:gdLst>
                  <a:gd name="T0" fmla="+- 0 3792 3766"/>
                  <a:gd name="T1" fmla="*/ T0 w 35"/>
                  <a:gd name="T2" fmla="+- 0 1682 1680"/>
                  <a:gd name="T3" fmla="*/ 1682 h 56"/>
                  <a:gd name="T4" fmla="+- 0 3784 3766"/>
                  <a:gd name="T5" fmla="*/ T4 w 35"/>
                  <a:gd name="T6" fmla="+- 0 1682 1680"/>
                  <a:gd name="T7" fmla="*/ 1682 h 56"/>
                  <a:gd name="T8" fmla="+- 0 3787 3766"/>
                  <a:gd name="T9" fmla="*/ T8 w 35"/>
                  <a:gd name="T10" fmla="+- 0 1684 1680"/>
                  <a:gd name="T11" fmla="*/ 1684 h 56"/>
                  <a:gd name="T12" fmla="+- 0 3789 3766"/>
                  <a:gd name="T13" fmla="*/ T12 w 35"/>
                  <a:gd name="T14" fmla="+- 0 1685 1680"/>
                  <a:gd name="T15" fmla="*/ 1685 h 56"/>
                  <a:gd name="T16" fmla="+- 0 3790 3766"/>
                  <a:gd name="T17" fmla="*/ T16 w 35"/>
                  <a:gd name="T18" fmla="+- 0 1687 1680"/>
                  <a:gd name="T19" fmla="*/ 1687 h 56"/>
                  <a:gd name="T20" fmla="+- 0 3792 3766"/>
                  <a:gd name="T21" fmla="*/ T20 w 35"/>
                  <a:gd name="T22" fmla="+- 0 1694 1680"/>
                  <a:gd name="T23" fmla="*/ 1694 h 56"/>
                  <a:gd name="T24" fmla="+- 0 3793 3766"/>
                  <a:gd name="T25" fmla="*/ T24 w 35"/>
                  <a:gd name="T26" fmla="+- 0 1697 1680"/>
                  <a:gd name="T27" fmla="*/ 1697 h 56"/>
                  <a:gd name="T28" fmla="+- 0 3793 3766"/>
                  <a:gd name="T29" fmla="*/ T28 w 35"/>
                  <a:gd name="T30" fmla="+- 0 1715 1680"/>
                  <a:gd name="T31" fmla="*/ 1715 h 56"/>
                  <a:gd name="T32" fmla="+- 0 3792 3766"/>
                  <a:gd name="T33" fmla="*/ T32 w 35"/>
                  <a:gd name="T34" fmla="+- 0 1720 1680"/>
                  <a:gd name="T35" fmla="*/ 1720 h 56"/>
                  <a:gd name="T36" fmla="+- 0 3790 3766"/>
                  <a:gd name="T37" fmla="*/ T36 w 35"/>
                  <a:gd name="T38" fmla="+- 0 1727 1680"/>
                  <a:gd name="T39" fmla="*/ 1727 h 56"/>
                  <a:gd name="T40" fmla="+- 0 3789 3766"/>
                  <a:gd name="T41" fmla="*/ T40 w 35"/>
                  <a:gd name="T42" fmla="+- 0 1729 1680"/>
                  <a:gd name="T43" fmla="*/ 1729 h 56"/>
                  <a:gd name="T44" fmla="+- 0 3788 3766"/>
                  <a:gd name="T45" fmla="*/ T44 w 35"/>
                  <a:gd name="T46" fmla="+- 0 1731 1680"/>
                  <a:gd name="T47" fmla="*/ 1731 h 56"/>
                  <a:gd name="T48" fmla="+- 0 3783 3766"/>
                  <a:gd name="T49" fmla="*/ T48 w 35"/>
                  <a:gd name="T50" fmla="+- 0 1733 1680"/>
                  <a:gd name="T51" fmla="*/ 1733 h 56"/>
                  <a:gd name="T52" fmla="+- 0 3791 3766"/>
                  <a:gd name="T53" fmla="*/ T52 w 35"/>
                  <a:gd name="T54" fmla="+- 0 1733 1680"/>
                  <a:gd name="T55" fmla="*/ 1733 h 56"/>
                  <a:gd name="T56" fmla="+- 0 3801 3766"/>
                  <a:gd name="T57" fmla="*/ T56 w 35"/>
                  <a:gd name="T58" fmla="+- 0 1698 1680"/>
                  <a:gd name="T59" fmla="*/ 1698 h 56"/>
                  <a:gd name="T60" fmla="+- 0 3799 3766"/>
                  <a:gd name="T61" fmla="*/ T60 w 35"/>
                  <a:gd name="T62" fmla="+- 0 1691 1680"/>
                  <a:gd name="T63" fmla="*/ 1691 h 56"/>
                  <a:gd name="T64" fmla="+- 0 3792 3766"/>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5" name="Group 234">
              <a:extLst>
                <a:ext uri="{FF2B5EF4-FFF2-40B4-BE49-F238E27FC236}">
                  <a16:creationId xmlns:a16="http://schemas.microsoft.com/office/drawing/2014/main" id="{B7C98EE0-9945-A74D-22FC-B2076A71EB57}"/>
                </a:ext>
              </a:extLst>
            </p:cNvPr>
            <p:cNvGrpSpPr>
              <a:grpSpLocks/>
            </p:cNvGrpSpPr>
            <p:nvPr/>
          </p:nvGrpSpPr>
          <p:grpSpPr bwMode="auto">
            <a:xfrm>
              <a:off x="4223" y="1680"/>
              <a:ext cx="35" cy="56"/>
              <a:chOff x="4223" y="1680"/>
              <a:chExt cx="35" cy="56"/>
            </a:xfrm>
          </p:grpSpPr>
          <p:sp>
            <p:nvSpPr>
              <p:cNvPr id="1253" name="Freeform 4990">
                <a:extLst>
                  <a:ext uri="{FF2B5EF4-FFF2-40B4-BE49-F238E27FC236}">
                    <a16:creationId xmlns:a16="http://schemas.microsoft.com/office/drawing/2014/main" id="{753CE43E-5DF3-8064-6954-E82A38899AB7}"/>
                  </a:ext>
                </a:extLst>
              </p:cNvPr>
              <p:cNvSpPr>
                <a:spLocks/>
              </p:cNvSpPr>
              <p:nvPr/>
            </p:nvSpPr>
            <p:spPr bwMode="auto">
              <a:xfrm>
                <a:off x="4223" y="1680"/>
                <a:ext cx="35" cy="56"/>
              </a:xfrm>
              <a:custGeom>
                <a:avLst/>
                <a:gdLst>
                  <a:gd name="T0" fmla="+- 0 4244 4223"/>
                  <a:gd name="T1" fmla="*/ T0 w 35"/>
                  <a:gd name="T2" fmla="+- 0 1680 1680"/>
                  <a:gd name="T3" fmla="*/ 1680 h 56"/>
                  <a:gd name="T4" fmla="+- 0 4237 4223"/>
                  <a:gd name="T5" fmla="*/ T4 w 35"/>
                  <a:gd name="T6" fmla="+- 0 1680 1680"/>
                  <a:gd name="T7" fmla="*/ 1680 h 56"/>
                  <a:gd name="T8" fmla="+- 0 4235 4223"/>
                  <a:gd name="T9" fmla="*/ T8 w 35"/>
                  <a:gd name="T10" fmla="+- 0 1681 1680"/>
                  <a:gd name="T11" fmla="*/ 1681 h 56"/>
                  <a:gd name="T12" fmla="+- 0 4230 4223"/>
                  <a:gd name="T13" fmla="*/ T12 w 35"/>
                  <a:gd name="T14" fmla="+- 0 1684 1680"/>
                  <a:gd name="T15" fmla="*/ 1684 h 56"/>
                  <a:gd name="T16" fmla="+- 0 4227 4223"/>
                  <a:gd name="T17" fmla="*/ T16 w 35"/>
                  <a:gd name="T18" fmla="+- 0 1688 1680"/>
                  <a:gd name="T19" fmla="*/ 1688 h 56"/>
                  <a:gd name="T20" fmla="+- 0 4223 4223"/>
                  <a:gd name="T21" fmla="*/ T20 w 35"/>
                  <a:gd name="T22" fmla="+- 0 1697 1680"/>
                  <a:gd name="T23" fmla="*/ 1697 h 56"/>
                  <a:gd name="T24" fmla="+- 0 4223 4223"/>
                  <a:gd name="T25" fmla="*/ T24 w 35"/>
                  <a:gd name="T26" fmla="+- 0 1702 1680"/>
                  <a:gd name="T27" fmla="*/ 1702 h 56"/>
                  <a:gd name="T28" fmla="+- 0 4223 4223"/>
                  <a:gd name="T29" fmla="*/ T28 w 35"/>
                  <a:gd name="T30" fmla="+- 0 1715 1680"/>
                  <a:gd name="T31" fmla="*/ 1715 h 56"/>
                  <a:gd name="T32" fmla="+- 0 4224 4223"/>
                  <a:gd name="T33" fmla="*/ T32 w 35"/>
                  <a:gd name="T34" fmla="+- 0 1721 1680"/>
                  <a:gd name="T35" fmla="*/ 1721 h 56"/>
                  <a:gd name="T36" fmla="+- 0 4230 4223"/>
                  <a:gd name="T37" fmla="*/ T36 w 35"/>
                  <a:gd name="T38" fmla="+- 0 1732 1680"/>
                  <a:gd name="T39" fmla="*/ 1732 h 56"/>
                  <a:gd name="T40" fmla="+- 0 4234 4223"/>
                  <a:gd name="T41" fmla="*/ T40 w 35"/>
                  <a:gd name="T42" fmla="+- 0 1735 1680"/>
                  <a:gd name="T43" fmla="*/ 1735 h 56"/>
                  <a:gd name="T44" fmla="+- 0 4242 4223"/>
                  <a:gd name="T45" fmla="*/ T44 w 35"/>
                  <a:gd name="T46" fmla="+- 0 1735 1680"/>
                  <a:gd name="T47" fmla="*/ 1735 h 56"/>
                  <a:gd name="T48" fmla="+- 0 4245 4223"/>
                  <a:gd name="T49" fmla="*/ T48 w 35"/>
                  <a:gd name="T50" fmla="+- 0 1734 1680"/>
                  <a:gd name="T51" fmla="*/ 1734 h 56"/>
                  <a:gd name="T52" fmla="+- 0 4247 4223"/>
                  <a:gd name="T53" fmla="*/ T52 w 35"/>
                  <a:gd name="T54" fmla="+- 0 1733 1680"/>
                  <a:gd name="T55" fmla="*/ 1733 h 56"/>
                  <a:gd name="T56" fmla="+- 0 4237 4223"/>
                  <a:gd name="T57" fmla="*/ T56 w 35"/>
                  <a:gd name="T58" fmla="+- 0 1733 1680"/>
                  <a:gd name="T59" fmla="*/ 1733 h 56"/>
                  <a:gd name="T60" fmla="+- 0 4234 4223"/>
                  <a:gd name="T61" fmla="*/ T60 w 35"/>
                  <a:gd name="T62" fmla="+- 0 1731 1680"/>
                  <a:gd name="T63" fmla="*/ 1731 h 56"/>
                  <a:gd name="T64" fmla="+- 0 4233 4223"/>
                  <a:gd name="T65" fmla="*/ T64 w 35"/>
                  <a:gd name="T66" fmla="+- 0 1727 1680"/>
                  <a:gd name="T67" fmla="*/ 1727 h 56"/>
                  <a:gd name="T68" fmla="+- 0 4231 4223"/>
                  <a:gd name="T69" fmla="*/ T68 w 35"/>
                  <a:gd name="T70" fmla="+- 0 1722 1680"/>
                  <a:gd name="T71" fmla="*/ 1722 h 56"/>
                  <a:gd name="T72" fmla="+- 0 4230 4223"/>
                  <a:gd name="T73" fmla="*/ T72 w 35"/>
                  <a:gd name="T74" fmla="+- 0 1716 1680"/>
                  <a:gd name="T75" fmla="*/ 1716 h 56"/>
                  <a:gd name="T76" fmla="+- 0 4240 4223"/>
                  <a:gd name="T77" fmla="*/ T76 w 35"/>
                  <a:gd name="T78" fmla="+- 0 1682 1680"/>
                  <a:gd name="T79" fmla="*/ 1682 h 56"/>
                  <a:gd name="T80" fmla="+- 0 4248 4223"/>
                  <a:gd name="T81" fmla="*/ T80 w 35"/>
                  <a:gd name="T82" fmla="+- 0 1682 1680"/>
                  <a:gd name="T83" fmla="*/ 1682 h 56"/>
                  <a:gd name="T84" fmla="+- 0 4248 4223"/>
                  <a:gd name="T85" fmla="*/ T84 w 35"/>
                  <a:gd name="T86" fmla="+- 0 1682 1680"/>
                  <a:gd name="T87" fmla="*/ 1682 h 56"/>
                  <a:gd name="T88" fmla="+- 0 4244 4223"/>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54" name="Freeform 4991">
                <a:extLst>
                  <a:ext uri="{FF2B5EF4-FFF2-40B4-BE49-F238E27FC236}">
                    <a16:creationId xmlns:a16="http://schemas.microsoft.com/office/drawing/2014/main" id="{DE05986D-BEE7-0193-CCE2-A3487C713CA0}"/>
                  </a:ext>
                </a:extLst>
              </p:cNvPr>
              <p:cNvSpPr>
                <a:spLocks/>
              </p:cNvSpPr>
              <p:nvPr/>
            </p:nvSpPr>
            <p:spPr bwMode="auto">
              <a:xfrm>
                <a:off x="4223" y="1680"/>
                <a:ext cx="35" cy="56"/>
              </a:xfrm>
              <a:custGeom>
                <a:avLst/>
                <a:gdLst>
                  <a:gd name="T0" fmla="+- 0 4248 4223"/>
                  <a:gd name="T1" fmla="*/ T0 w 35"/>
                  <a:gd name="T2" fmla="+- 0 1682 1680"/>
                  <a:gd name="T3" fmla="*/ 1682 h 56"/>
                  <a:gd name="T4" fmla="+- 0 4240 4223"/>
                  <a:gd name="T5" fmla="*/ T4 w 35"/>
                  <a:gd name="T6" fmla="+- 0 1682 1680"/>
                  <a:gd name="T7" fmla="*/ 1682 h 56"/>
                  <a:gd name="T8" fmla="+- 0 4244 4223"/>
                  <a:gd name="T9" fmla="*/ T8 w 35"/>
                  <a:gd name="T10" fmla="+- 0 1684 1680"/>
                  <a:gd name="T11" fmla="*/ 1684 h 56"/>
                  <a:gd name="T12" fmla="+- 0 4245 4223"/>
                  <a:gd name="T13" fmla="*/ T12 w 35"/>
                  <a:gd name="T14" fmla="+- 0 1685 1680"/>
                  <a:gd name="T15" fmla="*/ 1685 h 56"/>
                  <a:gd name="T16" fmla="+- 0 4246 4223"/>
                  <a:gd name="T17" fmla="*/ T16 w 35"/>
                  <a:gd name="T18" fmla="+- 0 1687 1680"/>
                  <a:gd name="T19" fmla="*/ 1687 h 56"/>
                  <a:gd name="T20" fmla="+- 0 4249 4223"/>
                  <a:gd name="T21" fmla="*/ T20 w 35"/>
                  <a:gd name="T22" fmla="+- 0 1694 1680"/>
                  <a:gd name="T23" fmla="*/ 1694 h 56"/>
                  <a:gd name="T24" fmla="+- 0 4249 4223"/>
                  <a:gd name="T25" fmla="*/ T24 w 35"/>
                  <a:gd name="T26" fmla="+- 0 1697 1680"/>
                  <a:gd name="T27" fmla="*/ 1697 h 56"/>
                  <a:gd name="T28" fmla="+- 0 4249 4223"/>
                  <a:gd name="T29" fmla="*/ T28 w 35"/>
                  <a:gd name="T30" fmla="+- 0 1715 1680"/>
                  <a:gd name="T31" fmla="*/ 1715 h 56"/>
                  <a:gd name="T32" fmla="+- 0 4249 4223"/>
                  <a:gd name="T33" fmla="*/ T32 w 35"/>
                  <a:gd name="T34" fmla="+- 0 1720 1680"/>
                  <a:gd name="T35" fmla="*/ 1720 h 56"/>
                  <a:gd name="T36" fmla="+- 0 4247 4223"/>
                  <a:gd name="T37" fmla="*/ T36 w 35"/>
                  <a:gd name="T38" fmla="+- 0 1727 1680"/>
                  <a:gd name="T39" fmla="*/ 1727 h 56"/>
                  <a:gd name="T40" fmla="+- 0 4246 4223"/>
                  <a:gd name="T41" fmla="*/ T40 w 35"/>
                  <a:gd name="T42" fmla="+- 0 1729 1680"/>
                  <a:gd name="T43" fmla="*/ 1729 h 56"/>
                  <a:gd name="T44" fmla="+- 0 4244 4223"/>
                  <a:gd name="T45" fmla="*/ T44 w 35"/>
                  <a:gd name="T46" fmla="+- 0 1731 1680"/>
                  <a:gd name="T47" fmla="*/ 1731 h 56"/>
                  <a:gd name="T48" fmla="+- 0 4240 4223"/>
                  <a:gd name="T49" fmla="*/ T48 w 35"/>
                  <a:gd name="T50" fmla="+- 0 1733 1680"/>
                  <a:gd name="T51" fmla="*/ 1733 h 56"/>
                  <a:gd name="T52" fmla="+- 0 4247 4223"/>
                  <a:gd name="T53" fmla="*/ T52 w 35"/>
                  <a:gd name="T54" fmla="+- 0 1733 1680"/>
                  <a:gd name="T55" fmla="*/ 1733 h 56"/>
                  <a:gd name="T56" fmla="+- 0 4257 4223"/>
                  <a:gd name="T57" fmla="*/ T56 w 35"/>
                  <a:gd name="T58" fmla="+- 0 1698 1680"/>
                  <a:gd name="T59" fmla="*/ 1698 h 56"/>
                  <a:gd name="T60" fmla="+- 0 4255 4223"/>
                  <a:gd name="T61" fmla="*/ T60 w 35"/>
                  <a:gd name="T62" fmla="+- 0 1691 1680"/>
                  <a:gd name="T63" fmla="*/ 1691 h 56"/>
                  <a:gd name="T64" fmla="+- 0 4248 4223"/>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6" name="Group 235">
              <a:extLst>
                <a:ext uri="{FF2B5EF4-FFF2-40B4-BE49-F238E27FC236}">
                  <a16:creationId xmlns:a16="http://schemas.microsoft.com/office/drawing/2014/main" id="{13A11710-A1A2-5B16-2590-2A1D86BE4A24}"/>
                </a:ext>
              </a:extLst>
            </p:cNvPr>
            <p:cNvGrpSpPr>
              <a:grpSpLocks/>
            </p:cNvGrpSpPr>
            <p:nvPr/>
          </p:nvGrpSpPr>
          <p:grpSpPr bwMode="auto">
            <a:xfrm>
              <a:off x="4679" y="1680"/>
              <a:ext cx="35" cy="56"/>
              <a:chOff x="4679" y="1680"/>
              <a:chExt cx="35" cy="56"/>
            </a:xfrm>
          </p:grpSpPr>
          <p:sp>
            <p:nvSpPr>
              <p:cNvPr id="1251" name="Freeform 4993">
                <a:extLst>
                  <a:ext uri="{FF2B5EF4-FFF2-40B4-BE49-F238E27FC236}">
                    <a16:creationId xmlns:a16="http://schemas.microsoft.com/office/drawing/2014/main" id="{F4547D93-36C9-41DB-E897-FEA68B6B3A00}"/>
                  </a:ext>
                </a:extLst>
              </p:cNvPr>
              <p:cNvSpPr>
                <a:spLocks/>
              </p:cNvSpPr>
              <p:nvPr/>
            </p:nvSpPr>
            <p:spPr bwMode="auto">
              <a:xfrm>
                <a:off x="4679" y="1680"/>
                <a:ext cx="35" cy="56"/>
              </a:xfrm>
              <a:custGeom>
                <a:avLst/>
                <a:gdLst>
                  <a:gd name="T0" fmla="+- 0 4700 4679"/>
                  <a:gd name="T1" fmla="*/ T0 w 35"/>
                  <a:gd name="T2" fmla="+- 0 1680 1680"/>
                  <a:gd name="T3" fmla="*/ 1680 h 56"/>
                  <a:gd name="T4" fmla="+- 0 4694 4679"/>
                  <a:gd name="T5" fmla="*/ T4 w 35"/>
                  <a:gd name="T6" fmla="+- 0 1680 1680"/>
                  <a:gd name="T7" fmla="*/ 1680 h 56"/>
                  <a:gd name="T8" fmla="+- 0 4691 4679"/>
                  <a:gd name="T9" fmla="*/ T8 w 35"/>
                  <a:gd name="T10" fmla="+- 0 1681 1680"/>
                  <a:gd name="T11" fmla="*/ 1681 h 56"/>
                  <a:gd name="T12" fmla="+- 0 4686 4679"/>
                  <a:gd name="T13" fmla="*/ T12 w 35"/>
                  <a:gd name="T14" fmla="+- 0 1684 1680"/>
                  <a:gd name="T15" fmla="*/ 1684 h 56"/>
                  <a:gd name="T16" fmla="+- 0 4684 4679"/>
                  <a:gd name="T17" fmla="*/ T16 w 35"/>
                  <a:gd name="T18" fmla="+- 0 1688 1680"/>
                  <a:gd name="T19" fmla="*/ 1688 h 56"/>
                  <a:gd name="T20" fmla="+- 0 4680 4679"/>
                  <a:gd name="T21" fmla="*/ T20 w 35"/>
                  <a:gd name="T22" fmla="+- 0 1697 1680"/>
                  <a:gd name="T23" fmla="*/ 1697 h 56"/>
                  <a:gd name="T24" fmla="+- 0 4679 4679"/>
                  <a:gd name="T25" fmla="*/ T24 w 35"/>
                  <a:gd name="T26" fmla="+- 0 1702 1680"/>
                  <a:gd name="T27" fmla="*/ 1702 h 56"/>
                  <a:gd name="T28" fmla="+- 0 4679 4679"/>
                  <a:gd name="T29" fmla="*/ T28 w 35"/>
                  <a:gd name="T30" fmla="+- 0 1715 1680"/>
                  <a:gd name="T31" fmla="*/ 1715 h 56"/>
                  <a:gd name="T32" fmla="+- 0 4680 4679"/>
                  <a:gd name="T33" fmla="*/ T32 w 35"/>
                  <a:gd name="T34" fmla="+- 0 1721 1680"/>
                  <a:gd name="T35" fmla="*/ 1721 h 56"/>
                  <a:gd name="T36" fmla="+- 0 4687 4679"/>
                  <a:gd name="T37" fmla="*/ T36 w 35"/>
                  <a:gd name="T38" fmla="+- 0 1732 1680"/>
                  <a:gd name="T39" fmla="*/ 1732 h 56"/>
                  <a:gd name="T40" fmla="+- 0 4691 4679"/>
                  <a:gd name="T41" fmla="*/ T40 w 35"/>
                  <a:gd name="T42" fmla="+- 0 1735 1680"/>
                  <a:gd name="T43" fmla="*/ 1735 h 56"/>
                  <a:gd name="T44" fmla="+- 0 4698 4679"/>
                  <a:gd name="T45" fmla="*/ T44 w 35"/>
                  <a:gd name="T46" fmla="+- 0 1735 1680"/>
                  <a:gd name="T47" fmla="*/ 1735 h 56"/>
                  <a:gd name="T48" fmla="+- 0 4701 4679"/>
                  <a:gd name="T49" fmla="*/ T48 w 35"/>
                  <a:gd name="T50" fmla="+- 0 1734 1680"/>
                  <a:gd name="T51" fmla="*/ 1734 h 56"/>
                  <a:gd name="T52" fmla="+- 0 4703 4679"/>
                  <a:gd name="T53" fmla="*/ T52 w 35"/>
                  <a:gd name="T54" fmla="+- 0 1733 1680"/>
                  <a:gd name="T55" fmla="*/ 1733 h 56"/>
                  <a:gd name="T56" fmla="+- 0 4693 4679"/>
                  <a:gd name="T57" fmla="*/ T56 w 35"/>
                  <a:gd name="T58" fmla="+- 0 1733 1680"/>
                  <a:gd name="T59" fmla="*/ 1733 h 56"/>
                  <a:gd name="T60" fmla="+- 0 4691 4679"/>
                  <a:gd name="T61" fmla="*/ T60 w 35"/>
                  <a:gd name="T62" fmla="+- 0 1731 1680"/>
                  <a:gd name="T63" fmla="*/ 1731 h 56"/>
                  <a:gd name="T64" fmla="+- 0 4688 4679"/>
                  <a:gd name="T65" fmla="*/ T64 w 35"/>
                  <a:gd name="T66" fmla="+- 0 1722 1680"/>
                  <a:gd name="T67" fmla="*/ 1722 h 56"/>
                  <a:gd name="T68" fmla="+- 0 4687 4679"/>
                  <a:gd name="T69" fmla="*/ T68 w 35"/>
                  <a:gd name="T70" fmla="+- 0 1716 1680"/>
                  <a:gd name="T71" fmla="*/ 1716 h 56"/>
                  <a:gd name="T72" fmla="+- 0 4687 4679"/>
                  <a:gd name="T73" fmla="*/ T72 w 35"/>
                  <a:gd name="T74" fmla="+- 0 1702 1680"/>
                  <a:gd name="T75" fmla="*/ 1702 h 56"/>
                  <a:gd name="T76" fmla="+- 0 4696 4679"/>
                  <a:gd name="T77" fmla="*/ T76 w 35"/>
                  <a:gd name="T78" fmla="+- 0 1682 1680"/>
                  <a:gd name="T79" fmla="*/ 1682 h 56"/>
                  <a:gd name="T80" fmla="+- 0 4704 4679"/>
                  <a:gd name="T81" fmla="*/ T80 w 35"/>
                  <a:gd name="T82" fmla="+- 0 1682 1680"/>
                  <a:gd name="T83" fmla="*/ 1682 h 56"/>
                  <a:gd name="T84" fmla="+- 0 4704 4679"/>
                  <a:gd name="T85" fmla="*/ T84 w 35"/>
                  <a:gd name="T86" fmla="+- 0 1682 1680"/>
                  <a:gd name="T87" fmla="*/ 1682 h 56"/>
                  <a:gd name="T88" fmla="+- 0 4700 4679"/>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52" name="Freeform 4994">
                <a:extLst>
                  <a:ext uri="{FF2B5EF4-FFF2-40B4-BE49-F238E27FC236}">
                    <a16:creationId xmlns:a16="http://schemas.microsoft.com/office/drawing/2014/main" id="{F8EE2616-F5AE-F30E-5923-7254A4772FF7}"/>
                  </a:ext>
                </a:extLst>
              </p:cNvPr>
              <p:cNvSpPr>
                <a:spLocks/>
              </p:cNvSpPr>
              <p:nvPr/>
            </p:nvSpPr>
            <p:spPr bwMode="auto">
              <a:xfrm>
                <a:off x="4679" y="1680"/>
                <a:ext cx="35" cy="56"/>
              </a:xfrm>
              <a:custGeom>
                <a:avLst/>
                <a:gdLst>
                  <a:gd name="T0" fmla="+- 0 4704 4679"/>
                  <a:gd name="T1" fmla="*/ T0 w 35"/>
                  <a:gd name="T2" fmla="+- 0 1682 1680"/>
                  <a:gd name="T3" fmla="*/ 1682 h 56"/>
                  <a:gd name="T4" fmla="+- 0 4696 4679"/>
                  <a:gd name="T5" fmla="*/ T4 w 35"/>
                  <a:gd name="T6" fmla="+- 0 1682 1680"/>
                  <a:gd name="T7" fmla="*/ 1682 h 56"/>
                  <a:gd name="T8" fmla="+- 0 4700 4679"/>
                  <a:gd name="T9" fmla="*/ T8 w 35"/>
                  <a:gd name="T10" fmla="+- 0 1684 1680"/>
                  <a:gd name="T11" fmla="*/ 1684 h 56"/>
                  <a:gd name="T12" fmla="+- 0 4702 4679"/>
                  <a:gd name="T13" fmla="*/ T12 w 35"/>
                  <a:gd name="T14" fmla="+- 0 1685 1680"/>
                  <a:gd name="T15" fmla="*/ 1685 h 56"/>
                  <a:gd name="T16" fmla="+- 0 4703 4679"/>
                  <a:gd name="T17" fmla="*/ T16 w 35"/>
                  <a:gd name="T18" fmla="+- 0 1687 1680"/>
                  <a:gd name="T19" fmla="*/ 1687 h 56"/>
                  <a:gd name="T20" fmla="+- 0 4705 4679"/>
                  <a:gd name="T21" fmla="*/ T20 w 35"/>
                  <a:gd name="T22" fmla="+- 0 1694 1680"/>
                  <a:gd name="T23" fmla="*/ 1694 h 56"/>
                  <a:gd name="T24" fmla="+- 0 4705 4679"/>
                  <a:gd name="T25" fmla="*/ T24 w 35"/>
                  <a:gd name="T26" fmla="+- 0 1697 1680"/>
                  <a:gd name="T27" fmla="*/ 1697 h 56"/>
                  <a:gd name="T28" fmla="+- 0 4706 4679"/>
                  <a:gd name="T29" fmla="*/ T28 w 35"/>
                  <a:gd name="T30" fmla="+- 0 1715 1680"/>
                  <a:gd name="T31" fmla="*/ 1715 h 56"/>
                  <a:gd name="T32" fmla="+- 0 4705 4679"/>
                  <a:gd name="T33" fmla="*/ T32 w 35"/>
                  <a:gd name="T34" fmla="+- 0 1720 1680"/>
                  <a:gd name="T35" fmla="*/ 1720 h 56"/>
                  <a:gd name="T36" fmla="+- 0 4703 4679"/>
                  <a:gd name="T37" fmla="*/ T36 w 35"/>
                  <a:gd name="T38" fmla="+- 0 1727 1680"/>
                  <a:gd name="T39" fmla="*/ 1727 h 56"/>
                  <a:gd name="T40" fmla="+- 0 4702 4679"/>
                  <a:gd name="T41" fmla="*/ T40 w 35"/>
                  <a:gd name="T42" fmla="+- 0 1729 1680"/>
                  <a:gd name="T43" fmla="*/ 1729 h 56"/>
                  <a:gd name="T44" fmla="+- 0 4700 4679"/>
                  <a:gd name="T45" fmla="*/ T44 w 35"/>
                  <a:gd name="T46" fmla="+- 0 1731 1680"/>
                  <a:gd name="T47" fmla="*/ 1731 h 56"/>
                  <a:gd name="T48" fmla="+- 0 4696 4679"/>
                  <a:gd name="T49" fmla="*/ T48 w 35"/>
                  <a:gd name="T50" fmla="+- 0 1733 1680"/>
                  <a:gd name="T51" fmla="*/ 1733 h 56"/>
                  <a:gd name="T52" fmla="+- 0 4703 4679"/>
                  <a:gd name="T53" fmla="*/ T52 w 35"/>
                  <a:gd name="T54" fmla="+- 0 1733 1680"/>
                  <a:gd name="T55" fmla="*/ 1733 h 56"/>
                  <a:gd name="T56" fmla="+- 0 4713 4679"/>
                  <a:gd name="T57" fmla="*/ T56 w 35"/>
                  <a:gd name="T58" fmla="+- 0 1698 1680"/>
                  <a:gd name="T59" fmla="*/ 1698 h 56"/>
                  <a:gd name="T60" fmla="+- 0 4711 4679"/>
                  <a:gd name="T61" fmla="*/ T60 w 35"/>
                  <a:gd name="T62" fmla="+- 0 1691 1680"/>
                  <a:gd name="T63" fmla="*/ 1691 h 56"/>
                  <a:gd name="T64" fmla="+- 0 4704 4679"/>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7" name="Group 236">
              <a:extLst>
                <a:ext uri="{FF2B5EF4-FFF2-40B4-BE49-F238E27FC236}">
                  <a16:creationId xmlns:a16="http://schemas.microsoft.com/office/drawing/2014/main" id="{F5D3D083-A9CA-4390-B69E-359CFFBB59DB}"/>
                </a:ext>
              </a:extLst>
            </p:cNvPr>
            <p:cNvGrpSpPr>
              <a:grpSpLocks/>
            </p:cNvGrpSpPr>
            <p:nvPr/>
          </p:nvGrpSpPr>
          <p:grpSpPr bwMode="auto">
            <a:xfrm>
              <a:off x="5135" y="1680"/>
              <a:ext cx="35" cy="56"/>
              <a:chOff x="5135" y="1680"/>
              <a:chExt cx="35" cy="56"/>
            </a:xfrm>
          </p:grpSpPr>
          <p:sp>
            <p:nvSpPr>
              <p:cNvPr id="1249" name="Freeform 4996">
                <a:extLst>
                  <a:ext uri="{FF2B5EF4-FFF2-40B4-BE49-F238E27FC236}">
                    <a16:creationId xmlns:a16="http://schemas.microsoft.com/office/drawing/2014/main" id="{9024A5A0-E482-DC52-71E0-EBD45A044663}"/>
                  </a:ext>
                </a:extLst>
              </p:cNvPr>
              <p:cNvSpPr>
                <a:spLocks/>
              </p:cNvSpPr>
              <p:nvPr/>
            </p:nvSpPr>
            <p:spPr bwMode="auto">
              <a:xfrm>
                <a:off x="5135" y="1680"/>
                <a:ext cx="35" cy="56"/>
              </a:xfrm>
              <a:custGeom>
                <a:avLst/>
                <a:gdLst>
                  <a:gd name="T0" fmla="+- 0 5157 5135"/>
                  <a:gd name="T1" fmla="*/ T0 w 35"/>
                  <a:gd name="T2" fmla="+- 0 1680 1680"/>
                  <a:gd name="T3" fmla="*/ 1680 h 56"/>
                  <a:gd name="T4" fmla="+- 0 5150 5135"/>
                  <a:gd name="T5" fmla="*/ T4 w 35"/>
                  <a:gd name="T6" fmla="+- 0 1680 1680"/>
                  <a:gd name="T7" fmla="*/ 1680 h 56"/>
                  <a:gd name="T8" fmla="+- 0 5148 5135"/>
                  <a:gd name="T9" fmla="*/ T8 w 35"/>
                  <a:gd name="T10" fmla="+- 0 1681 1680"/>
                  <a:gd name="T11" fmla="*/ 1681 h 56"/>
                  <a:gd name="T12" fmla="+- 0 5142 5135"/>
                  <a:gd name="T13" fmla="*/ T12 w 35"/>
                  <a:gd name="T14" fmla="+- 0 1684 1680"/>
                  <a:gd name="T15" fmla="*/ 1684 h 56"/>
                  <a:gd name="T16" fmla="+- 0 5140 5135"/>
                  <a:gd name="T17" fmla="*/ T16 w 35"/>
                  <a:gd name="T18" fmla="+- 0 1688 1680"/>
                  <a:gd name="T19" fmla="*/ 1688 h 56"/>
                  <a:gd name="T20" fmla="+- 0 5136 5135"/>
                  <a:gd name="T21" fmla="*/ T20 w 35"/>
                  <a:gd name="T22" fmla="+- 0 1697 1680"/>
                  <a:gd name="T23" fmla="*/ 1697 h 56"/>
                  <a:gd name="T24" fmla="+- 0 5135 5135"/>
                  <a:gd name="T25" fmla="*/ T24 w 35"/>
                  <a:gd name="T26" fmla="+- 0 1702 1680"/>
                  <a:gd name="T27" fmla="*/ 1702 h 56"/>
                  <a:gd name="T28" fmla="+- 0 5135 5135"/>
                  <a:gd name="T29" fmla="*/ T28 w 35"/>
                  <a:gd name="T30" fmla="+- 0 1715 1680"/>
                  <a:gd name="T31" fmla="*/ 1715 h 56"/>
                  <a:gd name="T32" fmla="+- 0 5137 5135"/>
                  <a:gd name="T33" fmla="*/ T32 w 35"/>
                  <a:gd name="T34" fmla="+- 0 1721 1680"/>
                  <a:gd name="T35" fmla="*/ 1721 h 56"/>
                  <a:gd name="T36" fmla="+- 0 5143 5135"/>
                  <a:gd name="T37" fmla="*/ T36 w 35"/>
                  <a:gd name="T38" fmla="+- 0 1732 1680"/>
                  <a:gd name="T39" fmla="*/ 1732 h 56"/>
                  <a:gd name="T40" fmla="+- 0 5147 5135"/>
                  <a:gd name="T41" fmla="*/ T40 w 35"/>
                  <a:gd name="T42" fmla="+- 0 1735 1680"/>
                  <a:gd name="T43" fmla="*/ 1735 h 56"/>
                  <a:gd name="T44" fmla="+- 0 5155 5135"/>
                  <a:gd name="T45" fmla="*/ T44 w 35"/>
                  <a:gd name="T46" fmla="+- 0 1735 1680"/>
                  <a:gd name="T47" fmla="*/ 1735 h 56"/>
                  <a:gd name="T48" fmla="+- 0 5157 5135"/>
                  <a:gd name="T49" fmla="*/ T48 w 35"/>
                  <a:gd name="T50" fmla="+- 0 1734 1680"/>
                  <a:gd name="T51" fmla="*/ 1734 h 56"/>
                  <a:gd name="T52" fmla="+- 0 5159 5135"/>
                  <a:gd name="T53" fmla="*/ T52 w 35"/>
                  <a:gd name="T54" fmla="+- 0 1733 1680"/>
                  <a:gd name="T55" fmla="*/ 1733 h 56"/>
                  <a:gd name="T56" fmla="+- 0 5149 5135"/>
                  <a:gd name="T57" fmla="*/ T56 w 35"/>
                  <a:gd name="T58" fmla="+- 0 1733 1680"/>
                  <a:gd name="T59" fmla="*/ 1733 h 56"/>
                  <a:gd name="T60" fmla="+- 0 5147 5135"/>
                  <a:gd name="T61" fmla="*/ T60 w 35"/>
                  <a:gd name="T62" fmla="+- 0 1731 1680"/>
                  <a:gd name="T63" fmla="*/ 1731 h 56"/>
                  <a:gd name="T64" fmla="+- 0 5146 5135"/>
                  <a:gd name="T65" fmla="*/ T64 w 35"/>
                  <a:gd name="T66" fmla="+- 0 1727 1680"/>
                  <a:gd name="T67" fmla="*/ 1727 h 56"/>
                  <a:gd name="T68" fmla="+- 0 5144 5135"/>
                  <a:gd name="T69" fmla="*/ T68 w 35"/>
                  <a:gd name="T70" fmla="+- 0 1722 1680"/>
                  <a:gd name="T71" fmla="*/ 1722 h 56"/>
                  <a:gd name="T72" fmla="+- 0 5143 5135"/>
                  <a:gd name="T73" fmla="*/ T72 w 35"/>
                  <a:gd name="T74" fmla="+- 0 1716 1680"/>
                  <a:gd name="T75" fmla="*/ 1716 h 56"/>
                  <a:gd name="T76" fmla="+- 0 5152 5135"/>
                  <a:gd name="T77" fmla="*/ T76 w 35"/>
                  <a:gd name="T78" fmla="+- 0 1682 1680"/>
                  <a:gd name="T79" fmla="*/ 1682 h 56"/>
                  <a:gd name="T80" fmla="+- 0 5161 5135"/>
                  <a:gd name="T81" fmla="*/ T80 w 35"/>
                  <a:gd name="T82" fmla="+- 0 1682 1680"/>
                  <a:gd name="T83" fmla="*/ 1682 h 56"/>
                  <a:gd name="T84" fmla="+- 0 5160 5135"/>
                  <a:gd name="T85" fmla="*/ T84 w 35"/>
                  <a:gd name="T86" fmla="+- 0 1682 1680"/>
                  <a:gd name="T87" fmla="*/ 1682 h 56"/>
                  <a:gd name="T88" fmla="+- 0 5157 5135"/>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50" name="Freeform 4997">
                <a:extLst>
                  <a:ext uri="{FF2B5EF4-FFF2-40B4-BE49-F238E27FC236}">
                    <a16:creationId xmlns:a16="http://schemas.microsoft.com/office/drawing/2014/main" id="{34ACB9ED-0B7E-3371-1EC8-6F8A1C83893D}"/>
                  </a:ext>
                </a:extLst>
              </p:cNvPr>
              <p:cNvSpPr>
                <a:spLocks/>
              </p:cNvSpPr>
              <p:nvPr/>
            </p:nvSpPr>
            <p:spPr bwMode="auto">
              <a:xfrm>
                <a:off x="5135" y="1680"/>
                <a:ext cx="35" cy="56"/>
              </a:xfrm>
              <a:custGeom>
                <a:avLst/>
                <a:gdLst>
                  <a:gd name="T0" fmla="+- 0 5161 5135"/>
                  <a:gd name="T1" fmla="*/ T0 w 35"/>
                  <a:gd name="T2" fmla="+- 0 1682 1680"/>
                  <a:gd name="T3" fmla="*/ 1682 h 56"/>
                  <a:gd name="T4" fmla="+- 0 5152 5135"/>
                  <a:gd name="T5" fmla="*/ T4 w 35"/>
                  <a:gd name="T6" fmla="+- 0 1682 1680"/>
                  <a:gd name="T7" fmla="*/ 1682 h 56"/>
                  <a:gd name="T8" fmla="+- 0 5156 5135"/>
                  <a:gd name="T9" fmla="*/ T8 w 35"/>
                  <a:gd name="T10" fmla="+- 0 1684 1680"/>
                  <a:gd name="T11" fmla="*/ 1684 h 56"/>
                  <a:gd name="T12" fmla="+- 0 5158 5135"/>
                  <a:gd name="T13" fmla="*/ T12 w 35"/>
                  <a:gd name="T14" fmla="+- 0 1685 1680"/>
                  <a:gd name="T15" fmla="*/ 1685 h 56"/>
                  <a:gd name="T16" fmla="+- 0 5159 5135"/>
                  <a:gd name="T17" fmla="*/ T16 w 35"/>
                  <a:gd name="T18" fmla="+- 0 1687 1680"/>
                  <a:gd name="T19" fmla="*/ 1687 h 56"/>
                  <a:gd name="T20" fmla="+- 0 5161 5135"/>
                  <a:gd name="T21" fmla="*/ T20 w 35"/>
                  <a:gd name="T22" fmla="+- 0 1694 1680"/>
                  <a:gd name="T23" fmla="*/ 1694 h 56"/>
                  <a:gd name="T24" fmla="+- 0 5162 5135"/>
                  <a:gd name="T25" fmla="*/ T24 w 35"/>
                  <a:gd name="T26" fmla="+- 0 1697 1680"/>
                  <a:gd name="T27" fmla="*/ 1697 h 56"/>
                  <a:gd name="T28" fmla="+- 0 5162 5135"/>
                  <a:gd name="T29" fmla="*/ T28 w 35"/>
                  <a:gd name="T30" fmla="+- 0 1715 1680"/>
                  <a:gd name="T31" fmla="*/ 1715 h 56"/>
                  <a:gd name="T32" fmla="+- 0 5161 5135"/>
                  <a:gd name="T33" fmla="*/ T32 w 35"/>
                  <a:gd name="T34" fmla="+- 0 1720 1680"/>
                  <a:gd name="T35" fmla="*/ 1720 h 56"/>
                  <a:gd name="T36" fmla="+- 0 5159 5135"/>
                  <a:gd name="T37" fmla="*/ T36 w 35"/>
                  <a:gd name="T38" fmla="+- 0 1727 1680"/>
                  <a:gd name="T39" fmla="*/ 1727 h 56"/>
                  <a:gd name="T40" fmla="+- 0 5158 5135"/>
                  <a:gd name="T41" fmla="*/ T40 w 35"/>
                  <a:gd name="T42" fmla="+- 0 1729 1680"/>
                  <a:gd name="T43" fmla="*/ 1729 h 56"/>
                  <a:gd name="T44" fmla="+- 0 5157 5135"/>
                  <a:gd name="T45" fmla="*/ T44 w 35"/>
                  <a:gd name="T46" fmla="+- 0 1731 1680"/>
                  <a:gd name="T47" fmla="*/ 1731 h 56"/>
                  <a:gd name="T48" fmla="+- 0 5152 5135"/>
                  <a:gd name="T49" fmla="*/ T48 w 35"/>
                  <a:gd name="T50" fmla="+- 0 1733 1680"/>
                  <a:gd name="T51" fmla="*/ 1733 h 56"/>
                  <a:gd name="T52" fmla="+- 0 5159 5135"/>
                  <a:gd name="T53" fmla="*/ T52 w 35"/>
                  <a:gd name="T54" fmla="+- 0 1733 1680"/>
                  <a:gd name="T55" fmla="*/ 1733 h 56"/>
                  <a:gd name="T56" fmla="+- 0 5170 5135"/>
                  <a:gd name="T57" fmla="*/ T56 w 35"/>
                  <a:gd name="T58" fmla="+- 0 1698 1680"/>
                  <a:gd name="T59" fmla="*/ 1698 h 56"/>
                  <a:gd name="T60" fmla="+- 0 5168 5135"/>
                  <a:gd name="T61" fmla="*/ T60 w 35"/>
                  <a:gd name="T62" fmla="+- 0 1691 1680"/>
                  <a:gd name="T63" fmla="*/ 1691 h 56"/>
                  <a:gd name="T64" fmla="+- 0 5161 5135"/>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8" name="Group 237">
              <a:extLst>
                <a:ext uri="{FF2B5EF4-FFF2-40B4-BE49-F238E27FC236}">
                  <a16:creationId xmlns:a16="http://schemas.microsoft.com/office/drawing/2014/main" id="{18D0A6B7-30B1-F0B3-7C32-B7FC58388300}"/>
                </a:ext>
              </a:extLst>
            </p:cNvPr>
            <p:cNvGrpSpPr>
              <a:grpSpLocks/>
            </p:cNvGrpSpPr>
            <p:nvPr/>
          </p:nvGrpSpPr>
          <p:grpSpPr bwMode="auto">
            <a:xfrm>
              <a:off x="5592" y="1680"/>
              <a:ext cx="35" cy="56"/>
              <a:chOff x="5592" y="1680"/>
              <a:chExt cx="35" cy="56"/>
            </a:xfrm>
          </p:grpSpPr>
          <p:sp>
            <p:nvSpPr>
              <p:cNvPr id="1247" name="Freeform 4999">
                <a:extLst>
                  <a:ext uri="{FF2B5EF4-FFF2-40B4-BE49-F238E27FC236}">
                    <a16:creationId xmlns:a16="http://schemas.microsoft.com/office/drawing/2014/main" id="{3CB5CEF6-51D3-542A-E520-1358329D9472}"/>
                  </a:ext>
                </a:extLst>
              </p:cNvPr>
              <p:cNvSpPr>
                <a:spLocks/>
              </p:cNvSpPr>
              <p:nvPr/>
            </p:nvSpPr>
            <p:spPr bwMode="auto">
              <a:xfrm>
                <a:off x="5592" y="1680"/>
                <a:ext cx="35" cy="56"/>
              </a:xfrm>
              <a:custGeom>
                <a:avLst/>
                <a:gdLst>
                  <a:gd name="T0" fmla="+- 0 5613 5592"/>
                  <a:gd name="T1" fmla="*/ T0 w 35"/>
                  <a:gd name="T2" fmla="+- 0 1680 1680"/>
                  <a:gd name="T3" fmla="*/ 1680 h 56"/>
                  <a:gd name="T4" fmla="+- 0 5606 5592"/>
                  <a:gd name="T5" fmla="*/ T4 w 35"/>
                  <a:gd name="T6" fmla="+- 0 1680 1680"/>
                  <a:gd name="T7" fmla="*/ 1680 h 56"/>
                  <a:gd name="T8" fmla="+- 0 5604 5592"/>
                  <a:gd name="T9" fmla="*/ T8 w 35"/>
                  <a:gd name="T10" fmla="+- 0 1681 1680"/>
                  <a:gd name="T11" fmla="*/ 1681 h 56"/>
                  <a:gd name="T12" fmla="+- 0 5602 5592"/>
                  <a:gd name="T13" fmla="*/ T12 w 35"/>
                  <a:gd name="T14" fmla="+- 0 1682 1680"/>
                  <a:gd name="T15" fmla="*/ 1682 h 56"/>
                  <a:gd name="T16" fmla="+- 0 5599 5592"/>
                  <a:gd name="T17" fmla="*/ T16 w 35"/>
                  <a:gd name="T18" fmla="+- 0 1684 1680"/>
                  <a:gd name="T19" fmla="*/ 1684 h 56"/>
                  <a:gd name="T20" fmla="+- 0 5596 5592"/>
                  <a:gd name="T21" fmla="*/ T20 w 35"/>
                  <a:gd name="T22" fmla="+- 0 1688 1680"/>
                  <a:gd name="T23" fmla="*/ 1688 h 56"/>
                  <a:gd name="T24" fmla="+- 0 5592 5592"/>
                  <a:gd name="T25" fmla="*/ T24 w 35"/>
                  <a:gd name="T26" fmla="+- 0 1697 1680"/>
                  <a:gd name="T27" fmla="*/ 1697 h 56"/>
                  <a:gd name="T28" fmla="+- 0 5592 5592"/>
                  <a:gd name="T29" fmla="*/ T28 w 35"/>
                  <a:gd name="T30" fmla="+- 0 1702 1680"/>
                  <a:gd name="T31" fmla="*/ 1702 h 56"/>
                  <a:gd name="T32" fmla="+- 0 5592 5592"/>
                  <a:gd name="T33" fmla="*/ T32 w 35"/>
                  <a:gd name="T34" fmla="+- 0 1715 1680"/>
                  <a:gd name="T35" fmla="*/ 1715 h 56"/>
                  <a:gd name="T36" fmla="+- 0 5593 5592"/>
                  <a:gd name="T37" fmla="*/ T36 w 35"/>
                  <a:gd name="T38" fmla="+- 0 1721 1680"/>
                  <a:gd name="T39" fmla="*/ 1721 h 56"/>
                  <a:gd name="T40" fmla="+- 0 5599 5592"/>
                  <a:gd name="T41" fmla="*/ T40 w 35"/>
                  <a:gd name="T42" fmla="+- 0 1732 1680"/>
                  <a:gd name="T43" fmla="*/ 1732 h 56"/>
                  <a:gd name="T44" fmla="+- 0 5603 5592"/>
                  <a:gd name="T45" fmla="*/ T44 w 35"/>
                  <a:gd name="T46" fmla="+- 0 1735 1680"/>
                  <a:gd name="T47" fmla="*/ 1735 h 56"/>
                  <a:gd name="T48" fmla="+- 0 5611 5592"/>
                  <a:gd name="T49" fmla="*/ T48 w 35"/>
                  <a:gd name="T50" fmla="+- 0 1735 1680"/>
                  <a:gd name="T51" fmla="*/ 1735 h 56"/>
                  <a:gd name="T52" fmla="+- 0 5614 5592"/>
                  <a:gd name="T53" fmla="*/ T52 w 35"/>
                  <a:gd name="T54" fmla="+- 0 1734 1680"/>
                  <a:gd name="T55" fmla="*/ 1734 h 56"/>
                  <a:gd name="T56" fmla="+- 0 5616 5592"/>
                  <a:gd name="T57" fmla="*/ T56 w 35"/>
                  <a:gd name="T58" fmla="+- 0 1733 1680"/>
                  <a:gd name="T59" fmla="*/ 1733 h 56"/>
                  <a:gd name="T60" fmla="+- 0 5606 5592"/>
                  <a:gd name="T61" fmla="*/ T60 w 35"/>
                  <a:gd name="T62" fmla="+- 0 1733 1680"/>
                  <a:gd name="T63" fmla="*/ 1733 h 56"/>
                  <a:gd name="T64" fmla="+- 0 5603 5592"/>
                  <a:gd name="T65" fmla="*/ T64 w 35"/>
                  <a:gd name="T66" fmla="+- 0 1731 1680"/>
                  <a:gd name="T67" fmla="*/ 1731 h 56"/>
                  <a:gd name="T68" fmla="+- 0 5602 5592"/>
                  <a:gd name="T69" fmla="*/ T68 w 35"/>
                  <a:gd name="T70" fmla="+- 0 1727 1680"/>
                  <a:gd name="T71" fmla="*/ 1727 h 56"/>
                  <a:gd name="T72" fmla="+- 0 5600 5592"/>
                  <a:gd name="T73" fmla="*/ T72 w 35"/>
                  <a:gd name="T74" fmla="+- 0 1722 1680"/>
                  <a:gd name="T75" fmla="*/ 1722 h 56"/>
                  <a:gd name="T76" fmla="+- 0 5599 5592"/>
                  <a:gd name="T77" fmla="*/ T76 w 35"/>
                  <a:gd name="T78" fmla="+- 0 1716 1680"/>
                  <a:gd name="T79" fmla="*/ 1716 h 56"/>
                  <a:gd name="T80" fmla="+- 0 5609 5592"/>
                  <a:gd name="T81" fmla="*/ T80 w 35"/>
                  <a:gd name="T82" fmla="+- 0 1682 1680"/>
                  <a:gd name="T83" fmla="*/ 1682 h 56"/>
                  <a:gd name="T84" fmla="+- 0 5617 5592"/>
                  <a:gd name="T85" fmla="*/ T84 w 35"/>
                  <a:gd name="T86" fmla="+- 0 1682 1680"/>
                  <a:gd name="T87" fmla="*/ 1682 h 56"/>
                  <a:gd name="T88" fmla="+- 0 5617 5592"/>
                  <a:gd name="T89" fmla="*/ T88 w 35"/>
                  <a:gd name="T90" fmla="+- 0 1682 1680"/>
                  <a:gd name="T91" fmla="*/ 1682 h 56"/>
                  <a:gd name="T92" fmla="+- 0 5613 5592"/>
                  <a:gd name="T93" fmla="*/ T92 w 35"/>
                  <a:gd name="T94" fmla="+- 0 1680 1680"/>
                  <a:gd name="T95"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2"/>
                    </a:lnTo>
                    <a:lnTo>
                      <a:pt x="7" y="4"/>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48" name="Freeform 5000">
                <a:extLst>
                  <a:ext uri="{FF2B5EF4-FFF2-40B4-BE49-F238E27FC236}">
                    <a16:creationId xmlns:a16="http://schemas.microsoft.com/office/drawing/2014/main" id="{C7E54AAC-4DB7-F599-C413-06E28EAE4FA8}"/>
                  </a:ext>
                </a:extLst>
              </p:cNvPr>
              <p:cNvSpPr>
                <a:spLocks/>
              </p:cNvSpPr>
              <p:nvPr/>
            </p:nvSpPr>
            <p:spPr bwMode="auto">
              <a:xfrm>
                <a:off x="5592" y="1680"/>
                <a:ext cx="35" cy="56"/>
              </a:xfrm>
              <a:custGeom>
                <a:avLst/>
                <a:gdLst>
                  <a:gd name="T0" fmla="+- 0 5617 5592"/>
                  <a:gd name="T1" fmla="*/ T0 w 35"/>
                  <a:gd name="T2" fmla="+- 0 1682 1680"/>
                  <a:gd name="T3" fmla="*/ 1682 h 56"/>
                  <a:gd name="T4" fmla="+- 0 5609 5592"/>
                  <a:gd name="T5" fmla="*/ T4 w 35"/>
                  <a:gd name="T6" fmla="+- 0 1682 1680"/>
                  <a:gd name="T7" fmla="*/ 1682 h 56"/>
                  <a:gd name="T8" fmla="+- 0 5613 5592"/>
                  <a:gd name="T9" fmla="*/ T8 w 35"/>
                  <a:gd name="T10" fmla="+- 0 1684 1680"/>
                  <a:gd name="T11" fmla="*/ 1684 h 56"/>
                  <a:gd name="T12" fmla="+- 0 5614 5592"/>
                  <a:gd name="T13" fmla="*/ T12 w 35"/>
                  <a:gd name="T14" fmla="+- 0 1685 1680"/>
                  <a:gd name="T15" fmla="*/ 1685 h 56"/>
                  <a:gd name="T16" fmla="+- 0 5615 5592"/>
                  <a:gd name="T17" fmla="*/ T16 w 35"/>
                  <a:gd name="T18" fmla="+- 0 1687 1680"/>
                  <a:gd name="T19" fmla="*/ 1687 h 56"/>
                  <a:gd name="T20" fmla="+- 0 5618 5592"/>
                  <a:gd name="T21" fmla="*/ T20 w 35"/>
                  <a:gd name="T22" fmla="+- 0 1694 1680"/>
                  <a:gd name="T23" fmla="*/ 1694 h 56"/>
                  <a:gd name="T24" fmla="+- 0 5618 5592"/>
                  <a:gd name="T25" fmla="*/ T24 w 35"/>
                  <a:gd name="T26" fmla="+- 0 1697 1680"/>
                  <a:gd name="T27" fmla="*/ 1697 h 56"/>
                  <a:gd name="T28" fmla="+- 0 5618 5592"/>
                  <a:gd name="T29" fmla="*/ T28 w 35"/>
                  <a:gd name="T30" fmla="+- 0 1715 1680"/>
                  <a:gd name="T31" fmla="*/ 1715 h 56"/>
                  <a:gd name="T32" fmla="+- 0 5618 5592"/>
                  <a:gd name="T33" fmla="*/ T32 w 35"/>
                  <a:gd name="T34" fmla="+- 0 1720 1680"/>
                  <a:gd name="T35" fmla="*/ 1720 h 56"/>
                  <a:gd name="T36" fmla="+- 0 5616 5592"/>
                  <a:gd name="T37" fmla="*/ T36 w 35"/>
                  <a:gd name="T38" fmla="+- 0 1727 1680"/>
                  <a:gd name="T39" fmla="*/ 1727 h 56"/>
                  <a:gd name="T40" fmla="+- 0 5615 5592"/>
                  <a:gd name="T41" fmla="*/ T40 w 35"/>
                  <a:gd name="T42" fmla="+- 0 1729 1680"/>
                  <a:gd name="T43" fmla="*/ 1729 h 56"/>
                  <a:gd name="T44" fmla="+- 0 5613 5592"/>
                  <a:gd name="T45" fmla="*/ T44 w 35"/>
                  <a:gd name="T46" fmla="+- 0 1731 1680"/>
                  <a:gd name="T47" fmla="*/ 1731 h 56"/>
                  <a:gd name="T48" fmla="+- 0 5609 5592"/>
                  <a:gd name="T49" fmla="*/ T48 w 35"/>
                  <a:gd name="T50" fmla="+- 0 1733 1680"/>
                  <a:gd name="T51" fmla="*/ 1733 h 56"/>
                  <a:gd name="T52" fmla="+- 0 5616 5592"/>
                  <a:gd name="T53" fmla="*/ T52 w 35"/>
                  <a:gd name="T54" fmla="+- 0 1733 1680"/>
                  <a:gd name="T55" fmla="*/ 1733 h 56"/>
                  <a:gd name="T56" fmla="+- 0 5626 5592"/>
                  <a:gd name="T57" fmla="*/ T56 w 35"/>
                  <a:gd name="T58" fmla="+- 0 1698 1680"/>
                  <a:gd name="T59" fmla="*/ 1698 h 56"/>
                  <a:gd name="T60" fmla="+- 0 5624 5592"/>
                  <a:gd name="T61" fmla="*/ T60 w 35"/>
                  <a:gd name="T62" fmla="+- 0 1691 1680"/>
                  <a:gd name="T63" fmla="*/ 1691 h 56"/>
                  <a:gd name="T64" fmla="+- 0 5617 5592"/>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39" name="Group 238">
              <a:extLst>
                <a:ext uri="{FF2B5EF4-FFF2-40B4-BE49-F238E27FC236}">
                  <a16:creationId xmlns:a16="http://schemas.microsoft.com/office/drawing/2014/main" id="{7E1ABA3D-83AF-64CB-B5B2-10421BCDBF6B}"/>
                </a:ext>
              </a:extLst>
            </p:cNvPr>
            <p:cNvGrpSpPr>
              <a:grpSpLocks/>
            </p:cNvGrpSpPr>
            <p:nvPr/>
          </p:nvGrpSpPr>
          <p:grpSpPr bwMode="auto">
            <a:xfrm>
              <a:off x="6048" y="1680"/>
              <a:ext cx="35" cy="56"/>
              <a:chOff x="6048" y="1680"/>
              <a:chExt cx="35" cy="56"/>
            </a:xfrm>
          </p:grpSpPr>
          <p:sp>
            <p:nvSpPr>
              <p:cNvPr id="1245" name="Freeform 5002">
                <a:extLst>
                  <a:ext uri="{FF2B5EF4-FFF2-40B4-BE49-F238E27FC236}">
                    <a16:creationId xmlns:a16="http://schemas.microsoft.com/office/drawing/2014/main" id="{643B9AF4-5BC1-294E-C6F6-BCC5FABA01A2}"/>
                  </a:ext>
                </a:extLst>
              </p:cNvPr>
              <p:cNvSpPr>
                <a:spLocks/>
              </p:cNvSpPr>
              <p:nvPr/>
            </p:nvSpPr>
            <p:spPr bwMode="auto">
              <a:xfrm>
                <a:off x="6048" y="1680"/>
                <a:ext cx="35" cy="56"/>
              </a:xfrm>
              <a:custGeom>
                <a:avLst/>
                <a:gdLst>
                  <a:gd name="T0" fmla="+- 0 6069 6048"/>
                  <a:gd name="T1" fmla="*/ T0 w 35"/>
                  <a:gd name="T2" fmla="+- 0 1680 1680"/>
                  <a:gd name="T3" fmla="*/ 1680 h 56"/>
                  <a:gd name="T4" fmla="+- 0 6063 6048"/>
                  <a:gd name="T5" fmla="*/ T4 w 35"/>
                  <a:gd name="T6" fmla="+- 0 1680 1680"/>
                  <a:gd name="T7" fmla="*/ 1680 h 56"/>
                  <a:gd name="T8" fmla="+- 0 6060 6048"/>
                  <a:gd name="T9" fmla="*/ T8 w 35"/>
                  <a:gd name="T10" fmla="+- 0 1681 1680"/>
                  <a:gd name="T11" fmla="*/ 1681 h 56"/>
                  <a:gd name="T12" fmla="+- 0 6055 6048"/>
                  <a:gd name="T13" fmla="*/ T12 w 35"/>
                  <a:gd name="T14" fmla="+- 0 1684 1680"/>
                  <a:gd name="T15" fmla="*/ 1684 h 56"/>
                  <a:gd name="T16" fmla="+- 0 6052 6048"/>
                  <a:gd name="T17" fmla="*/ T16 w 35"/>
                  <a:gd name="T18" fmla="+- 0 1688 1680"/>
                  <a:gd name="T19" fmla="*/ 1688 h 56"/>
                  <a:gd name="T20" fmla="+- 0 6049 6048"/>
                  <a:gd name="T21" fmla="*/ T20 w 35"/>
                  <a:gd name="T22" fmla="+- 0 1697 1680"/>
                  <a:gd name="T23" fmla="*/ 1697 h 56"/>
                  <a:gd name="T24" fmla="+- 0 6048 6048"/>
                  <a:gd name="T25" fmla="*/ T24 w 35"/>
                  <a:gd name="T26" fmla="+- 0 1702 1680"/>
                  <a:gd name="T27" fmla="*/ 1702 h 56"/>
                  <a:gd name="T28" fmla="+- 0 6048 6048"/>
                  <a:gd name="T29" fmla="*/ T28 w 35"/>
                  <a:gd name="T30" fmla="+- 0 1715 1680"/>
                  <a:gd name="T31" fmla="*/ 1715 h 56"/>
                  <a:gd name="T32" fmla="+- 0 6049 6048"/>
                  <a:gd name="T33" fmla="*/ T32 w 35"/>
                  <a:gd name="T34" fmla="+- 0 1721 1680"/>
                  <a:gd name="T35" fmla="*/ 1721 h 56"/>
                  <a:gd name="T36" fmla="+- 0 6055 6048"/>
                  <a:gd name="T37" fmla="*/ T36 w 35"/>
                  <a:gd name="T38" fmla="+- 0 1732 1680"/>
                  <a:gd name="T39" fmla="*/ 1732 h 56"/>
                  <a:gd name="T40" fmla="+- 0 6060 6048"/>
                  <a:gd name="T41" fmla="*/ T40 w 35"/>
                  <a:gd name="T42" fmla="+- 0 1735 1680"/>
                  <a:gd name="T43" fmla="*/ 1735 h 56"/>
                  <a:gd name="T44" fmla="+- 0 6067 6048"/>
                  <a:gd name="T45" fmla="*/ T44 w 35"/>
                  <a:gd name="T46" fmla="+- 0 1735 1680"/>
                  <a:gd name="T47" fmla="*/ 1735 h 56"/>
                  <a:gd name="T48" fmla="+- 0 6070 6048"/>
                  <a:gd name="T49" fmla="*/ T48 w 35"/>
                  <a:gd name="T50" fmla="+- 0 1734 1680"/>
                  <a:gd name="T51" fmla="*/ 1734 h 56"/>
                  <a:gd name="T52" fmla="+- 0 6072 6048"/>
                  <a:gd name="T53" fmla="*/ T52 w 35"/>
                  <a:gd name="T54" fmla="+- 0 1733 1680"/>
                  <a:gd name="T55" fmla="*/ 1733 h 56"/>
                  <a:gd name="T56" fmla="+- 0 6062 6048"/>
                  <a:gd name="T57" fmla="*/ T56 w 35"/>
                  <a:gd name="T58" fmla="+- 0 1733 1680"/>
                  <a:gd name="T59" fmla="*/ 1733 h 56"/>
                  <a:gd name="T60" fmla="+- 0 6060 6048"/>
                  <a:gd name="T61" fmla="*/ T60 w 35"/>
                  <a:gd name="T62" fmla="+- 0 1731 1680"/>
                  <a:gd name="T63" fmla="*/ 1731 h 56"/>
                  <a:gd name="T64" fmla="+- 0 6058 6048"/>
                  <a:gd name="T65" fmla="*/ T64 w 35"/>
                  <a:gd name="T66" fmla="+- 0 1727 1680"/>
                  <a:gd name="T67" fmla="*/ 1727 h 56"/>
                  <a:gd name="T68" fmla="+- 0 6056 6048"/>
                  <a:gd name="T69" fmla="*/ T68 w 35"/>
                  <a:gd name="T70" fmla="+- 0 1722 1680"/>
                  <a:gd name="T71" fmla="*/ 1722 h 56"/>
                  <a:gd name="T72" fmla="+- 0 6055 6048"/>
                  <a:gd name="T73" fmla="*/ T72 w 35"/>
                  <a:gd name="T74" fmla="+- 0 1716 1680"/>
                  <a:gd name="T75" fmla="*/ 1716 h 56"/>
                  <a:gd name="T76" fmla="+- 0 6065 6048"/>
                  <a:gd name="T77" fmla="*/ T76 w 35"/>
                  <a:gd name="T78" fmla="+- 0 1682 1680"/>
                  <a:gd name="T79" fmla="*/ 1682 h 56"/>
                  <a:gd name="T80" fmla="+- 0 6073 6048"/>
                  <a:gd name="T81" fmla="*/ T80 w 35"/>
                  <a:gd name="T82" fmla="+- 0 1682 1680"/>
                  <a:gd name="T83" fmla="*/ 1682 h 56"/>
                  <a:gd name="T84" fmla="+- 0 6073 6048"/>
                  <a:gd name="T85" fmla="*/ T84 w 35"/>
                  <a:gd name="T86" fmla="+- 0 1682 1680"/>
                  <a:gd name="T87" fmla="*/ 1682 h 56"/>
                  <a:gd name="T88" fmla="+- 0 6069 6048"/>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46" name="Freeform 5003">
                <a:extLst>
                  <a:ext uri="{FF2B5EF4-FFF2-40B4-BE49-F238E27FC236}">
                    <a16:creationId xmlns:a16="http://schemas.microsoft.com/office/drawing/2014/main" id="{5A017ED2-4C25-91E5-C344-ADC5F787AFE9}"/>
                  </a:ext>
                </a:extLst>
              </p:cNvPr>
              <p:cNvSpPr>
                <a:spLocks/>
              </p:cNvSpPr>
              <p:nvPr/>
            </p:nvSpPr>
            <p:spPr bwMode="auto">
              <a:xfrm>
                <a:off x="6048" y="1680"/>
                <a:ext cx="35" cy="56"/>
              </a:xfrm>
              <a:custGeom>
                <a:avLst/>
                <a:gdLst>
                  <a:gd name="T0" fmla="+- 0 6073 6048"/>
                  <a:gd name="T1" fmla="*/ T0 w 35"/>
                  <a:gd name="T2" fmla="+- 0 1682 1680"/>
                  <a:gd name="T3" fmla="*/ 1682 h 56"/>
                  <a:gd name="T4" fmla="+- 0 6065 6048"/>
                  <a:gd name="T5" fmla="*/ T4 w 35"/>
                  <a:gd name="T6" fmla="+- 0 1682 1680"/>
                  <a:gd name="T7" fmla="*/ 1682 h 56"/>
                  <a:gd name="T8" fmla="+- 0 6069 6048"/>
                  <a:gd name="T9" fmla="*/ T8 w 35"/>
                  <a:gd name="T10" fmla="+- 0 1684 1680"/>
                  <a:gd name="T11" fmla="*/ 1684 h 56"/>
                  <a:gd name="T12" fmla="+- 0 6070 6048"/>
                  <a:gd name="T13" fmla="*/ T12 w 35"/>
                  <a:gd name="T14" fmla="+- 0 1685 1680"/>
                  <a:gd name="T15" fmla="*/ 1685 h 56"/>
                  <a:gd name="T16" fmla="+- 0 6072 6048"/>
                  <a:gd name="T17" fmla="*/ T16 w 35"/>
                  <a:gd name="T18" fmla="+- 0 1687 1680"/>
                  <a:gd name="T19" fmla="*/ 1687 h 56"/>
                  <a:gd name="T20" fmla="+- 0 6074 6048"/>
                  <a:gd name="T21" fmla="*/ T20 w 35"/>
                  <a:gd name="T22" fmla="+- 0 1694 1680"/>
                  <a:gd name="T23" fmla="*/ 1694 h 56"/>
                  <a:gd name="T24" fmla="+- 0 6074 6048"/>
                  <a:gd name="T25" fmla="*/ T24 w 35"/>
                  <a:gd name="T26" fmla="+- 0 1697 1680"/>
                  <a:gd name="T27" fmla="*/ 1697 h 56"/>
                  <a:gd name="T28" fmla="+- 0 6074 6048"/>
                  <a:gd name="T29" fmla="*/ T28 w 35"/>
                  <a:gd name="T30" fmla="+- 0 1715 1680"/>
                  <a:gd name="T31" fmla="*/ 1715 h 56"/>
                  <a:gd name="T32" fmla="+- 0 6074 6048"/>
                  <a:gd name="T33" fmla="*/ T32 w 35"/>
                  <a:gd name="T34" fmla="+- 0 1720 1680"/>
                  <a:gd name="T35" fmla="*/ 1720 h 56"/>
                  <a:gd name="T36" fmla="+- 0 6072 6048"/>
                  <a:gd name="T37" fmla="*/ T36 w 35"/>
                  <a:gd name="T38" fmla="+- 0 1727 1680"/>
                  <a:gd name="T39" fmla="*/ 1727 h 56"/>
                  <a:gd name="T40" fmla="+- 0 6071 6048"/>
                  <a:gd name="T41" fmla="*/ T40 w 35"/>
                  <a:gd name="T42" fmla="+- 0 1729 1680"/>
                  <a:gd name="T43" fmla="*/ 1729 h 56"/>
                  <a:gd name="T44" fmla="+- 0 6069 6048"/>
                  <a:gd name="T45" fmla="*/ T44 w 35"/>
                  <a:gd name="T46" fmla="+- 0 1731 1680"/>
                  <a:gd name="T47" fmla="*/ 1731 h 56"/>
                  <a:gd name="T48" fmla="+- 0 6065 6048"/>
                  <a:gd name="T49" fmla="*/ T48 w 35"/>
                  <a:gd name="T50" fmla="+- 0 1733 1680"/>
                  <a:gd name="T51" fmla="*/ 1733 h 56"/>
                  <a:gd name="T52" fmla="+- 0 6072 6048"/>
                  <a:gd name="T53" fmla="*/ T52 w 35"/>
                  <a:gd name="T54" fmla="+- 0 1733 1680"/>
                  <a:gd name="T55" fmla="*/ 1733 h 56"/>
                  <a:gd name="T56" fmla="+- 0 6082 6048"/>
                  <a:gd name="T57" fmla="*/ T56 w 35"/>
                  <a:gd name="T58" fmla="+- 0 1698 1680"/>
                  <a:gd name="T59" fmla="*/ 1698 h 56"/>
                  <a:gd name="T60" fmla="+- 0 6080 6048"/>
                  <a:gd name="T61" fmla="*/ T60 w 35"/>
                  <a:gd name="T62" fmla="+- 0 1691 1680"/>
                  <a:gd name="T63" fmla="*/ 1691 h 56"/>
                  <a:gd name="T64" fmla="+- 0 6073 6048"/>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0" name="Group 239">
              <a:extLst>
                <a:ext uri="{FF2B5EF4-FFF2-40B4-BE49-F238E27FC236}">
                  <a16:creationId xmlns:a16="http://schemas.microsoft.com/office/drawing/2014/main" id="{04E50B55-A0F0-B9EE-E6CB-2D7A64210213}"/>
                </a:ext>
              </a:extLst>
            </p:cNvPr>
            <p:cNvGrpSpPr>
              <a:grpSpLocks/>
            </p:cNvGrpSpPr>
            <p:nvPr/>
          </p:nvGrpSpPr>
          <p:grpSpPr bwMode="auto">
            <a:xfrm>
              <a:off x="6504" y="1680"/>
              <a:ext cx="35" cy="56"/>
              <a:chOff x="6504" y="1680"/>
              <a:chExt cx="35" cy="56"/>
            </a:xfrm>
          </p:grpSpPr>
          <p:sp>
            <p:nvSpPr>
              <p:cNvPr id="1243" name="Freeform 5005">
                <a:extLst>
                  <a:ext uri="{FF2B5EF4-FFF2-40B4-BE49-F238E27FC236}">
                    <a16:creationId xmlns:a16="http://schemas.microsoft.com/office/drawing/2014/main" id="{D41FEE1F-2680-F979-5D58-1BC321B743BE}"/>
                  </a:ext>
                </a:extLst>
              </p:cNvPr>
              <p:cNvSpPr>
                <a:spLocks/>
              </p:cNvSpPr>
              <p:nvPr/>
            </p:nvSpPr>
            <p:spPr bwMode="auto">
              <a:xfrm>
                <a:off x="6504" y="1680"/>
                <a:ext cx="35" cy="56"/>
              </a:xfrm>
              <a:custGeom>
                <a:avLst/>
                <a:gdLst>
                  <a:gd name="T0" fmla="+- 0 6526 6504"/>
                  <a:gd name="T1" fmla="*/ T0 w 35"/>
                  <a:gd name="T2" fmla="+- 0 1680 1680"/>
                  <a:gd name="T3" fmla="*/ 1680 h 56"/>
                  <a:gd name="T4" fmla="+- 0 6519 6504"/>
                  <a:gd name="T5" fmla="*/ T4 w 35"/>
                  <a:gd name="T6" fmla="+- 0 1680 1680"/>
                  <a:gd name="T7" fmla="*/ 1680 h 56"/>
                  <a:gd name="T8" fmla="+- 0 6517 6504"/>
                  <a:gd name="T9" fmla="*/ T8 w 35"/>
                  <a:gd name="T10" fmla="+- 0 1681 1680"/>
                  <a:gd name="T11" fmla="*/ 1681 h 56"/>
                  <a:gd name="T12" fmla="+- 0 6511 6504"/>
                  <a:gd name="T13" fmla="*/ T12 w 35"/>
                  <a:gd name="T14" fmla="+- 0 1684 1680"/>
                  <a:gd name="T15" fmla="*/ 1684 h 56"/>
                  <a:gd name="T16" fmla="+- 0 6509 6504"/>
                  <a:gd name="T17" fmla="*/ T16 w 35"/>
                  <a:gd name="T18" fmla="+- 0 1688 1680"/>
                  <a:gd name="T19" fmla="*/ 1688 h 56"/>
                  <a:gd name="T20" fmla="+- 0 6505 6504"/>
                  <a:gd name="T21" fmla="*/ T20 w 35"/>
                  <a:gd name="T22" fmla="+- 0 1697 1680"/>
                  <a:gd name="T23" fmla="*/ 1697 h 56"/>
                  <a:gd name="T24" fmla="+- 0 6504 6504"/>
                  <a:gd name="T25" fmla="*/ T24 w 35"/>
                  <a:gd name="T26" fmla="+- 0 1702 1680"/>
                  <a:gd name="T27" fmla="*/ 1702 h 56"/>
                  <a:gd name="T28" fmla="+- 0 6504 6504"/>
                  <a:gd name="T29" fmla="*/ T28 w 35"/>
                  <a:gd name="T30" fmla="+- 0 1715 1680"/>
                  <a:gd name="T31" fmla="*/ 1715 h 56"/>
                  <a:gd name="T32" fmla="+- 0 6506 6504"/>
                  <a:gd name="T33" fmla="*/ T32 w 35"/>
                  <a:gd name="T34" fmla="+- 0 1721 1680"/>
                  <a:gd name="T35" fmla="*/ 1721 h 56"/>
                  <a:gd name="T36" fmla="+- 0 6512 6504"/>
                  <a:gd name="T37" fmla="*/ T36 w 35"/>
                  <a:gd name="T38" fmla="+- 0 1732 1680"/>
                  <a:gd name="T39" fmla="*/ 1732 h 56"/>
                  <a:gd name="T40" fmla="+- 0 6516 6504"/>
                  <a:gd name="T41" fmla="*/ T40 w 35"/>
                  <a:gd name="T42" fmla="+- 0 1735 1680"/>
                  <a:gd name="T43" fmla="*/ 1735 h 56"/>
                  <a:gd name="T44" fmla="+- 0 6524 6504"/>
                  <a:gd name="T45" fmla="*/ T44 w 35"/>
                  <a:gd name="T46" fmla="+- 0 1735 1680"/>
                  <a:gd name="T47" fmla="*/ 1735 h 56"/>
                  <a:gd name="T48" fmla="+- 0 6526 6504"/>
                  <a:gd name="T49" fmla="*/ T48 w 35"/>
                  <a:gd name="T50" fmla="+- 0 1734 1680"/>
                  <a:gd name="T51" fmla="*/ 1734 h 56"/>
                  <a:gd name="T52" fmla="+- 0 6529 6504"/>
                  <a:gd name="T53" fmla="*/ T52 w 35"/>
                  <a:gd name="T54" fmla="+- 0 1733 1680"/>
                  <a:gd name="T55" fmla="*/ 1733 h 56"/>
                  <a:gd name="T56" fmla="+- 0 6518 6504"/>
                  <a:gd name="T57" fmla="*/ T56 w 35"/>
                  <a:gd name="T58" fmla="+- 0 1733 1680"/>
                  <a:gd name="T59" fmla="*/ 1733 h 56"/>
                  <a:gd name="T60" fmla="+- 0 6516 6504"/>
                  <a:gd name="T61" fmla="*/ T60 w 35"/>
                  <a:gd name="T62" fmla="+- 0 1731 1680"/>
                  <a:gd name="T63" fmla="*/ 1731 h 56"/>
                  <a:gd name="T64" fmla="+- 0 6515 6504"/>
                  <a:gd name="T65" fmla="*/ T64 w 35"/>
                  <a:gd name="T66" fmla="+- 0 1727 1680"/>
                  <a:gd name="T67" fmla="*/ 1727 h 56"/>
                  <a:gd name="T68" fmla="+- 0 6513 6504"/>
                  <a:gd name="T69" fmla="*/ T68 w 35"/>
                  <a:gd name="T70" fmla="+- 0 1722 1680"/>
                  <a:gd name="T71" fmla="*/ 1722 h 56"/>
                  <a:gd name="T72" fmla="+- 0 6512 6504"/>
                  <a:gd name="T73" fmla="*/ T72 w 35"/>
                  <a:gd name="T74" fmla="+- 0 1716 1680"/>
                  <a:gd name="T75" fmla="*/ 1716 h 56"/>
                  <a:gd name="T76" fmla="+- 0 6522 6504"/>
                  <a:gd name="T77" fmla="*/ T76 w 35"/>
                  <a:gd name="T78" fmla="+- 0 1682 1680"/>
                  <a:gd name="T79" fmla="*/ 1682 h 56"/>
                  <a:gd name="T80" fmla="+- 0 6530 6504"/>
                  <a:gd name="T81" fmla="*/ T80 w 35"/>
                  <a:gd name="T82" fmla="+- 0 1682 1680"/>
                  <a:gd name="T83" fmla="*/ 1682 h 56"/>
                  <a:gd name="T84" fmla="+- 0 6529 6504"/>
                  <a:gd name="T85" fmla="*/ T84 w 35"/>
                  <a:gd name="T86" fmla="+- 0 1682 1680"/>
                  <a:gd name="T87" fmla="*/ 1682 h 56"/>
                  <a:gd name="T88" fmla="+- 0 6526 6504"/>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44" name="Freeform 5006">
                <a:extLst>
                  <a:ext uri="{FF2B5EF4-FFF2-40B4-BE49-F238E27FC236}">
                    <a16:creationId xmlns:a16="http://schemas.microsoft.com/office/drawing/2014/main" id="{0788C159-19DA-8CA0-9DD7-E6586B821B7F}"/>
                  </a:ext>
                </a:extLst>
              </p:cNvPr>
              <p:cNvSpPr>
                <a:spLocks/>
              </p:cNvSpPr>
              <p:nvPr/>
            </p:nvSpPr>
            <p:spPr bwMode="auto">
              <a:xfrm>
                <a:off x="6504" y="1680"/>
                <a:ext cx="35" cy="56"/>
              </a:xfrm>
              <a:custGeom>
                <a:avLst/>
                <a:gdLst>
                  <a:gd name="T0" fmla="+- 0 6530 6504"/>
                  <a:gd name="T1" fmla="*/ T0 w 35"/>
                  <a:gd name="T2" fmla="+- 0 1682 1680"/>
                  <a:gd name="T3" fmla="*/ 1682 h 56"/>
                  <a:gd name="T4" fmla="+- 0 6522 6504"/>
                  <a:gd name="T5" fmla="*/ T4 w 35"/>
                  <a:gd name="T6" fmla="+- 0 1682 1680"/>
                  <a:gd name="T7" fmla="*/ 1682 h 56"/>
                  <a:gd name="T8" fmla="+- 0 6525 6504"/>
                  <a:gd name="T9" fmla="*/ T8 w 35"/>
                  <a:gd name="T10" fmla="+- 0 1684 1680"/>
                  <a:gd name="T11" fmla="*/ 1684 h 56"/>
                  <a:gd name="T12" fmla="+- 0 6527 6504"/>
                  <a:gd name="T13" fmla="*/ T12 w 35"/>
                  <a:gd name="T14" fmla="+- 0 1685 1680"/>
                  <a:gd name="T15" fmla="*/ 1685 h 56"/>
                  <a:gd name="T16" fmla="+- 0 6528 6504"/>
                  <a:gd name="T17" fmla="*/ T16 w 35"/>
                  <a:gd name="T18" fmla="+- 0 1687 1680"/>
                  <a:gd name="T19" fmla="*/ 1687 h 56"/>
                  <a:gd name="T20" fmla="+- 0 6530 6504"/>
                  <a:gd name="T21" fmla="*/ T20 w 35"/>
                  <a:gd name="T22" fmla="+- 0 1694 1680"/>
                  <a:gd name="T23" fmla="*/ 1694 h 56"/>
                  <a:gd name="T24" fmla="+- 0 6531 6504"/>
                  <a:gd name="T25" fmla="*/ T24 w 35"/>
                  <a:gd name="T26" fmla="+- 0 1697 1680"/>
                  <a:gd name="T27" fmla="*/ 1697 h 56"/>
                  <a:gd name="T28" fmla="+- 0 6531 6504"/>
                  <a:gd name="T29" fmla="*/ T28 w 35"/>
                  <a:gd name="T30" fmla="+- 0 1715 1680"/>
                  <a:gd name="T31" fmla="*/ 1715 h 56"/>
                  <a:gd name="T32" fmla="+- 0 6530 6504"/>
                  <a:gd name="T33" fmla="*/ T32 w 35"/>
                  <a:gd name="T34" fmla="+- 0 1720 1680"/>
                  <a:gd name="T35" fmla="*/ 1720 h 56"/>
                  <a:gd name="T36" fmla="+- 0 6528 6504"/>
                  <a:gd name="T37" fmla="*/ T36 w 35"/>
                  <a:gd name="T38" fmla="+- 0 1727 1680"/>
                  <a:gd name="T39" fmla="*/ 1727 h 56"/>
                  <a:gd name="T40" fmla="+- 0 6527 6504"/>
                  <a:gd name="T41" fmla="*/ T40 w 35"/>
                  <a:gd name="T42" fmla="+- 0 1729 1680"/>
                  <a:gd name="T43" fmla="*/ 1729 h 56"/>
                  <a:gd name="T44" fmla="+- 0 6526 6504"/>
                  <a:gd name="T45" fmla="*/ T44 w 35"/>
                  <a:gd name="T46" fmla="+- 0 1731 1680"/>
                  <a:gd name="T47" fmla="*/ 1731 h 56"/>
                  <a:gd name="T48" fmla="+- 0 6521 6504"/>
                  <a:gd name="T49" fmla="*/ T48 w 35"/>
                  <a:gd name="T50" fmla="+- 0 1733 1680"/>
                  <a:gd name="T51" fmla="*/ 1733 h 56"/>
                  <a:gd name="T52" fmla="+- 0 6529 6504"/>
                  <a:gd name="T53" fmla="*/ T52 w 35"/>
                  <a:gd name="T54" fmla="+- 0 1733 1680"/>
                  <a:gd name="T55" fmla="*/ 1733 h 56"/>
                  <a:gd name="T56" fmla="+- 0 6539 6504"/>
                  <a:gd name="T57" fmla="*/ T56 w 35"/>
                  <a:gd name="T58" fmla="+- 0 1698 1680"/>
                  <a:gd name="T59" fmla="*/ 1698 h 56"/>
                  <a:gd name="T60" fmla="+- 0 6537 6504"/>
                  <a:gd name="T61" fmla="*/ T60 w 35"/>
                  <a:gd name="T62" fmla="+- 0 1691 1680"/>
                  <a:gd name="T63" fmla="*/ 1691 h 56"/>
                  <a:gd name="T64" fmla="+- 0 6530 6504"/>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1" name="Group 240">
              <a:extLst>
                <a:ext uri="{FF2B5EF4-FFF2-40B4-BE49-F238E27FC236}">
                  <a16:creationId xmlns:a16="http://schemas.microsoft.com/office/drawing/2014/main" id="{BA857F3D-0B8F-6173-E11F-8E11B45F89AE}"/>
                </a:ext>
              </a:extLst>
            </p:cNvPr>
            <p:cNvGrpSpPr>
              <a:grpSpLocks/>
            </p:cNvGrpSpPr>
            <p:nvPr/>
          </p:nvGrpSpPr>
          <p:grpSpPr bwMode="auto">
            <a:xfrm>
              <a:off x="6960" y="1680"/>
              <a:ext cx="35" cy="56"/>
              <a:chOff x="6960" y="1680"/>
              <a:chExt cx="35" cy="56"/>
            </a:xfrm>
          </p:grpSpPr>
          <p:sp>
            <p:nvSpPr>
              <p:cNvPr id="1241" name="Freeform 5008">
                <a:extLst>
                  <a:ext uri="{FF2B5EF4-FFF2-40B4-BE49-F238E27FC236}">
                    <a16:creationId xmlns:a16="http://schemas.microsoft.com/office/drawing/2014/main" id="{3075B2C1-9CFD-3E1C-77FA-32CE30121238}"/>
                  </a:ext>
                </a:extLst>
              </p:cNvPr>
              <p:cNvSpPr>
                <a:spLocks/>
              </p:cNvSpPr>
              <p:nvPr/>
            </p:nvSpPr>
            <p:spPr bwMode="auto">
              <a:xfrm>
                <a:off x="6960" y="1680"/>
                <a:ext cx="35" cy="56"/>
              </a:xfrm>
              <a:custGeom>
                <a:avLst/>
                <a:gdLst>
                  <a:gd name="T0" fmla="+- 0 6982 6960"/>
                  <a:gd name="T1" fmla="*/ T0 w 35"/>
                  <a:gd name="T2" fmla="+- 0 1680 1680"/>
                  <a:gd name="T3" fmla="*/ 1680 h 56"/>
                  <a:gd name="T4" fmla="+- 0 6975 6960"/>
                  <a:gd name="T5" fmla="*/ T4 w 35"/>
                  <a:gd name="T6" fmla="+- 0 1680 1680"/>
                  <a:gd name="T7" fmla="*/ 1680 h 56"/>
                  <a:gd name="T8" fmla="+- 0 6973 6960"/>
                  <a:gd name="T9" fmla="*/ T8 w 35"/>
                  <a:gd name="T10" fmla="+- 0 1681 1680"/>
                  <a:gd name="T11" fmla="*/ 1681 h 56"/>
                  <a:gd name="T12" fmla="+- 0 6970 6960"/>
                  <a:gd name="T13" fmla="*/ T12 w 35"/>
                  <a:gd name="T14" fmla="+- 0 1682 1680"/>
                  <a:gd name="T15" fmla="*/ 1682 h 56"/>
                  <a:gd name="T16" fmla="+- 0 6967 6960"/>
                  <a:gd name="T17" fmla="*/ T16 w 35"/>
                  <a:gd name="T18" fmla="+- 0 1684 1680"/>
                  <a:gd name="T19" fmla="*/ 1684 h 56"/>
                  <a:gd name="T20" fmla="+- 0 6965 6960"/>
                  <a:gd name="T21" fmla="*/ T20 w 35"/>
                  <a:gd name="T22" fmla="+- 0 1688 1680"/>
                  <a:gd name="T23" fmla="*/ 1688 h 56"/>
                  <a:gd name="T24" fmla="+- 0 6961 6960"/>
                  <a:gd name="T25" fmla="*/ T24 w 35"/>
                  <a:gd name="T26" fmla="+- 0 1697 1680"/>
                  <a:gd name="T27" fmla="*/ 1697 h 56"/>
                  <a:gd name="T28" fmla="+- 0 6960 6960"/>
                  <a:gd name="T29" fmla="*/ T28 w 35"/>
                  <a:gd name="T30" fmla="+- 0 1702 1680"/>
                  <a:gd name="T31" fmla="*/ 1702 h 56"/>
                  <a:gd name="T32" fmla="+- 0 6960 6960"/>
                  <a:gd name="T33" fmla="*/ T32 w 35"/>
                  <a:gd name="T34" fmla="+- 0 1715 1680"/>
                  <a:gd name="T35" fmla="*/ 1715 h 56"/>
                  <a:gd name="T36" fmla="+- 0 6962 6960"/>
                  <a:gd name="T37" fmla="*/ T36 w 35"/>
                  <a:gd name="T38" fmla="+- 0 1721 1680"/>
                  <a:gd name="T39" fmla="*/ 1721 h 56"/>
                  <a:gd name="T40" fmla="+- 0 6968 6960"/>
                  <a:gd name="T41" fmla="*/ T40 w 35"/>
                  <a:gd name="T42" fmla="+- 0 1732 1680"/>
                  <a:gd name="T43" fmla="*/ 1732 h 56"/>
                  <a:gd name="T44" fmla="+- 0 6972 6960"/>
                  <a:gd name="T45" fmla="*/ T44 w 35"/>
                  <a:gd name="T46" fmla="+- 0 1735 1680"/>
                  <a:gd name="T47" fmla="*/ 1735 h 56"/>
                  <a:gd name="T48" fmla="+- 0 6980 6960"/>
                  <a:gd name="T49" fmla="*/ T48 w 35"/>
                  <a:gd name="T50" fmla="+- 0 1735 1680"/>
                  <a:gd name="T51" fmla="*/ 1735 h 56"/>
                  <a:gd name="T52" fmla="+- 0 6983 6960"/>
                  <a:gd name="T53" fmla="*/ T52 w 35"/>
                  <a:gd name="T54" fmla="+- 0 1734 1680"/>
                  <a:gd name="T55" fmla="*/ 1734 h 56"/>
                  <a:gd name="T56" fmla="+- 0 6985 6960"/>
                  <a:gd name="T57" fmla="*/ T56 w 35"/>
                  <a:gd name="T58" fmla="+- 0 1733 1680"/>
                  <a:gd name="T59" fmla="*/ 1733 h 56"/>
                  <a:gd name="T60" fmla="+- 0 6975 6960"/>
                  <a:gd name="T61" fmla="*/ T60 w 35"/>
                  <a:gd name="T62" fmla="+- 0 1733 1680"/>
                  <a:gd name="T63" fmla="*/ 1733 h 56"/>
                  <a:gd name="T64" fmla="+- 0 6972 6960"/>
                  <a:gd name="T65" fmla="*/ T64 w 35"/>
                  <a:gd name="T66" fmla="+- 0 1731 1680"/>
                  <a:gd name="T67" fmla="*/ 1731 h 56"/>
                  <a:gd name="T68" fmla="+- 0 6971 6960"/>
                  <a:gd name="T69" fmla="*/ T68 w 35"/>
                  <a:gd name="T70" fmla="+- 0 1727 1680"/>
                  <a:gd name="T71" fmla="*/ 1727 h 56"/>
                  <a:gd name="T72" fmla="+- 0 6969 6960"/>
                  <a:gd name="T73" fmla="*/ T72 w 35"/>
                  <a:gd name="T74" fmla="+- 0 1722 1680"/>
                  <a:gd name="T75" fmla="*/ 1722 h 56"/>
                  <a:gd name="T76" fmla="+- 0 6968 6960"/>
                  <a:gd name="T77" fmla="*/ T76 w 35"/>
                  <a:gd name="T78" fmla="+- 0 1716 1680"/>
                  <a:gd name="T79" fmla="*/ 1716 h 56"/>
                  <a:gd name="T80" fmla="+- 0 6978 6960"/>
                  <a:gd name="T81" fmla="*/ T80 w 35"/>
                  <a:gd name="T82" fmla="+- 0 1682 1680"/>
                  <a:gd name="T83" fmla="*/ 1682 h 56"/>
                  <a:gd name="T84" fmla="+- 0 6986 6960"/>
                  <a:gd name="T85" fmla="*/ T84 w 35"/>
                  <a:gd name="T86" fmla="+- 0 1682 1680"/>
                  <a:gd name="T87" fmla="*/ 1682 h 56"/>
                  <a:gd name="T88" fmla="+- 0 6986 6960"/>
                  <a:gd name="T89" fmla="*/ T88 w 35"/>
                  <a:gd name="T90" fmla="+- 0 1682 1680"/>
                  <a:gd name="T91" fmla="*/ 1682 h 56"/>
                  <a:gd name="T92" fmla="+- 0 6982 6960"/>
                  <a:gd name="T93" fmla="*/ T92 w 35"/>
                  <a:gd name="T94" fmla="+- 0 1680 1680"/>
                  <a:gd name="T95"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4"/>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42" name="Freeform 5009">
                <a:extLst>
                  <a:ext uri="{FF2B5EF4-FFF2-40B4-BE49-F238E27FC236}">
                    <a16:creationId xmlns:a16="http://schemas.microsoft.com/office/drawing/2014/main" id="{ECBA9F6B-8190-7166-8D85-863D5E6E15E6}"/>
                  </a:ext>
                </a:extLst>
              </p:cNvPr>
              <p:cNvSpPr>
                <a:spLocks/>
              </p:cNvSpPr>
              <p:nvPr/>
            </p:nvSpPr>
            <p:spPr bwMode="auto">
              <a:xfrm>
                <a:off x="6960" y="1680"/>
                <a:ext cx="35" cy="56"/>
              </a:xfrm>
              <a:custGeom>
                <a:avLst/>
                <a:gdLst>
                  <a:gd name="T0" fmla="+- 0 6986 6960"/>
                  <a:gd name="T1" fmla="*/ T0 w 35"/>
                  <a:gd name="T2" fmla="+- 0 1682 1680"/>
                  <a:gd name="T3" fmla="*/ 1682 h 56"/>
                  <a:gd name="T4" fmla="+- 0 6978 6960"/>
                  <a:gd name="T5" fmla="*/ T4 w 35"/>
                  <a:gd name="T6" fmla="+- 0 1682 1680"/>
                  <a:gd name="T7" fmla="*/ 1682 h 56"/>
                  <a:gd name="T8" fmla="+- 0 6982 6960"/>
                  <a:gd name="T9" fmla="*/ T8 w 35"/>
                  <a:gd name="T10" fmla="+- 0 1684 1680"/>
                  <a:gd name="T11" fmla="*/ 1684 h 56"/>
                  <a:gd name="T12" fmla="+- 0 6983 6960"/>
                  <a:gd name="T13" fmla="*/ T12 w 35"/>
                  <a:gd name="T14" fmla="+- 0 1685 1680"/>
                  <a:gd name="T15" fmla="*/ 1685 h 56"/>
                  <a:gd name="T16" fmla="+- 0 6984 6960"/>
                  <a:gd name="T17" fmla="*/ T16 w 35"/>
                  <a:gd name="T18" fmla="+- 0 1687 1680"/>
                  <a:gd name="T19" fmla="*/ 1687 h 56"/>
                  <a:gd name="T20" fmla="+- 0 6987 6960"/>
                  <a:gd name="T21" fmla="*/ T20 w 35"/>
                  <a:gd name="T22" fmla="+- 0 1694 1680"/>
                  <a:gd name="T23" fmla="*/ 1694 h 56"/>
                  <a:gd name="T24" fmla="+- 0 6987 6960"/>
                  <a:gd name="T25" fmla="*/ T24 w 35"/>
                  <a:gd name="T26" fmla="+- 0 1697 1680"/>
                  <a:gd name="T27" fmla="*/ 1697 h 56"/>
                  <a:gd name="T28" fmla="+- 0 6987 6960"/>
                  <a:gd name="T29" fmla="*/ T28 w 35"/>
                  <a:gd name="T30" fmla="+- 0 1715 1680"/>
                  <a:gd name="T31" fmla="*/ 1715 h 56"/>
                  <a:gd name="T32" fmla="+- 0 6987 6960"/>
                  <a:gd name="T33" fmla="*/ T32 w 35"/>
                  <a:gd name="T34" fmla="+- 0 1720 1680"/>
                  <a:gd name="T35" fmla="*/ 1720 h 56"/>
                  <a:gd name="T36" fmla="+- 0 6985 6960"/>
                  <a:gd name="T37" fmla="*/ T36 w 35"/>
                  <a:gd name="T38" fmla="+- 0 1727 1680"/>
                  <a:gd name="T39" fmla="*/ 1727 h 56"/>
                  <a:gd name="T40" fmla="+- 0 6983 6960"/>
                  <a:gd name="T41" fmla="*/ T40 w 35"/>
                  <a:gd name="T42" fmla="+- 0 1729 1680"/>
                  <a:gd name="T43" fmla="*/ 1729 h 56"/>
                  <a:gd name="T44" fmla="+- 0 6982 6960"/>
                  <a:gd name="T45" fmla="*/ T44 w 35"/>
                  <a:gd name="T46" fmla="+- 0 1731 1680"/>
                  <a:gd name="T47" fmla="*/ 1731 h 56"/>
                  <a:gd name="T48" fmla="+- 0 6978 6960"/>
                  <a:gd name="T49" fmla="*/ T48 w 35"/>
                  <a:gd name="T50" fmla="+- 0 1733 1680"/>
                  <a:gd name="T51" fmla="*/ 1733 h 56"/>
                  <a:gd name="T52" fmla="+- 0 6985 6960"/>
                  <a:gd name="T53" fmla="*/ T52 w 35"/>
                  <a:gd name="T54" fmla="+- 0 1733 1680"/>
                  <a:gd name="T55" fmla="*/ 1733 h 56"/>
                  <a:gd name="T56" fmla="+- 0 6995 6960"/>
                  <a:gd name="T57" fmla="*/ T56 w 35"/>
                  <a:gd name="T58" fmla="+- 0 1698 1680"/>
                  <a:gd name="T59" fmla="*/ 1698 h 56"/>
                  <a:gd name="T60" fmla="+- 0 6993 6960"/>
                  <a:gd name="T61" fmla="*/ T60 w 35"/>
                  <a:gd name="T62" fmla="+- 0 1691 1680"/>
                  <a:gd name="T63" fmla="*/ 1691 h 56"/>
                  <a:gd name="T64" fmla="+- 0 6986 6960"/>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7"/>
                    </a:lnTo>
                    <a:lnTo>
                      <a:pt x="27" y="35"/>
                    </a:lnTo>
                    <a:lnTo>
                      <a:pt x="27" y="40"/>
                    </a:lnTo>
                    <a:lnTo>
                      <a:pt x="25" y="47"/>
                    </a:lnTo>
                    <a:lnTo>
                      <a:pt x="23" y="49"/>
                    </a:lnTo>
                    <a:lnTo>
                      <a:pt x="22" y="51"/>
                    </a:lnTo>
                    <a:lnTo>
                      <a:pt x="18"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2" name="Group 241">
              <a:extLst>
                <a:ext uri="{FF2B5EF4-FFF2-40B4-BE49-F238E27FC236}">
                  <a16:creationId xmlns:a16="http://schemas.microsoft.com/office/drawing/2014/main" id="{1A7936E2-370F-75C5-3E4D-0E444AF4B77A}"/>
                </a:ext>
              </a:extLst>
            </p:cNvPr>
            <p:cNvGrpSpPr>
              <a:grpSpLocks/>
            </p:cNvGrpSpPr>
            <p:nvPr/>
          </p:nvGrpSpPr>
          <p:grpSpPr bwMode="auto">
            <a:xfrm>
              <a:off x="7417" y="1680"/>
              <a:ext cx="35" cy="56"/>
              <a:chOff x="7417" y="1680"/>
              <a:chExt cx="35" cy="56"/>
            </a:xfrm>
          </p:grpSpPr>
          <p:sp>
            <p:nvSpPr>
              <p:cNvPr id="1239" name="Freeform 5011">
                <a:extLst>
                  <a:ext uri="{FF2B5EF4-FFF2-40B4-BE49-F238E27FC236}">
                    <a16:creationId xmlns:a16="http://schemas.microsoft.com/office/drawing/2014/main" id="{3A0946AF-28E8-057B-5EF1-B95C4A5AEF23}"/>
                  </a:ext>
                </a:extLst>
              </p:cNvPr>
              <p:cNvSpPr>
                <a:spLocks/>
              </p:cNvSpPr>
              <p:nvPr/>
            </p:nvSpPr>
            <p:spPr bwMode="auto">
              <a:xfrm>
                <a:off x="7417" y="1680"/>
                <a:ext cx="35" cy="56"/>
              </a:xfrm>
              <a:custGeom>
                <a:avLst/>
                <a:gdLst>
                  <a:gd name="T0" fmla="+- 0 7438 7417"/>
                  <a:gd name="T1" fmla="*/ T0 w 35"/>
                  <a:gd name="T2" fmla="+- 0 1680 1680"/>
                  <a:gd name="T3" fmla="*/ 1680 h 56"/>
                  <a:gd name="T4" fmla="+- 0 7432 7417"/>
                  <a:gd name="T5" fmla="*/ T4 w 35"/>
                  <a:gd name="T6" fmla="+- 0 1680 1680"/>
                  <a:gd name="T7" fmla="*/ 1680 h 56"/>
                  <a:gd name="T8" fmla="+- 0 7429 7417"/>
                  <a:gd name="T9" fmla="*/ T8 w 35"/>
                  <a:gd name="T10" fmla="+- 0 1681 1680"/>
                  <a:gd name="T11" fmla="*/ 1681 h 56"/>
                  <a:gd name="T12" fmla="+- 0 7424 7417"/>
                  <a:gd name="T13" fmla="*/ T12 w 35"/>
                  <a:gd name="T14" fmla="+- 0 1684 1680"/>
                  <a:gd name="T15" fmla="*/ 1684 h 56"/>
                  <a:gd name="T16" fmla="+- 0 7421 7417"/>
                  <a:gd name="T17" fmla="*/ T16 w 35"/>
                  <a:gd name="T18" fmla="+- 0 1688 1680"/>
                  <a:gd name="T19" fmla="*/ 1688 h 56"/>
                  <a:gd name="T20" fmla="+- 0 7418 7417"/>
                  <a:gd name="T21" fmla="*/ T20 w 35"/>
                  <a:gd name="T22" fmla="+- 0 1697 1680"/>
                  <a:gd name="T23" fmla="*/ 1697 h 56"/>
                  <a:gd name="T24" fmla="+- 0 7417 7417"/>
                  <a:gd name="T25" fmla="*/ T24 w 35"/>
                  <a:gd name="T26" fmla="+- 0 1702 1680"/>
                  <a:gd name="T27" fmla="*/ 1702 h 56"/>
                  <a:gd name="T28" fmla="+- 0 7417 7417"/>
                  <a:gd name="T29" fmla="*/ T28 w 35"/>
                  <a:gd name="T30" fmla="+- 0 1715 1680"/>
                  <a:gd name="T31" fmla="*/ 1715 h 56"/>
                  <a:gd name="T32" fmla="+- 0 7418 7417"/>
                  <a:gd name="T33" fmla="*/ T32 w 35"/>
                  <a:gd name="T34" fmla="+- 0 1721 1680"/>
                  <a:gd name="T35" fmla="*/ 1721 h 56"/>
                  <a:gd name="T36" fmla="+- 0 7425 7417"/>
                  <a:gd name="T37" fmla="*/ T36 w 35"/>
                  <a:gd name="T38" fmla="+- 0 1732 1680"/>
                  <a:gd name="T39" fmla="*/ 1732 h 56"/>
                  <a:gd name="T40" fmla="+- 0 7429 7417"/>
                  <a:gd name="T41" fmla="*/ T40 w 35"/>
                  <a:gd name="T42" fmla="+- 0 1735 1680"/>
                  <a:gd name="T43" fmla="*/ 1735 h 56"/>
                  <a:gd name="T44" fmla="+- 0 7436 7417"/>
                  <a:gd name="T45" fmla="*/ T44 w 35"/>
                  <a:gd name="T46" fmla="+- 0 1735 1680"/>
                  <a:gd name="T47" fmla="*/ 1735 h 56"/>
                  <a:gd name="T48" fmla="+- 0 7439 7417"/>
                  <a:gd name="T49" fmla="*/ T48 w 35"/>
                  <a:gd name="T50" fmla="+- 0 1734 1680"/>
                  <a:gd name="T51" fmla="*/ 1734 h 56"/>
                  <a:gd name="T52" fmla="+- 0 7441 7417"/>
                  <a:gd name="T53" fmla="*/ T52 w 35"/>
                  <a:gd name="T54" fmla="+- 0 1733 1680"/>
                  <a:gd name="T55" fmla="*/ 1733 h 56"/>
                  <a:gd name="T56" fmla="+- 0 7431 7417"/>
                  <a:gd name="T57" fmla="*/ T56 w 35"/>
                  <a:gd name="T58" fmla="+- 0 1733 1680"/>
                  <a:gd name="T59" fmla="*/ 1733 h 56"/>
                  <a:gd name="T60" fmla="+- 0 7429 7417"/>
                  <a:gd name="T61" fmla="*/ T60 w 35"/>
                  <a:gd name="T62" fmla="+- 0 1731 1680"/>
                  <a:gd name="T63" fmla="*/ 1731 h 56"/>
                  <a:gd name="T64" fmla="+- 0 7426 7417"/>
                  <a:gd name="T65" fmla="*/ T64 w 35"/>
                  <a:gd name="T66" fmla="+- 0 1722 1680"/>
                  <a:gd name="T67" fmla="*/ 1722 h 56"/>
                  <a:gd name="T68" fmla="+- 0 7425 7417"/>
                  <a:gd name="T69" fmla="*/ T68 w 35"/>
                  <a:gd name="T70" fmla="+- 0 1716 1680"/>
                  <a:gd name="T71" fmla="*/ 1716 h 56"/>
                  <a:gd name="T72" fmla="+- 0 7425 7417"/>
                  <a:gd name="T73" fmla="*/ T72 w 35"/>
                  <a:gd name="T74" fmla="+- 0 1702 1680"/>
                  <a:gd name="T75" fmla="*/ 1702 h 56"/>
                  <a:gd name="T76" fmla="+- 0 7434 7417"/>
                  <a:gd name="T77" fmla="*/ T76 w 35"/>
                  <a:gd name="T78" fmla="+- 0 1682 1680"/>
                  <a:gd name="T79" fmla="*/ 1682 h 56"/>
                  <a:gd name="T80" fmla="+- 0 7442 7417"/>
                  <a:gd name="T81" fmla="*/ T80 w 35"/>
                  <a:gd name="T82" fmla="+- 0 1682 1680"/>
                  <a:gd name="T83" fmla="*/ 1682 h 56"/>
                  <a:gd name="T84" fmla="+- 0 7442 7417"/>
                  <a:gd name="T85" fmla="*/ T84 w 35"/>
                  <a:gd name="T86" fmla="+- 0 1682 1680"/>
                  <a:gd name="T87" fmla="*/ 1682 h 56"/>
                  <a:gd name="T88" fmla="+- 0 7438 7417"/>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40" name="Freeform 5012">
                <a:extLst>
                  <a:ext uri="{FF2B5EF4-FFF2-40B4-BE49-F238E27FC236}">
                    <a16:creationId xmlns:a16="http://schemas.microsoft.com/office/drawing/2014/main" id="{EA817F95-F392-460C-F4BD-0CF6F741716A}"/>
                  </a:ext>
                </a:extLst>
              </p:cNvPr>
              <p:cNvSpPr>
                <a:spLocks/>
              </p:cNvSpPr>
              <p:nvPr/>
            </p:nvSpPr>
            <p:spPr bwMode="auto">
              <a:xfrm>
                <a:off x="7417" y="1680"/>
                <a:ext cx="35" cy="56"/>
              </a:xfrm>
              <a:custGeom>
                <a:avLst/>
                <a:gdLst>
                  <a:gd name="T0" fmla="+- 0 7442 7417"/>
                  <a:gd name="T1" fmla="*/ T0 w 35"/>
                  <a:gd name="T2" fmla="+- 0 1682 1680"/>
                  <a:gd name="T3" fmla="*/ 1682 h 56"/>
                  <a:gd name="T4" fmla="+- 0 7434 7417"/>
                  <a:gd name="T5" fmla="*/ T4 w 35"/>
                  <a:gd name="T6" fmla="+- 0 1682 1680"/>
                  <a:gd name="T7" fmla="*/ 1682 h 56"/>
                  <a:gd name="T8" fmla="+- 0 7438 7417"/>
                  <a:gd name="T9" fmla="*/ T8 w 35"/>
                  <a:gd name="T10" fmla="+- 0 1684 1680"/>
                  <a:gd name="T11" fmla="*/ 1684 h 56"/>
                  <a:gd name="T12" fmla="+- 0 7440 7417"/>
                  <a:gd name="T13" fmla="*/ T12 w 35"/>
                  <a:gd name="T14" fmla="+- 0 1685 1680"/>
                  <a:gd name="T15" fmla="*/ 1685 h 56"/>
                  <a:gd name="T16" fmla="+- 0 7441 7417"/>
                  <a:gd name="T17" fmla="*/ T16 w 35"/>
                  <a:gd name="T18" fmla="+- 0 1687 1680"/>
                  <a:gd name="T19" fmla="*/ 1687 h 56"/>
                  <a:gd name="T20" fmla="+- 0 7443 7417"/>
                  <a:gd name="T21" fmla="*/ T20 w 35"/>
                  <a:gd name="T22" fmla="+- 0 1694 1680"/>
                  <a:gd name="T23" fmla="*/ 1694 h 56"/>
                  <a:gd name="T24" fmla="+- 0 7443 7417"/>
                  <a:gd name="T25" fmla="*/ T24 w 35"/>
                  <a:gd name="T26" fmla="+- 0 1697 1680"/>
                  <a:gd name="T27" fmla="*/ 1697 h 56"/>
                  <a:gd name="T28" fmla="+- 0 7444 7417"/>
                  <a:gd name="T29" fmla="*/ T28 w 35"/>
                  <a:gd name="T30" fmla="+- 0 1715 1680"/>
                  <a:gd name="T31" fmla="*/ 1715 h 56"/>
                  <a:gd name="T32" fmla="+- 0 7443 7417"/>
                  <a:gd name="T33" fmla="*/ T32 w 35"/>
                  <a:gd name="T34" fmla="+- 0 1720 1680"/>
                  <a:gd name="T35" fmla="*/ 1720 h 56"/>
                  <a:gd name="T36" fmla="+- 0 7441 7417"/>
                  <a:gd name="T37" fmla="*/ T36 w 35"/>
                  <a:gd name="T38" fmla="+- 0 1727 1680"/>
                  <a:gd name="T39" fmla="*/ 1727 h 56"/>
                  <a:gd name="T40" fmla="+- 0 7440 7417"/>
                  <a:gd name="T41" fmla="*/ T40 w 35"/>
                  <a:gd name="T42" fmla="+- 0 1729 1680"/>
                  <a:gd name="T43" fmla="*/ 1729 h 56"/>
                  <a:gd name="T44" fmla="+- 0 7438 7417"/>
                  <a:gd name="T45" fmla="*/ T44 w 35"/>
                  <a:gd name="T46" fmla="+- 0 1731 1680"/>
                  <a:gd name="T47" fmla="*/ 1731 h 56"/>
                  <a:gd name="T48" fmla="+- 0 7434 7417"/>
                  <a:gd name="T49" fmla="*/ T48 w 35"/>
                  <a:gd name="T50" fmla="+- 0 1733 1680"/>
                  <a:gd name="T51" fmla="*/ 1733 h 56"/>
                  <a:gd name="T52" fmla="+- 0 7441 7417"/>
                  <a:gd name="T53" fmla="*/ T52 w 35"/>
                  <a:gd name="T54" fmla="+- 0 1733 1680"/>
                  <a:gd name="T55" fmla="*/ 1733 h 56"/>
                  <a:gd name="T56" fmla="+- 0 7451 7417"/>
                  <a:gd name="T57" fmla="*/ T56 w 35"/>
                  <a:gd name="T58" fmla="+- 0 1698 1680"/>
                  <a:gd name="T59" fmla="*/ 1698 h 56"/>
                  <a:gd name="T60" fmla="+- 0 7449 7417"/>
                  <a:gd name="T61" fmla="*/ T60 w 35"/>
                  <a:gd name="T62" fmla="+- 0 1691 1680"/>
                  <a:gd name="T63" fmla="*/ 1691 h 56"/>
                  <a:gd name="T64" fmla="+- 0 7442 7417"/>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3" name="Group 242">
              <a:extLst>
                <a:ext uri="{FF2B5EF4-FFF2-40B4-BE49-F238E27FC236}">
                  <a16:creationId xmlns:a16="http://schemas.microsoft.com/office/drawing/2014/main" id="{067219F7-5FB9-18A8-0A77-1AB9919F233E}"/>
                </a:ext>
              </a:extLst>
            </p:cNvPr>
            <p:cNvGrpSpPr>
              <a:grpSpLocks/>
            </p:cNvGrpSpPr>
            <p:nvPr/>
          </p:nvGrpSpPr>
          <p:grpSpPr bwMode="auto">
            <a:xfrm>
              <a:off x="7873" y="1680"/>
              <a:ext cx="35" cy="56"/>
              <a:chOff x="7873" y="1680"/>
              <a:chExt cx="35" cy="56"/>
            </a:xfrm>
          </p:grpSpPr>
          <p:sp>
            <p:nvSpPr>
              <p:cNvPr id="1237" name="Freeform 5014">
                <a:extLst>
                  <a:ext uri="{FF2B5EF4-FFF2-40B4-BE49-F238E27FC236}">
                    <a16:creationId xmlns:a16="http://schemas.microsoft.com/office/drawing/2014/main" id="{E86C19E3-FAB3-2D63-BBD3-CAB8D7E9CC59}"/>
                  </a:ext>
                </a:extLst>
              </p:cNvPr>
              <p:cNvSpPr>
                <a:spLocks/>
              </p:cNvSpPr>
              <p:nvPr/>
            </p:nvSpPr>
            <p:spPr bwMode="auto">
              <a:xfrm>
                <a:off x="7873" y="1680"/>
                <a:ext cx="35" cy="56"/>
              </a:xfrm>
              <a:custGeom>
                <a:avLst/>
                <a:gdLst>
                  <a:gd name="T0" fmla="+- 0 7895 7873"/>
                  <a:gd name="T1" fmla="*/ T0 w 35"/>
                  <a:gd name="T2" fmla="+- 0 1680 1680"/>
                  <a:gd name="T3" fmla="*/ 1680 h 56"/>
                  <a:gd name="T4" fmla="+- 0 7888 7873"/>
                  <a:gd name="T5" fmla="*/ T4 w 35"/>
                  <a:gd name="T6" fmla="+- 0 1680 1680"/>
                  <a:gd name="T7" fmla="*/ 1680 h 56"/>
                  <a:gd name="T8" fmla="+- 0 7886 7873"/>
                  <a:gd name="T9" fmla="*/ T8 w 35"/>
                  <a:gd name="T10" fmla="+- 0 1681 1680"/>
                  <a:gd name="T11" fmla="*/ 1681 h 56"/>
                  <a:gd name="T12" fmla="+- 0 7883 7873"/>
                  <a:gd name="T13" fmla="*/ T12 w 35"/>
                  <a:gd name="T14" fmla="+- 0 1682 1680"/>
                  <a:gd name="T15" fmla="*/ 1682 h 56"/>
                  <a:gd name="T16" fmla="+- 0 7880 7873"/>
                  <a:gd name="T17" fmla="*/ T16 w 35"/>
                  <a:gd name="T18" fmla="+- 0 1684 1680"/>
                  <a:gd name="T19" fmla="*/ 1684 h 56"/>
                  <a:gd name="T20" fmla="+- 0 7878 7873"/>
                  <a:gd name="T21" fmla="*/ T20 w 35"/>
                  <a:gd name="T22" fmla="+- 0 1688 1680"/>
                  <a:gd name="T23" fmla="*/ 1688 h 56"/>
                  <a:gd name="T24" fmla="+- 0 7874 7873"/>
                  <a:gd name="T25" fmla="*/ T24 w 35"/>
                  <a:gd name="T26" fmla="+- 0 1697 1680"/>
                  <a:gd name="T27" fmla="*/ 1697 h 56"/>
                  <a:gd name="T28" fmla="+- 0 7873 7873"/>
                  <a:gd name="T29" fmla="*/ T28 w 35"/>
                  <a:gd name="T30" fmla="+- 0 1702 1680"/>
                  <a:gd name="T31" fmla="*/ 1702 h 56"/>
                  <a:gd name="T32" fmla="+- 0 7873 7873"/>
                  <a:gd name="T33" fmla="*/ T32 w 35"/>
                  <a:gd name="T34" fmla="+- 0 1715 1680"/>
                  <a:gd name="T35" fmla="*/ 1715 h 56"/>
                  <a:gd name="T36" fmla="+- 0 7875 7873"/>
                  <a:gd name="T37" fmla="*/ T36 w 35"/>
                  <a:gd name="T38" fmla="+- 0 1721 1680"/>
                  <a:gd name="T39" fmla="*/ 1721 h 56"/>
                  <a:gd name="T40" fmla="+- 0 7881 7873"/>
                  <a:gd name="T41" fmla="*/ T40 w 35"/>
                  <a:gd name="T42" fmla="+- 0 1732 1680"/>
                  <a:gd name="T43" fmla="*/ 1732 h 56"/>
                  <a:gd name="T44" fmla="+- 0 7885 7873"/>
                  <a:gd name="T45" fmla="*/ T44 w 35"/>
                  <a:gd name="T46" fmla="+- 0 1735 1680"/>
                  <a:gd name="T47" fmla="*/ 1735 h 56"/>
                  <a:gd name="T48" fmla="+- 0 7893 7873"/>
                  <a:gd name="T49" fmla="*/ T48 w 35"/>
                  <a:gd name="T50" fmla="+- 0 1735 1680"/>
                  <a:gd name="T51" fmla="*/ 1735 h 56"/>
                  <a:gd name="T52" fmla="+- 0 7895 7873"/>
                  <a:gd name="T53" fmla="*/ T52 w 35"/>
                  <a:gd name="T54" fmla="+- 0 1734 1680"/>
                  <a:gd name="T55" fmla="*/ 1734 h 56"/>
                  <a:gd name="T56" fmla="+- 0 7898 7873"/>
                  <a:gd name="T57" fmla="*/ T56 w 35"/>
                  <a:gd name="T58" fmla="+- 0 1733 1680"/>
                  <a:gd name="T59" fmla="*/ 1733 h 56"/>
                  <a:gd name="T60" fmla="+- 0 7887 7873"/>
                  <a:gd name="T61" fmla="*/ T60 w 35"/>
                  <a:gd name="T62" fmla="+- 0 1733 1680"/>
                  <a:gd name="T63" fmla="*/ 1733 h 56"/>
                  <a:gd name="T64" fmla="+- 0 7885 7873"/>
                  <a:gd name="T65" fmla="*/ T64 w 35"/>
                  <a:gd name="T66" fmla="+- 0 1731 1680"/>
                  <a:gd name="T67" fmla="*/ 1731 h 56"/>
                  <a:gd name="T68" fmla="+- 0 7884 7873"/>
                  <a:gd name="T69" fmla="*/ T68 w 35"/>
                  <a:gd name="T70" fmla="+- 0 1727 1680"/>
                  <a:gd name="T71" fmla="*/ 1727 h 56"/>
                  <a:gd name="T72" fmla="+- 0 7882 7873"/>
                  <a:gd name="T73" fmla="*/ T72 w 35"/>
                  <a:gd name="T74" fmla="+- 0 1722 1680"/>
                  <a:gd name="T75" fmla="*/ 1722 h 56"/>
                  <a:gd name="T76" fmla="+- 0 7881 7873"/>
                  <a:gd name="T77" fmla="*/ T76 w 35"/>
                  <a:gd name="T78" fmla="+- 0 1716 1680"/>
                  <a:gd name="T79" fmla="*/ 1716 h 56"/>
                  <a:gd name="T80" fmla="+- 0 7890 7873"/>
                  <a:gd name="T81" fmla="*/ T80 w 35"/>
                  <a:gd name="T82" fmla="+- 0 1682 1680"/>
                  <a:gd name="T83" fmla="*/ 1682 h 56"/>
                  <a:gd name="T84" fmla="+- 0 7899 7873"/>
                  <a:gd name="T85" fmla="*/ T84 w 35"/>
                  <a:gd name="T86" fmla="+- 0 1682 1680"/>
                  <a:gd name="T87" fmla="*/ 1682 h 56"/>
                  <a:gd name="T88" fmla="+- 0 7898 7873"/>
                  <a:gd name="T89" fmla="*/ T88 w 35"/>
                  <a:gd name="T90" fmla="+- 0 1682 1680"/>
                  <a:gd name="T91" fmla="*/ 1682 h 56"/>
                  <a:gd name="T92" fmla="+- 0 7895 7873"/>
                  <a:gd name="T93" fmla="*/ T92 w 35"/>
                  <a:gd name="T94" fmla="+- 0 1680 1680"/>
                  <a:gd name="T95"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38" name="Freeform 5015">
                <a:extLst>
                  <a:ext uri="{FF2B5EF4-FFF2-40B4-BE49-F238E27FC236}">
                    <a16:creationId xmlns:a16="http://schemas.microsoft.com/office/drawing/2014/main" id="{3480AF6B-40A3-2985-036C-357D82ADF370}"/>
                  </a:ext>
                </a:extLst>
              </p:cNvPr>
              <p:cNvSpPr>
                <a:spLocks/>
              </p:cNvSpPr>
              <p:nvPr/>
            </p:nvSpPr>
            <p:spPr bwMode="auto">
              <a:xfrm>
                <a:off x="7873" y="1680"/>
                <a:ext cx="35" cy="56"/>
              </a:xfrm>
              <a:custGeom>
                <a:avLst/>
                <a:gdLst>
                  <a:gd name="T0" fmla="+- 0 7899 7873"/>
                  <a:gd name="T1" fmla="*/ T0 w 35"/>
                  <a:gd name="T2" fmla="+- 0 1682 1680"/>
                  <a:gd name="T3" fmla="*/ 1682 h 56"/>
                  <a:gd name="T4" fmla="+- 0 7890 7873"/>
                  <a:gd name="T5" fmla="*/ T4 w 35"/>
                  <a:gd name="T6" fmla="+- 0 1682 1680"/>
                  <a:gd name="T7" fmla="*/ 1682 h 56"/>
                  <a:gd name="T8" fmla="+- 0 7894 7873"/>
                  <a:gd name="T9" fmla="*/ T8 w 35"/>
                  <a:gd name="T10" fmla="+- 0 1684 1680"/>
                  <a:gd name="T11" fmla="*/ 1684 h 56"/>
                  <a:gd name="T12" fmla="+- 0 7896 7873"/>
                  <a:gd name="T13" fmla="*/ T12 w 35"/>
                  <a:gd name="T14" fmla="+- 0 1685 1680"/>
                  <a:gd name="T15" fmla="*/ 1685 h 56"/>
                  <a:gd name="T16" fmla="+- 0 7897 7873"/>
                  <a:gd name="T17" fmla="*/ T16 w 35"/>
                  <a:gd name="T18" fmla="+- 0 1687 1680"/>
                  <a:gd name="T19" fmla="*/ 1687 h 56"/>
                  <a:gd name="T20" fmla="+- 0 7899 7873"/>
                  <a:gd name="T21" fmla="*/ T20 w 35"/>
                  <a:gd name="T22" fmla="+- 0 1694 1680"/>
                  <a:gd name="T23" fmla="*/ 1694 h 56"/>
                  <a:gd name="T24" fmla="+- 0 7900 7873"/>
                  <a:gd name="T25" fmla="*/ T24 w 35"/>
                  <a:gd name="T26" fmla="+- 0 1697 1680"/>
                  <a:gd name="T27" fmla="*/ 1697 h 56"/>
                  <a:gd name="T28" fmla="+- 0 7900 7873"/>
                  <a:gd name="T29" fmla="*/ T28 w 35"/>
                  <a:gd name="T30" fmla="+- 0 1715 1680"/>
                  <a:gd name="T31" fmla="*/ 1715 h 56"/>
                  <a:gd name="T32" fmla="+- 0 7899 7873"/>
                  <a:gd name="T33" fmla="*/ T32 w 35"/>
                  <a:gd name="T34" fmla="+- 0 1720 1680"/>
                  <a:gd name="T35" fmla="*/ 1720 h 56"/>
                  <a:gd name="T36" fmla="+- 0 7897 7873"/>
                  <a:gd name="T37" fmla="*/ T36 w 35"/>
                  <a:gd name="T38" fmla="+- 0 1727 1680"/>
                  <a:gd name="T39" fmla="*/ 1727 h 56"/>
                  <a:gd name="T40" fmla="+- 0 7896 7873"/>
                  <a:gd name="T41" fmla="*/ T40 w 35"/>
                  <a:gd name="T42" fmla="+- 0 1729 1680"/>
                  <a:gd name="T43" fmla="*/ 1729 h 56"/>
                  <a:gd name="T44" fmla="+- 0 7895 7873"/>
                  <a:gd name="T45" fmla="*/ T44 w 35"/>
                  <a:gd name="T46" fmla="+- 0 1731 1680"/>
                  <a:gd name="T47" fmla="*/ 1731 h 56"/>
                  <a:gd name="T48" fmla="+- 0 7890 7873"/>
                  <a:gd name="T49" fmla="*/ T48 w 35"/>
                  <a:gd name="T50" fmla="+- 0 1733 1680"/>
                  <a:gd name="T51" fmla="*/ 1733 h 56"/>
                  <a:gd name="T52" fmla="+- 0 7898 7873"/>
                  <a:gd name="T53" fmla="*/ T52 w 35"/>
                  <a:gd name="T54" fmla="+- 0 1733 1680"/>
                  <a:gd name="T55" fmla="*/ 1733 h 56"/>
                  <a:gd name="T56" fmla="+- 0 7908 7873"/>
                  <a:gd name="T57" fmla="*/ T56 w 35"/>
                  <a:gd name="T58" fmla="+- 0 1698 1680"/>
                  <a:gd name="T59" fmla="*/ 1698 h 56"/>
                  <a:gd name="T60" fmla="+- 0 7906 7873"/>
                  <a:gd name="T61" fmla="*/ T60 w 35"/>
                  <a:gd name="T62" fmla="+- 0 1691 1680"/>
                  <a:gd name="T63" fmla="*/ 1691 h 56"/>
                  <a:gd name="T64" fmla="+- 0 7899 7873"/>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4" name="Group 243">
              <a:extLst>
                <a:ext uri="{FF2B5EF4-FFF2-40B4-BE49-F238E27FC236}">
                  <a16:creationId xmlns:a16="http://schemas.microsoft.com/office/drawing/2014/main" id="{D5BD6E2F-4365-2924-7040-86B30A4FD5C8}"/>
                </a:ext>
              </a:extLst>
            </p:cNvPr>
            <p:cNvGrpSpPr>
              <a:grpSpLocks/>
            </p:cNvGrpSpPr>
            <p:nvPr/>
          </p:nvGrpSpPr>
          <p:grpSpPr bwMode="auto">
            <a:xfrm>
              <a:off x="8336" y="1680"/>
              <a:ext cx="21" cy="55"/>
              <a:chOff x="8336" y="1680"/>
              <a:chExt cx="21" cy="55"/>
            </a:xfrm>
          </p:grpSpPr>
          <p:sp>
            <p:nvSpPr>
              <p:cNvPr id="1235" name="Freeform 5017">
                <a:extLst>
                  <a:ext uri="{FF2B5EF4-FFF2-40B4-BE49-F238E27FC236}">
                    <a16:creationId xmlns:a16="http://schemas.microsoft.com/office/drawing/2014/main" id="{DDAD7367-194C-9CDF-C3D0-4979D622E146}"/>
                  </a:ext>
                </a:extLst>
              </p:cNvPr>
              <p:cNvSpPr>
                <a:spLocks/>
              </p:cNvSpPr>
              <p:nvPr/>
            </p:nvSpPr>
            <p:spPr bwMode="auto">
              <a:xfrm>
                <a:off x="8336" y="1680"/>
                <a:ext cx="21" cy="55"/>
              </a:xfrm>
              <a:custGeom>
                <a:avLst/>
                <a:gdLst>
                  <a:gd name="T0" fmla="+- 0 8350 8336"/>
                  <a:gd name="T1" fmla="*/ T0 w 21"/>
                  <a:gd name="T2" fmla="+- 0 1686 1680"/>
                  <a:gd name="T3" fmla="*/ 1686 h 55"/>
                  <a:gd name="T4" fmla="+- 0 8341 8336"/>
                  <a:gd name="T5" fmla="*/ T4 w 21"/>
                  <a:gd name="T6" fmla="+- 0 1686 1680"/>
                  <a:gd name="T7" fmla="*/ 1686 h 55"/>
                  <a:gd name="T8" fmla="+- 0 8342 8336"/>
                  <a:gd name="T9" fmla="*/ T8 w 21"/>
                  <a:gd name="T10" fmla="+- 0 1687 1680"/>
                  <a:gd name="T11" fmla="*/ 1687 h 55"/>
                  <a:gd name="T12" fmla="+- 0 8343 8336"/>
                  <a:gd name="T13" fmla="*/ T12 w 21"/>
                  <a:gd name="T14" fmla="+- 0 1689 1680"/>
                  <a:gd name="T15" fmla="*/ 1689 h 55"/>
                  <a:gd name="T16" fmla="+- 0 8344 8336"/>
                  <a:gd name="T17" fmla="*/ T16 w 21"/>
                  <a:gd name="T18" fmla="+- 0 1690 1680"/>
                  <a:gd name="T19" fmla="*/ 1690 h 55"/>
                  <a:gd name="T20" fmla="+- 0 8344 8336"/>
                  <a:gd name="T21" fmla="*/ T20 w 21"/>
                  <a:gd name="T22" fmla="+- 0 1730 1680"/>
                  <a:gd name="T23" fmla="*/ 1730 h 55"/>
                  <a:gd name="T24" fmla="+- 0 8343 8336"/>
                  <a:gd name="T25" fmla="*/ T24 w 21"/>
                  <a:gd name="T26" fmla="+- 0 1731 1680"/>
                  <a:gd name="T27" fmla="*/ 1731 h 55"/>
                  <a:gd name="T28" fmla="+- 0 8342 8336"/>
                  <a:gd name="T29" fmla="*/ T28 w 21"/>
                  <a:gd name="T30" fmla="+- 0 1732 1680"/>
                  <a:gd name="T31" fmla="*/ 1732 h 55"/>
                  <a:gd name="T32" fmla="+- 0 8341 8336"/>
                  <a:gd name="T33" fmla="*/ T32 w 21"/>
                  <a:gd name="T34" fmla="+- 0 1732 1680"/>
                  <a:gd name="T35" fmla="*/ 1732 h 55"/>
                  <a:gd name="T36" fmla="+- 0 8339 8336"/>
                  <a:gd name="T37" fmla="*/ T36 w 21"/>
                  <a:gd name="T38" fmla="+- 0 1733 1680"/>
                  <a:gd name="T39" fmla="*/ 1733 h 55"/>
                  <a:gd name="T40" fmla="+- 0 8337 8336"/>
                  <a:gd name="T41" fmla="*/ T40 w 21"/>
                  <a:gd name="T42" fmla="+- 0 1733 1680"/>
                  <a:gd name="T43" fmla="*/ 1733 h 55"/>
                  <a:gd name="T44" fmla="+- 0 8337 8336"/>
                  <a:gd name="T45" fmla="*/ T44 w 21"/>
                  <a:gd name="T46" fmla="+- 0 1734 1680"/>
                  <a:gd name="T47" fmla="*/ 1734 h 55"/>
                  <a:gd name="T48" fmla="+- 0 8357 8336"/>
                  <a:gd name="T49" fmla="*/ T48 w 21"/>
                  <a:gd name="T50" fmla="+- 0 1734 1680"/>
                  <a:gd name="T51" fmla="*/ 1734 h 55"/>
                  <a:gd name="T52" fmla="+- 0 8357 8336"/>
                  <a:gd name="T53" fmla="*/ T52 w 21"/>
                  <a:gd name="T54" fmla="+- 0 1733 1680"/>
                  <a:gd name="T55" fmla="*/ 1733 h 55"/>
                  <a:gd name="T56" fmla="+- 0 8354 8336"/>
                  <a:gd name="T57" fmla="*/ T56 w 21"/>
                  <a:gd name="T58" fmla="+- 0 1733 1680"/>
                  <a:gd name="T59" fmla="*/ 1733 h 55"/>
                  <a:gd name="T60" fmla="+- 0 8353 8336"/>
                  <a:gd name="T61" fmla="*/ T60 w 21"/>
                  <a:gd name="T62" fmla="+- 0 1732 1680"/>
                  <a:gd name="T63" fmla="*/ 1732 h 55"/>
                  <a:gd name="T64" fmla="+- 0 8352 8336"/>
                  <a:gd name="T65" fmla="*/ T64 w 21"/>
                  <a:gd name="T66" fmla="+- 0 1732 1680"/>
                  <a:gd name="T67" fmla="*/ 1732 h 55"/>
                  <a:gd name="T68" fmla="+- 0 8351 8336"/>
                  <a:gd name="T69" fmla="*/ T68 w 21"/>
                  <a:gd name="T70" fmla="+- 0 1730 1680"/>
                  <a:gd name="T71" fmla="*/ 1730 h 55"/>
                  <a:gd name="T72" fmla="+- 0 8350 8336"/>
                  <a:gd name="T73" fmla="*/ T72 w 21"/>
                  <a:gd name="T74" fmla="+- 0 1730 1680"/>
                  <a:gd name="T75" fmla="*/ 1730 h 55"/>
                  <a:gd name="T76" fmla="+- 0 8350 8336"/>
                  <a:gd name="T77" fmla="*/ T76 w 21"/>
                  <a:gd name="T78" fmla="+- 0 1686 1680"/>
                  <a:gd name="T79" fmla="*/ 168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6"/>
                    </a:moveTo>
                    <a:lnTo>
                      <a:pt x="5" y="6"/>
                    </a:lnTo>
                    <a:lnTo>
                      <a:pt x="6" y="7"/>
                    </a:lnTo>
                    <a:lnTo>
                      <a:pt x="7" y="9"/>
                    </a:lnTo>
                    <a:lnTo>
                      <a:pt x="8" y="10"/>
                    </a:lnTo>
                    <a:lnTo>
                      <a:pt x="8" y="50"/>
                    </a:lnTo>
                    <a:lnTo>
                      <a:pt x="7" y="51"/>
                    </a:lnTo>
                    <a:lnTo>
                      <a:pt x="6" y="52"/>
                    </a:lnTo>
                    <a:lnTo>
                      <a:pt x="5" y="52"/>
                    </a:lnTo>
                    <a:lnTo>
                      <a:pt x="3" y="53"/>
                    </a:lnTo>
                    <a:lnTo>
                      <a:pt x="1" y="53"/>
                    </a:lnTo>
                    <a:lnTo>
                      <a:pt x="1" y="54"/>
                    </a:lnTo>
                    <a:lnTo>
                      <a:pt x="21" y="54"/>
                    </a:lnTo>
                    <a:lnTo>
                      <a:pt x="21" y="53"/>
                    </a:lnTo>
                    <a:lnTo>
                      <a:pt x="18" y="53"/>
                    </a:lnTo>
                    <a:lnTo>
                      <a:pt x="17" y="52"/>
                    </a:lnTo>
                    <a:lnTo>
                      <a:pt x="16" y="52"/>
                    </a:lnTo>
                    <a:lnTo>
                      <a:pt x="15" y="50"/>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36" name="Freeform 5018">
                <a:extLst>
                  <a:ext uri="{FF2B5EF4-FFF2-40B4-BE49-F238E27FC236}">
                    <a16:creationId xmlns:a16="http://schemas.microsoft.com/office/drawing/2014/main" id="{14DC0697-DEFF-4617-C7EC-C3B4E4028F55}"/>
                  </a:ext>
                </a:extLst>
              </p:cNvPr>
              <p:cNvSpPr>
                <a:spLocks/>
              </p:cNvSpPr>
              <p:nvPr/>
            </p:nvSpPr>
            <p:spPr bwMode="auto">
              <a:xfrm>
                <a:off x="8336" y="1680"/>
                <a:ext cx="21" cy="55"/>
              </a:xfrm>
              <a:custGeom>
                <a:avLst/>
                <a:gdLst>
                  <a:gd name="T0" fmla="+- 0 8350 8336"/>
                  <a:gd name="T1" fmla="*/ T0 w 21"/>
                  <a:gd name="T2" fmla="+- 0 1680 1680"/>
                  <a:gd name="T3" fmla="*/ 1680 h 55"/>
                  <a:gd name="T4" fmla="+- 0 8349 8336"/>
                  <a:gd name="T5" fmla="*/ T4 w 21"/>
                  <a:gd name="T6" fmla="+- 0 1680 1680"/>
                  <a:gd name="T7" fmla="*/ 1680 h 55"/>
                  <a:gd name="T8" fmla="+- 0 8336 8336"/>
                  <a:gd name="T9" fmla="*/ T8 w 21"/>
                  <a:gd name="T10" fmla="+- 0 1686 1680"/>
                  <a:gd name="T11" fmla="*/ 1686 h 55"/>
                  <a:gd name="T12" fmla="+- 0 8336 8336"/>
                  <a:gd name="T13" fmla="*/ T12 w 21"/>
                  <a:gd name="T14" fmla="+- 0 1687 1680"/>
                  <a:gd name="T15" fmla="*/ 1687 h 55"/>
                  <a:gd name="T16" fmla="+- 0 8341 8336"/>
                  <a:gd name="T17" fmla="*/ T16 w 21"/>
                  <a:gd name="T18" fmla="+- 0 1686 1680"/>
                  <a:gd name="T19" fmla="*/ 1686 h 55"/>
                  <a:gd name="T20" fmla="+- 0 8350 8336"/>
                  <a:gd name="T21" fmla="*/ T20 w 21"/>
                  <a:gd name="T22" fmla="+- 0 1686 1680"/>
                  <a:gd name="T23" fmla="*/ 1686 h 55"/>
                  <a:gd name="T24" fmla="+- 0 8350 8336"/>
                  <a:gd name="T25" fmla="*/ T24 w 21"/>
                  <a:gd name="T26" fmla="+- 0 1680 1680"/>
                  <a:gd name="T27" fmla="*/ 168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5" name="Group 244">
              <a:extLst>
                <a:ext uri="{FF2B5EF4-FFF2-40B4-BE49-F238E27FC236}">
                  <a16:creationId xmlns:a16="http://schemas.microsoft.com/office/drawing/2014/main" id="{4A7EB17D-CCC1-71BD-89C1-930E8F32E02B}"/>
                </a:ext>
              </a:extLst>
            </p:cNvPr>
            <p:cNvGrpSpPr>
              <a:grpSpLocks/>
            </p:cNvGrpSpPr>
            <p:nvPr/>
          </p:nvGrpSpPr>
          <p:grpSpPr bwMode="auto">
            <a:xfrm>
              <a:off x="8786" y="1680"/>
              <a:ext cx="35" cy="56"/>
              <a:chOff x="8786" y="1680"/>
              <a:chExt cx="35" cy="56"/>
            </a:xfrm>
          </p:grpSpPr>
          <p:sp>
            <p:nvSpPr>
              <p:cNvPr id="1233" name="Freeform 5020">
                <a:extLst>
                  <a:ext uri="{FF2B5EF4-FFF2-40B4-BE49-F238E27FC236}">
                    <a16:creationId xmlns:a16="http://schemas.microsoft.com/office/drawing/2014/main" id="{9ABED79B-F97B-4A7A-976F-6DD14863E9F1}"/>
                  </a:ext>
                </a:extLst>
              </p:cNvPr>
              <p:cNvSpPr>
                <a:spLocks/>
              </p:cNvSpPr>
              <p:nvPr/>
            </p:nvSpPr>
            <p:spPr bwMode="auto">
              <a:xfrm>
                <a:off x="8786" y="1680"/>
                <a:ext cx="35" cy="56"/>
              </a:xfrm>
              <a:custGeom>
                <a:avLst/>
                <a:gdLst>
                  <a:gd name="T0" fmla="+- 0 8807 8786"/>
                  <a:gd name="T1" fmla="*/ T0 w 35"/>
                  <a:gd name="T2" fmla="+- 0 1680 1680"/>
                  <a:gd name="T3" fmla="*/ 1680 h 56"/>
                  <a:gd name="T4" fmla="+- 0 8801 8786"/>
                  <a:gd name="T5" fmla="*/ T4 w 35"/>
                  <a:gd name="T6" fmla="+- 0 1680 1680"/>
                  <a:gd name="T7" fmla="*/ 1680 h 56"/>
                  <a:gd name="T8" fmla="+- 0 8798 8786"/>
                  <a:gd name="T9" fmla="*/ T8 w 35"/>
                  <a:gd name="T10" fmla="+- 0 1681 1680"/>
                  <a:gd name="T11" fmla="*/ 1681 h 56"/>
                  <a:gd name="T12" fmla="+- 0 8793 8786"/>
                  <a:gd name="T13" fmla="*/ T12 w 35"/>
                  <a:gd name="T14" fmla="+- 0 1684 1680"/>
                  <a:gd name="T15" fmla="*/ 1684 h 56"/>
                  <a:gd name="T16" fmla="+- 0 8790 8786"/>
                  <a:gd name="T17" fmla="*/ T16 w 35"/>
                  <a:gd name="T18" fmla="+- 0 1688 1680"/>
                  <a:gd name="T19" fmla="*/ 1688 h 56"/>
                  <a:gd name="T20" fmla="+- 0 8787 8786"/>
                  <a:gd name="T21" fmla="*/ T20 w 35"/>
                  <a:gd name="T22" fmla="+- 0 1697 1680"/>
                  <a:gd name="T23" fmla="*/ 1697 h 56"/>
                  <a:gd name="T24" fmla="+- 0 8786 8786"/>
                  <a:gd name="T25" fmla="*/ T24 w 35"/>
                  <a:gd name="T26" fmla="+- 0 1702 1680"/>
                  <a:gd name="T27" fmla="*/ 1702 h 56"/>
                  <a:gd name="T28" fmla="+- 0 8786 8786"/>
                  <a:gd name="T29" fmla="*/ T28 w 35"/>
                  <a:gd name="T30" fmla="+- 0 1715 1680"/>
                  <a:gd name="T31" fmla="*/ 1715 h 56"/>
                  <a:gd name="T32" fmla="+- 0 8787 8786"/>
                  <a:gd name="T33" fmla="*/ T32 w 35"/>
                  <a:gd name="T34" fmla="+- 0 1721 1680"/>
                  <a:gd name="T35" fmla="*/ 1721 h 56"/>
                  <a:gd name="T36" fmla="+- 0 8793 8786"/>
                  <a:gd name="T37" fmla="*/ T36 w 35"/>
                  <a:gd name="T38" fmla="+- 0 1732 1680"/>
                  <a:gd name="T39" fmla="*/ 1732 h 56"/>
                  <a:gd name="T40" fmla="+- 0 8798 8786"/>
                  <a:gd name="T41" fmla="*/ T40 w 35"/>
                  <a:gd name="T42" fmla="+- 0 1735 1680"/>
                  <a:gd name="T43" fmla="*/ 1735 h 56"/>
                  <a:gd name="T44" fmla="+- 0 8805 8786"/>
                  <a:gd name="T45" fmla="*/ T44 w 35"/>
                  <a:gd name="T46" fmla="+- 0 1735 1680"/>
                  <a:gd name="T47" fmla="*/ 1735 h 56"/>
                  <a:gd name="T48" fmla="+- 0 8808 8786"/>
                  <a:gd name="T49" fmla="*/ T48 w 35"/>
                  <a:gd name="T50" fmla="+- 0 1734 1680"/>
                  <a:gd name="T51" fmla="*/ 1734 h 56"/>
                  <a:gd name="T52" fmla="+- 0 8810 8786"/>
                  <a:gd name="T53" fmla="*/ T52 w 35"/>
                  <a:gd name="T54" fmla="+- 0 1733 1680"/>
                  <a:gd name="T55" fmla="*/ 1733 h 56"/>
                  <a:gd name="T56" fmla="+- 0 8800 8786"/>
                  <a:gd name="T57" fmla="*/ T56 w 35"/>
                  <a:gd name="T58" fmla="+- 0 1733 1680"/>
                  <a:gd name="T59" fmla="*/ 1733 h 56"/>
                  <a:gd name="T60" fmla="+- 0 8798 8786"/>
                  <a:gd name="T61" fmla="*/ T60 w 35"/>
                  <a:gd name="T62" fmla="+- 0 1731 1680"/>
                  <a:gd name="T63" fmla="*/ 1731 h 56"/>
                  <a:gd name="T64" fmla="+- 0 8794 8786"/>
                  <a:gd name="T65" fmla="*/ T64 w 35"/>
                  <a:gd name="T66" fmla="+- 0 1722 1680"/>
                  <a:gd name="T67" fmla="*/ 1722 h 56"/>
                  <a:gd name="T68" fmla="+- 0 8794 8786"/>
                  <a:gd name="T69" fmla="*/ T68 w 35"/>
                  <a:gd name="T70" fmla="+- 0 1716 1680"/>
                  <a:gd name="T71" fmla="*/ 1716 h 56"/>
                  <a:gd name="T72" fmla="+- 0 8794 8786"/>
                  <a:gd name="T73" fmla="*/ T72 w 35"/>
                  <a:gd name="T74" fmla="+- 0 1702 1680"/>
                  <a:gd name="T75" fmla="*/ 1702 h 56"/>
                  <a:gd name="T76" fmla="+- 0 8803 8786"/>
                  <a:gd name="T77" fmla="*/ T76 w 35"/>
                  <a:gd name="T78" fmla="+- 0 1682 1680"/>
                  <a:gd name="T79" fmla="*/ 1682 h 56"/>
                  <a:gd name="T80" fmla="+- 0 8811 8786"/>
                  <a:gd name="T81" fmla="*/ T80 w 35"/>
                  <a:gd name="T82" fmla="+- 0 1682 1680"/>
                  <a:gd name="T83" fmla="*/ 1682 h 56"/>
                  <a:gd name="T84" fmla="+- 0 8811 8786"/>
                  <a:gd name="T85" fmla="*/ T84 w 35"/>
                  <a:gd name="T86" fmla="+- 0 1682 1680"/>
                  <a:gd name="T87" fmla="*/ 1682 h 56"/>
                  <a:gd name="T88" fmla="+- 0 8807 8786"/>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34" name="Freeform 5021">
                <a:extLst>
                  <a:ext uri="{FF2B5EF4-FFF2-40B4-BE49-F238E27FC236}">
                    <a16:creationId xmlns:a16="http://schemas.microsoft.com/office/drawing/2014/main" id="{35D62EFF-043E-C949-3FA6-9371131771AC}"/>
                  </a:ext>
                </a:extLst>
              </p:cNvPr>
              <p:cNvSpPr>
                <a:spLocks/>
              </p:cNvSpPr>
              <p:nvPr/>
            </p:nvSpPr>
            <p:spPr bwMode="auto">
              <a:xfrm>
                <a:off x="8786" y="1680"/>
                <a:ext cx="35" cy="56"/>
              </a:xfrm>
              <a:custGeom>
                <a:avLst/>
                <a:gdLst>
                  <a:gd name="T0" fmla="+- 0 8811 8786"/>
                  <a:gd name="T1" fmla="*/ T0 w 35"/>
                  <a:gd name="T2" fmla="+- 0 1682 1680"/>
                  <a:gd name="T3" fmla="*/ 1682 h 56"/>
                  <a:gd name="T4" fmla="+- 0 8803 8786"/>
                  <a:gd name="T5" fmla="*/ T4 w 35"/>
                  <a:gd name="T6" fmla="+- 0 1682 1680"/>
                  <a:gd name="T7" fmla="*/ 1682 h 56"/>
                  <a:gd name="T8" fmla="+- 0 8807 8786"/>
                  <a:gd name="T9" fmla="*/ T8 w 35"/>
                  <a:gd name="T10" fmla="+- 0 1684 1680"/>
                  <a:gd name="T11" fmla="*/ 1684 h 56"/>
                  <a:gd name="T12" fmla="+- 0 8809 8786"/>
                  <a:gd name="T13" fmla="*/ T12 w 35"/>
                  <a:gd name="T14" fmla="+- 0 1685 1680"/>
                  <a:gd name="T15" fmla="*/ 1685 h 56"/>
                  <a:gd name="T16" fmla="+- 0 8810 8786"/>
                  <a:gd name="T17" fmla="*/ T16 w 35"/>
                  <a:gd name="T18" fmla="+- 0 1687 1680"/>
                  <a:gd name="T19" fmla="*/ 1687 h 56"/>
                  <a:gd name="T20" fmla="+- 0 8812 8786"/>
                  <a:gd name="T21" fmla="*/ T20 w 35"/>
                  <a:gd name="T22" fmla="+- 0 1694 1680"/>
                  <a:gd name="T23" fmla="*/ 1694 h 56"/>
                  <a:gd name="T24" fmla="+- 0 8812 8786"/>
                  <a:gd name="T25" fmla="*/ T24 w 35"/>
                  <a:gd name="T26" fmla="+- 0 1697 1680"/>
                  <a:gd name="T27" fmla="*/ 1697 h 56"/>
                  <a:gd name="T28" fmla="+- 0 8812 8786"/>
                  <a:gd name="T29" fmla="*/ T28 w 35"/>
                  <a:gd name="T30" fmla="+- 0 1715 1680"/>
                  <a:gd name="T31" fmla="*/ 1715 h 56"/>
                  <a:gd name="T32" fmla="+- 0 8812 8786"/>
                  <a:gd name="T33" fmla="*/ T32 w 35"/>
                  <a:gd name="T34" fmla="+- 0 1720 1680"/>
                  <a:gd name="T35" fmla="*/ 1720 h 56"/>
                  <a:gd name="T36" fmla="+- 0 8810 8786"/>
                  <a:gd name="T37" fmla="*/ T36 w 35"/>
                  <a:gd name="T38" fmla="+- 0 1727 1680"/>
                  <a:gd name="T39" fmla="*/ 1727 h 56"/>
                  <a:gd name="T40" fmla="+- 0 8809 8786"/>
                  <a:gd name="T41" fmla="*/ T40 w 35"/>
                  <a:gd name="T42" fmla="+- 0 1729 1680"/>
                  <a:gd name="T43" fmla="*/ 1729 h 56"/>
                  <a:gd name="T44" fmla="+- 0 8807 8786"/>
                  <a:gd name="T45" fmla="*/ T44 w 35"/>
                  <a:gd name="T46" fmla="+- 0 1731 1680"/>
                  <a:gd name="T47" fmla="*/ 1731 h 56"/>
                  <a:gd name="T48" fmla="+- 0 8803 8786"/>
                  <a:gd name="T49" fmla="*/ T48 w 35"/>
                  <a:gd name="T50" fmla="+- 0 1733 1680"/>
                  <a:gd name="T51" fmla="*/ 1733 h 56"/>
                  <a:gd name="T52" fmla="+- 0 8810 8786"/>
                  <a:gd name="T53" fmla="*/ T52 w 35"/>
                  <a:gd name="T54" fmla="+- 0 1733 1680"/>
                  <a:gd name="T55" fmla="*/ 1733 h 56"/>
                  <a:gd name="T56" fmla="+- 0 8820 8786"/>
                  <a:gd name="T57" fmla="*/ T56 w 35"/>
                  <a:gd name="T58" fmla="+- 0 1698 1680"/>
                  <a:gd name="T59" fmla="*/ 1698 h 56"/>
                  <a:gd name="T60" fmla="+- 0 8818 8786"/>
                  <a:gd name="T61" fmla="*/ T60 w 35"/>
                  <a:gd name="T62" fmla="+- 0 1691 1680"/>
                  <a:gd name="T63" fmla="*/ 1691 h 56"/>
                  <a:gd name="T64" fmla="+- 0 8811 8786"/>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6" name="Group 245">
              <a:extLst>
                <a:ext uri="{FF2B5EF4-FFF2-40B4-BE49-F238E27FC236}">
                  <a16:creationId xmlns:a16="http://schemas.microsoft.com/office/drawing/2014/main" id="{83046217-A6C6-D132-A50C-9BE0BDDC555C}"/>
                </a:ext>
              </a:extLst>
            </p:cNvPr>
            <p:cNvGrpSpPr>
              <a:grpSpLocks/>
            </p:cNvGrpSpPr>
            <p:nvPr/>
          </p:nvGrpSpPr>
          <p:grpSpPr bwMode="auto">
            <a:xfrm>
              <a:off x="76" y="1680"/>
              <a:ext cx="9201" cy="335"/>
              <a:chOff x="76" y="1680"/>
              <a:chExt cx="9201" cy="335"/>
            </a:xfrm>
          </p:grpSpPr>
          <p:sp>
            <p:nvSpPr>
              <p:cNvPr id="1230" name="Freeform 5023">
                <a:extLst>
                  <a:ext uri="{FF2B5EF4-FFF2-40B4-BE49-F238E27FC236}">
                    <a16:creationId xmlns:a16="http://schemas.microsoft.com/office/drawing/2014/main" id="{DF764650-6F09-DB3A-3029-1E4A1602784D}"/>
                  </a:ext>
                </a:extLst>
              </p:cNvPr>
              <p:cNvSpPr>
                <a:spLocks/>
              </p:cNvSpPr>
              <p:nvPr/>
            </p:nvSpPr>
            <p:spPr bwMode="auto">
              <a:xfrm>
                <a:off x="9242" y="1680"/>
                <a:ext cx="35" cy="56"/>
              </a:xfrm>
              <a:custGeom>
                <a:avLst/>
                <a:gdLst>
                  <a:gd name="T0" fmla="+- 0 9263 9242"/>
                  <a:gd name="T1" fmla="*/ T0 w 35"/>
                  <a:gd name="T2" fmla="+- 0 1680 1680"/>
                  <a:gd name="T3" fmla="*/ 1680 h 56"/>
                  <a:gd name="T4" fmla="+- 0 9257 9242"/>
                  <a:gd name="T5" fmla="*/ T4 w 35"/>
                  <a:gd name="T6" fmla="+- 0 1680 1680"/>
                  <a:gd name="T7" fmla="*/ 1680 h 56"/>
                  <a:gd name="T8" fmla="+- 0 9254 9242"/>
                  <a:gd name="T9" fmla="*/ T8 w 35"/>
                  <a:gd name="T10" fmla="+- 0 1681 1680"/>
                  <a:gd name="T11" fmla="*/ 1681 h 56"/>
                  <a:gd name="T12" fmla="+- 0 9249 9242"/>
                  <a:gd name="T13" fmla="*/ T12 w 35"/>
                  <a:gd name="T14" fmla="+- 0 1684 1680"/>
                  <a:gd name="T15" fmla="*/ 1684 h 56"/>
                  <a:gd name="T16" fmla="+- 0 9247 9242"/>
                  <a:gd name="T17" fmla="*/ T16 w 35"/>
                  <a:gd name="T18" fmla="+- 0 1688 1680"/>
                  <a:gd name="T19" fmla="*/ 1688 h 56"/>
                  <a:gd name="T20" fmla="+- 0 9243 9242"/>
                  <a:gd name="T21" fmla="*/ T20 w 35"/>
                  <a:gd name="T22" fmla="+- 0 1697 1680"/>
                  <a:gd name="T23" fmla="*/ 1697 h 56"/>
                  <a:gd name="T24" fmla="+- 0 9242 9242"/>
                  <a:gd name="T25" fmla="*/ T24 w 35"/>
                  <a:gd name="T26" fmla="+- 0 1702 1680"/>
                  <a:gd name="T27" fmla="*/ 1702 h 56"/>
                  <a:gd name="T28" fmla="+- 0 9242 9242"/>
                  <a:gd name="T29" fmla="*/ T28 w 35"/>
                  <a:gd name="T30" fmla="+- 0 1715 1680"/>
                  <a:gd name="T31" fmla="*/ 1715 h 56"/>
                  <a:gd name="T32" fmla="+- 0 9243 9242"/>
                  <a:gd name="T33" fmla="*/ T32 w 35"/>
                  <a:gd name="T34" fmla="+- 0 1721 1680"/>
                  <a:gd name="T35" fmla="*/ 1721 h 56"/>
                  <a:gd name="T36" fmla="+- 0 9250 9242"/>
                  <a:gd name="T37" fmla="*/ T36 w 35"/>
                  <a:gd name="T38" fmla="+- 0 1732 1680"/>
                  <a:gd name="T39" fmla="*/ 1732 h 56"/>
                  <a:gd name="T40" fmla="+- 0 9254 9242"/>
                  <a:gd name="T41" fmla="*/ T40 w 35"/>
                  <a:gd name="T42" fmla="+- 0 1735 1680"/>
                  <a:gd name="T43" fmla="*/ 1735 h 56"/>
                  <a:gd name="T44" fmla="+- 0 9262 9242"/>
                  <a:gd name="T45" fmla="*/ T44 w 35"/>
                  <a:gd name="T46" fmla="+- 0 1735 1680"/>
                  <a:gd name="T47" fmla="*/ 1735 h 56"/>
                  <a:gd name="T48" fmla="+- 0 9264 9242"/>
                  <a:gd name="T49" fmla="*/ T48 w 35"/>
                  <a:gd name="T50" fmla="+- 0 1734 1680"/>
                  <a:gd name="T51" fmla="*/ 1734 h 56"/>
                  <a:gd name="T52" fmla="+- 0 9266 9242"/>
                  <a:gd name="T53" fmla="*/ T52 w 35"/>
                  <a:gd name="T54" fmla="+- 0 1733 1680"/>
                  <a:gd name="T55" fmla="*/ 1733 h 56"/>
                  <a:gd name="T56" fmla="+- 0 9256 9242"/>
                  <a:gd name="T57" fmla="*/ T56 w 35"/>
                  <a:gd name="T58" fmla="+- 0 1733 1680"/>
                  <a:gd name="T59" fmla="*/ 1733 h 56"/>
                  <a:gd name="T60" fmla="+- 0 9254 9242"/>
                  <a:gd name="T61" fmla="*/ T60 w 35"/>
                  <a:gd name="T62" fmla="+- 0 1731 1680"/>
                  <a:gd name="T63" fmla="*/ 1731 h 56"/>
                  <a:gd name="T64" fmla="+- 0 9251 9242"/>
                  <a:gd name="T65" fmla="*/ T64 w 35"/>
                  <a:gd name="T66" fmla="+- 0 1722 1680"/>
                  <a:gd name="T67" fmla="*/ 1722 h 56"/>
                  <a:gd name="T68" fmla="+- 0 9250 9242"/>
                  <a:gd name="T69" fmla="*/ T68 w 35"/>
                  <a:gd name="T70" fmla="+- 0 1716 1680"/>
                  <a:gd name="T71" fmla="*/ 1716 h 56"/>
                  <a:gd name="T72" fmla="+- 0 9250 9242"/>
                  <a:gd name="T73" fmla="*/ T72 w 35"/>
                  <a:gd name="T74" fmla="+- 0 1702 1680"/>
                  <a:gd name="T75" fmla="*/ 1702 h 56"/>
                  <a:gd name="T76" fmla="+- 0 9259 9242"/>
                  <a:gd name="T77" fmla="*/ T76 w 35"/>
                  <a:gd name="T78" fmla="+- 0 1682 1680"/>
                  <a:gd name="T79" fmla="*/ 1682 h 56"/>
                  <a:gd name="T80" fmla="+- 0 9268 9242"/>
                  <a:gd name="T81" fmla="*/ T80 w 35"/>
                  <a:gd name="T82" fmla="+- 0 1682 1680"/>
                  <a:gd name="T83" fmla="*/ 1682 h 56"/>
                  <a:gd name="T84" fmla="+- 0 9267 9242"/>
                  <a:gd name="T85" fmla="*/ T84 w 35"/>
                  <a:gd name="T86" fmla="+- 0 1682 1680"/>
                  <a:gd name="T87" fmla="*/ 1682 h 56"/>
                  <a:gd name="T88" fmla="+- 0 9263 9242"/>
                  <a:gd name="T89" fmla="*/ T88 w 35"/>
                  <a:gd name="T90" fmla="+- 0 1680 1680"/>
                  <a:gd name="T91" fmla="*/ 168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31" name="Freeform 5024">
                <a:extLst>
                  <a:ext uri="{FF2B5EF4-FFF2-40B4-BE49-F238E27FC236}">
                    <a16:creationId xmlns:a16="http://schemas.microsoft.com/office/drawing/2014/main" id="{DEDEBE11-2F5C-92DB-677B-465C8B0E8CEE}"/>
                  </a:ext>
                </a:extLst>
              </p:cNvPr>
              <p:cNvSpPr>
                <a:spLocks/>
              </p:cNvSpPr>
              <p:nvPr/>
            </p:nvSpPr>
            <p:spPr bwMode="auto">
              <a:xfrm>
                <a:off x="9242" y="1680"/>
                <a:ext cx="35" cy="56"/>
              </a:xfrm>
              <a:custGeom>
                <a:avLst/>
                <a:gdLst>
                  <a:gd name="T0" fmla="+- 0 9268 9242"/>
                  <a:gd name="T1" fmla="*/ T0 w 35"/>
                  <a:gd name="T2" fmla="+- 0 1682 1680"/>
                  <a:gd name="T3" fmla="*/ 1682 h 56"/>
                  <a:gd name="T4" fmla="+- 0 9259 9242"/>
                  <a:gd name="T5" fmla="*/ T4 w 35"/>
                  <a:gd name="T6" fmla="+- 0 1682 1680"/>
                  <a:gd name="T7" fmla="*/ 1682 h 56"/>
                  <a:gd name="T8" fmla="+- 0 9263 9242"/>
                  <a:gd name="T9" fmla="*/ T8 w 35"/>
                  <a:gd name="T10" fmla="+- 0 1684 1680"/>
                  <a:gd name="T11" fmla="*/ 1684 h 56"/>
                  <a:gd name="T12" fmla="+- 0 9265 9242"/>
                  <a:gd name="T13" fmla="*/ T12 w 35"/>
                  <a:gd name="T14" fmla="+- 0 1685 1680"/>
                  <a:gd name="T15" fmla="*/ 1685 h 56"/>
                  <a:gd name="T16" fmla="+- 0 9266 9242"/>
                  <a:gd name="T17" fmla="*/ T16 w 35"/>
                  <a:gd name="T18" fmla="+- 0 1687 1680"/>
                  <a:gd name="T19" fmla="*/ 1687 h 56"/>
                  <a:gd name="T20" fmla="+- 0 9268 9242"/>
                  <a:gd name="T21" fmla="*/ T20 w 35"/>
                  <a:gd name="T22" fmla="+- 0 1694 1680"/>
                  <a:gd name="T23" fmla="*/ 1694 h 56"/>
                  <a:gd name="T24" fmla="+- 0 9268 9242"/>
                  <a:gd name="T25" fmla="*/ T24 w 35"/>
                  <a:gd name="T26" fmla="+- 0 1697 1680"/>
                  <a:gd name="T27" fmla="*/ 1697 h 56"/>
                  <a:gd name="T28" fmla="+- 0 9269 9242"/>
                  <a:gd name="T29" fmla="*/ T28 w 35"/>
                  <a:gd name="T30" fmla="+- 0 1715 1680"/>
                  <a:gd name="T31" fmla="*/ 1715 h 56"/>
                  <a:gd name="T32" fmla="+- 0 9268 9242"/>
                  <a:gd name="T33" fmla="*/ T32 w 35"/>
                  <a:gd name="T34" fmla="+- 0 1720 1680"/>
                  <a:gd name="T35" fmla="*/ 1720 h 56"/>
                  <a:gd name="T36" fmla="+- 0 9266 9242"/>
                  <a:gd name="T37" fmla="*/ T36 w 35"/>
                  <a:gd name="T38" fmla="+- 0 1727 1680"/>
                  <a:gd name="T39" fmla="*/ 1727 h 56"/>
                  <a:gd name="T40" fmla="+- 0 9265 9242"/>
                  <a:gd name="T41" fmla="*/ T40 w 35"/>
                  <a:gd name="T42" fmla="+- 0 1729 1680"/>
                  <a:gd name="T43" fmla="*/ 1729 h 56"/>
                  <a:gd name="T44" fmla="+- 0 9264 9242"/>
                  <a:gd name="T45" fmla="*/ T44 w 35"/>
                  <a:gd name="T46" fmla="+- 0 1731 1680"/>
                  <a:gd name="T47" fmla="*/ 1731 h 56"/>
                  <a:gd name="T48" fmla="+- 0 9259 9242"/>
                  <a:gd name="T49" fmla="*/ T48 w 35"/>
                  <a:gd name="T50" fmla="+- 0 1733 1680"/>
                  <a:gd name="T51" fmla="*/ 1733 h 56"/>
                  <a:gd name="T52" fmla="+- 0 9266 9242"/>
                  <a:gd name="T53" fmla="*/ T52 w 35"/>
                  <a:gd name="T54" fmla="+- 0 1733 1680"/>
                  <a:gd name="T55" fmla="*/ 1733 h 56"/>
                  <a:gd name="T56" fmla="+- 0 9276 9242"/>
                  <a:gd name="T57" fmla="*/ T56 w 35"/>
                  <a:gd name="T58" fmla="+- 0 1698 1680"/>
                  <a:gd name="T59" fmla="*/ 1698 h 56"/>
                  <a:gd name="T60" fmla="+- 0 9274 9242"/>
                  <a:gd name="T61" fmla="*/ T60 w 35"/>
                  <a:gd name="T62" fmla="+- 0 1691 1680"/>
                  <a:gd name="T63" fmla="*/ 1691 h 56"/>
                  <a:gd name="T64" fmla="+- 0 9268 9242"/>
                  <a:gd name="T65" fmla="*/ T64 w 35"/>
                  <a:gd name="T66" fmla="+- 0 1682 1680"/>
                  <a:gd name="T67" fmla="*/ 16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6" y="17"/>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232" name="Picture 1231">
                <a:extLst>
                  <a:ext uri="{FF2B5EF4-FFF2-40B4-BE49-F238E27FC236}">
                    <a16:creationId xmlns:a16="http://schemas.microsoft.com/office/drawing/2014/main" id="{27B05B94-32E4-D83F-4524-94AAAFFB17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 y="1943"/>
                <a:ext cx="528"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7" name="Group 246">
              <a:extLst>
                <a:ext uri="{FF2B5EF4-FFF2-40B4-BE49-F238E27FC236}">
                  <a16:creationId xmlns:a16="http://schemas.microsoft.com/office/drawing/2014/main" id="{EF287650-0510-D4B5-7E01-26FA7C1D504E}"/>
                </a:ext>
              </a:extLst>
            </p:cNvPr>
            <p:cNvGrpSpPr>
              <a:grpSpLocks/>
            </p:cNvGrpSpPr>
            <p:nvPr/>
          </p:nvGrpSpPr>
          <p:grpSpPr bwMode="auto">
            <a:xfrm>
              <a:off x="1028" y="2120"/>
              <a:ext cx="35" cy="56"/>
              <a:chOff x="1028" y="2120"/>
              <a:chExt cx="35" cy="56"/>
            </a:xfrm>
          </p:grpSpPr>
          <p:sp>
            <p:nvSpPr>
              <p:cNvPr id="1228" name="Freeform 5027">
                <a:extLst>
                  <a:ext uri="{FF2B5EF4-FFF2-40B4-BE49-F238E27FC236}">
                    <a16:creationId xmlns:a16="http://schemas.microsoft.com/office/drawing/2014/main" id="{7950C839-2A2F-50FC-B52D-5501F924DFBB}"/>
                  </a:ext>
                </a:extLst>
              </p:cNvPr>
              <p:cNvSpPr>
                <a:spLocks/>
              </p:cNvSpPr>
              <p:nvPr/>
            </p:nvSpPr>
            <p:spPr bwMode="auto">
              <a:xfrm>
                <a:off x="1028" y="2120"/>
                <a:ext cx="35" cy="56"/>
              </a:xfrm>
              <a:custGeom>
                <a:avLst/>
                <a:gdLst>
                  <a:gd name="T0" fmla="+- 0 1050 1028"/>
                  <a:gd name="T1" fmla="*/ T0 w 35"/>
                  <a:gd name="T2" fmla="+- 0 2120 2120"/>
                  <a:gd name="T3" fmla="*/ 2120 h 56"/>
                  <a:gd name="T4" fmla="+- 0 1043 1028"/>
                  <a:gd name="T5" fmla="*/ T4 w 35"/>
                  <a:gd name="T6" fmla="+- 0 2120 2120"/>
                  <a:gd name="T7" fmla="*/ 2120 h 56"/>
                  <a:gd name="T8" fmla="+- 0 1041 1028"/>
                  <a:gd name="T9" fmla="*/ T8 w 35"/>
                  <a:gd name="T10" fmla="+- 0 2121 2120"/>
                  <a:gd name="T11" fmla="*/ 2121 h 56"/>
                  <a:gd name="T12" fmla="+- 0 1035 1028"/>
                  <a:gd name="T13" fmla="*/ T12 w 35"/>
                  <a:gd name="T14" fmla="+- 0 2125 2120"/>
                  <a:gd name="T15" fmla="*/ 2125 h 56"/>
                  <a:gd name="T16" fmla="+- 0 1033 1028"/>
                  <a:gd name="T17" fmla="*/ T16 w 35"/>
                  <a:gd name="T18" fmla="+- 0 2128 2120"/>
                  <a:gd name="T19" fmla="*/ 2128 h 56"/>
                  <a:gd name="T20" fmla="+- 0 1029 1028"/>
                  <a:gd name="T21" fmla="*/ T20 w 35"/>
                  <a:gd name="T22" fmla="+- 0 2137 2120"/>
                  <a:gd name="T23" fmla="*/ 2137 h 56"/>
                  <a:gd name="T24" fmla="+- 0 1028 1028"/>
                  <a:gd name="T25" fmla="*/ T24 w 35"/>
                  <a:gd name="T26" fmla="+- 0 2142 2120"/>
                  <a:gd name="T27" fmla="*/ 2142 h 56"/>
                  <a:gd name="T28" fmla="+- 0 1028 1028"/>
                  <a:gd name="T29" fmla="*/ T28 w 35"/>
                  <a:gd name="T30" fmla="+- 0 2155 2120"/>
                  <a:gd name="T31" fmla="*/ 2155 h 56"/>
                  <a:gd name="T32" fmla="+- 0 1030 1028"/>
                  <a:gd name="T33" fmla="*/ T32 w 35"/>
                  <a:gd name="T34" fmla="+- 0 2161 2120"/>
                  <a:gd name="T35" fmla="*/ 2161 h 56"/>
                  <a:gd name="T36" fmla="+- 0 1036 1028"/>
                  <a:gd name="T37" fmla="*/ T36 w 35"/>
                  <a:gd name="T38" fmla="+- 0 2172 2120"/>
                  <a:gd name="T39" fmla="*/ 2172 h 56"/>
                  <a:gd name="T40" fmla="+- 0 1040 1028"/>
                  <a:gd name="T41" fmla="*/ T40 w 35"/>
                  <a:gd name="T42" fmla="+- 0 2175 2120"/>
                  <a:gd name="T43" fmla="*/ 2175 h 56"/>
                  <a:gd name="T44" fmla="+- 0 1048 1028"/>
                  <a:gd name="T45" fmla="*/ T44 w 35"/>
                  <a:gd name="T46" fmla="+- 0 2175 2120"/>
                  <a:gd name="T47" fmla="*/ 2175 h 56"/>
                  <a:gd name="T48" fmla="+- 0 1050 1028"/>
                  <a:gd name="T49" fmla="*/ T48 w 35"/>
                  <a:gd name="T50" fmla="+- 0 2174 2120"/>
                  <a:gd name="T51" fmla="*/ 2174 h 56"/>
                  <a:gd name="T52" fmla="+- 0 1053 1028"/>
                  <a:gd name="T53" fmla="*/ T52 w 35"/>
                  <a:gd name="T54" fmla="+- 0 2173 2120"/>
                  <a:gd name="T55" fmla="*/ 2173 h 56"/>
                  <a:gd name="T56" fmla="+- 0 1042 1028"/>
                  <a:gd name="T57" fmla="*/ T56 w 35"/>
                  <a:gd name="T58" fmla="+- 0 2173 2120"/>
                  <a:gd name="T59" fmla="*/ 2173 h 56"/>
                  <a:gd name="T60" fmla="+- 0 1040 1028"/>
                  <a:gd name="T61" fmla="*/ T60 w 35"/>
                  <a:gd name="T62" fmla="+- 0 2171 2120"/>
                  <a:gd name="T63" fmla="*/ 2171 h 56"/>
                  <a:gd name="T64" fmla="+- 0 1039 1028"/>
                  <a:gd name="T65" fmla="*/ T64 w 35"/>
                  <a:gd name="T66" fmla="+- 0 2167 2120"/>
                  <a:gd name="T67" fmla="*/ 2167 h 56"/>
                  <a:gd name="T68" fmla="+- 0 1037 1028"/>
                  <a:gd name="T69" fmla="*/ T68 w 35"/>
                  <a:gd name="T70" fmla="+- 0 2162 2120"/>
                  <a:gd name="T71" fmla="*/ 2162 h 56"/>
                  <a:gd name="T72" fmla="+- 0 1036 1028"/>
                  <a:gd name="T73" fmla="*/ T72 w 35"/>
                  <a:gd name="T74" fmla="+- 0 2156 2120"/>
                  <a:gd name="T75" fmla="*/ 2156 h 56"/>
                  <a:gd name="T76" fmla="+- 0 1046 1028"/>
                  <a:gd name="T77" fmla="*/ T76 w 35"/>
                  <a:gd name="T78" fmla="+- 0 2122 2120"/>
                  <a:gd name="T79" fmla="*/ 2122 h 56"/>
                  <a:gd name="T80" fmla="+- 0 1054 1028"/>
                  <a:gd name="T81" fmla="*/ T80 w 35"/>
                  <a:gd name="T82" fmla="+- 0 2122 2120"/>
                  <a:gd name="T83" fmla="*/ 2122 h 56"/>
                  <a:gd name="T84" fmla="+- 0 1053 1028"/>
                  <a:gd name="T85" fmla="*/ T84 w 35"/>
                  <a:gd name="T86" fmla="+- 0 2122 2120"/>
                  <a:gd name="T87" fmla="*/ 2122 h 56"/>
                  <a:gd name="T88" fmla="+- 0 1050 1028"/>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9" name="Freeform 5028">
                <a:extLst>
                  <a:ext uri="{FF2B5EF4-FFF2-40B4-BE49-F238E27FC236}">
                    <a16:creationId xmlns:a16="http://schemas.microsoft.com/office/drawing/2014/main" id="{33C63367-CEA5-7D99-DC7C-ADAE76E6F38B}"/>
                  </a:ext>
                </a:extLst>
              </p:cNvPr>
              <p:cNvSpPr>
                <a:spLocks/>
              </p:cNvSpPr>
              <p:nvPr/>
            </p:nvSpPr>
            <p:spPr bwMode="auto">
              <a:xfrm>
                <a:off x="1028" y="2120"/>
                <a:ext cx="35" cy="56"/>
              </a:xfrm>
              <a:custGeom>
                <a:avLst/>
                <a:gdLst>
                  <a:gd name="T0" fmla="+- 0 1054 1028"/>
                  <a:gd name="T1" fmla="*/ T0 w 35"/>
                  <a:gd name="T2" fmla="+- 0 2122 2120"/>
                  <a:gd name="T3" fmla="*/ 2122 h 56"/>
                  <a:gd name="T4" fmla="+- 0 1046 1028"/>
                  <a:gd name="T5" fmla="*/ T4 w 35"/>
                  <a:gd name="T6" fmla="+- 0 2122 2120"/>
                  <a:gd name="T7" fmla="*/ 2122 h 56"/>
                  <a:gd name="T8" fmla="+- 0 1050 1028"/>
                  <a:gd name="T9" fmla="*/ T8 w 35"/>
                  <a:gd name="T10" fmla="+- 0 2124 2120"/>
                  <a:gd name="T11" fmla="*/ 2124 h 56"/>
                  <a:gd name="T12" fmla="+- 0 1051 1028"/>
                  <a:gd name="T13" fmla="*/ T12 w 35"/>
                  <a:gd name="T14" fmla="+- 0 2125 2120"/>
                  <a:gd name="T15" fmla="*/ 2125 h 56"/>
                  <a:gd name="T16" fmla="+- 0 1052 1028"/>
                  <a:gd name="T17" fmla="*/ T16 w 35"/>
                  <a:gd name="T18" fmla="+- 0 2127 2120"/>
                  <a:gd name="T19" fmla="*/ 2127 h 56"/>
                  <a:gd name="T20" fmla="+- 0 1054 1028"/>
                  <a:gd name="T21" fmla="*/ T20 w 35"/>
                  <a:gd name="T22" fmla="+- 0 2134 2120"/>
                  <a:gd name="T23" fmla="*/ 2134 h 56"/>
                  <a:gd name="T24" fmla="+- 0 1055 1028"/>
                  <a:gd name="T25" fmla="*/ T24 w 35"/>
                  <a:gd name="T26" fmla="+- 0 2137 2120"/>
                  <a:gd name="T27" fmla="*/ 2137 h 56"/>
                  <a:gd name="T28" fmla="+- 0 1055 1028"/>
                  <a:gd name="T29" fmla="*/ T28 w 35"/>
                  <a:gd name="T30" fmla="+- 0 2155 2120"/>
                  <a:gd name="T31" fmla="*/ 2155 h 56"/>
                  <a:gd name="T32" fmla="+- 0 1054 1028"/>
                  <a:gd name="T33" fmla="*/ T32 w 35"/>
                  <a:gd name="T34" fmla="+- 0 2160 2120"/>
                  <a:gd name="T35" fmla="*/ 2160 h 56"/>
                  <a:gd name="T36" fmla="+- 0 1052 1028"/>
                  <a:gd name="T37" fmla="*/ T36 w 35"/>
                  <a:gd name="T38" fmla="+- 0 2167 2120"/>
                  <a:gd name="T39" fmla="*/ 2167 h 56"/>
                  <a:gd name="T40" fmla="+- 0 1051 1028"/>
                  <a:gd name="T41" fmla="*/ T40 w 35"/>
                  <a:gd name="T42" fmla="+- 0 2170 2120"/>
                  <a:gd name="T43" fmla="*/ 2170 h 56"/>
                  <a:gd name="T44" fmla="+- 0 1050 1028"/>
                  <a:gd name="T45" fmla="*/ T44 w 35"/>
                  <a:gd name="T46" fmla="+- 0 2171 2120"/>
                  <a:gd name="T47" fmla="*/ 2171 h 56"/>
                  <a:gd name="T48" fmla="+- 0 1045 1028"/>
                  <a:gd name="T49" fmla="*/ T48 w 35"/>
                  <a:gd name="T50" fmla="+- 0 2173 2120"/>
                  <a:gd name="T51" fmla="*/ 2173 h 56"/>
                  <a:gd name="T52" fmla="+- 0 1053 1028"/>
                  <a:gd name="T53" fmla="*/ T52 w 35"/>
                  <a:gd name="T54" fmla="+- 0 2173 2120"/>
                  <a:gd name="T55" fmla="*/ 2173 h 56"/>
                  <a:gd name="T56" fmla="+- 0 1063 1028"/>
                  <a:gd name="T57" fmla="*/ T56 w 35"/>
                  <a:gd name="T58" fmla="+- 0 2138 2120"/>
                  <a:gd name="T59" fmla="*/ 2138 h 56"/>
                  <a:gd name="T60" fmla="+- 0 1061 1028"/>
                  <a:gd name="T61" fmla="*/ T60 w 35"/>
                  <a:gd name="T62" fmla="+- 0 2131 2120"/>
                  <a:gd name="T63" fmla="*/ 2131 h 56"/>
                  <a:gd name="T64" fmla="+- 0 1054 1028"/>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8" name="Group 247">
              <a:extLst>
                <a:ext uri="{FF2B5EF4-FFF2-40B4-BE49-F238E27FC236}">
                  <a16:creationId xmlns:a16="http://schemas.microsoft.com/office/drawing/2014/main" id="{9438B919-4E93-9A97-6ADD-1819F9FBE740}"/>
                </a:ext>
              </a:extLst>
            </p:cNvPr>
            <p:cNvGrpSpPr>
              <a:grpSpLocks/>
            </p:cNvGrpSpPr>
            <p:nvPr/>
          </p:nvGrpSpPr>
          <p:grpSpPr bwMode="auto">
            <a:xfrm>
              <a:off x="1485" y="2120"/>
              <a:ext cx="35" cy="56"/>
              <a:chOff x="1485" y="2120"/>
              <a:chExt cx="35" cy="56"/>
            </a:xfrm>
          </p:grpSpPr>
          <p:sp>
            <p:nvSpPr>
              <p:cNvPr id="1226" name="Freeform 5030">
                <a:extLst>
                  <a:ext uri="{FF2B5EF4-FFF2-40B4-BE49-F238E27FC236}">
                    <a16:creationId xmlns:a16="http://schemas.microsoft.com/office/drawing/2014/main" id="{79CCF6BF-35B8-A224-0F57-543E01AB12A5}"/>
                  </a:ext>
                </a:extLst>
              </p:cNvPr>
              <p:cNvSpPr>
                <a:spLocks/>
              </p:cNvSpPr>
              <p:nvPr/>
            </p:nvSpPr>
            <p:spPr bwMode="auto">
              <a:xfrm>
                <a:off x="1485" y="2120"/>
                <a:ext cx="35" cy="56"/>
              </a:xfrm>
              <a:custGeom>
                <a:avLst/>
                <a:gdLst>
                  <a:gd name="T0" fmla="+- 0 1506 1485"/>
                  <a:gd name="T1" fmla="*/ T0 w 35"/>
                  <a:gd name="T2" fmla="+- 0 2120 2120"/>
                  <a:gd name="T3" fmla="*/ 2120 h 56"/>
                  <a:gd name="T4" fmla="+- 0 1500 1485"/>
                  <a:gd name="T5" fmla="*/ T4 w 35"/>
                  <a:gd name="T6" fmla="+- 0 2120 2120"/>
                  <a:gd name="T7" fmla="*/ 2120 h 56"/>
                  <a:gd name="T8" fmla="+- 0 1497 1485"/>
                  <a:gd name="T9" fmla="*/ T8 w 35"/>
                  <a:gd name="T10" fmla="+- 0 2121 2120"/>
                  <a:gd name="T11" fmla="*/ 2121 h 56"/>
                  <a:gd name="T12" fmla="+- 0 1495 1485"/>
                  <a:gd name="T13" fmla="*/ T12 w 35"/>
                  <a:gd name="T14" fmla="+- 0 2122 2120"/>
                  <a:gd name="T15" fmla="*/ 2122 h 56"/>
                  <a:gd name="T16" fmla="+- 0 1492 1485"/>
                  <a:gd name="T17" fmla="*/ T16 w 35"/>
                  <a:gd name="T18" fmla="+- 0 2125 2120"/>
                  <a:gd name="T19" fmla="*/ 2125 h 56"/>
                  <a:gd name="T20" fmla="+- 0 1489 1485"/>
                  <a:gd name="T21" fmla="*/ T20 w 35"/>
                  <a:gd name="T22" fmla="+- 0 2128 2120"/>
                  <a:gd name="T23" fmla="*/ 2128 h 56"/>
                  <a:gd name="T24" fmla="+- 0 1486 1485"/>
                  <a:gd name="T25" fmla="*/ T24 w 35"/>
                  <a:gd name="T26" fmla="+- 0 2137 2120"/>
                  <a:gd name="T27" fmla="*/ 2137 h 56"/>
                  <a:gd name="T28" fmla="+- 0 1485 1485"/>
                  <a:gd name="T29" fmla="*/ T28 w 35"/>
                  <a:gd name="T30" fmla="+- 0 2142 2120"/>
                  <a:gd name="T31" fmla="*/ 2142 h 56"/>
                  <a:gd name="T32" fmla="+- 0 1485 1485"/>
                  <a:gd name="T33" fmla="*/ T32 w 35"/>
                  <a:gd name="T34" fmla="+- 0 2155 2120"/>
                  <a:gd name="T35" fmla="*/ 2155 h 56"/>
                  <a:gd name="T36" fmla="+- 0 1486 1485"/>
                  <a:gd name="T37" fmla="*/ T36 w 35"/>
                  <a:gd name="T38" fmla="+- 0 2161 2120"/>
                  <a:gd name="T39" fmla="*/ 2161 h 56"/>
                  <a:gd name="T40" fmla="+- 0 1492 1485"/>
                  <a:gd name="T41" fmla="*/ T40 w 35"/>
                  <a:gd name="T42" fmla="+- 0 2172 2120"/>
                  <a:gd name="T43" fmla="*/ 2172 h 56"/>
                  <a:gd name="T44" fmla="+- 0 1497 1485"/>
                  <a:gd name="T45" fmla="*/ T44 w 35"/>
                  <a:gd name="T46" fmla="+- 0 2175 2120"/>
                  <a:gd name="T47" fmla="*/ 2175 h 56"/>
                  <a:gd name="T48" fmla="+- 0 1504 1485"/>
                  <a:gd name="T49" fmla="*/ T48 w 35"/>
                  <a:gd name="T50" fmla="+- 0 2175 2120"/>
                  <a:gd name="T51" fmla="*/ 2175 h 56"/>
                  <a:gd name="T52" fmla="+- 0 1507 1485"/>
                  <a:gd name="T53" fmla="*/ T52 w 35"/>
                  <a:gd name="T54" fmla="+- 0 2174 2120"/>
                  <a:gd name="T55" fmla="*/ 2174 h 56"/>
                  <a:gd name="T56" fmla="+- 0 1509 1485"/>
                  <a:gd name="T57" fmla="*/ T56 w 35"/>
                  <a:gd name="T58" fmla="+- 0 2173 2120"/>
                  <a:gd name="T59" fmla="*/ 2173 h 56"/>
                  <a:gd name="T60" fmla="+- 0 1499 1485"/>
                  <a:gd name="T61" fmla="*/ T60 w 35"/>
                  <a:gd name="T62" fmla="+- 0 2173 2120"/>
                  <a:gd name="T63" fmla="*/ 2173 h 56"/>
                  <a:gd name="T64" fmla="+- 0 1497 1485"/>
                  <a:gd name="T65" fmla="*/ T64 w 35"/>
                  <a:gd name="T66" fmla="+- 0 2171 2120"/>
                  <a:gd name="T67" fmla="*/ 2171 h 56"/>
                  <a:gd name="T68" fmla="+- 0 1493 1485"/>
                  <a:gd name="T69" fmla="*/ T68 w 35"/>
                  <a:gd name="T70" fmla="+- 0 2162 2120"/>
                  <a:gd name="T71" fmla="*/ 2162 h 56"/>
                  <a:gd name="T72" fmla="+- 0 1492 1485"/>
                  <a:gd name="T73" fmla="*/ T72 w 35"/>
                  <a:gd name="T74" fmla="+- 0 2156 2120"/>
                  <a:gd name="T75" fmla="*/ 2156 h 56"/>
                  <a:gd name="T76" fmla="+- 0 1493 1485"/>
                  <a:gd name="T77" fmla="*/ T76 w 35"/>
                  <a:gd name="T78" fmla="+- 0 2142 2120"/>
                  <a:gd name="T79" fmla="*/ 2142 h 56"/>
                  <a:gd name="T80" fmla="+- 0 1502 1485"/>
                  <a:gd name="T81" fmla="*/ T80 w 35"/>
                  <a:gd name="T82" fmla="+- 0 2122 2120"/>
                  <a:gd name="T83" fmla="*/ 2122 h 56"/>
                  <a:gd name="T84" fmla="+- 0 1510 1485"/>
                  <a:gd name="T85" fmla="*/ T84 w 35"/>
                  <a:gd name="T86" fmla="+- 0 2122 2120"/>
                  <a:gd name="T87" fmla="*/ 2122 h 56"/>
                  <a:gd name="T88" fmla="+- 0 1510 1485"/>
                  <a:gd name="T89" fmla="*/ T88 w 35"/>
                  <a:gd name="T90" fmla="+- 0 2122 2120"/>
                  <a:gd name="T91" fmla="*/ 2122 h 56"/>
                  <a:gd name="T92" fmla="+- 0 1506 1485"/>
                  <a:gd name="T93" fmla="*/ T92 w 35"/>
                  <a:gd name="T94" fmla="+- 0 2120 2120"/>
                  <a:gd name="T95"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7" name="Freeform 5031">
                <a:extLst>
                  <a:ext uri="{FF2B5EF4-FFF2-40B4-BE49-F238E27FC236}">
                    <a16:creationId xmlns:a16="http://schemas.microsoft.com/office/drawing/2014/main" id="{B0B7ACBD-C2BA-A916-7E5C-EF0223D7526B}"/>
                  </a:ext>
                </a:extLst>
              </p:cNvPr>
              <p:cNvSpPr>
                <a:spLocks/>
              </p:cNvSpPr>
              <p:nvPr/>
            </p:nvSpPr>
            <p:spPr bwMode="auto">
              <a:xfrm>
                <a:off x="1485" y="2120"/>
                <a:ext cx="35" cy="56"/>
              </a:xfrm>
              <a:custGeom>
                <a:avLst/>
                <a:gdLst>
                  <a:gd name="T0" fmla="+- 0 1510 1485"/>
                  <a:gd name="T1" fmla="*/ T0 w 35"/>
                  <a:gd name="T2" fmla="+- 0 2122 2120"/>
                  <a:gd name="T3" fmla="*/ 2122 h 56"/>
                  <a:gd name="T4" fmla="+- 0 1502 1485"/>
                  <a:gd name="T5" fmla="*/ T4 w 35"/>
                  <a:gd name="T6" fmla="+- 0 2122 2120"/>
                  <a:gd name="T7" fmla="*/ 2122 h 56"/>
                  <a:gd name="T8" fmla="+- 0 1506 1485"/>
                  <a:gd name="T9" fmla="*/ T8 w 35"/>
                  <a:gd name="T10" fmla="+- 0 2124 2120"/>
                  <a:gd name="T11" fmla="*/ 2124 h 56"/>
                  <a:gd name="T12" fmla="+- 0 1507 1485"/>
                  <a:gd name="T13" fmla="*/ T12 w 35"/>
                  <a:gd name="T14" fmla="+- 0 2125 2120"/>
                  <a:gd name="T15" fmla="*/ 2125 h 56"/>
                  <a:gd name="T16" fmla="+- 0 1509 1485"/>
                  <a:gd name="T17" fmla="*/ T16 w 35"/>
                  <a:gd name="T18" fmla="+- 0 2127 2120"/>
                  <a:gd name="T19" fmla="*/ 2127 h 56"/>
                  <a:gd name="T20" fmla="+- 0 1511 1485"/>
                  <a:gd name="T21" fmla="*/ T20 w 35"/>
                  <a:gd name="T22" fmla="+- 0 2134 2120"/>
                  <a:gd name="T23" fmla="*/ 2134 h 56"/>
                  <a:gd name="T24" fmla="+- 0 1511 1485"/>
                  <a:gd name="T25" fmla="*/ T24 w 35"/>
                  <a:gd name="T26" fmla="+- 0 2137 2120"/>
                  <a:gd name="T27" fmla="*/ 2137 h 56"/>
                  <a:gd name="T28" fmla="+- 0 1511 1485"/>
                  <a:gd name="T29" fmla="*/ T28 w 35"/>
                  <a:gd name="T30" fmla="+- 0 2155 2120"/>
                  <a:gd name="T31" fmla="*/ 2155 h 56"/>
                  <a:gd name="T32" fmla="+- 0 1511 1485"/>
                  <a:gd name="T33" fmla="*/ T32 w 35"/>
                  <a:gd name="T34" fmla="+- 0 2160 2120"/>
                  <a:gd name="T35" fmla="*/ 2160 h 56"/>
                  <a:gd name="T36" fmla="+- 0 1509 1485"/>
                  <a:gd name="T37" fmla="*/ T36 w 35"/>
                  <a:gd name="T38" fmla="+- 0 2167 2120"/>
                  <a:gd name="T39" fmla="*/ 2167 h 56"/>
                  <a:gd name="T40" fmla="+- 0 1508 1485"/>
                  <a:gd name="T41" fmla="*/ T40 w 35"/>
                  <a:gd name="T42" fmla="+- 0 2170 2120"/>
                  <a:gd name="T43" fmla="*/ 2170 h 56"/>
                  <a:gd name="T44" fmla="+- 0 1506 1485"/>
                  <a:gd name="T45" fmla="*/ T44 w 35"/>
                  <a:gd name="T46" fmla="+- 0 2171 2120"/>
                  <a:gd name="T47" fmla="*/ 2171 h 56"/>
                  <a:gd name="T48" fmla="+- 0 1502 1485"/>
                  <a:gd name="T49" fmla="*/ T48 w 35"/>
                  <a:gd name="T50" fmla="+- 0 2173 2120"/>
                  <a:gd name="T51" fmla="*/ 2173 h 56"/>
                  <a:gd name="T52" fmla="+- 0 1509 1485"/>
                  <a:gd name="T53" fmla="*/ T52 w 35"/>
                  <a:gd name="T54" fmla="+- 0 2173 2120"/>
                  <a:gd name="T55" fmla="*/ 2173 h 56"/>
                  <a:gd name="T56" fmla="+- 0 1519 1485"/>
                  <a:gd name="T57" fmla="*/ T56 w 35"/>
                  <a:gd name="T58" fmla="+- 0 2138 2120"/>
                  <a:gd name="T59" fmla="*/ 2138 h 56"/>
                  <a:gd name="T60" fmla="+- 0 1517 1485"/>
                  <a:gd name="T61" fmla="*/ T60 w 35"/>
                  <a:gd name="T62" fmla="+- 0 2131 2120"/>
                  <a:gd name="T63" fmla="*/ 2131 h 56"/>
                  <a:gd name="T64" fmla="+- 0 1510 1485"/>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49" name="Group 248">
              <a:extLst>
                <a:ext uri="{FF2B5EF4-FFF2-40B4-BE49-F238E27FC236}">
                  <a16:creationId xmlns:a16="http://schemas.microsoft.com/office/drawing/2014/main" id="{A5B5BC76-ADF5-D109-1941-6FE88C01FE29}"/>
                </a:ext>
              </a:extLst>
            </p:cNvPr>
            <p:cNvGrpSpPr>
              <a:grpSpLocks/>
            </p:cNvGrpSpPr>
            <p:nvPr/>
          </p:nvGrpSpPr>
          <p:grpSpPr bwMode="auto">
            <a:xfrm>
              <a:off x="1940" y="2120"/>
              <a:ext cx="36" cy="55"/>
              <a:chOff x="1940" y="2120"/>
              <a:chExt cx="36" cy="55"/>
            </a:xfrm>
          </p:grpSpPr>
          <p:sp>
            <p:nvSpPr>
              <p:cNvPr id="1223" name="Freeform 5033">
                <a:extLst>
                  <a:ext uri="{FF2B5EF4-FFF2-40B4-BE49-F238E27FC236}">
                    <a16:creationId xmlns:a16="http://schemas.microsoft.com/office/drawing/2014/main" id="{F6A1F985-962D-BBCB-F5A2-A5122168F490}"/>
                  </a:ext>
                </a:extLst>
              </p:cNvPr>
              <p:cNvSpPr>
                <a:spLocks/>
              </p:cNvSpPr>
              <p:nvPr/>
            </p:nvSpPr>
            <p:spPr bwMode="auto">
              <a:xfrm>
                <a:off x="1940" y="2120"/>
                <a:ext cx="36" cy="55"/>
              </a:xfrm>
              <a:custGeom>
                <a:avLst/>
                <a:gdLst>
                  <a:gd name="T0" fmla="+- 0 1969 1940"/>
                  <a:gd name="T1" fmla="*/ T0 w 36"/>
                  <a:gd name="T2" fmla="+- 0 2126 2120"/>
                  <a:gd name="T3" fmla="*/ 2126 h 55"/>
                  <a:gd name="T4" fmla="+- 0 1957 1940"/>
                  <a:gd name="T5" fmla="*/ T4 w 36"/>
                  <a:gd name="T6" fmla="+- 0 2126 2120"/>
                  <a:gd name="T7" fmla="*/ 2126 h 55"/>
                  <a:gd name="T8" fmla="+- 0 1960 1940"/>
                  <a:gd name="T9" fmla="*/ T8 w 36"/>
                  <a:gd name="T10" fmla="+- 0 2127 2120"/>
                  <a:gd name="T11" fmla="*/ 2127 h 55"/>
                  <a:gd name="T12" fmla="+- 0 1964 1940"/>
                  <a:gd name="T13" fmla="*/ T12 w 36"/>
                  <a:gd name="T14" fmla="+- 0 2131 2120"/>
                  <a:gd name="T15" fmla="*/ 2131 h 55"/>
                  <a:gd name="T16" fmla="+- 0 1965 1940"/>
                  <a:gd name="T17" fmla="*/ T16 w 36"/>
                  <a:gd name="T18" fmla="+- 0 2134 2120"/>
                  <a:gd name="T19" fmla="*/ 2134 h 55"/>
                  <a:gd name="T20" fmla="+- 0 1965 1940"/>
                  <a:gd name="T21" fmla="*/ T20 w 36"/>
                  <a:gd name="T22" fmla="+- 0 2142 2120"/>
                  <a:gd name="T23" fmla="*/ 2142 h 55"/>
                  <a:gd name="T24" fmla="+- 0 1963 1940"/>
                  <a:gd name="T25" fmla="*/ T24 w 36"/>
                  <a:gd name="T26" fmla="+- 0 2147 2120"/>
                  <a:gd name="T27" fmla="*/ 2147 h 55"/>
                  <a:gd name="T28" fmla="+- 0 1955 1940"/>
                  <a:gd name="T29" fmla="*/ T28 w 36"/>
                  <a:gd name="T30" fmla="+- 0 2158 2120"/>
                  <a:gd name="T31" fmla="*/ 2158 h 55"/>
                  <a:gd name="T32" fmla="+- 0 1949 1940"/>
                  <a:gd name="T33" fmla="*/ T32 w 36"/>
                  <a:gd name="T34" fmla="+- 0 2164 2120"/>
                  <a:gd name="T35" fmla="*/ 2164 h 55"/>
                  <a:gd name="T36" fmla="+- 0 1940 1940"/>
                  <a:gd name="T37" fmla="*/ T36 w 36"/>
                  <a:gd name="T38" fmla="+- 0 2173 2120"/>
                  <a:gd name="T39" fmla="*/ 2173 h 55"/>
                  <a:gd name="T40" fmla="+- 0 1940 1940"/>
                  <a:gd name="T41" fmla="*/ T40 w 36"/>
                  <a:gd name="T42" fmla="+- 0 2174 2120"/>
                  <a:gd name="T43" fmla="*/ 2174 h 55"/>
                  <a:gd name="T44" fmla="+- 0 1971 1940"/>
                  <a:gd name="T45" fmla="*/ T44 w 36"/>
                  <a:gd name="T46" fmla="+- 0 2174 2120"/>
                  <a:gd name="T47" fmla="*/ 2174 h 55"/>
                  <a:gd name="T48" fmla="+- 0 1973 1940"/>
                  <a:gd name="T49" fmla="*/ T48 w 36"/>
                  <a:gd name="T50" fmla="+- 0 2168 2120"/>
                  <a:gd name="T51" fmla="*/ 2168 h 55"/>
                  <a:gd name="T52" fmla="+- 0 1948 1940"/>
                  <a:gd name="T53" fmla="*/ T52 w 36"/>
                  <a:gd name="T54" fmla="+- 0 2168 2120"/>
                  <a:gd name="T55" fmla="*/ 2168 h 55"/>
                  <a:gd name="T56" fmla="+- 0 1950 1940"/>
                  <a:gd name="T57" fmla="*/ T56 w 36"/>
                  <a:gd name="T58" fmla="+- 0 2167 2120"/>
                  <a:gd name="T59" fmla="*/ 2167 h 55"/>
                  <a:gd name="T60" fmla="+- 0 1954 1940"/>
                  <a:gd name="T61" fmla="*/ T60 w 36"/>
                  <a:gd name="T62" fmla="+- 0 2163 2120"/>
                  <a:gd name="T63" fmla="*/ 2163 h 55"/>
                  <a:gd name="T64" fmla="+- 0 1965 1940"/>
                  <a:gd name="T65" fmla="*/ T64 w 36"/>
                  <a:gd name="T66" fmla="+- 0 2151 2120"/>
                  <a:gd name="T67" fmla="*/ 2151 h 55"/>
                  <a:gd name="T68" fmla="+- 0 1968 1940"/>
                  <a:gd name="T69" fmla="*/ T68 w 36"/>
                  <a:gd name="T70" fmla="+- 0 2146 2120"/>
                  <a:gd name="T71" fmla="*/ 2146 h 55"/>
                  <a:gd name="T72" fmla="+- 0 1970 1940"/>
                  <a:gd name="T73" fmla="*/ T72 w 36"/>
                  <a:gd name="T74" fmla="+- 0 2142 2120"/>
                  <a:gd name="T75" fmla="*/ 2142 h 55"/>
                  <a:gd name="T76" fmla="+- 0 1971 1940"/>
                  <a:gd name="T77" fmla="*/ T76 w 36"/>
                  <a:gd name="T78" fmla="+- 0 2139 2120"/>
                  <a:gd name="T79" fmla="*/ 2139 h 55"/>
                  <a:gd name="T80" fmla="+- 0 1972 1940"/>
                  <a:gd name="T81" fmla="*/ T80 w 36"/>
                  <a:gd name="T82" fmla="+- 0 2137 2120"/>
                  <a:gd name="T83" fmla="*/ 2137 h 55"/>
                  <a:gd name="T84" fmla="+- 0 1971 1940"/>
                  <a:gd name="T85" fmla="*/ T84 w 36"/>
                  <a:gd name="T86" fmla="+- 0 2130 2120"/>
                  <a:gd name="T87" fmla="*/ 2130 h 55"/>
                  <a:gd name="T88" fmla="+- 0 1970 1940"/>
                  <a:gd name="T89" fmla="*/ T88 w 36"/>
                  <a:gd name="T90" fmla="+- 0 2127 2120"/>
                  <a:gd name="T91" fmla="*/ 2127 h 55"/>
                  <a:gd name="T92" fmla="+- 0 1969 1940"/>
                  <a:gd name="T93" fmla="*/ T92 w 36"/>
                  <a:gd name="T94" fmla="+- 0 2126 2120"/>
                  <a:gd name="T95" fmla="*/ 212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1"/>
                    </a:lnTo>
                    <a:lnTo>
                      <a:pt x="25" y="14"/>
                    </a:lnTo>
                    <a:lnTo>
                      <a:pt x="25" y="22"/>
                    </a:lnTo>
                    <a:lnTo>
                      <a:pt x="23" y="27"/>
                    </a:lnTo>
                    <a:lnTo>
                      <a:pt x="15" y="38"/>
                    </a:lnTo>
                    <a:lnTo>
                      <a:pt x="9" y="44"/>
                    </a:lnTo>
                    <a:lnTo>
                      <a:pt x="0" y="53"/>
                    </a:lnTo>
                    <a:lnTo>
                      <a:pt x="0" y="54"/>
                    </a:lnTo>
                    <a:lnTo>
                      <a:pt x="31" y="54"/>
                    </a:lnTo>
                    <a:lnTo>
                      <a:pt x="33" y="48"/>
                    </a:lnTo>
                    <a:lnTo>
                      <a:pt x="8" y="48"/>
                    </a:lnTo>
                    <a:lnTo>
                      <a:pt x="10" y="47"/>
                    </a:lnTo>
                    <a:lnTo>
                      <a:pt x="14" y="43"/>
                    </a:lnTo>
                    <a:lnTo>
                      <a:pt x="25" y="31"/>
                    </a:lnTo>
                    <a:lnTo>
                      <a:pt x="28" y="26"/>
                    </a:lnTo>
                    <a:lnTo>
                      <a:pt x="30" y="22"/>
                    </a:lnTo>
                    <a:lnTo>
                      <a:pt x="31" y="19"/>
                    </a:lnTo>
                    <a:lnTo>
                      <a:pt x="32" y="17"/>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4" name="Freeform 5034">
                <a:extLst>
                  <a:ext uri="{FF2B5EF4-FFF2-40B4-BE49-F238E27FC236}">
                    <a16:creationId xmlns:a16="http://schemas.microsoft.com/office/drawing/2014/main" id="{84E964CD-59B6-39F9-C2DB-3F9ED9C0EB40}"/>
                  </a:ext>
                </a:extLst>
              </p:cNvPr>
              <p:cNvSpPr>
                <a:spLocks/>
              </p:cNvSpPr>
              <p:nvPr/>
            </p:nvSpPr>
            <p:spPr bwMode="auto">
              <a:xfrm>
                <a:off x="1940" y="2120"/>
                <a:ext cx="36" cy="55"/>
              </a:xfrm>
              <a:custGeom>
                <a:avLst/>
                <a:gdLst>
                  <a:gd name="T0" fmla="+- 0 1975 1940"/>
                  <a:gd name="T1" fmla="*/ T0 w 36"/>
                  <a:gd name="T2" fmla="+- 0 2164 2120"/>
                  <a:gd name="T3" fmla="*/ 2164 h 55"/>
                  <a:gd name="T4" fmla="+- 0 1973 1940"/>
                  <a:gd name="T5" fmla="*/ T4 w 36"/>
                  <a:gd name="T6" fmla="+- 0 2164 2120"/>
                  <a:gd name="T7" fmla="*/ 2164 h 55"/>
                  <a:gd name="T8" fmla="+- 0 1971 1940"/>
                  <a:gd name="T9" fmla="*/ T8 w 36"/>
                  <a:gd name="T10" fmla="+- 0 2167 2120"/>
                  <a:gd name="T11" fmla="*/ 2167 h 55"/>
                  <a:gd name="T12" fmla="+- 0 1968 1940"/>
                  <a:gd name="T13" fmla="*/ T12 w 36"/>
                  <a:gd name="T14" fmla="+- 0 2168 2120"/>
                  <a:gd name="T15" fmla="*/ 2168 h 55"/>
                  <a:gd name="T16" fmla="+- 0 1965 1940"/>
                  <a:gd name="T17" fmla="*/ T16 w 36"/>
                  <a:gd name="T18" fmla="+- 0 2168 2120"/>
                  <a:gd name="T19" fmla="*/ 2168 h 55"/>
                  <a:gd name="T20" fmla="+- 0 1973 1940"/>
                  <a:gd name="T21" fmla="*/ T20 w 36"/>
                  <a:gd name="T22" fmla="+- 0 2168 2120"/>
                  <a:gd name="T23" fmla="*/ 2168 h 55"/>
                  <a:gd name="T24" fmla="+- 0 1975 1940"/>
                  <a:gd name="T25" fmla="*/ T24 w 36"/>
                  <a:gd name="T26" fmla="+- 0 2164 2120"/>
                  <a:gd name="T27" fmla="*/ 2164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3" y="44"/>
                    </a:lnTo>
                    <a:lnTo>
                      <a:pt x="31" y="47"/>
                    </a:lnTo>
                    <a:lnTo>
                      <a:pt x="28" y="48"/>
                    </a:lnTo>
                    <a:lnTo>
                      <a:pt x="25"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5" name="Freeform 5035">
                <a:extLst>
                  <a:ext uri="{FF2B5EF4-FFF2-40B4-BE49-F238E27FC236}">
                    <a16:creationId xmlns:a16="http://schemas.microsoft.com/office/drawing/2014/main" id="{5F5D9983-9926-D0EE-B1C7-C6502ECBACA5}"/>
                  </a:ext>
                </a:extLst>
              </p:cNvPr>
              <p:cNvSpPr>
                <a:spLocks/>
              </p:cNvSpPr>
              <p:nvPr/>
            </p:nvSpPr>
            <p:spPr bwMode="auto">
              <a:xfrm>
                <a:off x="1940" y="2120"/>
                <a:ext cx="36" cy="55"/>
              </a:xfrm>
              <a:custGeom>
                <a:avLst/>
                <a:gdLst>
                  <a:gd name="T0" fmla="+- 0 1961 1940"/>
                  <a:gd name="T1" fmla="*/ T0 w 36"/>
                  <a:gd name="T2" fmla="+- 0 2120 2120"/>
                  <a:gd name="T3" fmla="*/ 2120 h 55"/>
                  <a:gd name="T4" fmla="+- 0 1952 1940"/>
                  <a:gd name="T5" fmla="*/ T4 w 36"/>
                  <a:gd name="T6" fmla="+- 0 2120 2120"/>
                  <a:gd name="T7" fmla="*/ 2120 h 55"/>
                  <a:gd name="T8" fmla="+- 0 1949 1940"/>
                  <a:gd name="T9" fmla="*/ T8 w 36"/>
                  <a:gd name="T10" fmla="+- 0 2121 2120"/>
                  <a:gd name="T11" fmla="*/ 2121 h 55"/>
                  <a:gd name="T12" fmla="+- 0 1944 1940"/>
                  <a:gd name="T13" fmla="*/ T12 w 36"/>
                  <a:gd name="T14" fmla="+- 0 2126 2120"/>
                  <a:gd name="T15" fmla="*/ 2126 h 55"/>
                  <a:gd name="T16" fmla="+- 0 1942 1940"/>
                  <a:gd name="T17" fmla="*/ T16 w 36"/>
                  <a:gd name="T18" fmla="+- 0 2130 2120"/>
                  <a:gd name="T19" fmla="*/ 2130 h 55"/>
                  <a:gd name="T20" fmla="+- 0 1941 1940"/>
                  <a:gd name="T21" fmla="*/ T20 w 36"/>
                  <a:gd name="T22" fmla="+- 0 2135 2120"/>
                  <a:gd name="T23" fmla="*/ 2135 h 55"/>
                  <a:gd name="T24" fmla="+- 0 1943 1940"/>
                  <a:gd name="T25" fmla="*/ T24 w 36"/>
                  <a:gd name="T26" fmla="+- 0 2135 2120"/>
                  <a:gd name="T27" fmla="*/ 2135 h 55"/>
                  <a:gd name="T28" fmla="+- 0 1944 1940"/>
                  <a:gd name="T29" fmla="*/ T28 w 36"/>
                  <a:gd name="T30" fmla="+- 0 2132 2120"/>
                  <a:gd name="T31" fmla="*/ 2132 h 55"/>
                  <a:gd name="T32" fmla="+- 0 1945 1940"/>
                  <a:gd name="T33" fmla="*/ T32 w 36"/>
                  <a:gd name="T34" fmla="+- 0 2130 2120"/>
                  <a:gd name="T35" fmla="*/ 2130 h 55"/>
                  <a:gd name="T36" fmla="+- 0 1949 1940"/>
                  <a:gd name="T37" fmla="*/ T36 w 36"/>
                  <a:gd name="T38" fmla="+- 0 2127 2120"/>
                  <a:gd name="T39" fmla="*/ 2127 h 55"/>
                  <a:gd name="T40" fmla="+- 0 1952 1940"/>
                  <a:gd name="T41" fmla="*/ T40 w 36"/>
                  <a:gd name="T42" fmla="+- 0 2126 2120"/>
                  <a:gd name="T43" fmla="*/ 2126 h 55"/>
                  <a:gd name="T44" fmla="+- 0 1969 1940"/>
                  <a:gd name="T45" fmla="*/ T44 w 36"/>
                  <a:gd name="T46" fmla="+- 0 2126 2120"/>
                  <a:gd name="T47" fmla="*/ 2126 h 55"/>
                  <a:gd name="T48" fmla="+- 0 1964 1940"/>
                  <a:gd name="T49" fmla="*/ T48 w 36"/>
                  <a:gd name="T50" fmla="+- 0 2121 2120"/>
                  <a:gd name="T51" fmla="*/ 2121 h 55"/>
                  <a:gd name="T52" fmla="+- 0 1961 1940"/>
                  <a:gd name="T53" fmla="*/ T52 w 36"/>
                  <a:gd name="T54" fmla="+- 0 2120 2120"/>
                  <a:gd name="T55" fmla="*/ 212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1"/>
                    </a:lnTo>
                    <a:lnTo>
                      <a:pt x="4" y="6"/>
                    </a:lnTo>
                    <a:lnTo>
                      <a:pt x="2" y="10"/>
                    </a:lnTo>
                    <a:lnTo>
                      <a:pt x="1" y="15"/>
                    </a:lnTo>
                    <a:lnTo>
                      <a:pt x="3" y="15"/>
                    </a:lnTo>
                    <a:lnTo>
                      <a:pt x="4" y="12"/>
                    </a:lnTo>
                    <a:lnTo>
                      <a:pt x="5" y="10"/>
                    </a:lnTo>
                    <a:lnTo>
                      <a:pt x="9" y="7"/>
                    </a:lnTo>
                    <a:lnTo>
                      <a:pt x="12" y="6"/>
                    </a:lnTo>
                    <a:lnTo>
                      <a:pt x="29" y="6"/>
                    </a:lnTo>
                    <a:lnTo>
                      <a:pt x="24"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0" name="Group 249">
              <a:extLst>
                <a:ext uri="{FF2B5EF4-FFF2-40B4-BE49-F238E27FC236}">
                  <a16:creationId xmlns:a16="http://schemas.microsoft.com/office/drawing/2014/main" id="{9CFEB879-BDE3-D7D7-6509-FDC1DFF92C56}"/>
                </a:ext>
              </a:extLst>
            </p:cNvPr>
            <p:cNvGrpSpPr>
              <a:grpSpLocks/>
            </p:cNvGrpSpPr>
            <p:nvPr/>
          </p:nvGrpSpPr>
          <p:grpSpPr bwMode="auto">
            <a:xfrm>
              <a:off x="2404" y="2120"/>
              <a:ext cx="21" cy="55"/>
              <a:chOff x="2404" y="2120"/>
              <a:chExt cx="21" cy="55"/>
            </a:xfrm>
          </p:grpSpPr>
          <p:sp>
            <p:nvSpPr>
              <p:cNvPr id="1221" name="Freeform 5037">
                <a:extLst>
                  <a:ext uri="{FF2B5EF4-FFF2-40B4-BE49-F238E27FC236}">
                    <a16:creationId xmlns:a16="http://schemas.microsoft.com/office/drawing/2014/main" id="{F6E4122B-9BA4-E4BC-724B-29D39F83846C}"/>
                  </a:ext>
                </a:extLst>
              </p:cNvPr>
              <p:cNvSpPr>
                <a:spLocks/>
              </p:cNvSpPr>
              <p:nvPr/>
            </p:nvSpPr>
            <p:spPr bwMode="auto">
              <a:xfrm>
                <a:off x="2404" y="2120"/>
                <a:ext cx="21" cy="55"/>
              </a:xfrm>
              <a:custGeom>
                <a:avLst/>
                <a:gdLst>
                  <a:gd name="T0" fmla="+- 0 2418 2404"/>
                  <a:gd name="T1" fmla="*/ T0 w 21"/>
                  <a:gd name="T2" fmla="+- 0 2126 2120"/>
                  <a:gd name="T3" fmla="*/ 2126 h 55"/>
                  <a:gd name="T4" fmla="+- 0 2409 2404"/>
                  <a:gd name="T5" fmla="*/ T4 w 21"/>
                  <a:gd name="T6" fmla="+- 0 2126 2120"/>
                  <a:gd name="T7" fmla="*/ 2126 h 55"/>
                  <a:gd name="T8" fmla="+- 0 2410 2404"/>
                  <a:gd name="T9" fmla="*/ T8 w 21"/>
                  <a:gd name="T10" fmla="+- 0 2127 2120"/>
                  <a:gd name="T11" fmla="*/ 2127 h 55"/>
                  <a:gd name="T12" fmla="+- 0 2411 2404"/>
                  <a:gd name="T13" fmla="*/ T12 w 21"/>
                  <a:gd name="T14" fmla="+- 0 2129 2120"/>
                  <a:gd name="T15" fmla="*/ 2129 h 55"/>
                  <a:gd name="T16" fmla="+- 0 2412 2404"/>
                  <a:gd name="T17" fmla="*/ T16 w 21"/>
                  <a:gd name="T18" fmla="+- 0 2130 2120"/>
                  <a:gd name="T19" fmla="*/ 2130 h 55"/>
                  <a:gd name="T20" fmla="+- 0 2412 2404"/>
                  <a:gd name="T21" fmla="*/ T20 w 21"/>
                  <a:gd name="T22" fmla="+- 0 2170 2120"/>
                  <a:gd name="T23" fmla="*/ 2170 h 55"/>
                  <a:gd name="T24" fmla="+- 0 2405 2404"/>
                  <a:gd name="T25" fmla="*/ T24 w 21"/>
                  <a:gd name="T26" fmla="+- 0 2173 2120"/>
                  <a:gd name="T27" fmla="*/ 2173 h 55"/>
                  <a:gd name="T28" fmla="+- 0 2405 2404"/>
                  <a:gd name="T29" fmla="*/ T28 w 21"/>
                  <a:gd name="T30" fmla="+- 0 2174 2120"/>
                  <a:gd name="T31" fmla="*/ 2174 h 55"/>
                  <a:gd name="T32" fmla="+- 0 2425 2404"/>
                  <a:gd name="T33" fmla="*/ T32 w 21"/>
                  <a:gd name="T34" fmla="+- 0 2174 2120"/>
                  <a:gd name="T35" fmla="*/ 2174 h 55"/>
                  <a:gd name="T36" fmla="+- 0 2425 2404"/>
                  <a:gd name="T37" fmla="*/ T36 w 21"/>
                  <a:gd name="T38" fmla="+- 0 2173 2120"/>
                  <a:gd name="T39" fmla="*/ 2173 h 55"/>
                  <a:gd name="T40" fmla="+- 0 2422 2404"/>
                  <a:gd name="T41" fmla="*/ T40 w 21"/>
                  <a:gd name="T42" fmla="+- 0 2173 2120"/>
                  <a:gd name="T43" fmla="*/ 2173 h 55"/>
                  <a:gd name="T44" fmla="+- 0 2421 2404"/>
                  <a:gd name="T45" fmla="*/ T44 w 21"/>
                  <a:gd name="T46" fmla="+- 0 2173 2120"/>
                  <a:gd name="T47" fmla="*/ 2173 h 55"/>
                  <a:gd name="T48" fmla="+- 0 2420 2404"/>
                  <a:gd name="T49" fmla="*/ T48 w 21"/>
                  <a:gd name="T50" fmla="+- 0 2172 2120"/>
                  <a:gd name="T51" fmla="*/ 2172 h 55"/>
                  <a:gd name="T52" fmla="+- 0 2419 2404"/>
                  <a:gd name="T53" fmla="*/ T52 w 21"/>
                  <a:gd name="T54" fmla="+- 0 2170 2120"/>
                  <a:gd name="T55" fmla="*/ 2170 h 55"/>
                  <a:gd name="T56" fmla="+- 0 2418 2404"/>
                  <a:gd name="T57" fmla="*/ T56 w 21"/>
                  <a:gd name="T58" fmla="+- 0 2170 2120"/>
                  <a:gd name="T59" fmla="*/ 2170 h 55"/>
                  <a:gd name="T60" fmla="+- 0 2418 2404"/>
                  <a:gd name="T61" fmla="*/ T60 w 21"/>
                  <a:gd name="T62" fmla="+- 0 2126 2120"/>
                  <a:gd name="T63" fmla="*/ 212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6"/>
                    </a:moveTo>
                    <a:lnTo>
                      <a:pt x="5" y="6"/>
                    </a:lnTo>
                    <a:lnTo>
                      <a:pt x="6" y="7"/>
                    </a:lnTo>
                    <a:lnTo>
                      <a:pt x="7" y="9"/>
                    </a:lnTo>
                    <a:lnTo>
                      <a:pt x="8" y="10"/>
                    </a:lnTo>
                    <a:lnTo>
                      <a:pt x="8" y="50"/>
                    </a:lnTo>
                    <a:lnTo>
                      <a:pt x="1" y="53"/>
                    </a:lnTo>
                    <a:lnTo>
                      <a:pt x="1" y="54"/>
                    </a:lnTo>
                    <a:lnTo>
                      <a:pt x="21" y="54"/>
                    </a:lnTo>
                    <a:lnTo>
                      <a:pt x="21" y="53"/>
                    </a:lnTo>
                    <a:lnTo>
                      <a:pt x="18" y="53"/>
                    </a:lnTo>
                    <a:lnTo>
                      <a:pt x="17" y="53"/>
                    </a:lnTo>
                    <a:lnTo>
                      <a:pt x="16" y="52"/>
                    </a:lnTo>
                    <a:lnTo>
                      <a:pt x="15" y="50"/>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2" name="Freeform 5038">
                <a:extLst>
                  <a:ext uri="{FF2B5EF4-FFF2-40B4-BE49-F238E27FC236}">
                    <a16:creationId xmlns:a16="http://schemas.microsoft.com/office/drawing/2014/main" id="{E5F05EF1-5F14-4A7D-FC60-45771D5E0C65}"/>
                  </a:ext>
                </a:extLst>
              </p:cNvPr>
              <p:cNvSpPr>
                <a:spLocks/>
              </p:cNvSpPr>
              <p:nvPr/>
            </p:nvSpPr>
            <p:spPr bwMode="auto">
              <a:xfrm>
                <a:off x="2404" y="2120"/>
                <a:ext cx="21" cy="55"/>
              </a:xfrm>
              <a:custGeom>
                <a:avLst/>
                <a:gdLst>
                  <a:gd name="T0" fmla="+- 0 2418 2404"/>
                  <a:gd name="T1" fmla="*/ T0 w 21"/>
                  <a:gd name="T2" fmla="+- 0 2120 2120"/>
                  <a:gd name="T3" fmla="*/ 2120 h 55"/>
                  <a:gd name="T4" fmla="+- 0 2417 2404"/>
                  <a:gd name="T5" fmla="*/ T4 w 21"/>
                  <a:gd name="T6" fmla="+- 0 2120 2120"/>
                  <a:gd name="T7" fmla="*/ 2120 h 55"/>
                  <a:gd name="T8" fmla="+- 0 2404 2404"/>
                  <a:gd name="T9" fmla="*/ T8 w 21"/>
                  <a:gd name="T10" fmla="+- 0 2126 2120"/>
                  <a:gd name="T11" fmla="*/ 2126 h 55"/>
                  <a:gd name="T12" fmla="+- 0 2404 2404"/>
                  <a:gd name="T13" fmla="*/ T12 w 21"/>
                  <a:gd name="T14" fmla="+- 0 2127 2120"/>
                  <a:gd name="T15" fmla="*/ 2127 h 55"/>
                  <a:gd name="T16" fmla="+- 0 2409 2404"/>
                  <a:gd name="T17" fmla="*/ T16 w 21"/>
                  <a:gd name="T18" fmla="+- 0 2126 2120"/>
                  <a:gd name="T19" fmla="*/ 2126 h 55"/>
                  <a:gd name="T20" fmla="+- 0 2418 2404"/>
                  <a:gd name="T21" fmla="*/ T20 w 21"/>
                  <a:gd name="T22" fmla="+- 0 2126 2120"/>
                  <a:gd name="T23" fmla="*/ 2126 h 55"/>
                  <a:gd name="T24" fmla="+- 0 2418 2404"/>
                  <a:gd name="T25" fmla="*/ T24 w 21"/>
                  <a:gd name="T26" fmla="+- 0 2120 2120"/>
                  <a:gd name="T27" fmla="*/ 212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1" name="Group 250">
              <a:extLst>
                <a:ext uri="{FF2B5EF4-FFF2-40B4-BE49-F238E27FC236}">
                  <a16:creationId xmlns:a16="http://schemas.microsoft.com/office/drawing/2014/main" id="{2B86989B-5646-7B70-0A46-24848F2F598A}"/>
                </a:ext>
              </a:extLst>
            </p:cNvPr>
            <p:cNvGrpSpPr>
              <a:grpSpLocks/>
            </p:cNvGrpSpPr>
            <p:nvPr/>
          </p:nvGrpSpPr>
          <p:grpSpPr bwMode="auto">
            <a:xfrm>
              <a:off x="2816" y="2120"/>
              <a:ext cx="72" cy="56"/>
              <a:chOff x="2816" y="2120"/>
              <a:chExt cx="72" cy="56"/>
            </a:xfrm>
          </p:grpSpPr>
          <p:sp>
            <p:nvSpPr>
              <p:cNvPr id="1216" name="Freeform 5040">
                <a:extLst>
                  <a:ext uri="{FF2B5EF4-FFF2-40B4-BE49-F238E27FC236}">
                    <a16:creationId xmlns:a16="http://schemas.microsoft.com/office/drawing/2014/main" id="{314AE7C1-58B1-2B56-A16E-9AB4C626F205}"/>
                  </a:ext>
                </a:extLst>
              </p:cNvPr>
              <p:cNvSpPr>
                <a:spLocks/>
              </p:cNvSpPr>
              <p:nvPr/>
            </p:nvSpPr>
            <p:spPr bwMode="auto">
              <a:xfrm>
                <a:off x="2816" y="2120"/>
                <a:ext cx="72" cy="56"/>
              </a:xfrm>
              <a:custGeom>
                <a:avLst/>
                <a:gdLst>
                  <a:gd name="T0" fmla="+- 0 2849 2816"/>
                  <a:gd name="T1" fmla="*/ T0 w 72"/>
                  <a:gd name="T2" fmla="+- 0 2151 2120"/>
                  <a:gd name="T3" fmla="*/ 2151 h 56"/>
                  <a:gd name="T4" fmla="+- 0 2841 2816"/>
                  <a:gd name="T5" fmla="*/ T4 w 72"/>
                  <a:gd name="T6" fmla="+- 0 2151 2120"/>
                  <a:gd name="T7" fmla="*/ 2151 h 56"/>
                  <a:gd name="T8" fmla="+- 0 2840 2816"/>
                  <a:gd name="T9" fmla="*/ T8 w 72"/>
                  <a:gd name="T10" fmla="+- 0 2155 2120"/>
                  <a:gd name="T11" fmla="*/ 2155 h 56"/>
                  <a:gd name="T12" fmla="+- 0 2838 2816"/>
                  <a:gd name="T13" fmla="*/ T12 w 72"/>
                  <a:gd name="T14" fmla="+- 0 2160 2120"/>
                  <a:gd name="T15" fmla="*/ 2160 h 56"/>
                  <a:gd name="T16" fmla="+- 0 2817 2816"/>
                  <a:gd name="T17" fmla="*/ T16 w 72"/>
                  <a:gd name="T18" fmla="+- 0 2174 2120"/>
                  <a:gd name="T19" fmla="*/ 2174 h 56"/>
                  <a:gd name="T20" fmla="+- 0 2817 2816"/>
                  <a:gd name="T21" fmla="*/ T20 w 72"/>
                  <a:gd name="T22" fmla="+- 0 2175 2120"/>
                  <a:gd name="T23" fmla="*/ 2175 h 56"/>
                  <a:gd name="T24" fmla="+- 0 2825 2816"/>
                  <a:gd name="T25" fmla="*/ T24 w 72"/>
                  <a:gd name="T26" fmla="+- 0 2175 2120"/>
                  <a:gd name="T27" fmla="*/ 2175 h 56"/>
                  <a:gd name="T28" fmla="+- 0 2829 2816"/>
                  <a:gd name="T29" fmla="*/ T28 w 72"/>
                  <a:gd name="T30" fmla="+- 0 2174 2120"/>
                  <a:gd name="T31" fmla="*/ 2174 h 56"/>
                  <a:gd name="T32" fmla="+- 0 2839 2816"/>
                  <a:gd name="T33" fmla="*/ T32 w 72"/>
                  <a:gd name="T34" fmla="+- 0 2168 2120"/>
                  <a:gd name="T35" fmla="*/ 2168 h 56"/>
                  <a:gd name="T36" fmla="+- 0 2843 2816"/>
                  <a:gd name="T37" fmla="*/ T36 w 72"/>
                  <a:gd name="T38" fmla="+- 0 2164 2120"/>
                  <a:gd name="T39" fmla="*/ 2164 h 56"/>
                  <a:gd name="T40" fmla="+- 0 2848 2816"/>
                  <a:gd name="T41" fmla="*/ T40 w 72"/>
                  <a:gd name="T42" fmla="+- 0 2153 2120"/>
                  <a:gd name="T43" fmla="*/ 2153 h 56"/>
                  <a:gd name="T44" fmla="+- 0 2849 2816"/>
                  <a:gd name="T45" fmla="*/ T44 w 72"/>
                  <a:gd name="T46" fmla="+- 0 2151 2120"/>
                  <a:gd name="T47" fmla="*/ 215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72" h="56">
                    <a:moveTo>
                      <a:pt x="33" y="31"/>
                    </a:moveTo>
                    <a:lnTo>
                      <a:pt x="25" y="31"/>
                    </a:lnTo>
                    <a:lnTo>
                      <a:pt x="24" y="35"/>
                    </a:lnTo>
                    <a:lnTo>
                      <a:pt x="22" y="40"/>
                    </a:lnTo>
                    <a:lnTo>
                      <a:pt x="1" y="54"/>
                    </a:lnTo>
                    <a:lnTo>
                      <a:pt x="1" y="55"/>
                    </a:lnTo>
                    <a:lnTo>
                      <a:pt x="9" y="55"/>
                    </a:lnTo>
                    <a:lnTo>
                      <a:pt x="13" y="54"/>
                    </a:lnTo>
                    <a:lnTo>
                      <a:pt x="23" y="48"/>
                    </a:lnTo>
                    <a:lnTo>
                      <a:pt x="27" y="44"/>
                    </a:lnTo>
                    <a:lnTo>
                      <a:pt x="32"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7" name="Freeform 5041">
                <a:extLst>
                  <a:ext uri="{FF2B5EF4-FFF2-40B4-BE49-F238E27FC236}">
                    <a16:creationId xmlns:a16="http://schemas.microsoft.com/office/drawing/2014/main" id="{682B303B-4748-E100-5539-65A183BFD28A}"/>
                  </a:ext>
                </a:extLst>
              </p:cNvPr>
              <p:cNvSpPr>
                <a:spLocks/>
              </p:cNvSpPr>
              <p:nvPr/>
            </p:nvSpPr>
            <p:spPr bwMode="auto">
              <a:xfrm>
                <a:off x="2816" y="2120"/>
                <a:ext cx="72" cy="56"/>
              </a:xfrm>
              <a:custGeom>
                <a:avLst/>
                <a:gdLst>
                  <a:gd name="T0" fmla="+- 0 2837 2816"/>
                  <a:gd name="T1" fmla="*/ T0 w 72"/>
                  <a:gd name="T2" fmla="+- 0 2120 2120"/>
                  <a:gd name="T3" fmla="*/ 2120 h 56"/>
                  <a:gd name="T4" fmla="+- 0 2828 2816"/>
                  <a:gd name="T5" fmla="*/ T4 w 72"/>
                  <a:gd name="T6" fmla="+- 0 2120 2120"/>
                  <a:gd name="T7" fmla="*/ 2120 h 56"/>
                  <a:gd name="T8" fmla="+- 0 2824 2816"/>
                  <a:gd name="T9" fmla="*/ T8 w 72"/>
                  <a:gd name="T10" fmla="+- 0 2122 2120"/>
                  <a:gd name="T11" fmla="*/ 2122 h 56"/>
                  <a:gd name="T12" fmla="+- 0 2818 2816"/>
                  <a:gd name="T13" fmla="*/ T12 w 72"/>
                  <a:gd name="T14" fmla="+- 0 2130 2120"/>
                  <a:gd name="T15" fmla="*/ 2130 h 56"/>
                  <a:gd name="T16" fmla="+- 0 2816 2816"/>
                  <a:gd name="T17" fmla="*/ T16 w 72"/>
                  <a:gd name="T18" fmla="+- 0 2134 2120"/>
                  <a:gd name="T19" fmla="*/ 2134 h 56"/>
                  <a:gd name="T20" fmla="+- 0 2816 2816"/>
                  <a:gd name="T21" fmla="*/ T20 w 72"/>
                  <a:gd name="T22" fmla="+- 0 2144 2120"/>
                  <a:gd name="T23" fmla="*/ 2144 h 56"/>
                  <a:gd name="T24" fmla="+- 0 2818 2816"/>
                  <a:gd name="T25" fmla="*/ T24 w 72"/>
                  <a:gd name="T26" fmla="+- 0 2148 2120"/>
                  <a:gd name="T27" fmla="*/ 2148 h 56"/>
                  <a:gd name="T28" fmla="+- 0 2823 2816"/>
                  <a:gd name="T29" fmla="*/ T28 w 72"/>
                  <a:gd name="T30" fmla="+- 0 2153 2120"/>
                  <a:gd name="T31" fmla="*/ 2153 h 56"/>
                  <a:gd name="T32" fmla="+- 0 2826 2816"/>
                  <a:gd name="T33" fmla="*/ T32 w 72"/>
                  <a:gd name="T34" fmla="+- 0 2155 2120"/>
                  <a:gd name="T35" fmla="*/ 2155 h 56"/>
                  <a:gd name="T36" fmla="+- 0 2833 2816"/>
                  <a:gd name="T37" fmla="*/ T36 w 72"/>
                  <a:gd name="T38" fmla="+- 0 2155 2120"/>
                  <a:gd name="T39" fmla="*/ 2155 h 56"/>
                  <a:gd name="T40" fmla="+- 0 2837 2816"/>
                  <a:gd name="T41" fmla="*/ T40 w 72"/>
                  <a:gd name="T42" fmla="+- 0 2154 2120"/>
                  <a:gd name="T43" fmla="*/ 2154 h 56"/>
                  <a:gd name="T44" fmla="+- 0 2841 2816"/>
                  <a:gd name="T45" fmla="*/ T44 w 72"/>
                  <a:gd name="T46" fmla="+- 0 2151 2120"/>
                  <a:gd name="T47" fmla="*/ 2151 h 56"/>
                  <a:gd name="T48" fmla="+- 0 2831 2816"/>
                  <a:gd name="T49" fmla="*/ T48 w 72"/>
                  <a:gd name="T50" fmla="+- 0 2151 2120"/>
                  <a:gd name="T51" fmla="*/ 2151 h 56"/>
                  <a:gd name="T52" fmla="+- 0 2829 2816"/>
                  <a:gd name="T53" fmla="*/ T52 w 72"/>
                  <a:gd name="T54" fmla="+- 0 2150 2120"/>
                  <a:gd name="T55" fmla="*/ 2150 h 56"/>
                  <a:gd name="T56" fmla="+- 0 2824 2816"/>
                  <a:gd name="T57" fmla="*/ T56 w 72"/>
                  <a:gd name="T58" fmla="+- 0 2145 2120"/>
                  <a:gd name="T59" fmla="*/ 2145 h 56"/>
                  <a:gd name="T60" fmla="+- 0 2823 2816"/>
                  <a:gd name="T61" fmla="*/ T60 w 72"/>
                  <a:gd name="T62" fmla="+- 0 2140 2120"/>
                  <a:gd name="T63" fmla="*/ 2140 h 56"/>
                  <a:gd name="T64" fmla="+- 0 2824 2816"/>
                  <a:gd name="T65" fmla="*/ T64 w 72"/>
                  <a:gd name="T66" fmla="+- 0 2130 2120"/>
                  <a:gd name="T67" fmla="*/ 2130 h 56"/>
                  <a:gd name="T68" fmla="+- 0 2824 2816"/>
                  <a:gd name="T69" fmla="*/ T68 w 72"/>
                  <a:gd name="T70" fmla="+- 0 2128 2120"/>
                  <a:gd name="T71" fmla="*/ 2128 h 56"/>
                  <a:gd name="T72" fmla="+- 0 2828 2816"/>
                  <a:gd name="T73" fmla="*/ T72 w 72"/>
                  <a:gd name="T74" fmla="+- 0 2123 2120"/>
                  <a:gd name="T75" fmla="*/ 2123 h 56"/>
                  <a:gd name="T76" fmla="+- 0 2830 2816"/>
                  <a:gd name="T77" fmla="*/ T76 w 72"/>
                  <a:gd name="T78" fmla="+- 0 2122 2120"/>
                  <a:gd name="T79" fmla="*/ 2122 h 56"/>
                  <a:gd name="T80" fmla="+- 0 2842 2816"/>
                  <a:gd name="T81" fmla="*/ T80 w 72"/>
                  <a:gd name="T82" fmla="+- 0 2122 2120"/>
                  <a:gd name="T83" fmla="*/ 2122 h 56"/>
                  <a:gd name="T84" fmla="+- 0 2841 2816"/>
                  <a:gd name="T85" fmla="*/ T84 w 72"/>
                  <a:gd name="T86" fmla="+- 0 2122 2120"/>
                  <a:gd name="T87" fmla="*/ 2122 h 56"/>
                  <a:gd name="T88" fmla="+- 0 2837 2816"/>
                  <a:gd name="T89" fmla="*/ T88 w 72"/>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2" h="56">
                    <a:moveTo>
                      <a:pt x="21" y="0"/>
                    </a:moveTo>
                    <a:lnTo>
                      <a:pt x="12" y="0"/>
                    </a:lnTo>
                    <a:lnTo>
                      <a:pt x="8" y="2"/>
                    </a:lnTo>
                    <a:lnTo>
                      <a:pt x="2" y="10"/>
                    </a:lnTo>
                    <a:lnTo>
                      <a:pt x="0" y="14"/>
                    </a:lnTo>
                    <a:lnTo>
                      <a:pt x="0" y="24"/>
                    </a:lnTo>
                    <a:lnTo>
                      <a:pt x="2" y="28"/>
                    </a:lnTo>
                    <a:lnTo>
                      <a:pt x="7" y="33"/>
                    </a:lnTo>
                    <a:lnTo>
                      <a:pt x="10" y="35"/>
                    </a:lnTo>
                    <a:lnTo>
                      <a:pt x="17" y="35"/>
                    </a:lnTo>
                    <a:lnTo>
                      <a:pt x="21" y="34"/>
                    </a:lnTo>
                    <a:lnTo>
                      <a:pt x="25" y="31"/>
                    </a:lnTo>
                    <a:lnTo>
                      <a:pt x="15" y="31"/>
                    </a:lnTo>
                    <a:lnTo>
                      <a:pt x="13" y="30"/>
                    </a:lnTo>
                    <a:lnTo>
                      <a:pt x="8" y="25"/>
                    </a:lnTo>
                    <a:lnTo>
                      <a:pt x="7" y="20"/>
                    </a:lnTo>
                    <a:lnTo>
                      <a:pt x="8" y="10"/>
                    </a:lnTo>
                    <a:lnTo>
                      <a:pt x="8" y="8"/>
                    </a:lnTo>
                    <a:lnTo>
                      <a:pt x="12" y="3"/>
                    </a:lnTo>
                    <a:lnTo>
                      <a:pt x="14"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8" name="Freeform 5042">
                <a:extLst>
                  <a:ext uri="{FF2B5EF4-FFF2-40B4-BE49-F238E27FC236}">
                    <a16:creationId xmlns:a16="http://schemas.microsoft.com/office/drawing/2014/main" id="{EFC1365F-1AD1-EC64-BE70-A9A7272BB7E4}"/>
                  </a:ext>
                </a:extLst>
              </p:cNvPr>
              <p:cNvSpPr>
                <a:spLocks/>
              </p:cNvSpPr>
              <p:nvPr/>
            </p:nvSpPr>
            <p:spPr bwMode="auto">
              <a:xfrm>
                <a:off x="2816" y="2120"/>
                <a:ext cx="72" cy="56"/>
              </a:xfrm>
              <a:custGeom>
                <a:avLst/>
                <a:gdLst>
                  <a:gd name="T0" fmla="+- 0 2842 2816"/>
                  <a:gd name="T1" fmla="*/ T0 w 72"/>
                  <a:gd name="T2" fmla="+- 0 2122 2120"/>
                  <a:gd name="T3" fmla="*/ 2122 h 56"/>
                  <a:gd name="T4" fmla="+- 0 2834 2816"/>
                  <a:gd name="T5" fmla="*/ T4 w 72"/>
                  <a:gd name="T6" fmla="+- 0 2122 2120"/>
                  <a:gd name="T7" fmla="*/ 2122 h 56"/>
                  <a:gd name="T8" fmla="+- 0 2836 2816"/>
                  <a:gd name="T9" fmla="*/ T8 w 72"/>
                  <a:gd name="T10" fmla="+- 0 2123 2120"/>
                  <a:gd name="T11" fmla="*/ 2123 h 56"/>
                  <a:gd name="T12" fmla="+- 0 2839 2816"/>
                  <a:gd name="T13" fmla="*/ T12 w 72"/>
                  <a:gd name="T14" fmla="+- 0 2126 2120"/>
                  <a:gd name="T15" fmla="*/ 2126 h 56"/>
                  <a:gd name="T16" fmla="+- 0 2840 2816"/>
                  <a:gd name="T17" fmla="*/ T16 w 72"/>
                  <a:gd name="T18" fmla="+- 0 2129 2120"/>
                  <a:gd name="T19" fmla="*/ 2129 h 56"/>
                  <a:gd name="T20" fmla="+- 0 2842 2816"/>
                  <a:gd name="T21" fmla="*/ T20 w 72"/>
                  <a:gd name="T22" fmla="+- 0 2134 2120"/>
                  <a:gd name="T23" fmla="*/ 2134 h 56"/>
                  <a:gd name="T24" fmla="+- 0 2842 2816"/>
                  <a:gd name="T25" fmla="*/ T24 w 72"/>
                  <a:gd name="T26" fmla="+- 0 2135 2120"/>
                  <a:gd name="T27" fmla="*/ 2135 h 56"/>
                  <a:gd name="T28" fmla="+- 0 2842 2816"/>
                  <a:gd name="T29" fmla="*/ T28 w 72"/>
                  <a:gd name="T30" fmla="+- 0 2144 2120"/>
                  <a:gd name="T31" fmla="*/ 2144 h 56"/>
                  <a:gd name="T32" fmla="+- 0 2842 2816"/>
                  <a:gd name="T33" fmla="*/ T32 w 72"/>
                  <a:gd name="T34" fmla="+- 0 2145 2120"/>
                  <a:gd name="T35" fmla="*/ 2145 h 56"/>
                  <a:gd name="T36" fmla="+- 0 2842 2816"/>
                  <a:gd name="T37" fmla="*/ T36 w 72"/>
                  <a:gd name="T38" fmla="+- 0 2148 2120"/>
                  <a:gd name="T39" fmla="*/ 2148 h 56"/>
                  <a:gd name="T40" fmla="+- 0 2837 2816"/>
                  <a:gd name="T41" fmla="*/ T40 w 72"/>
                  <a:gd name="T42" fmla="+- 0 2150 2120"/>
                  <a:gd name="T43" fmla="*/ 2150 h 56"/>
                  <a:gd name="T44" fmla="+- 0 2833 2816"/>
                  <a:gd name="T45" fmla="*/ T44 w 72"/>
                  <a:gd name="T46" fmla="+- 0 2151 2120"/>
                  <a:gd name="T47" fmla="*/ 2151 h 56"/>
                  <a:gd name="T48" fmla="+- 0 2841 2816"/>
                  <a:gd name="T49" fmla="*/ T48 w 72"/>
                  <a:gd name="T50" fmla="+- 0 2151 2120"/>
                  <a:gd name="T51" fmla="*/ 2151 h 56"/>
                  <a:gd name="T52" fmla="+- 0 2841 2816"/>
                  <a:gd name="T53" fmla="*/ T52 w 72"/>
                  <a:gd name="T54" fmla="+- 0 2151 2120"/>
                  <a:gd name="T55" fmla="*/ 2151 h 56"/>
                  <a:gd name="T56" fmla="+- 0 2849 2816"/>
                  <a:gd name="T57" fmla="*/ T56 w 72"/>
                  <a:gd name="T58" fmla="+- 0 2151 2120"/>
                  <a:gd name="T59" fmla="*/ 2151 h 56"/>
                  <a:gd name="T60" fmla="+- 0 2850 2816"/>
                  <a:gd name="T61" fmla="*/ T60 w 72"/>
                  <a:gd name="T62" fmla="+- 0 2148 2120"/>
                  <a:gd name="T63" fmla="*/ 2148 h 56"/>
                  <a:gd name="T64" fmla="+- 0 2850 2816"/>
                  <a:gd name="T65" fmla="*/ T64 w 72"/>
                  <a:gd name="T66" fmla="+- 0 2135 2120"/>
                  <a:gd name="T67" fmla="*/ 2135 h 56"/>
                  <a:gd name="T68" fmla="+- 0 2848 2816"/>
                  <a:gd name="T69" fmla="*/ T68 w 72"/>
                  <a:gd name="T70" fmla="+- 0 2130 2120"/>
                  <a:gd name="T71" fmla="*/ 2130 h 56"/>
                  <a:gd name="T72" fmla="+- 0 2842 2816"/>
                  <a:gd name="T73" fmla="*/ T72 w 72"/>
                  <a:gd name="T74" fmla="+- 0 2122 2120"/>
                  <a:gd name="T75"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6" y="2"/>
                    </a:moveTo>
                    <a:lnTo>
                      <a:pt x="18" y="2"/>
                    </a:lnTo>
                    <a:lnTo>
                      <a:pt x="20" y="3"/>
                    </a:lnTo>
                    <a:lnTo>
                      <a:pt x="23" y="6"/>
                    </a:lnTo>
                    <a:lnTo>
                      <a:pt x="24" y="9"/>
                    </a:lnTo>
                    <a:lnTo>
                      <a:pt x="26" y="14"/>
                    </a:lnTo>
                    <a:lnTo>
                      <a:pt x="26" y="15"/>
                    </a:lnTo>
                    <a:lnTo>
                      <a:pt x="26" y="24"/>
                    </a:lnTo>
                    <a:lnTo>
                      <a:pt x="26" y="25"/>
                    </a:lnTo>
                    <a:lnTo>
                      <a:pt x="26" y="28"/>
                    </a:lnTo>
                    <a:lnTo>
                      <a:pt x="21" y="30"/>
                    </a:lnTo>
                    <a:lnTo>
                      <a:pt x="17" y="31"/>
                    </a:lnTo>
                    <a:lnTo>
                      <a:pt x="25" y="31"/>
                    </a:lnTo>
                    <a:lnTo>
                      <a:pt x="33" y="31"/>
                    </a:lnTo>
                    <a:lnTo>
                      <a:pt x="34" y="28"/>
                    </a:lnTo>
                    <a:lnTo>
                      <a:pt x="34" y="15"/>
                    </a:lnTo>
                    <a:lnTo>
                      <a:pt x="32" y="10"/>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9" name="Freeform 5043">
                <a:extLst>
                  <a:ext uri="{FF2B5EF4-FFF2-40B4-BE49-F238E27FC236}">
                    <a16:creationId xmlns:a16="http://schemas.microsoft.com/office/drawing/2014/main" id="{59C74035-D178-1FB1-2099-39AAA76EE852}"/>
                  </a:ext>
                </a:extLst>
              </p:cNvPr>
              <p:cNvSpPr>
                <a:spLocks/>
              </p:cNvSpPr>
              <p:nvPr/>
            </p:nvSpPr>
            <p:spPr bwMode="auto">
              <a:xfrm>
                <a:off x="2816" y="2120"/>
                <a:ext cx="72" cy="56"/>
              </a:xfrm>
              <a:custGeom>
                <a:avLst/>
                <a:gdLst>
                  <a:gd name="T0" fmla="+- 0 2886 2816"/>
                  <a:gd name="T1" fmla="*/ T0 w 72"/>
                  <a:gd name="T2" fmla="+- 0 2127 2120"/>
                  <a:gd name="T3" fmla="*/ 2127 h 56"/>
                  <a:gd name="T4" fmla="+- 0 2881 2816"/>
                  <a:gd name="T5" fmla="*/ T4 w 72"/>
                  <a:gd name="T6" fmla="+- 0 2127 2120"/>
                  <a:gd name="T7" fmla="*/ 2127 h 56"/>
                  <a:gd name="T8" fmla="+- 0 2865 2816"/>
                  <a:gd name="T9" fmla="*/ T8 w 72"/>
                  <a:gd name="T10" fmla="+- 0 2175 2120"/>
                  <a:gd name="T11" fmla="*/ 2175 h 56"/>
                  <a:gd name="T12" fmla="+- 0 2870 2816"/>
                  <a:gd name="T13" fmla="*/ T12 w 72"/>
                  <a:gd name="T14" fmla="+- 0 2175 2120"/>
                  <a:gd name="T15" fmla="*/ 2175 h 56"/>
                  <a:gd name="T16" fmla="+- 0 2886 2816"/>
                  <a:gd name="T17" fmla="*/ T16 w 72"/>
                  <a:gd name="T18" fmla="+- 0 2127 2120"/>
                  <a:gd name="T19" fmla="*/ 2127 h 56"/>
                </a:gdLst>
                <a:ahLst/>
                <a:cxnLst>
                  <a:cxn ang="0">
                    <a:pos x="T1" y="T3"/>
                  </a:cxn>
                  <a:cxn ang="0">
                    <a:pos x="T5" y="T7"/>
                  </a:cxn>
                  <a:cxn ang="0">
                    <a:pos x="T9" y="T11"/>
                  </a:cxn>
                  <a:cxn ang="0">
                    <a:pos x="T13" y="T15"/>
                  </a:cxn>
                  <a:cxn ang="0">
                    <a:pos x="T17" y="T19"/>
                  </a:cxn>
                </a:cxnLst>
                <a:rect l="0" t="0" r="r" b="b"/>
                <a:pathLst>
                  <a:path w="72" h="56">
                    <a:moveTo>
                      <a:pt x="70" y="7"/>
                    </a:moveTo>
                    <a:lnTo>
                      <a:pt x="65" y="7"/>
                    </a:lnTo>
                    <a:lnTo>
                      <a:pt x="49" y="55"/>
                    </a:lnTo>
                    <a:lnTo>
                      <a:pt x="54" y="55"/>
                    </a:lnTo>
                    <a:lnTo>
                      <a:pt x="7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20" name="Freeform 5044">
                <a:extLst>
                  <a:ext uri="{FF2B5EF4-FFF2-40B4-BE49-F238E27FC236}">
                    <a16:creationId xmlns:a16="http://schemas.microsoft.com/office/drawing/2014/main" id="{5C372926-CBEC-45E8-A300-AB4985D29BE2}"/>
                  </a:ext>
                </a:extLst>
              </p:cNvPr>
              <p:cNvSpPr>
                <a:spLocks/>
              </p:cNvSpPr>
              <p:nvPr/>
            </p:nvSpPr>
            <p:spPr bwMode="auto">
              <a:xfrm>
                <a:off x="2816" y="2120"/>
                <a:ext cx="72" cy="56"/>
              </a:xfrm>
              <a:custGeom>
                <a:avLst/>
                <a:gdLst>
                  <a:gd name="T0" fmla="+- 0 2887 2816"/>
                  <a:gd name="T1" fmla="*/ T0 w 72"/>
                  <a:gd name="T2" fmla="+- 0 2121 2120"/>
                  <a:gd name="T3" fmla="*/ 2121 h 56"/>
                  <a:gd name="T4" fmla="+- 0 2859 2816"/>
                  <a:gd name="T5" fmla="*/ T4 w 72"/>
                  <a:gd name="T6" fmla="+- 0 2121 2120"/>
                  <a:gd name="T7" fmla="*/ 2121 h 56"/>
                  <a:gd name="T8" fmla="+- 0 2854 2816"/>
                  <a:gd name="T9" fmla="*/ T8 w 72"/>
                  <a:gd name="T10" fmla="+- 0 2134 2120"/>
                  <a:gd name="T11" fmla="*/ 2134 h 56"/>
                  <a:gd name="T12" fmla="+- 0 2855 2816"/>
                  <a:gd name="T13" fmla="*/ T12 w 72"/>
                  <a:gd name="T14" fmla="+- 0 2134 2120"/>
                  <a:gd name="T15" fmla="*/ 2134 h 56"/>
                  <a:gd name="T16" fmla="+- 0 2856 2816"/>
                  <a:gd name="T17" fmla="*/ T16 w 72"/>
                  <a:gd name="T18" fmla="+- 0 2132 2120"/>
                  <a:gd name="T19" fmla="*/ 2132 h 56"/>
                  <a:gd name="T20" fmla="+- 0 2858 2816"/>
                  <a:gd name="T21" fmla="*/ T20 w 72"/>
                  <a:gd name="T22" fmla="+- 0 2130 2120"/>
                  <a:gd name="T23" fmla="*/ 2130 h 56"/>
                  <a:gd name="T24" fmla="+- 0 2861 2816"/>
                  <a:gd name="T25" fmla="*/ T24 w 72"/>
                  <a:gd name="T26" fmla="+- 0 2128 2120"/>
                  <a:gd name="T27" fmla="*/ 2128 h 56"/>
                  <a:gd name="T28" fmla="+- 0 2863 2816"/>
                  <a:gd name="T29" fmla="*/ T28 w 72"/>
                  <a:gd name="T30" fmla="+- 0 2127 2120"/>
                  <a:gd name="T31" fmla="*/ 2127 h 56"/>
                  <a:gd name="T32" fmla="+- 0 2886 2816"/>
                  <a:gd name="T33" fmla="*/ T32 w 72"/>
                  <a:gd name="T34" fmla="+- 0 2127 2120"/>
                  <a:gd name="T35" fmla="*/ 2127 h 56"/>
                  <a:gd name="T36" fmla="+- 0 2887 2816"/>
                  <a:gd name="T37" fmla="*/ T36 w 72"/>
                  <a:gd name="T38" fmla="+- 0 2122 2120"/>
                  <a:gd name="T39" fmla="*/ 2122 h 56"/>
                  <a:gd name="T40" fmla="+- 0 2887 2816"/>
                  <a:gd name="T41" fmla="*/ T40 w 72"/>
                  <a:gd name="T42" fmla="+- 0 2121 2120"/>
                  <a:gd name="T43" fmla="*/ 21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72" h="56">
                    <a:moveTo>
                      <a:pt x="71" y="1"/>
                    </a:moveTo>
                    <a:lnTo>
                      <a:pt x="43" y="1"/>
                    </a:lnTo>
                    <a:lnTo>
                      <a:pt x="38" y="14"/>
                    </a:lnTo>
                    <a:lnTo>
                      <a:pt x="39" y="14"/>
                    </a:lnTo>
                    <a:lnTo>
                      <a:pt x="40" y="12"/>
                    </a:lnTo>
                    <a:lnTo>
                      <a:pt x="42" y="10"/>
                    </a:lnTo>
                    <a:lnTo>
                      <a:pt x="45" y="8"/>
                    </a:lnTo>
                    <a:lnTo>
                      <a:pt x="47" y="7"/>
                    </a:lnTo>
                    <a:lnTo>
                      <a:pt x="70" y="7"/>
                    </a:lnTo>
                    <a:lnTo>
                      <a:pt x="71" y="2"/>
                    </a:lnTo>
                    <a:lnTo>
                      <a:pt x="7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2" name="Group 251">
              <a:extLst>
                <a:ext uri="{FF2B5EF4-FFF2-40B4-BE49-F238E27FC236}">
                  <a16:creationId xmlns:a16="http://schemas.microsoft.com/office/drawing/2014/main" id="{50FED2A5-ED8C-4CEF-E210-B59708F7D17D}"/>
                </a:ext>
              </a:extLst>
            </p:cNvPr>
            <p:cNvGrpSpPr>
              <a:grpSpLocks/>
            </p:cNvGrpSpPr>
            <p:nvPr/>
          </p:nvGrpSpPr>
          <p:grpSpPr bwMode="auto">
            <a:xfrm>
              <a:off x="3309" y="2120"/>
              <a:ext cx="36" cy="55"/>
              <a:chOff x="3309" y="2120"/>
              <a:chExt cx="36" cy="55"/>
            </a:xfrm>
          </p:grpSpPr>
          <p:sp>
            <p:nvSpPr>
              <p:cNvPr id="1213" name="Freeform 5046">
                <a:extLst>
                  <a:ext uri="{FF2B5EF4-FFF2-40B4-BE49-F238E27FC236}">
                    <a16:creationId xmlns:a16="http://schemas.microsoft.com/office/drawing/2014/main" id="{1A7838CE-0930-76C5-EA99-93FBD1659BB8}"/>
                  </a:ext>
                </a:extLst>
              </p:cNvPr>
              <p:cNvSpPr>
                <a:spLocks/>
              </p:cNvSpPr>
              <p:nvPr/>
            </p:nvSpPr>
            <p:spPr bwMode="auto">
              <a:xfrm>
                <a:off x="3309" y="2120"/>
                <a:ext cx="36" cy="55"/>
              </a:xfrm>
              <a:custGeom>
                <a:avLst/>
                <a:gdLst>
                  <a:gd name="T0" fmla="+- 0 3338 3309"/>
                  <a:gd name="T1" fmla="*/ T0 w 36"/>
                  <a:gd name="T2" fmla="+- 0 2126 2120"/>
                  <a:gd name="T3" fmla="*/ 2126 h 55"/>
                  <a:gd name="T4" fmla="+- 0 3326 3309"/>
                  <a:gd name="T5" fmla="*/ T4 w 36"/>
                  <a:gd name="T6" fmla="+- 0 2126 2120"/>
                  <a:gd name="T7" fmla="*/ 2126 h 55"/>
                  <a:gd name="T8" fmla="+- 0 3329 3309"/>
                  <a:gd name="T9" fmla="*/ T8 w 36"/>
                  <a:gd name="T10" fmla="+- 0 2127 2120"/>
                  <a:gd name="T11" fmla="*/ 2127 h 55"/>
                  <a:gd name="T12" fmla="+- 0 3333 3309"/>
                  <a:gd name="T13" fmla="*/ T12 w 36"/>
                  <a:gd name="T14" fmla="+- 0 2131 2120"/>
                  <a:gd name="T15" fmla="*/ 2131 h 55"/>
                  <a:gd name="T16" fmla="+- 0 3334 3309"/>
                  <a:gd name="T17" fmla="*/ T16 w 36"/>
                  <a:gd name="T18" fmla="+- 0 2134 2120"/>
                  <a:gd name="T19" fmla="*/ 2134 h 55"/>
                  <a:gd name="T20" fmla="+- 0 3334 3309"/>
                  <a:gd name="T21" fmla="*/ T20 w 36"/>
                  <a:gd name="T22" fmla="+- 0 2142 2120"/>
                  <a:gd name="T23" fmla="*/ 2142 h 55"/>
                  <a:gd name="T24" fmla="+- 0 3332 3309"/>
                  <a:gd name="T25" fmla="*/ T24 w 36"/>
                  <a:gd name="T26" fmla="+- 0 2147 2120"/>
                  <a:gd name="T27" fmla="*/ 2147 h 55"/>
                  <a:gd name="T28" fmla="+- 0 3325 3309"/>
                  <a:gd name="T29" fmla="*/ T28 w 36"/>
                  <a:gd name="T30" fmla="+- 0 2158 2120"/>
                  <a:gd name="T31" fmla="*/ 2158 h 55"/>
                  <a:gd name="T32" fmla="+- 0 3318 3309"/>
                  <a:gd name="T33" fmla="*/ T32 w 36"/>
                  <a:gd name="T34" fmla="+- 0 2164 2120"/>
                  <a:gd name="T35" fmla="*/ 2164 h 55"/>
                  <a:gd name="T36" fmla="+- 0 3309 3309"/>
                  <a:gd name="T37" fmla="*/ T36 w 36"/>
                  <a:gd name="T38" fmla="+- 0 2173 2120"/>
                  <a:gd name="T39" fmla="*/ 2173 h 55"/>
                  <a:gd name="T40" fmla="+- 0 3309 3309"/>
                  <a:gd name="T41" fmla="*/ T40 w 36"/>
                  <a:gd name="T42" fmla="+- 0 2174 2120"/>
                  <a:gd name="T43" fmla="*/ 2174 h 55"/>
                  <a:gd name="T44" fmla="+- 0 3340 3309"/>
                  <a:gd name="T45" fmla="*/ T44 w 36"/>
                  <a:gd name="T46" fmla="+- 0 2174 2120"/>
                  <a:gd name="T47" fmla="*/ 2174 h 55"/>
                  <a:gd name="T48" fmla="+- 0 3342 3309"/>
                  <a:gd name="T49" fmla="*/ T48 w 36"/>
                  <a:gd name="T50" fmla="+- 0 2168 2120"/>
                  <a:gd name="T51" fmla="*/ 2168 h 55"/>
                  <a:gd name="T52" fmla="+- 0 3317 3309"/>
                  <a:gd name="T53" fmla="*/ T52 w 36"/>
                  <a:gd name="T54" fmla="+- 0 2168 2120"/>
                  <a:gd name="T55" fmla="*/ 2168 h 55"/>
                  <a:gd name="T56" fmla="+- 0 3319 3309"/>
                  <a:gd name="T57" fmla="*/ T56 w 36"/>
                  <a:gd name="T58" fmla="+- 0 2167 2120"/>
                  <a:gd name="T59" fmla="*/ 2167 h 55"/>
                  <a:gd name="T60" fmla="+- 0 3323 3309"/>
                  <a:gd name="T61" fmla="*/ T60 w 36"/>
                  <a:gd name="T62" fmla="+- 0 2163 2120"/>
                  <a:gd name="T63" fmla="*/ 2163 h 55"/>
                  <a:gd name="T64" fmla="+- 0 3334 3309"/>
                  <a:gd name="T65" fmla="*/ T64 w 36"/>
                  <a:gd name="T66" fmla="+- 0 2151 2120"/>
                  <a:gd name="T67" fmla="*/ 2151 h 55"/>
                  <a:gd name="T68" fmla="+- 0 3337 3309"/>
                  <a:gd name="T69" fmla="*/ T68 w 36"/>
                  <a:gd name="T70" fmla="+- 0 2146 2120"/>
                  <a:gd name="T71" fmla="*/ 2146 h 55"/>
                  <a:gd name="T72" fmla="+- 0 3339 3309"/>
                  <a:gd name="T73" fmla="*/ T72 w 36"/>
                  <a:gd name="T74" fmla="+- 0 2142 2120"/>
                  <a:gd name="T75" fmla="*/ 2142 h 55"/>
                  <a:gd name="T76" fmla="+- 0 3340 3309"/>
                  <a:gd name="T77" fmla="*/ T76 w 36"/>
                  <a:gd name="T78" fmla="+- 0 2139 2120"/>
                  <a:gd name="T79" fmla="*/ 2139 h 55"/>
                  <a:gd name="T80" fmla="+- 0 3341 3309"/>
                  <a:gd name="T81" fmla="*/ T80 w 36"/>
                  <a:gd name="T82" fmla="+- 0 2137 2120"/>
                  <a:gd name="T83" fmla="*/ 2137 h 55"/>
                  <a:gd name="T84" fmla="+- 0 3341 3309"/>
                  <a:gd name="T85" fmla="*/ T84 w 36"/>
                  <a:gd name="T86" fmla="+- 0 2130 2120"/>
                  <a:gd name="T87" fmla="*/ 2130 h 55"/>
                  <a:gd name="T88" fmla="+- 0 3339 3309"/>
                  <a:gd name="T89" fmla="*/ T88 w 36"/>
                  <a:gd name="T90" fmla="+- 0 2127 2120"/>
                  <a:gd name="T91" fmla="*/ 2127 h 55"/>
                  <a:gd name="T92" fmla="+- 0 3338 3309"/>
                  <a:gd name="T93" fmla="*/ T92 w 36"/>
                  <a:gd name="T94" fmla="+- 0 2126 2120"/>
                  <a:gd name="T95" fmla="*/ 212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1"/>
                    </a:lnTo>
                    <a:lnTo>
                      <a:pt x="25" y="14"/>
                    </a:lnTo>
                    <a:lnTo>
                      <a:pt x="25" y="22"/>
                    </a:lnTo>
                    <a:lnTo>
                      <a:pt x="23" y="27"/>
                    </a:lnTo>
                    <a:lnTo>
                      <a:pt x="16" y="38"/>
                    </a:lnTo>
                    <a:lnTo>
                      <a:pt x="9" y="44"/>
                    </a:lnTo>
                    <a:lnTo>
                      <a:pt x="0" y="53"/>
                    </a:lnTo>
                    <a:lnTo>
                      <a:pt x="0" y="54"/>
                    </a:lnTo>
                    <a:lnTo>
                      <a:pt x="31" y="54"/>
                    </a:lnTo>
                    <a:lnTo>
                      <a:pt x="33" y="48"/>
                    </a:lnTo>
                    <a:lnTo>
                      <a:pt x="8" y="48"/>
                    </a:lnTo>
                    <a:lnTo>
                      <a:pt x="10" y="47"/>
                    </a:lnTo>
                    <a:lnTo>
                      <a:pt x="14" y="43"/>
                    </a:lnTo>
                    <a:lnTo>
                      <a:pt x="25" y="31"/>
                    </a:lnTo>
                    <a:lnTo>
                      <a:pt x="28" y="26"/>
                    </a:lnTo>
                    <a:lnTo>
                      <a:pt x="30" y="22"/>
                    </a:lnTo>
                    <a:lnTo>
                      <a:pt x="31" y="19"/>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4" name="Freeform 5047">
                <a:extLst>
                  <a:ext uri="{FF2B5EF4-FFF2-40B4-BE49-F238E27FC236}">
                    <a16:creationId xmlns:a16="http://schemas.microsoft.com/office/drawing/2014/main" id="{79AECF4C-EC9E-6CDA-AE79-F487D25ECD46}"/>
                  </a:ext>
                </a:extLst>
              </p:cNvPr>
              <p:cNvSpPr>
                <a:spLocks/>
              </p:cNvSpPr>
              <p:nvPr/>
            </p:nvSpPr>
            <p:spPr bwMode="auto">
              <a:xfrm>
                <a:off x="3309" y="2120"/>
                <a:ext cx="36" cy="55"/>
              </a:xfrm>
              <a:custGeom>
                <a:avLst/>
                <a:gdLst>
                  <a:gd name="T0" fmla="+- 0 3344 3309"/>
                  <a:gd name="T1" fmla="*/ T0 w 36"/>
                  <a:gd name="T2" fmla="+- 0 2164 2120"/>
                  <a:gd name="T3" fmla="*/ 2164 h 55"/>
                  <a:gd name="T4" fmla="+- 0 3343 3309"/>
                  <a:gd name="T5" fmla="*/ T4 w 36"/>
                  <a:gd name="T6" fmla="+- 0 2164 2120"/>
                  <a:gd name="T7" fmla="*/ 2164 h 55"/>
                  <a:gd name="T8" fmla="+- 0 3340 3309"/>
                  <a:gd name="T9" fmla="*/ T8 w 36"/>
                  <a:gd name="T10" fmla="+- 0 2167 2120"/>
                  <a:gd name="T11" fmla="*/ 2167 h 55"/>
                  <a:gd name="T12" fmla="+- 0 3337 3309"/>
                  <a:gd name="T13" fmla="*/ T12 w 36"/>
                  <a:gd name="T14" fmla="+- 0 2168 2120"/>
                  <a:gd name="T15" fmla="*/ 2168 h 55"/>
                  <a:gd name="T16" fmla="+- 0 3334 3309"/>
                  <a:gd name="T17" fmla="*/ T16 w 36"/>
                  <a:gd name="T18" fmla="+- 0 2168 2120"/>
                  <a:gd name="T19" fmla="*/ 2168 h 55"/>
                  <a:gd name="T20" fmla="+- 0 3342 3309"/>
                  <a:gd name="T21" fmla="*/ T20 w 36"/>
                  <a:gd name="T22" fmla="+- 0 2168 2120"/>
                  <a:gd name="T23" fmla="*/ 2168 h 55"/>
                  <a:gd name="T24" fmla="+- 0 3344 3309"/>
                  <a:gd name="T25" fmla="*/ T24 w 36"/>
                  <a:gd name="T26" fmla="+- 0 2164 2120"/>
                  <a:gd name="T27" fmla="*/ 2164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5" name="Freeform 5048">
                <a:extLst>
                  <a:ext uri="{FF2B5EF4-FFF2-40B4-BE49-F238E27FC236}">
                    <a16:creationId xmlns:a16="http://schemas.microsoft.com/office/drawing/2014/main" id="{3A843830-5916-3FC9-40EE-6343C6C26217}"/>
                  </a:ext>
                </a:extLst>
              </p:cNvPr>
              <p:cNvSpPr>
                <a:spLocks/>
              </p:cNvSpPr>
              <p:nvPr/>
            </p:nvSpPr>
            <p:spPr bwMode="auto">
              <a:xfrm>
                <a:off x="3309" y="2120"/>
                <a:ext cx="36" cy="55"/>
              </a:xfrm>
              <a:custGeom>
                <a:avLst/>
                <a:gdLst>
                  <a:gd name="T0" fmla="+- 0 3330 3309"/>
                  <a:gd name="T1" fmla="*/ T0 w 36"/>
                  <a:gd name="T2" fmla="+- 0 2120 2120"/>
                  <a:gd name="T3" fmla="*/ 2120 h 55"/>
                  <a:gd name="T4" fmla="+- 0 3322 3309"/>
                  <a:gd name="T5" fmla="*/ T4 w 36"/>
                  <a:gd name="T6" fmla="+- 0 2120 2120"/>
                  <a:gd name="T7" fmla="*/ 2120 h 55"/>
                  <a:gd name="T8" fmla="+- 0 3318 3309"/>
                  <a:gd name="T9" fmla="*/ T8 w 36"/>
                  <a:gd name="T10" fmla="+- 0 2121 2120"/>
                  <a:gd name="T11" fmla="*/ 2121 h 55"/>
                  <a:gd name="T12" fmla="+- 0 3313 3309"/>
                  <a:gd name="T13" fmla="*/ T12 w 36"/>
                  <a:gd name="T14" fmla="+- 0 2126 2120"/>
                  <a:gd name="T15" fmla="*/ 2126 h 55"/>
                  <a:gd name="T16" fmla="+- 0 3311 3309"/>
                  <a:gd name="T17" fmla="*/ T16 w 36"/>
                  <a:gd name="T18" fmla="+- 0 2130 2120"/>
                  <a:gd name="T19" fmla="*/ 2130 h 55"/>
                  <a:gd name="T20" fmla="+- 0 3310 3309"/>
                  <a:gd name="T21" fmla="*/ T20 w 36"/>
                  <a:gd name="T22" fmla="+- 0 2135 2120"/>
                  <a:gd name="T23" fmla="*/ 2135 h 55"/>
                  <a:gd name="T24" fmla="+- 0 3312 3309"/>
                  <a:gd name="T25" fmla="*/ T24 w 36"/>
                  <a:gd name="T26" fmla="+- 0 2135 2120"/>
                  <a:gd name="T27" fmla="*/ 2135 h 55"/>
                  <a:gd name="T28" fmla="+- 0 3313 3309"/>
                  <a:gd name="T29" fmla="*/ T28 w 36"/>
                  <a:gd name="T30" fmla="+- 0 2132 2120"/>
                  <a:gd name="T31" fmla="*/ 2132 h 55"/>
                  <a:gd name="T32" fmla="+- 0 3314 3309"/>
                  <a:gd name="T33" fmla="*/ T32 w 36"/>
                  <a:gd name="T34" fmla="+- 0 2130 2120"/>
                  <a:gd name="T35" fmla="*/ 2130 h 55"/>
                  <a:gd name="T36" fmla="+- 0 3319 3309"/>
                  <a:gd name="T37" fmla="*/ T36 w 36"/>
                  <a:gd name="T38" fmla="+- 0 2127 2120"/>
                  <a:gd name="T39" fmla="*/ 2127 h 55"/>
                  <a:gd name="T40" fmla="+- 0 3321 3309"/>
                  <a:gd name="T41" fmla="*/ T40 w 36"/>
                  <a:gd name="T42" fmla="+- 0 2126 2120"/>
                  <a:gd name="T43" fmla="*/ 2126 h 55"/>
                  <a:gd name="T44" fmla="+- 0 3338 3309"/>
                  <a:gd name="T45" fmla="*/ T44 w 36"/>
                  <a:gd name="T46" fmla="+- 0 2126 2120"/>
                  <a:gd name="T47" fmla="*/ 2126 h 55"/>
                  <a:gd name="T48" fmla="+- 0 3334 3309"/>
                  <a:gd name="T49" fmla="*/ T48 w 36"/>
                  <a:gd name="T50" fmla="+- 0 2121 2120"/>
                  <a:gd name="T51" fmla="*/ 2121 h 55"/>
                  <a:gd name="T52" fmla="+- 0 3330 3309"/>
                  <a:gd name="T53" fmla="*/ T52 w 36"/>
                  <a:gd name="T54" fmla="+- 0 2120 2120"/>
                  <a:gd name="T55" fmla="*/ 212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1" y="15"/>
                    </a:lnTo>
                    <a:lnTo>
                      <a:pt x="3" y="15"/>
                    </a:lnTo>
                    <a:lnTo>
                      <a:pt x="4" y="12"/>
                    </a:lnTo>
                    <a:lnTo>
                      <a:pt x="5" y="10"/>
                    </a:lnTo>
                    <a:lnTo>
                      <a:pt x="10" y="7"/>
                    </a:lnTo>
                    <a:lnTo>
                      <a:pt x="12" y="6"/>
                    </a:lnTo>
                    <a:lnTo>
                      <a:pt x="29"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3" name="Group 252">
              <a:extLst>
                <a:ext uri="{FF2B5EF4-FFF2-40B4-BE49-F238E27FC236}">
                  <a16:creationId xmlns:a16="http://schemas.microsoft.com/office/drawing/2014/main" id="{3685764D-27ED-A88D-7FDD-70B279E4FEF6}"/>
                </a:ext>
              </a:extLst>
            </p:cNvPr>
            <p:cNvGrpSpPr>
              <a:grpSpLocks/>
            </p:cNvGrpSpPr>
            <p:nvPr/>
          </p:nvGrpSpPr>
          <p:grpSpPr bwMode="auto">
            <a:xfrm>
              <a:off x="3766" y="2120"/>
              <a:ext cx="35" cy="56"/>
              <a:chOff x="3766" y="2120"/>
              <a:chExt cx="35" cy="56"/>
            </a:xfrm>
          </p:grpSpPr>
          <p:sp>
            <p:nvSpPr>
              <p:cNvPr id="1211" name="Freeform 5050">
                <a:extLst>
                  <a:ext uri="{FF2B5EF4-FFF2-40B4-BE49-F238E27FC236}">
                    <a16:creationId xmlns:a16="http://schemas.microsoft.com/office/drawing/2014/main" id="{A5A29A82-D161-7902-7B2E-88FCEF869EC3}"/>
                  </a:ext>
                </a:extLst>
              </p:cNvPr>
              <p:cNvSpPr>
                <a:spLocks/>
              </p:cNvSpPr>
              <p:nvPr/>
            </p:nvSpPr>
            <p:spPr bwMode="auto">
              <a:xfrm>
                <a:off x="3766" y="2120"/>
                <a:ext cx="35" cy="56"/>
              </a:xfrm>
              <a:custGeom>
                <a:avLst/>
                <a:gdLst>
                  <a:gd name="T0" fmla="+- 0 3788 3766"/>
                  <a:gd name="T1" fmla="*/ T0 w 35"/>
                  <a:gd name="T2" fmla="+- 0 2120 2120"/>
                  <a:gd name="T3" fmla="*/ 2120 h 56"/>
                  <a:gd name="T4" fmla="+- 0 3781 3766"/>
                  <a:gd name="T5" fmla="*/ T4 w 35"/>
                  <a:gd name="T6" fmla="+- 0 2120 2120"/>
                  <a:gd name="T7" fmla="*/ 2120 h 56"/>
                  <a:gd name="T8" fmla="+- 0 3779 3766"/>
                  <a:gd name="T9" fmla="*/ T8 w 35"/>
                  <a:gd name="T10" fmla="+- 0 2121 2120"/>
                  <a:gd name="T11" fmla="*/ 2121 h 56"/>
                  <a:gd name="T12" fmla="+- 0 3773 3766"/>
                  <a:gd name="T13" fmla="*/ T12 w 35"/>
                  <a:gd name="T14" fmla="+- 0 2125 2120"/>
                  <a:gd name="T15" fmla="*/ 2125 h 56"/>
                  <a:gd name="T16" fmla="+- 0 3771 3766"/>
                  <a:gd name="T17" fmla="*/ T16 w 35"/>
                  <a:gd name="T18" fmla="+- 0 2128 2120"/>
                  <a:gd name="T19" fmla="*/ 2128 h 56"/>
                  <a:gd name="T20" fmla="+- 0 3767 3766"/>
                  <a:gd name="T21" fmla="*/ T20 w 35"/>
                  <a:gd name="T22" fmla="+- 0 2137 2120"/>
                  <a:gd name="T23" fmla="*/ 2137 h 56"/>
                  <a:gd name="T24" fmla="+- 0 3766 3766"/>
                  <a:gd name="T25" fmla="*/ T24 w 35"/>
                  <a:gd name="T26" fmla="+- 0 2142 2120"/>
                  <a:gd name="T27" fmla="*/ 2142 h 56"/>
                  <a:gd name="T28" fmla="+- 0 3766 3766"/>
                  <a:gd name="T29" fmla="*/ T28 w 35"/>
                  <a:gd name="T30" fmla="+- 0 2155 2120"/>
                  <a:gd name="T31" fmla="*/ 2155 h 56"/>
                  <a:gd name="T32" fmla="+- 0 3768 3766"/>
                  <a:gd name="T33" fmla="*/ T32 w 35"/>
                  <a:gd name="T34" fmla="+- 0 2161 2120"/>
                  <a:gd name="T35" fmla="*/ 2161 h 56"/>
                  <a:gd name="T36" fmla="+- 0 3774 3766"/>
                  <a:gd name="T37" fmla="*/ T36 w 35"/>
                  <a:gd name="T38" fmla="+- 0 2172 2120"/>
                  <a:gd name="T39" fmla="*/ 2172 h 56"/>
                  <a:gd name="T40" fmla="+- 0 3778 3766"/>
                  <a:gd name="T41" fmla="*/ T40 w 35"/>
                  <a:gd name="T42" fmla="+- 0 2175 2120"/>
                  <a:gd name="T43" fmla="*/ 2175 h 56"/>
                  <a:gd name="T44" fmla="+- 0 3786 3766"/>
                  <a:gd name="T45" fmla="*/ T44 w 35"/>
                  <a:gd name="T46" fmla="+- 0 2175 2120"/>
                  <a:gd name="T47" fmla="*/ 2175 h 56"/>
                  <a:gd name="T48" fmla="+- 0 3788 3766"/>
                  <a:gd name="T49" fmla="*/ T48 w 35"/>
                  <a:gd name="T50" fmla="+- 0 2174 2120"/>
                  <a:gd name="T51" fmla="*/ 2174 h 56"/>
                  <a:gd name="T52" fmla="+- 0 3791 3766"/>
                  <a:gd name="T53" fmla="*/ T52 w 35"/>
                  <a:gd name="T54" fmla="+- 0 2173 2120"/>
                  <a:gd name="T55" fmla="*/ 2173 h 56"/>
                  <a:gd name="T56" fmla="+- 0 3780 3766"/>
                  <a:gd name="T57" fmla="*/ T56 w 35"/>
                  <a:gd name="T58" fmla="+- 0 2173 2120"/>
                  <a:gd name="T59" fmla="*/ 2173 h 56"/>
                  <a:gd name="T60" fmla="+- 0 3778 3766"/>
                  <a:gd name="T61" fmla="*/ T60 w 35"/>
                  <a:gd name="T62" fmla="+- 0 2171 2120"/>
                  <a:gd name="T63" fmla="*/ 2171 h 56"/>
                  <a:gd name="T64" fmla="+- 0 3777 3766"/>
                  <a:gd name="T65" fmla="*/ T64 w 35"/>
                  <a:gd name="T66" fmla="+- 0 2167 2120"/>
                  <a:gd name="T67" fmla="*/ 2167 h 56"/>
                  <a:gd name="T68" fmla="+- 0 3775 3766"/>
                  <a:gd name="T69" fmla="*/ T68 w 35"/>
                  <a:gd name="T70" fmla="+- 0 2162 2120"/>
                  <a:gd name="T71" fmla="*/ 2162 h 56"/>
                  <a:gd name="T72" fmla="+- 0 3774 3766"/>
                  <a:gd name="T73" fmla="*/ T72 w 35"/>
                  <a:gd name="T74" fmla="+- 0 2156 2120"/>
                  <a:gd name="T75" fmla="*/ 2156 h 56"/>
                  <a:gd name="T76" fmla="+- 0 3784 3766"/>
                  <a:gd name="T77" fmla="*/ T76 w 35"/>
                  <a:gd name="T78" fmla="+- 0 2122 2120"/>
                  <a:gd name="T79" fmla="*/ 2122 h 56"/>
                  <a:gd name="T80" fmla="+- 0 3792 3766"/>
                  <a:gd name="T81" fmla="*/ T80 w 35"/>
                  <a:gd name="T82" fmla="+- 0 2122 2120"/>
                  <a:gd name="T83" fmla="*/ 2122 h 56"/>
                  <a:gd name="T84" fmla="+- 0 3791 3766"/>
                  <a:gd name="T85" fmla="*/ T84 w 35"/>
                  <a:gd name="T86" fmla="+- 0 2122 2120"/>
                  <a:gd name="T87" fmla="*/ 2122 h 56"/>
                  <a:gd name="T88" fmla="+- 0 3788 3766"/>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2" name="Freeform 5051">
                <a:extLst>
                  <a:ext uri="{FF2B5EF4-FFF2-40B4-BE49-F238E27FC236}">
                    <a16:creationId xmlns:a16="http://schemas.microsoft.com/office/drawing/2014/main" id="{BCDC14AF-91B2-9342-DE55-F2356864DDA7}"/>
                  </a:ext>
                </a:extLst>
              </p:cNvPr>
              <p:cNvSpPr>
                <a:spLocks/>
              </p:cNvSpPr>
              <p:nvPr/>
            </p:nvSpPr>
            <p:spPr bwMode="auto">
              <a:xfrm>
                <a:off x="3766" y="2120"/>
                <a:ext cx="35" cy="56"/>
              </a:xfrm>
              <a:custGeom>
                <a:avLst/>
                <a:gdLst>
                  <a:gd name="T0" fmla="+- 0 3792 3766"/>
                  <a:gd name="T1" fmla="*/ T0 w 35"/>
                  <a:gd name="T2" fmla="+- 0 2122 2120"/>
                  <a:gd name="T3" fmla="*/ 2122 h 56"/>
                  <a:gd name="T4" fmla="+- 0 3784 3766"/>
                  <a:gd name="T5" fmla="*/ T4 w 35"/>
                  <a:gd name="T6" fmla="+- 0 2122 2120"/>
                  <a:gd name="T7" fmla="*/ 2122 h 56"/>
                  <a:gd name="T8" fmla="+- 0 3787 3766"/>
                  <a:gd name="T9" fmla="*/ T8 w 35"/>
                  <a:gd name="T10" fmla="+- 0 2124 2120"/>
                  <a:gd name="T11" fmla="*/ 2124 h 56"/>
                  <a:gd name="T12" fmla="+- 0 3789 3766"/>
                  <a:gd name="T13" fmla="*/ T12 w 35"/>
                  <a:gd name="T14" fmla="+- 0 2125 2120"/>
                  <a:gd name="T15" fmla="*/ 2125 h 56"/>
                  <a:gd name="T16" fmla="+- 0 3790 3766"/>
                  <a:gd name="T17" fmla="*/ T16 w 35"/>
                  <a:gd name="T18" fmla="+- 0 2127 2120"/>
                  <a:gd name="T19" fmla="*/ 2127 h 56"/>
                  <a:gd name="T20" fmla="+- 0 3792 3766"/>
                  <a:gd name="T21" fmla="*/ T20 w 35"/>
                  <a:gd name="T22" fmla="+- 0 2134 2120"/>
                  <a:gd name="T23" fmla="*/ 2134 h 56"/>
                  <a:gd name="T24" fmla="+- 0 3793 3766"/>
                  <a:gd name="T25" fmla="*/ T24 w 35"/>
                  <a:gd name="T26" fmla="+- 0 2137 2120"/>
                  <a:gd name="T27" fmla="*/ 2137 h 56"/>
                  <a:gd name="T28" fmla="+- 0 3793 3766"/>
                  <a:gd name="T29" fmla="*/ T28 w 35"/>
                  <a:gd name="T30" fmla="+- 0 2155 2120"/>
                  <a:gd name="T31" fmla="*/ 2155 h 56"/>
                  <a:gd name="T32" fmla="+- 0 3792 3766"/>
                  <a:gd name="T33" fmla="*/ T32 w 35"/>
                  <a:gd name="T34" fmla="+- 0 2160 2120"/>
                  <a:gd name="T35" fmla="*/ 2160 h 56"/>
                  <a:gd name="T36" fmla="+- 0 3790 3766"/>
                  <a:gd name="T37" fmla="*/ T36 w 35"/>
                  <a:gd name="T38" fmla="+- 0 2167 2120"/>
                  <a:gd name="T39" fmla="*/ 2167 h 56"/>
                  <a:gd name="T40" fmla="+- 0 3789 3766"/>
                  <a:gd name="T41" fmla="*/ T40 w 35"/>
                  <a:gd name="T42" fmla="+- 0 2170 2120"/>
                  <a:gd name="T43" fmla="*/ 2170 h 56"/>
                  <a:gd name="T44" fmla="+- 0 3788 3766"/>
                  <a:gd name="T45" fmla="*/ T44 w 35"/>
                  <a:gd name="T46" fmla="+- 0 2171 2120"/>
                  <a:gd name="T47" fmla="*/ 2171 h 56"/>
                  <a:gd name="T48" fmla="+- 0 3783 3766"/>
                  <a:gd name="T49" fmla="*/ T48 w 35"/>
                  <a:gd name="T50" fmla="+- 0 2173 2120"/>
                  <a:gd name="T51" fmla="*/ 2173 h 56"/>
                  <a:gd name="T52" fmla="+- 0 3791 3766"/>
                  <a:gd name="T53" fmla="*/ T52 w 35"/>
                  <a:gd name="T54" fmla="+- 0 2173 2120"/>
                  <a:gd name="T55" fmla="*/ 2173 h 56"/>
                  <a:gd name="T56" fmla="+- 0 3801 3766"/>
                  <a:gd name="T57" fmla="*/ T56 w 35"/>
                  <a:gd name="T58" fmla="+- 0 2138 2120"/>
                  <a:gd name="T59" fmla="*/ 2138 h 56"/>
                  <a:gd name="T60" fmla="+- 0 3799 3766"/>
                  <a:gd name="T61" fmla="*/ T60 w 35"/>
                  <a:gd name="T62" fmla="+- 0 2131 2120"/>
                  <a:gd name="T63" fmla="*/ 2131 h 56"/>
                  <a:gd name="T64" fmla="+- 0 3792 3766"/>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4" name="Group 253">
              <a:extLst>
                <a:ext uri="{FF2B5EF4-FFF2-40B4-BE49-F238E27FC236}">
                  <a16:creationId xmlns:a16="http://schemas.microsoft.com/office/drawing/2014/main" id="{5EBF55D4-1AF9-86EE-644A-72A715735B0B}"/>
                </a:ext>
              </a:extLst>
            </p:cNvPr>
            <p:cNvGrpSpPr>
              <a:grpSpLocks/>
            </p:cNvGrpSpPr>
            <p:nvPr/>
          </p:nvGrpSpPr>
          <p:grpSpPr bwMode="auto">
            <a:xfrm>
              <a:off x="4223" y="2120"/>
              <a:ext cx="35" cy="56"/>
              <a:chOff x="4223" y="2120"/>
              <a:chExt cx="35" cy="56"/>
            </a:xfrm>
          </p:grpSpPr>
          <p:sp>
            <p:nvSpPr>
              <p:cNvPr id="1209" name="Freeform 5053">
                <a:extLst>
                  <a:ext uri="{FF2B5EF4-FFF2-40B4-BE49-F238E27FC236}">
                    <a16:creationId xmlns:a16="http://schemas.microsoft.com/office/drawing/2014/main" id="{D29A0F88-C213-0602-1135-8920053F74B5}"/>
                  </a:ext>
                </a:extLst>
              </p:cNvPr>
              <p:cNvSpPr>
                <a:spLocks/>
              </p:cNvSpPr>
              <p:nvPr/>
            </p:nvSpPr>
            <p:spPr bwMode="auto">
              <a:xfrm>
                <a:off x="4223" y="2120"/>
                <a:ext cx="35" cy="56"/>
              </a:xfrm>
              <a:custGeom>
                <a:avLst/>
                <a:gdLst>
                  <a:gd name="T0" fmla="+- 0 4244 4223"/>
                  <a:gd name="T1" fmla="*/ T0 w 35"/>
                  <a:gd name="T2" fmla="+- 0 2120 2120"/>
                  <a:gd name="T3" fmla="*/ 2120 h 56"/>
                  <a:gd name="T4" fmla="+- 0 4237 4223"/>
                  <a:gd name="T5" fmla="*/ T4 w 35"/>
                  <a:gd name="T6" fmla="+- 0 2120 2120"/>
                  <a:gd name="T7" fmla="*/ 2120 h 56"/>
                  <a:gd name="T8" fmla="+- 0 4235 4223"/>
                  <a:gd name="T9" fmla="*/ T8 w 35"/>
                  <a:gd name="T10" fmla="+- 0 2121 2120"/>
                  <a:gd name="T11" fmla="*/ 2121 h 56"/>
                  <a:gd name="T12" fmla="+- 0 4230 4223"/>
                  <a:gd name="T13" fmla="*/ T12 w 35"/>
                  <a:gd name="T14" fmla="+- 0 2125 2120"/>
                  <a:gd name="T15" fmla="*/ 2125 h 56"/>
                  <a:gd name="T16" fmla="+- 0 4227 4223"/>
                  <a:gd name="T17" fmla="*/ T16 w 35"/>
                  <a:gd name="T18" fmla="+- 0 2128 2120"/>
                  <a:gd name="T19" fmla="*/ 2128 h 56"/>
                  <a:gd name="T20" fmla="+- 0 4223 4223"/>
                  <a:gd name="T21" fmla="*/ T20 w 35"/>
                  <a:gd name="T22" fmla="+- 0 2137 2120"/>
                  <a:gd name="T23" fmla="*/ 2137 h 56"/>
                  <a:gd name="T24" fmla="+- 0 4223 4223"/>
                  <a:gd name="T25" fmla="*/ T24 w 35"/>
                  <a:gd name="T26" fmla="+- 0 2142 2120"/>
                  <a:gd name="T27" fmla="*/ 2142 h 56"/>
                  <a:gd name="T28" fmla="+- 0 4223 4223"/>
                  <a:gd name="T29" fmla="*/ T28 w 35"/>
                  <a:gd name="T30" fmla="+- 0 2155 2120"/>
                  <a:gd name="T31" fmla="*/ 2155 h 56"/>
                  <a:gd name="T32" fmla="+- 0 4224 4223"/>
                  <a:gd name="T33" fmla="*/ T32 w 35"/>
                  <a:gd name="T34" fmla="+- 0 2161 2120"/>
                  <a:gd name="T35" fmla="*/ 2161 h 56"/>
                  <a:gd name="T36" fmla="+- 0 4230 4223"/>
                  <a:gd name="T37" fmla="*/ T36 w 35"/>
                  <a:gd name="T38" fmla="+- 0 2172 2120"/>
                  <a:gd name="T39" fmla="*/ 2172 h 56"/>
                  <a:gd name="T40" fmla="+- 0 4234 4223"/>
                  <a:gd name="T41" fmla="*/ T40 w 35"/>
                  <a:gd name="T42" fmla="+- 0 2175 2120"/>
                  <a:gd name="T43" fmla="*/ 2175 h 56"/>
                  <a:gd name="T44" fmla="+- 0 4242 4223"/>
                  <a:gd name="T45" fmla="*/ T44 w 35"/>
                  <a:gd name="T46" fmla="+- 0 2175 2120"/>
                  <a:gd name="T47" fmla="*/ 2175 h 56"/>
                  <a:gd name="T48" fmla="+- 0 4245 4223"/>
                  <a:gd name="T49" fmla="*/ T48 w 35"/>
                  <a:gd name="T50" fmla="+- 0 2174 2120"/>
                  <a:gd name="T51" fmla="*/ 2174 h 56"/>
                  <a:gd name="T52" fmla="+- 0 4247 4223"/>
                  <a:gd name="T53" fmla="*/ T52 w 35"/>
                  <a:gd name="T54" fmla="+- 0 2173 2120"/>
                  <a:gd name="T55" fmla="*/ 2173 h 56"/>
                  <a:gd name="T56" fmla="+- 0 4237 4223"/>
                  <a:gd name="T57" fmla="*/ T56 w 35"/>
                  <a:gd name="T58" fmla="+- 0 2173 2120"/>
                  <a:gd name="T59" fmla="*/ 2173 h 56"/>
                  <a:gd name="T60" fmla="+- 0 4234 4223"/>
                  <a:gd name="T61" fmla="*/ T60 w 35"/>
                  <a:gd name="T62" fmla="+- 0 2171 2120"/>
                  <a:gd name="T63" fmla="*/ 2171 h 56"/>
                  <a:gd name="T64" fmla="+- 0 4233 4223"/>
                  <a:gd name="T65" fmla="*/ T64 w 35"/>
                  <a:gd name="T66" fmla="+- 0 2167 2120"/>
                  <a:gd name="T67" fmla="*/ 2167 h 56"/>
                  <a:gd name="T68" fmla="+- 0 4231 4223"/>
                  <a:gd name="T69" fmla="*/ T68 w 35"/>
                  <a:gd name="T70" fmla="+- 0 2162 2120"/>
                  <a:gd name="T71" fmla="*/ 2162 h 56"/>
                  <a:gd name="T72" fmla="+- 0 4230 4223"/>
                  <a:gd name="T73" fmla="*/ T72 w 35"/>
                  <a:gd name="T74" fmla="+- 0 2156 2120"/>
                  <a:gd name="T75" fmla="*/ 2156 h 56"/>
                  <a:gd name="T76" fmla="+- 0 4240 4223"/>
                  <a:gd name="T77" fmla="*/ T76 w 35"/>
                  <a:gd name="T78" fmla="+- 0 2122 2120"/>
                  <a:gd name="T79" fmla="*/ 2122 h 56"/>
                  <a:gd name="T80" fmla="+- 0 4248 4223"/>
                  <a:gd name="T81" fmla="*/ T80 w 35"/>
                  <a:gd name="T82" fmla="+- 0 2122 2120"/>
                  <a:gd name="T83" fmla="*/ 2122 h 56"/>
                  <a:gd name="T84" fmla="+- 0 4248 4223"/>
                  <a:gd name="T85" fmla="*/ T84 w 35"/>
                  <a:gd name="T86" fmla="+- 0 2122 2120"/>
                  <a:gd name="T87" fmla="*/ 2122 h 56"/>
                  <a:gd name="T88" fmla="+- 0 4244 4223"/>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10" name="Freeform 5054">
                <a:extLst>
                  <a:ext uri="{FF2B5EF4-FFF2-40B4-BE49-F238E27FC236}">
                    <a16:creationId xmlns:a16="http://schemas.microsoft.com/office/drawing/2014/main" id="{D43193F3-BB32-F6AE-41AA-C382A38C1CC8}"/>
                  </a:ext>
                </a:extLst>
              </p:cNvPr>
              <p:cNvSpPr>
                <a:spLocks/>
              </p:cNvSpPr>
              <p:nvPr/>
            </p:nvSpPr>
            <p:spPr bwMode="auto">
              <a:xfrm>
                <a:off x="4223" y="2120"/>
                <a:ext cx="35" cy="56"/>
              </a:xfrm>
              <a:custGeom>
                <a:avLst/>
                <a:gdLst>
                  <a:gd name="T0" fmla="+- 0 4248 4223"/>
                  <a:gd name="T1" fmla="*/ T0 w 35"/>
                  <a:gd name="T2" fmla="+- 0 2122 2120"/>
                  <a:gd name="T3" fmla="*/ 2122 h 56"/>
                  <a:gd name="T4" fmla="+- 0 4240 4223"/>
                  <a:gd name="T5" fmla="*/ T4 w 35"/>
                  <a:gd name="T6" fmla="+- 0 2122 2120"/>
                  <a:gd name="T7" fmla="*/ 2122 h 56"/>
                  <a:gd name="T8" fmla="+- 0 4244 4223"/>
                  <a:gd name="T9" fmla="*/ T8 w 35"/>
                  <a:gd name="T10" fmla="+- 0 2124 2120"/>
                  <a:gd name="T11" fmla="*/ 2124 h 56"/>
                  <a:gd name="T12" fmla="+- 0 4245 4223"/>
                  <a:gd name="T13" fmla="*/ T12 w 35"/>
                  <a:gd name="T14" fmla="+- 0 2125 2120"/>
                  <a:gd name="T15" fmla="*/ 2125 h 56"/>
                  <a:gd name="T16" fmla="+- 0 4246 4223"/>
                  <a:gd name="T17" fmla="*/ T16 w 35"/>
                  <a:gd name="T18" fmla="+- 0 2127 2120"/>
                  <a:gd name="T19" fmla="*/ 2127 h 56"/>
                  <a:gd name="T20" fmla="+- 0 4249 4223"/>
                  <a:gd name="T21" fmla="*/ T20 w 35"/>
                  <a:gd name="T22" fmla="+- 0 2134 2120"/>
                  <a:gd name="T23" fmla="*/ 2134 h 56"/>
                  <a:gd name="T24" fmla="+- 0 4249 4223"/>
                  <a:gd name="T25" fmla="*/ T24 w 35"/>
                  <a:gd name="T26" fmla="+- 0 2137 2120"/>
                  <a:gd name="T27" fmla="*/ 2137 h 56"/>
                  <a:gd name="T28" fmla="+- 0 4249 4223"/>
                  <a:gd name="T29" fmla="*/ T28 w 35"/>
                  <a:gd name="T30" fmla="+- 0 2155 2120"/>
                  <a:gd name="T31" fmla="*/ 2155 h 56"/>
                  <a:gd name="T32" fmla="+- 0 4249 4223"/>
                  <a:gd name="T33" fmla="*/ T32 w 35"/>
                  <a:gd name="T34" fmla="+- 0 2160 2120"/>
                  <a:gd name="T35" fmla="*/ 2160 h 56"/>
                  <a:gd name="T36" fmla="+- 0 4247 4223"/>
                  <a:gd name="T37" fmla="*/ T36 w 35"/>
                  <a:gd name="T38" fmla="+- 0 2167 2120"/>
                  <a:gd name="T39" fmla="*/ 2167 h 56"/>
                  <a:gd name="T40" fmla="+- 0 4246 4223"/>
                  <a:gd name="T41" fmla="*/ T40 w 35"/>
                  <a:gd name="T42" fmla="+- 0 2170 2120"/>
                  <a:gd name="T43" fmla="*/ 2170 h 56"/>
                  <a:gd name="T44" fmla="+- 0 4244 4223"/>
                  <a:gd name="T45" fmla="*/ T44 w 35"/>
                  <a:gd name="T46" fmla="+- 0 2171 2120"/>
                  <a:gd name="T47" fmla="*/ 2171 h 56"/>
                  <a:gd name="T48" fmla="+- 0 4240 4223"/>
                  <a:gd name="T49" fmla="*/ T48 w 35"/>
                  <a:gd name="T50" fmla="+- 0 2173 2120"/>
                  <a:gd name="T51" fmla="*/ 2173 h 56"/>
                  <a:gd name="T52" fmla="+- 0 4247 4223"/>
                  <a:gd name="T53" fmla="*/ T52 w 35"/>
                  <a:gd name="T54" fmla="+- 0 2173 2120"/>
                  <a:gd name="T55" fmla="*/ 2173 h 56"/>
                  <a:gd name="T56" fmla="+- 0 4257 4223"/>
                  <a:gd name="T57" fmla="*/ T56 w 35"/>
                  <a:gd name="T58" fmla="+- 0 2138 2120"/>
                  <a:gd name="T59" fmla="*/ 2138 h 56"/>
                  <a:gd name="T60" fmla="+- 0 4255 4223"/>
                  <a:gd name="T61" fmla="*/ T60 w 35"/>
                  <a:gd name="T62" fmla="+- 0 2131 2120"/>
                  <a:gd name="T63" fmla="*/ 2131 h 56"/>
                  <a:gd name="T64" fmla="+- 0 4248 4223"/>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5" name="Group 254">
              <a:extLst>
                <a:ext uri="{FF2B5EF4-FFF2-40B4-BE49-F238E27FC236}">
                  <a16:creationId xmlns:a16="http://schemas.microsoft.com/office/drawing/2014/main" id="{744F34DA-4CD9-0D74-3995-3678B011ACB8}"/>
                </a:ext>
              </a:extLst>
            </p:cNvPr>
            <p:cNvGrpSpPr>
              <a:grpSpLocks/>
            </p:cNvGrpSpPr>
            <p:nvPr/>
          </p:nvGrpSpPr>
          <p:grpSpPr bwMode="auto">
            <a:xfrm>
              <a:off x="4679" y="2120"/>
              <a:ext cx="35" cy="56"/>
              <a:chOff x="4679" y="2120"/>
              <a:chExt cx="35" cy="56"/>
            </a:xfrm>
          </p:grpSpPr>
          <p:sp>
            <p:nvSpPr>
              <p:cNvPr id="1207" name="Freeform 5056">
                <a:extLst>
                  <a:ext uri="{FF2B5EF4-FFF2-40B4-BE49-F238E27FC236}">
                    <a16:creationId xmlns:a16="http://schemas.microsoft.com/office/drawing/2014/main" id="{171A0735-C535-1D66-FE4B-ECADCB8430DF}"/>
                  </a:ext>
                </a:extLst>
              </p:cNvPr>
              <p:cNvSpPr>
                <a:spLocks/>
              </p:cNvSpPr>
              <p:nvPr/>
            </p:nvSpPr>
            <p:spPr bwMode="auto">
              <a:xfrm>
                <a:off x="4679" y="2120"/>
                <a:ext cx="35" cy="56"/>
              </a:xfrm>
              <a:custGeom>
                <a:avLst/>
                <a:gdLst>
                  <a:gd name="T0" fmla="+- 0 4700 4679"/>
                  <a:gd name="T1" fmla="*/ T0 w 35"/>
                  <a:gd name="T2" fmla="+- 0 2120 2120"/>
                  <a:gd name="T3" fmla="*/ 2120 h 56"/>
                  <a:gd name="T4" fmla="+- 0 4694 4679"/>
                  <a:gd name="T5" fmla="*/ T4 w 35"/>
                  <a:gd name="T6" fmla="+- 0 2120 2120"/>
                  <a:gd name="T7" fmla="*/ 2120 h 56"/>
                  <a:gd name="T8" fmla="+- 0 4691 4679"/>
                  <a:gd name="T9" fmla="*/ T8 w 35"/>
                  <a:gd name="T10" fmla="+- 0 2121 2120"/>
                  <a:gd name="T11" fmla="*/ 2121 h 56"/>
                  <a:gd name="T12" fmla="+- 0 4686 4679"/>
                  <a:gd name="T13" fmla="*/ T12 w 35"/>
                  <a:gd name="T14" fmla="+- 0 2125 2120"/>
                  <a:gd name="T15" fmla="*/ 2125 h 56"/>
                  <a:gd name="T16" fmla="+- 0 4684 4679"/>
                  <a:gd name="T17" fmla="*/ T16 w 35"/>
                  <a:gd name="T18" fmla="+- 0 2128 2120"/>
                  <a:gd name="T19" fmla="*/ 2128 h 56"/>
                  <a:gd name="T20" fmla="+- 0 4680 4679"/>
                  <a:gd name="T21" fmla="*/ T20 w 35"/>
                  <a:gd name="T22" fmla="+- 0 2137 2120"/>
                  <a:gd name="T23" fmla="*/ 2137 h 56"/>
                  <a:gd name="T24" fmla="+- 0 4679 4679"/>
                  <a:gd name="T25" fmla="*/ T24 w 35"/>
                  <a:gd name="T26" fmla="+- 0 2142 2120"/>
                  <a:gd name="T27" fmla="*/ 2142 h 56"/>
                  <a:gd name="T28" fmla="+- 0 4679 4679"/>
                  <a:gd name="T29" fmla="*/ T28 w 35"/>
                  <a:gd name="T30" fmla="+- 0 2155 2120"/>
                  <a:gd name="T31" fmla="*/ 2155 h 56"/>
                  <a:gd name="T32" fmla="+- 0 4680 4679"/>
                  <a:gd name="T33" fmla="*/ T32 w 35"/>
                  <a:gd name="T34" fmla="+- 0 2161 2120"/>
                  <a:gd name="T35" fmla="*/ 2161 h 56"/>
                  <a:gd name="T36" fmla="+- 0 4687 4679"/>
                  <a:gd name="T37" fmla="*/ T36 w 35"/>
                  <a:gd name="T38" fmla="+- 0 2172 2120"/>
                  <a:gd name="T39" fmla="*/ 2172 h 56"/>
                  <a:gd name="T40" fmla="+- 0 4691 4679"/>
                  <a:gd name="T41" fmla="*/ T40 w 35"/>
                  <a:gd name="T42" fmla="+- 0 2175 2120"/>
                  <a:gd name="T43" fmla="*/ 2175 h 56"/>
                  <a:gd name="T44" fmla="+- 0 4698 4679"/>
                  <a:gd name="T45" fmla="*/ T44 w 35"/>
                  <a:gd name="T46" fmla="+- 0 2175 2120"/>
                  <a:gd name="T47" fmla="*/ 2175 h 56"/>
                  <a:gd name="T48" fmla="+- 0 4701 4679"/>
                  <a:gd name="T49" fmla="*/ T48 w 35"/>
                  <a:gd name="T50" fmla="+- 0 2174 2120"/>
                  <a:gd name="T51" fmla="*/ 2174 h 56"/>
                  <a:gd name="T52" fmla="+- 0 4703 4679"/>
                  <a:gd name="T53" fmla="*/ T52 w 35"/>
                  <a:gd name="T54" fmla="+- 0 2173 2120"/>
                  <a:gd name="T55" fmla="*/ 2173 h 56"/>
                  <a:gd name="T56" fmla="+- 0 4693 4679"/>
                  <a:gd name="T57" fmla="*/ T56 w 35"/>
                  <a:gd name="T58" fmla="+- 0 2173 2120"/>
                  <a:gd name="T59" fmla="*/ 2173 h 56"/>
                  <a:gd name="T60" fmla="+- 0 4691 4679"/>
                  <a:gd name="T61" fmla="*/ T60 w 35"/>
                  <a:gd name="T62" fmla="+- 0 2171 2120"/>
                  <a:gd name="T63" fmla="*/ 2171 h 56"/>
                  <a:gd name="T64" fmla="+- 0 4688 4679"/>
                  <a:gd name="T65" fmla="*/ T64 w 35"/>
                  <a:gd name="T66" fmla="+- 0 2162 2120"/>
                  <a:gd name="T67" fmla="*/ 2162 h 56"/>
                  <a:gd name="T68" fmla="+- 0 4687 4679"/>
                  <a:gd name="T69" fmla="*/ T68 w 35"/>
                  <a:gd name="T70" fmla="+- 0 2156 2120"/>
                  <a:gd name="T71" fmla="*/ 2156 h 56"/>
                  <a:gd name="T72" fmla="+- 0 4687 4679"/>
                  <a:gd name="T73" fmla="*/ T72 w 35"/>
                  <a:gd name="T74" fmla="+- 0 2142 2120"/>
                  <a:gd name="T75" fmla="*/ 2142 h 56"/>
                  <a:gd name="T76" fmla="+- 0 4696 4679"/>
                  <a:gd name="T77" fmla="*/ T76 w 35"/>
                  <a:gd name="T78" fmla="+- 0 2122 2120"/>
                  <a:gd name="T79" fmla="*/ 2122 h 56"/>
                  <a:gd name="T80" fmla="+- 0 4704 4679"/>
                  <a:gd name="T81" fmla="*/ T80 w 35"/>
                  <a:gd name="T82" fmla="+- 0 2122 2120"/>
                  <a:gd name="T83" fmla="*/ 2122 h 56"/>
                  <a:gd name="T84" fmla="+- 0 4704 4679"/>
                  <a:gd name="T85" fmla="*/ T84 w 35"/>
                  <a:gd name="T86" fmla="+- 0 2122 2120"/>
                  <a:gd name="T87" fmla="*/ 2122 h 56"/>
                  <a:gd name="T88" fmla="+- 0 4700 4679"/>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08" name="Freeform 5057">
                <a:extLst>
                  <a:ext uri="{FF2B5EF4-FFF2-40B4-BE49-F238E27FC236}">
                    <a16:creationId xmlns:a16="http://schemas.microsoft.com/office/drawing/2014/main" id="{0FBF454F-F5B5-9A29-C556-581C216FFD3D}"/>
                  </a:ext>
                </a:extLst>
              </p:cNvPr>
              <p:cNvSpPr>
                <a:spLocks/>
              </p:cNvSpPr>
              <p:nvPr/>
            </p:nvSpPr>
            <p:spPr bwMode="auto">
              <a:xfrm>
                <a:off x="4679" y="2120"/>
                <a:ext cx="35" cy="56"/>
              </a:xfrm>
              <a:custGeom>
                <a:avLst/>
                <a:gdLst>
                  <a:gd name="T0" fmla="+- 0 4704 4679"/>
                  <a:gd name="T1" fmla="*/ T0 w 35"/>
                  <a:gd name="T2" fmla="+- 0 2122 2120"/>
                  <a:gd name="T3" fmla="*/ 2122 h 56"/>
                  <a:gd name="T4" fmla="+- 0 4696 4679"/>
                  <a:gd name="T5" fmla="*/ T4 w 35"/>
                  <a:gd name="T6" fmla="+- 0 2122 2120"/>
                  <a:gd name="T7" fmla="*/ 2122 h 56"/>
                  <a:gd name="T8" fmla="+- 0 4700 4679"/>
                  <a:gd name="T9" fmla="*/ T8 w 35"/>
                  <a:gd name="T10" fmla="+- 0 2124 2120"/>
                  <a:gd name="T11" fmla="*/ 2124 h 56"/>
                  <a:gd name="T12" fmla="+- 0 4702 4679"/>
                  <a:gd name="T13" fmla="*/ T12 w 35"/>
                  <a:gd name="T14" fmla="+- 0 2125 2120"/>
                  <a:gd name="T15" fmla="*/ 2125 h 56"/>
                  <a:gd name="T16" fmla="+- 0 4703 4679"/>
                  <a:gd name="T17" fmla="*/ T16 w 35"/>
                  <a:gd name="T18" fmla="+- 0 2127 2120"/>
                  <a:gd name="T19" fmla="*/ 2127 h 56"/>
                  <a:gd name="T20" fmla="+- 0 4705 4679"/>
                  <a:gd name="T21" fmla="*/ T20 w 35"/>
                  <a:gd name="T22" fmla="+- 0 2134 2120"/>
                  <a:gd name="T23" fmla="*/ 2134 h 56"/>
                  <a:gd name="T24" fmla="+- 0 4705 4679"/>
                  <a:gd name="T25" fmla="*/ T24 w 35"/>
                  <a:gd name="T26" fmla="+- 0 2137 2120"/>
                  <a:gd name="T27" fmla="*/ 2137 h 56"/>
                  <a:gd name="T28" fmla="+- 0 4706 4679"/>
                  <a:gd name="T29" fmla="*/ T28 w 35"/>
                  <a:gd name="T30" fmla="+- 0 2155 2120"/>
                  <a:gd name="T31" fmla="*/ 2155 h 56"/>
                  <a:gd name="T32" fmla="+- 0 4705 4679"/>
                  <a:gd name="T33" fmla="*/ T32 w 35"/>
                  <a:gd name="T34" fmla="+- 0 2160 2120"/>
                  <a:gd name="T35" fmla="*/ 2160 h 56"/>
                  <a:gd name="T36" fmla="+- 0 4703 4679"/>
                  <a:gd name="T37" fmla="*/ T36 w 35"/>
                  <a:gd name="T38" fmla="+- 0 2167 2120"/>
                  <a:gd name="T39" fmla="*/ 2167 h 56"/>
                  <a:gd name="T40" fmla="+- 0 4702 4679"/>
                  <a:gd name="T41" fmla="*/ T40 w 35"/>
                  <a:gd name="T42" fmla="+- 0 2170 2120"/>
                  <a:gd name="T43" fmla="*/ 2170 h 56"/>
                  <a:gd name="T44" fmla="+- 0 4700 4679"/>
                  <a:gd name="T45" fmla="*/ T44 w 35"/>
                  <a:gd name="T46" fmla="+- 0 2171 2120"/>
                  <a:gd name="T47" fmla="*/ 2171 h 56"/>
                  <a:gd name="T48" fmla="+- 0 4696 4679"/>
                  <a:gd name="T49" fmla="*/ T48 w 35"/>
                  <a:gd name="T50" fmla="+- 0 2173 2120"/>
                  <a:gd name="T51" fmla="*/ 2173 h 56"/>
                  <a:gd name="T52" fmla="+- 0 4703 4679"/>
                  <a:gd name="T53" fmla="*/ T52 w 35"/>
                  <a:gd name="T54" fmla="+- 0 2173 2120"/>
                  <a:gd name="T55" fmla="*/ 2173 h 56"/>
                  <a:gd name="T56" fmla="+- 0 4713 4679"/>
                  <a:gd name="T57" fmla="*/ T56 w 35"/>
                  <a:gd name="T58" fmla="+- 0 2138 2120"/>
                  <a:gd name="T59" fmla="*/ 2138 h 56"/>
                  <a:gd name="T60" fmla="+- 0 4711 4679"/>
                  <a:gd name="T61" fmla="*/ T60 w 35"/>
                  <a:gd name="T62" fmla="+- 0 2131 2120"/>
                  <a:gd name="T63" fmla="*/ 2131 h 56"/>
                  <a:gd name="T64" fmla="+- 0 4704 4679"/>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6" name="Group 255">
              <a:extLst>
                <a:ext uri="{FF2B5EF4-FFF2-40B4-BE49-F238E27FC236}">
                  <a16:creationId xmlns:a16="http://schemas.microsoft.com/office/drawing/2014/main" id="{DDA184B2-397D-DE23-4D5E-DD1DBA2980CE}"/>
                </a:ext>
              </a:extLst>
            </p:cNvPr>
            <p:cNvGrpSpPr>
              <a:grpSpLocks/>
            </p:cNvGrpSpPr>
            <p:nvPr/>
          </p:nvGrpSpPr>
          <p:grpSpPr bwMode="auto">
            <a:xfrm>
              <a:off x="5135" y="2120"/>
              <a:ext cx="35" cy="56"/>
              <a:chOff x="5135" y="2120"/>
              <a:chExt cx="35" cy="56"/>
            </a:xfrm>
          </p:grpSpPr>
          <p:sp>
            <p:nvSpPr>
              <p:cNvPr id="1205" name="Freeform 5059">
                <a:extLst>
                  <a:ext uri="{FF2B5EF4-FFF2-40B4-BE49-F238E27FC236}">
                    <a16:creationId xmlns:a16="http://schemas.microsoft.com/office/drawing/2014/main" id="{05AEB932-8F88-4BB4-3D96-6676C0B79F3E}"/>
                  </a:ext>
                </a:extLst>
              </p:cNvPr>
              <p:cNvSpPr>
                <a:spLocks/>
              </p:cNvSpPr>
              <p:nvPr/>
            </p:nvSpPr>
            <p:spPr bwMode="auto">
              <a:xfrm>
                <a:off x="5135" y="2120"/>
                <a:ext cx="35" cy="56"/>
              </a:xfrm>
              <a:custGeom>
                <a:avLst/>
                <a:gdLst>
                  <a:gd name="T0" fmla="+- 0 5157 5135"/>
                  <a:gd name="T1" fmla="*/ T0 w 35"/>
                  <a:gd name="T2" fmla="+- 0 2120 2120"/>
                  <a:gd name="T3" fmla="*/ 2120 h 56"/>
                  <a:gd name="T4" fmla="+- 0 5150 5135"/>
                  <a:gd name="T5" fmla="*/ T4 w 35"/>
                  <a:gd name="T6" fmla="+- 0 2120 2120"/>
                  <a:gd name="T7" fmla="*/ 2120 h 56"/>
                  <a:gd name="T8" fmla="+- 0 5148 5135"/>
                  <a:gd name="T9" fmla="*/ T8 w 35"/>
                  <a:gd name="T10" fmla="+- 0 2121 2120"/>
                  <a:gd name="T11" fmla="*/ 2121 h 56"/>
                  <a:gd name="T12" fmla="+- 0 5142 5135"/>
                  <a:gd name="T13" fmla="*/ T12 w 35"/>
                  <a:gd name="T14" fmla="+- 0 2125 2120"/>
                  <a:gd name="T15" fmla="*/ 2125 h 56"/>
                  <a:gd name="T16" fmla="+- 0 5140 5135"/>
                  <a:gd name="T17" fmla="*/ T16 w 35"/>
                  <a:gd name="T18" fmla="+- 0 2128 2120"/>
                  <a:gd name="T19" fmla="*/ 2128 h 56"/>
                  <a:gd name="T20" fmla="+- 0 5136 5135"/>
                  <a:gd name="T21" fmla="*/ T20 w 35"/>
                  <a:gd name="T22" fmla="+- 0 2137 2120"/>
                  <a:gd name="T23" fmla="*/ 2137 h 56"/>
                  <a:gd name="T24" fmla="+- 0 5135 5135"/>
                  <a:gd name="T25" fmla="*/ T24 w 35"/>
                  <a:gd name="T26" fmla="+- 0 2142 2120"/>
                  <a:gd name="T27" fmla="*/ 2142 h 56"/>
                  <a:gd name="T28" fmla="+- 0 5135 5135"/>
                  <a:gd name="T29" fmla="*/ T28 w 35"/>
                  <a:gd name="T30" fmla="+- 0 2155 2120"/>
                  <a:gd name="T31" fmla="*/ 2155 h 56"/>
                  <a:gd name="T32" fmla="+- 0 5137 5135"/>
                  <a:gd name="T33" fmla="*/ T32 w 35"/>
                  <a:gd name="T34" fmla="+- 0 2161 2120"/>
                  <a:gd name="T35" fmla="*/ 2161 h 56"/>
                  <a:gd name="T36" fmla="+- 0 5143 5135"/>
                  <a:gd name="T37" fmla="*/ T36 w 35"/>
                  <a:gd name="T38" fmla="+- 0 2172 2120"/>
                  <a:gd name="T39" fmla="*/ 2172 h 56"/>
                  <a:gd name="T40" fmla="+- 0 5147 5135"/>
                  <a:gd name="T41" fmla="*/ T40 w 35"/>
                  <a:gd name="T42" fmla="+- 0 2175 2120"/>
                  <a:gd name="T43" fmla="*/ 2175 h 56"/>
                  <a:gd name="T44" fmla="+- 0 5155 5135"/>
                  <a:gd name="T45" fmla="*/ T44 w 35"/>
                  <a:gd name="T46" fmla="+- 0 2175 2120"/>
                  <a:gd name="T47" fmla="*/ 2175 h 56"/>
                  <a:gd name="T48" fmla="+- 0 5157 5135"/>
                  <a:gd name="T49" fmla="*/ T48 w 35"/>
                  <a:gd name="T50" fmla="+- 0 2174 2120"/>
                  <a:gd name="T51" fmla="*/ 2174 h 56"/>
                  <a:gd name="T52" fmla="+- 0 5159 5135"/>
                  <a:gd name="T53" fmla="*/ T52 w 35"/>
                  <a:gd name="T54" fmla="+- 0 2173 2120"/>
                  <a:gd name="T55" fmla="*/ 2173 h 56"/>
                  <a:gd name="T56" fmla="+- 0 5149 5135"/>
                  <a:gd name="T57" fmla="*/ T56 w 35"/>
                  <a:gd name="T58" fmla="+- 0 2173 2120"/>
                  <a:gd name="T59" fmla="*/ 2173 h 56"/>
                  <a:gd name="T60" fmla="+- 0 5147 5135"/>
                  <a:gd name="T61" fmla="*/ T60 w 35"/>
                  <a:gd name="T62" fmla="+- 0 2171 2120"/>
                  <a:gd name="T63" fmla="*/ 2171 h 56"/>
                  <a:gd name="T64" fmla="+- 0 5146 5135"/>
                  <a:gd name="T65" fmla="*/ T64 w 35"/>
                  <a:gd name="T66" fmla="+- 0 2167 2120"/>
                  <a:gd name="T67" fmla="*/ 2167 h 56"/>
                  <a:gd name="T68" fmla="+- 0 5144 5135"/>
                  <a:gd name="T69" fmla="*/ T68 w 35"/>
                  <a:gd name="T70" fmla="+- 0 2162 2120"/>
                  <a:gd name="T71" fmla="*/ 2162 h 56"/>
                  <a:gd name="T72" fmla="+- 0 5143 5135"/>
                  <a:gd name="T73" fmla="*/ T72 w 35"/>
                  <a:gd name="T74" fmla="+- 0 2156 2120"/>
                  <a:gd name="T75" fmla="*/ 2156 h 56"/>
                  <a:gd name="T76" fmla="+- 0 5152 5135"/>
                  <a:gd name="T77" fmla="*/ T76 w 35"/>
                  <a:gd name="T78" fmla="+- 0 2122 2120"/>
                  <a:gd name="T79" fmla="*/ 2122 h 56"/>
                  <a:gd name="T80" fmla="+- 0 5161 5135"/>
                  <a:gd name="T81" fmla="*/ T80 w 35"/>
                  <a:gd name="T82" fmla="+- 0 2122 2120"/>
                  <a:gd name="T83" fmla="*/ 2122 h 56"/>
                  <a:gd name="T84" fmla="+- 0 5160 5135"/>
                  <a:gd name="T85" fmla="*/ T84 w 35"/>
                  <a:gd name="T86" fmla="+- 0 2122 2120"/>
                  <a:gd name="T87" fmla="*/ 2122 h 56"/>
                  <a:gd name="T88" fmla="+- 0 5157 5135"/>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06" name="Freeform 5060">
                <a:extLst>
                  <a:ext uri="{FF2B5EF4-FFF2-40B4-BE49-F238E27FC236}">
                    <a16:creationId xmlns:a16="http://schemas.microsoft.com/office/drawing/2014/main" id="{716D4A81-1241-73C8-AAE4-E1024C397C71}"/>
                  </a:ext>
                </a:extLst>
              </p:cNvPr>
              <p:cNvSpPr>
                <a:spLocks/>
              </p:cNvSpPr>
              <p:nvPr/>
            </p:nvSpPr>
            <p:spPr bwMode="auto">
              <a:xfrm>
                <a:off x="5135" y="2120"/>
                <a:ext cx="35" cy="56"/>
              </a:xfrm>
              <a:custGeom>
                <a:avLst/>
                <a:gdLst>
                  <a:gd name="T0" fmla="+- 0 5161 5135"/>
                  <a:gd name="T1" fmla="*/ T0 w 35"/>
                  <a:gd name="T2" fmla="+- 0 2122 2120"/>
                  <a:gd name="T3" fmla="*/ 2122 h 56"/>
                  <a:gd name="T4" fmla="+- 0 5152 5135"/>
                  <a:gd name="T5" fmla="*/ T4 w 35"/>
                  <a:gd name="T6" fmla="+- 0 2122 2120"/>
                  <a:gd name="T7" fmla="*/ 2122 h 56"/>
                  <a:gd name="T8" fmla="+- 0 5156 5135"/>
                  <a:gd name="T9" fmla="*/ T8 w 35"/>
                  <a:gd name="T10" fmla="+- 0 2124 2120"/>
                  <a:gd name="T11" fmla="*/ 2124 h 56"/>
                  <a:gd name="T12" fmla="+- 0 5158 5135"/>
                  <a:gd name="T13" fmla="*/ T12 w 35"/>
                  <a:gd name="T14" fmla="+- 0 2125 2120"/>
                  <a:gd name="T15" fmla="*/ 2125 h 56"/>
                  <a:gd name="T16" fmla="+- 0 5159 5135"/>
                  <a:gd name="T17" fmla="*/ T16 w 35"/>
                  <a:gd name="T18" fmla="+- 0 2127 2120"/>
                  <a:gd name="T19" fmla="*/ 2127 h 56"/>
                  <a:gd name="T20" fmla="+- 0 5161 5135"/>
                  <a:gd name="T21" fmla="*/ T20 w 35"/>
                  <a:gd name="T22" fmla="+- 0 2134 2120"/>
                  <a:gd name="T23" fmla="*/ 2134 h 56"/>
                  <a:gd name="T24" fmla="+- 0 5162 5135"/>
                  <a:gd name="T25" fmla="*/ T24 w 35"/>
                  <a:gd name="T26" fmla="+- 0 2137 2120"/>
                  <a:gd name="T27" fmla="*/ 2137 h 56"/>
                  <a:gd name="T28" fmla="+- 0 5162 5135"/>
                  <a:gd name="T29" fmla="*/ T28 w 35"/>
                  <a:gd name="T30" fmla="+- 0 2155 2120"/>
                  <a:gd name="T31" fmla="*/ 2155 h 56"/>
                  <a:gd name="T32" fmla="+- 0 5161 5135"/>
                  <a:gd name="T33" fmla="*/ T32 w 35"/>
                  <a:gd name="T34" fmla="+- 0 2160 2120"/>
                  <a:gd name="T35" fmla="*/ 2160 h 56"/>
                  <a:gd name="T36" fmla="+- 0 5159 5135"/>
                  <a:gd name="T37" fmla="*/ T36 w 35"/>
                  <a:gd name="T38" fmla="+- 0 2167 2120"/>
                  <a:gd name="T39" fmla="*/ 2167 h 56"/>
                  <a:gd name="T40" fmla="+- 0 5158 5135"/>
                  <a:gd name="T41" fmla="*/ T40 w 35"/>
                  <a:gd name="T42" fmla="+- 0 2170 2120"/>
                  <a:gd name="T43" fmla="*/ 2170 h 56"/>
                  <a:gd name="T44" fmla="+- 0 5157 5135"/>
                  <a:gd name="T45" fmla="*/ T44 w 35"/>
                  <a:gd name="T46" fmla="+- 0 2171 2120"/>
                  <a:gd name="T47" fmla="*/ 2171 h 56"/>
                  <a:gd name="T48" fmla="+- 0 5152 5135"/>
                  <a:gd name="T49" fmla="*/ T48 w 35"/>
                  <a:gd name="T50" fmla="+- 0 2173 2120"/>
                  <a:gd name="T51" fmla="*/ 2173 h 56"/>
                  <a:gd name="T52" fmla="+- 0 5159 5135"/>
                  <a:gd name="T53" fmla="*/ T52 w 35"/>
                  <a:gd name="T54" fmla="+- 0 2173 2120"/>
                  <a:gd name="T55" fmla="*/ 2173 h 56"/>
                  <a:gd name="T56" fmla="+- 0 5170 5135"/>
                  <a:gd name="T57" fmla="*/ T56 w 35"/>
                  <a:gd name="T58" fmla="+- 0 2138 2120"/>
                  <a:gd name="T59" fmla="*/ 2138 h 56"/>
                  <a:gd name="T60" fmla="+- 0 5168 5135"/>
                  <a:gd name="T61" fmla="*/ T60 w 35"/>
                  <a:gd name="T62" fmla="+- 0 2131 2120"/>
                  <a:gd name="T63" fmla="*/ 2131 h 56"/>
                  <a:gd name="T64" fmla="+- 0 5161 5135"/>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7" name="Group 256">
              <a:extLst>
                <a:ext uri="{FF2B5EF4-FFF2-40B4-BE49-F238E27FC236}">
                  <a16:creationId xmlns:a16="http://schemas.microsoft.com/office/drawing/2014/main" id="{DD44B2E7-415B-EB5C-AEA8-835D73F56BA9}"/>
                </a:ext>
              </a:extLst>
            </p:cNvPr>
            <p:cNvGrpSpPr>
              <a:grpSpLocks/>
            </p:cNvGrpSpPr>
            <p:nvPr/>
          </p:nvGrpSpPr>
          <p:grpSpPr bwMode="auto">
            <a:xfrm>
              <a:off x="5592" y="2120"/>
              <a:ext cx="35" cy="56"/>
              <a:chOff x="5592" y="2120"/>
              <a:chExt cx="35" cy="56"/>
            </a:xfrm>
          </p:grpSpPr>
          <p:sp>
            <p:nvSpPr>
              <p:cNvPr id="1203" name="Freeform 5062">
                <a:extLst>
                  <a:ext uri="{FF2B5EF4-FFF2-40B4-BE49-F238E27FC236}">
                    <a16:creationId xmlns:a16="http://schemas.microsoft.com/office/drawing/2014/main" id="{FC0D7A61-03F2-0DCE-726C-2512B59D8C4F}"/>
                  </a:ext>
                </a:extLst>
              </p:cNvPr>
              <p:cNvSpPr>
                <a:spLocks/>
              </p:cNvSpPr>
              <p:nvPr/>
            </p:nvSpPr>
            <p:spPr bwMode="auto">
              <a:xfrm>
                <a:off x="5592" y="2120"/>
                <a:ext cx="35" cy="56"/>
              </a:xfrm>
              <a:custGeom>
                <a:avLst/>
                <a:gdLst>
                  <a:gd name="T0" fmla="+- 0 5613 5592"/>
                  <a:gd name="T1" fmla="*/ T0 w 35"/>
                  <a:gd name="T2" fmla="+- 0 2120 2120"/>
                  <a:gd name="T3" fmla="*/ 2120 h 56"/>
                  <a:gd name="T4" fmla="+- 0 5606 5592"/>
                  <a:gd name="T5" fmla="*/ T4 w 35"/>
                  <a:gd name="T6" fmla="+- 0 2120 2120"/>
                  <a:gd name="T7" fmla="*/ 2120 h 56"/>
                  <a:gd name="T8" fmla="+- 0 5604 5592"/>
                  <a:gd name="T9" fmla="*/ T8 w 35"/>
                  <a:gd name="T10" fmla="+- 0 2121 2120"/>
                  <a:gd name="T11" fmla="*/ 2121 h 56"/>
                  <a:gd name="T12" fmla="+- 0 5602 5592"/>
                  <a:gd name="T13" fmla="*/ T12 w 35"/>
                  <a:gd name="T14" fmla="+- 0 2122 2120"/>
                  <a:gd name="T15" fmla="*/ 2122 h 56"/>
                  <a:gd name="T16" fmla="+- 0 5599 5592"/>
                  <a:gd name="T17" fmla="*/ T16 w 35"/>
                  <a:gd name="T18" fmla="+- 0 2125 2120"/>
                  <a:gd name="T19" fmla="*/ 2125 h 56"/>
                  <a:gd name="T20" fmla="+- 0 5596 5592"/>
                  <a:gd name="T21" fmla="*/ T20 w 35"/>
                  <a:gd name="T22" fmla="+- 0 2128 2120"/>
                  <a:gd name="T23" fmla="*/ 2128 h 56"/>
                  <a:gd name="T24" fmla="+- 0 5592 5592"/>
                  <a:gd name="T25" fmla="*/ T24 w 35"/>
                  <a:gd name="T26" fmla="+- 0 2137 2120"/>
                  <a:gd name="T27" fmla="*/ 2137 h 56"/>
                  <a:gd name="T28" fmla="+- 0 5592 5592"/>
                  <a:gd name="T29" fmla="*/ T28 w 35"/>
                  <a:gd name="T30" fmla="+- 0 2142 2120"/>
                  <a:gd name="T31" fmla="*/ 2142 h 56"/>
                  <a:gd name="T32" fmla="+- 0 5592 5592"/>
                  <a:gd name="T33" fmla="*/ T32 w 35"/>
                  <a:gd name="T34" fmla="+- 0 2155 2120"/>
                  <a:gd name="T35" fmla="*/ 2155 h 56"/>
                  <a:gd name="T36" fmla="+- 0 5593 5592"/>
                  <a:gd name="T37" fmla="*/ T36 w 35"/>
                  <a:gd name="T38" fmla="+- 0 2161 2120"/>
                  <a:gd name="T39" fmla="*/ 2161 h 56"/>
                  <a:gd name="T40" fmla="+- 0 5599 5592"/>
                  <a:gd name="T41" fmla="*/ T40 w 35"/>
                  <a:gd name="T42" fmla="+- 0 2172 2120"/>
                  <a:gd name="T43" fmla="*/ 2172 h 56"/>
                  <a:gd name="T44" fmla="+- 0 5603 5592"/>
                  <a:gd name="T45" fmla="*/ T44 w 35"/>
                  <a:gd name="T46" fmla="+- 0 2175 2120"/>
                  <a:gd name="T47" fmla="*/ 2175 h 56"/>
                  <a:gd name="T48" fmla="+- 0 5611 5592"/>
                  <a:gd name="T49" fmla="*/ T48 w 35"/>
                  <a:gd name="T50" fmla="+- 0 2175 2120"/>
                  <a:gd name="T51" fmla="*/ 2175 h 56"/>
                  <a:gd name="T52" fmla="+- 0 5614 5592"/>
                  <a:gd name="T53" fmla="*/ T52 w 35"/>
                  <a:gd name="T54" fmla="+- 0 2174 2120"/>
                  <a:gd name="T55" fmla="*/ 2174 h 56"/>
                  <a:gd name="T56" fmla="+- 0 5616 5592"/>
                  <a:gd name="T57" fmla="*/ T56 w 35"/>
                  <a:gd name="T58" fmla="+- 0 2173 2120"/>
                  <a:gd name="T59" fmla="*/ 2173 h 56"/>
                  <a:gd name="T60" fmla="+- 0 5606 5592"/>
                  <a:gd name="T61" fmla="*/ T60 w 35"/>
                  <a:gd name="T62" fmla="+- 0 2173 2120"/>
                  <a:gd name="T63" fmla="*/ 2173 h 56"/>
                  <a:gd name="T64" fmla="+- 0 5603 5592"/>
                  <a:gd name="T65" fmla="*/ T64 w 35"/>
                  <a:gd name="T66" fmla="+- 0 2171 2120"/>
                  <a:gd name="T67" fmla="*/ 2171 h 56"/>
                  <a:gd name="T68" fmla="+- 0 5602 5592"/>
                  <a:gd name="T69" fmla="*/ T68 w 35"/>
                  <a:gd name="T70" fmla="+- 0 2167 2120"/>
                  <a:gd name="T71" fmla="*/ 2167 h 56"/>
                  <a:gd name="T72" fmla="+- 0 5600 5592"/>
                  <a:gd name="T73" fmla="*/ T72 w 35"/>
                  <a:gd name="T74" fmla="+- 0 2162 2120"/>
                  <a:gd name="T75" fmla="*/ 2162 h 56"/>
                  <a:gd name="T76" fmla="+- 0 5599 5592"/>
                  <a:gd name="T77" fmla="*/ T76 w 35"/>
                  <a:gd name="T78" fmla="+- 0 2156 2120"/>
                  <a:gd name="T79" fmla="*/ 2156 h 56"/>
                  <a:gd name="T80" fmla="+- 0 5609 5592"/>
                  <a:gd name="T81" fmla="*/ T80 w 35"/>
                  <a:gd name="T82" fmla="+- 0 2122 2120"/>
                  <a:gd name="T83" fmla="*/ 2122 h 56"/>
                  <a:gd name="T84" fmla="+- 0 5617 5592"/>
                  <a:gd name="T85" fmla="*/ T84 w 35"/>
                  <a:gd name="T86" fmla="+- 0 2122 2120"/>
                  <a:gd name="T87" fmla="*/ 2122 h 56"/>
                  <a:gd name="T88" fmla="+- 0 5617 5592"/>
                  <a:gd name="T89" fmla="*/ T88 w 35"/>
                  <a:gd name="T90" fmla="+- 0 2122 2120"/>
                  <a:gd name="T91" fmla="*/ 2122 h 56"/>
                  <a:gd name="T92" fmla="+- 0 5613 5592"/>
                  <a:gd name="T93" fmla="*/ T92 w 35"/>
                  <a:gd name="T94" fmla="+- 0 2120 2120"/>
                  <a:gd name="T95"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2"/>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04" name="Freeform 5063">
                <a:extLst>
                  <a:ext uri="{FF2B5EF4-FFF2-40B4-BE49-F238E27FC236}">
                    <a16:creationId xmlns:a16="http://schemas.microsoft.com/office/drawing/2014/main" id="{3FB01906-A2AF-7B51-95E5-3DEE170F939E}"/>
                  </a:ext>
                </a:extLst>
              </p:cNvPr>
              <p:cNvSpPr>
                <a:spLocks/>
              </p:cNvSpPr>
              <p:nvPr/>
            </p:nvSpPr>
            <p:spPr bwMode="auto">
              <a:xfrm>
                <a:off x="5592" y="2120"/>
                <a:ext cx="35" cy="56"/>
              </a:xfrm>
              <a:custGeom>
                <a:avLst/>
                <a:gdLst>
                  <a:gd name="T0" fmla="+- 0 5617 5592"/>
                  <a:gd name="T1" fmla="*/ T0 w 35"/>
                  <a:gd name="T2" fmla="+- 0 2122 2120"/>
                  <a:gd name="T3" fmla="*/ 2122 h 56"/>
                  <a:gd name="T4" fmla="+- 0 5609 5592"/>
                  <a:gd name="T5" fmla="*/ T4 w 35"/>
                  <a:gd name="T6" fmla="+- 0 2122 2120"/>
                  <a:gd name="T7" fmla="*/ 2122 h 56"/>
                  <a:gd name="T8" fmla="+- 0 5613 5592"/>
                  <a:gd name="T9" fmla="*/ T8 w 35"/>
                  <a:gd name="T10" fmla="+- 0 2124 2120"/>
                  <a:gd name="T11" fmla="*/ 2124 h 56"/>
                  <a:gd name="T12" fmla="+- 0 5614 5592"/>
                  <a:gd name="T13" fmla="*/ T12 w 35"/>
                  <a:gd name="T14" fmla="+- 0 2125 2120"/>
                  <a:gd name="T15" fmla="*/ 2125 h 56"/>
                  <a:gd name="T16" fmla="+- 0 5615 5592"/>
                  <a:gd name="T17" fmla="*/ T16 w 35"/>
                  <a:gd name="T18" fmla="+- 0 2127 2120"/>
                  <a:gd name="T19" fmla="*/ 2127 h 56"/>
                  <a:gd name="T20" fmla="+- 0 5618 5592"/>
                  <a:gd name="T21" fmla="*/ T20 w 35"/>
                  <a:gd name="T22" fmla="+- 0 2134 2120"/>
                  <a:gd name="T23" fmla="*/ 2134 h 56"/>
                  <a:gd name="T24" fmla="+- 0 5618 5592"/>
                  <a:gd name="T25" fmla="*/ T24 w 35"/>
                  <a:gd name="T26" fmla="+- 0 2137 2120"/>
                  <a:gd name="T27" fmla="*/ 2137 h 56"/>
                  <a:gd name="T28" fmla="+- 0 5618 5592"/>
                  <a:gd name="T29" fmla="*/ T28 w 35"/>
                  <a:gd name="T30" fmla="+- 0 2155 2120"/>
                  <a:gd name="T31" fmla="*/ 2155 h 56"/>
                  <a:gd name="T32" fmla="+- 0 5618 5592"/>
                  <a:gd name="T33" fmla="*/ T32 w 35"/>
                  <a:gd name="T34" fmla="+- 0 2160 2120"/>
                  <a:gd name="T35" fmla="*/ 2160 h 56"/>
                  <a:gd name="T36" fmla="+- 0 5616 5592"/>
                  <a:gd name="T37" fmla="*/ T36 w 35"/>
                  <a:gd name="T38" fmla="+- 0 2167 2120"/>
                  <a:gd name="T39" fmla="*/ 2167 h 56"/>
                  <a:gd name="T40" fmla="+- 0 5615 5592"/>
                  <a:gd name="T41" fmla="*/ T40 w 35"/>
                  <a:gd name="T42" fmla="+- 0 2170 2120"/>
                  <a:gd name="T43" fmla="*/ 2170 h 56"/>
                  <a:gd name="T44" fmla="+- 0 5613 5592"/>
                  <a:gd name="T45" fmla="*/ T44 w 35"/>
                  <a:gd name="T46" fmla="+- 0 2171 2120"/>
                  <a:gd name="T47" fmla="*/ 2171 h 56"/>
                  <a:gd name="T48" fmla="+- 0 5609 5592"/>
                  <a:gd name="T49" fmla="*/ T48 w 35"/>
                  <a:gd name="T50" fmla="+- 0 2173 2120"/>
                  <a:gd name="T51" fmla="*/ 2173 h 56"/>
                  <a:gd name="T52" fmla="+- 0 5616 5592"/>
                  <a:gd name="T53" fmla="*/ T52 w 35"/>
                  <a:gd name="T54" fmla="+- 0 2173 2120"/>
                  <a:gd name="T55" fmla="*/ 2173 h 56"/>
                  <a:gd name="T56" fmla="+- 0 5626 5592"/>
                  <a:gd name="T57" fmla="*/ T56 w 35"/>
                  <a:gd name="T58" fmla="+- 0 2138 2120"/>
                  <a:gd name="T59" fmla="*/ 2138 h 56"/>
                  <a:gd name="T60" fmla="+- 0 5624 5592"/>
                  <a:gd name="T61" fmla="*/ T60 w 35"/>
                  <a:gd name="T62" fmla="+- 0 2131 2120"/>
                  <a:gd name="T63" fmla="*/ 2131 h 56"/>
                  <a:gd name="T64" fmla="+- 0 5617 5592"/>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8" name="Group 257">
              <a:extLst>
                <a:ext uri="{FF2B5EF4-FFF2-40B4-BE49-F238E27FC236}">
                  <a16:creationId xmlns:a16="http://schemas.microsoft.com/office/drawing/2014/main" id="{2FCE0C09-F402-2132-CA27-311646E1B7EB}"/>
                </a:ext>
              </a:extLst>
            </p:cNvPr>
            <p:cNvGrpSpPr>
              <a:grpSpLocks/>
            </p:cNvGrpSpPr>
            <p:nvPr/>
          </p:nvGrpSpPr>
          <p:grpSpPr bwMode="auto">
            <a:xfrm>
              <a:off x="6048" y="2120"/>
              <a:ext cx="35" cy="56"/>
              <a:chOff x="6048" y="2120"/>
              <a:chExt cx="35" cy="56"/>
            </a:xfrm>
          </p:grpSpPr>
          <p:sp>
            <p:nvSpPr>
              <p:cNvPr id="1201" name="Freeform 5065">
                <a:extLst>
                  <a:ext uri="{FF2B5EF4-FFF2-40B4-BE49-F238E27FC236}">
                    <a16:creationId xmlns:a16="http://schemas.microsoft.com/office/drawing/2014/main" id="{FEB3403E-A3A8-36ED-7F06-8941E693C8A7}"/>
                  </a:ext>
                </a:extLst>
              </p:cNvPr>
              <p:cNvSpPr>
                <a:spLocks/>
              </p:cNvSpPr>
              <p:nvPr/>
            </p:nvSpPr>
            <p:spPr bwMode="auto">
              <a:xfrm>
                <a:off x="6048" y="2120"/>
                <a:ext cx="35" cy="56"/>
              </a:xfrm>
              <a:custGeom>
                <a:avLst/>
                <a:gdLst>
                  <a:gd name="T0" fmla="+- 0 6069 6048"/>
                  <a:gd name="T1" fmla="*/ T0 w 35"/>
                  <a:gd name="T2" fmla="+- 0 2120 2120"/>
                  <a:gd name="T3" fmla="*/ 2120 h 56"/>
                  <a:gd name="T4" fmla="+- 0 6063 6048"/>
                  <a:gd name="T5" fmla="*/ T4 w 35"/>
                  <a:gd name="T6" fmla="+- 0 2120 2120"/>
                  <a:gd name="T7" fmla="*/ 2120 h 56"/>
                  <a:gd name="T8" fmla="+- 0 6060 6048"/>
                  <a:gd name="T9" fmla="*/ T8 w 35"/>
                  <a:gd name="T10" fmla="+- 0 2121 2120"/>
                  <a:gd name="T11" fmla="*/ 2121 h 56"/>
                  <a:gd name="T12" fmla="+- 0 6055 6048"/>
                  <a:gd name="T13" fmla="*/ T12 w 35"/>
                  <a:gd name="T14" fmla="+- 0 2125 2120"/>
                  <a:gd name="T15" fmla="*/ 2125 h 56"/>
                  <a:gd name="T16" fmla="+- 0 6052 6048"/>
                  <a:gd name="T17" fmla="*/ T16 w 35"/>
                  <a:gd name="T18" fmla="+- 0 2128 2120"/>
                  <a:gd name="T19" fmla="*/ 2128 h 56"/>
                  <a:gd name="T20" fmla="+- 0 6049 6048"/>
                  <a:gd name="T21" fmla="*/ T20 w 35"/>
                  <a:gd name="T22" fmla="+- 0 2137 2120"/>
                  <a:gd name="T23" fmla="*/ 2137 h 56"/>
                  <a:gd name="T24" fmla="+- 0 6048 6048"/>
                  <a:gd name="T25" fmla="*/ T24 w 35"/>
                  <a:gd name="T26" fmla="+- 0 2142 2120"/>
                  <a:gd name="T27" fmla="*/ 2142 h 56"/>
                  <a:gd name="T28" fmla="+- 0 6048 6048"/>
                  <a:gd name="T29" fmla="*/ T28 w 35"/>
                  <a:gd name="T30" fmla="+- 0 2155 2120"/>
                  <a:gd name="T31" fmla="*/ 2155 h 56"/>
                  <a:gd name="T32" fmla="+- 0 6049 6048"/>
                  <a:gd name="T33" fmla="*/ T32 w 35"/>
                  <a:gd name="T34" fmla="+- 0 2161 2120"/>
                  <a:gd name="T35" fmla="*/ 2161 h 56"/>
                  <a:gd name="T36" fmla="+- 0 6055 6048"/>
                  <a:gd name="T37" fmla="*/ T36 w 35"/>
                  <a:gd name="T38" fmla="+- 0 2172 2120"/>
                  <a:gd name="T39" fmla="*/ 2172 h 56"/>
                  <a:gd name="T40" fmla="+- 0 6060 6048"/>
                  <a:gd name="T41" fmla="*/ T40 w 35"/>
                  <a:gd name="T42" fmla="+- 0 2175 2120"/>
                  <a:gd name="T43" fmla="*/ 2175 h 56"/>
                  <a:gd name="T44" fmla="+- 0 6067 6048"/>
                  <a:gd name="T45" fmla="*/ T44 w 35"/>
                  <a:gd name="T46" fmla="+- 0 2175 2120"/>
                  <a:gd name="T47" fmla="*/ 2175 h 56"/>
                  <a:gd name="T48" fmla="+- 0 6070 6048"/>
                  <a:gd name="T49" fmla="*/ T48 w 35"/>
                  <a:gd name="T50" fmla="+- 0 2174 2120"/>
                  <a:gd name="T51" fmla="*/ 2174 h 56"/>
                  <a:gd name="T52" fmla="+- 0 6072 6048"/>
                  <a:gd name="T53" fmla="*/ T52 w 35"/>
                  <a:gd name="T54" fmla="+- 0 2173 2120"/>
                  <a:gd name="T55" fmla="*/ 2173 h 56"/>
                  <a:gd name="T56" fmla="+- 0 6062 6048"/>
                  <a:gd name="T57" fmla="*/ T56 w 35"/>
                  <a:gd name="T58" fmla="+- 0 2173 2120"/>
                  <a:gd name="T59" fmla="*/ 2173 h 56"/>
                  <a:gd name="T60" fmla="+- 0 6060 6048"/>
                  <a:gd name="T61" fmla="*/ T60 w 35"/>
                  <a:gd name="T62" fmla="+- 0 2171 2120"/>
                  <a:gd name="T63" fmla="*/ 2171 h 56"/>
                  <a:gd name="T64" fmla="+- 0 6058 6048"/>
                  <a:gd name="T65" fmla="*/ T64 w 35"/>
                  <a:gd name="T66" fmla="+- 0 2167 2120"/>
                  <a:gd name="T67" fmla="*/ 2167 h 56"/>
                  <a:gd name="T68" fmla="+- 0 6056 6048"/>
                  <a:gd name="T69" fmla="*/ T68 w 35"/>
                  <a:gd name="T70" fmla="+- 0 2162 2120"/>
                  <a:gd name="T71" fmla="*/ 2162 h 56"/>
                  <a:gd name="T72" fmla="+- 0 6055 6048"/>
                  <a:gd name="T73" fmla="*/ T72 w 35"/>
                  <a:gd name="T74" fmla="+- 0 2156 2120"/>
                  <a:gd name="T75" fmla="*/ 2156 h 56"/>
                  <a:gd name="T76" fmla="+- 0 6065 6048"/>
                  <a:gd name="T77" fmla="*/ T76 w 35"/>
                  <a:gd name="T78" fmla="+- 0 2122 2120"/>
                  <a:gd name="T79" fmla="*/ 2122 h 56"/>
                  <a:gd name="T80" fmla="+- 0 6073 6048"/>
                  <a:gd name="T81" fmla="*/ T80 w 35"/>
                  <a:gd name="T82" fmla="+- 0 2122 2120"/>
                  <a:gd name="T83" fmla="*/ 2122 h 56"/>
                  <a:gd name="T84" fmla="+- 0 6073 6048"/>
                  <a:gd name="T85" fmla="*/ T84 w 35"/>
                  <a:gd name="T86" fmla="+- 0 2122 2120"/>
                  <a:gd name="T87" fmla="*/ 2122 h 56"/>
                  <a:gd name="T88" fmla="+- 0 6069 6048"/>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02" name="Freeform 5066">
                <a:extLst>
                  <a:ext uri="{FF2B5EF4-FFF2-40B4-BE49-F238E27FC236}">
                    <a16:creationId xmlns:a16="http://schemas.microsoft.com/office/drawing/2014/main" id="{31970BF7-71C2-2F28-511A-9E8929EBA0A0}"/>
                  </a:ext>
                </a:extLst>
              </p:cNvPr>
              <p:cNvSpPr>
                <a:spLocks/>
              </p:cNvSpPr>
              <p:nvPr/>
            </p:nvSpPr>
            <p:spPr bwMode="auto">
              <a:xfrm>
                <a:off x="6048" y="2120"/>
                <a:ext cx="35" cy="56"/>
              </a:xfrm>
              <a:custGeom>
                <a:avLst/>
                <a:gdLst>
                  <a:gd name="T0" fmla="+- 0 6073 6048"/>
                  <a:gd name="T1" fmla="*/ T0 w 35"/>
                  <a:gd name="T2" fmla="+- 0 2122 2120"/>
                  <a:gd name="T3" fmla="*/ 2122 h 56"/>
                  <a:gd name="T4" fmla="+- 0 6065 6048"/>
                  <a:gd name="T5" fmla="*/ T4 w 35"/>
                  <a:gd name="T6" fmla="+- 0 2122 2120"/>
                  <a:gd name="T7" fmla="*/ 2122 h 56"/>
                  <a:gd name="T8" fmla="+- 0 6069 6048"/>
                  <a:gd name="T9" fmla="*/ T8 w 35"/>
                  <a:gd name="T10" fmla="+- 0 2124 2120"/>
                  <a:gd name="T11" fmla="*/ 2124 h 56"/>
                  <a:gd name="T12" fmla="+- 0 6070 6048"/>
                  <a:gd name="T13" fmla="*/ T12 w 35"/>
                  <a:gd name="T14" fmla="+- 0 2125 2120"/>
                  <a:gd name="T15" fmla="*/ 2125 h 56"/>
                  <a:gd name="T16" fmla="+- 0 6072 6048"/>
                  <a:gd name="T17" fmla="*/ T16 w 35"/>
                  <a:gd name="T18" fmla="+- 0 2127 2120"/>
                  <a:gd name="T19" fmla="*/ 2127 h 56"/>
                  <a:gd name="T20" fmla="+- 0 6074 6048"/>
                  <a:gd name="T21" fmla="*/ T20 w 35"/>
                  <a:gd name="T22" fmla="+- 0 2134 2120"/>
                  <a:gd name="T23" fmla="*/ 2134 h 56"/>
                  <a:gd name="T24" fmla="+- 0 6074 6048"/>
                  <a:gd name="T25" fmla="*/ T24 w 35"/>
                  <a:gd name="T26" fmla="+- 0 2137 2120"/>
                  <a:gd name="T27" fmla="*/ 2137 h 56"/>
                  <a:gd name="T28" fmla="+- 0 6074 6048"/>
                  <a:gd name="T29" fmla="*/ T28 w 35"/>
                  <a:gd name="T30" fmla="+- 0 2155 2120"/>
                  <a:gd name="T31" fmla="*/ 2155 h 56"/>
                  <a:gd name="T32" fmla="+- 0 6074 6048"/>
                  <a:gd name="T33" fmla="*/ T32 w 35"/>
                  <a:gd name="T34" fmla="+- 0 2160 2120"/>
                  <a:gd name="T35" fmla="*/ 2160 h 56"/>
                  <a:gd name="T36" fmla="+- 0 6072 6048"/>
                  <a:gd name="T37" fmla="*/ T36 w 35"/>
                  <a:gd name="T38" fmla="+- 0 2167 2120"/>
                  <a:gd name="T39" fmla="*/ 2167 h 56"/>
                  <a:gd name="T40" fmla="+- 0 6071 6048"/>
                  <a:gd name="T41" fmla="*/ T40 w 35"/>
                  <a:gd name="T42" fmla="+- 0 2170 2120"/>
                  <a:gd name="T43" fmla="*/ 2170 h 56"/>
                  <a:gd name="T44" fmla="+- 0 6069 6048"/>
                  <a:gd name="T45" fmla="*/ T44 w 35"/>
                  <a:gd name="T46" fmla="+- 0 2171 2120"/>
                  <a:gd name="T47" fmla="*/ 2171 h 56"/>
                  <a:gd name="T48" fmla="+- 0 6065 6048"/>
                  <a:gd name="T49" fmla="*/ T48 w 35"/>
                  <a:gd name="T50" fmla="+- 0 2173 2120"/>
                  <a:gd name="T51" fmla="*/ 2173 h 56"/>
                  <a:gd name="T52" fmla="+- 0 6072 6048"/>
                  <a:gd name="T53" fmla="*/ T52 w 35"/>
                  <a:gd name="T54" fmla="+- 0 2173 2120"/>
                  <a:gd name="T55" fmla="*/ 2173 h 56"/>
                  <a:gd name="T56" fmla="+- 0 6082 6048"/>
                  <a:gd name="T57" fmla="*/ T56 w 35"/>
                  <a:gd name="T58" fmla="+- 0 2138 2120"/>
                  <a:gd name="T59" fmla="*/ 2138 h 56"/>
                  <a:gd name="T60" fmla="+- 0 6080 6048"/>
                  <a:gd name="T61" fmla="*/ T60 w 35"/>
                  <a:gd name="T62" fmla="+- 0 2131 2120"/>
                  <a:gd name="T63" fmla="*/ 2131 h 56"/>
                  <a:gd name="T64" fmla="+- 0 6073 6048"/>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59" name="Group 258">
              <a:extLst>
                <a:ext uri="{FF2B5EF4-FFF2-40B4-BE49-F238E27FC236}">
                  <a16:creationId xmlns:a16="http://schemas.microsoft.com/office/drawing/2014/main" id="{EBE473D7-5804-E2F8-341E-2554EE61E736}"/>
                </a:ext>
              </a:extLst>
            </p:cNvPr>
            <p:cNvGrpSpPr>
              <a:grpSpLocks/>
            </p:cNvGrpSpPr>
            <p:nvPr/>
          </p:nvGrpSpPr>
          <p:grpSpPr bwMode="auto">
            <a:xfrm>
              <a:off x="6504" y="2120"/>
              <a:ext cx="35" cy="56"/>
              <a:chOff x="6504" y="2120"/>
              <a:chExt cx="35" cy="56"/>
            </a:xfrm>
          </p:grpSpPr>
          <p:sp>
            <p:nvSpPr>
              <p:cNvPr id="1199" name="Freeform 5068">
                <a:extLst>
                  <a:ext uri="{FF2B5EF4-FFF2-40B4-BE49-F238E27FC236}">
                    <a16:creationId xmlns:a16="http://schemas.microsoft.com/office/drawing/2014/main" id="{233CD139-B772-C122-F2FD-CF72A29E8AF1}"/>
                  </a:ext>
                </a:extLst>
              </p:cNvPr>
              <p:cNvSpPr>
                <a:spLocks/>
              </p:cNvSpPr>
              <p:nvPr/>
            </p:nvSpPr>
            <p:spPr bwMode="auto">
              <a:xfrm>
                <a:off x="6504" y="2120"/>
                <a:ext cx="35" cy="56"/>
              </a:xfrm>
              <a:custGeom>
                <a:avLst/>
                <a:gdLst>
                  <a:gd name="T0" fmla="+- 0 6526 6504"/>
                  <a:gd name="T1" fmla="*/ T0 w 35"/>
                  <a:gd name="T2" fmla="+- 0 2120 2120"/>
                  <a:gd name="T3" fmla="*/ 2120 h 56"/>
                  <a:gd name="T4" fmla="+- 0 6519 6504"/>
                  <a:gd name="T5" fmla="*/ T4 w 35"/>
                  <a:gd name="T6" fmla="+- 0 2120 2120"/>
                  <a:gd name="T7" fmla="*/ 2120 h 56"/>
                  <a:gd name="T8" fmla="+- 0 6517 6504"/>
                  <a:gd name="T9" fmla="*/ T8 w 35"/>
                  <a:gd name="T10" fmla="+- 0 2121 2120"/>
                  <a:gd name="T11" fmla="*/ 2121 h 56"/>
                  <a:gd name="T12" fmla="+- 0 6511 6504"/>
                  <a:gd name="T13" fmla="*/ T12 w 35"/>
                  <a:gd name="T14" fmla="+- 0 2125 2120"/>
                  <a:gd name="T15" fmla="*/ 2125 h 56"/>
                  <a:gd name="T16" fmla="+- 0 6509 6504"/>
                  <a:gd name="T17" fmla="*/ T16 w 35"/>
                  <a:gd name="T18" fmla="+- 0 2128 2120"/>
                  <a:gd name="T19" fmla="*/ 2128 h 56"/>
                  <a:gd name="T20" fmla="+- 0 6505 6504"/>
                  <a:gd name="T21" fmla="*/ T20 w 35"/>
                  <a:gd name="T22" fmla="+- 0 2137 2120"/>
                  <a:gd name="T23" fmla="*/ 2137 h 56"/>
                  <a:gd name="T24" fmla="+- 0 6504 6504"/>
                  <a:gd name="T25" fmla="*/ T24 w 35"/>
                  <a:gd name="T26" fmla="+- 0 2142 2120"/>
                  <a:gd name="T27" fmla="*/ 2142 h 56"/>
                  <a:gd name="T28" fmla="+- 0 6504 6504"/>
                  <a:gd name="T29" fmla="*/ T28 w 35"/>
                  <a:gd name="T30" fmla="+- 0 2155 2120"/>
                  <a:gd name="T31" fmla="*/ 2155 h 56"/>
                  <a:gd name="T32" fmla="+- 0 6506 6504"/>
                  <a:gd name="T33" fmla="*/ T32 w 35"/>
                  <a:gd name="T34" fmla="+- 0 2161 2120"/>
                  <a:gd name="T35" fmla="*/ 2161 h 56"/>
                  <a:gd name="T36" fmla="+- 0 6512 6504"/>
                  <a:gd name="T37" fmla="*/ T36 w 35"/>
                  <a:gd name="T38" fmla="+- 0 2172 2120"/>
                  <a:gd name="T39" fmla="*/ 2172 h 56"/>
                  <a:gd name="T40" fmla="+- 0 6516 6504"/>
                  <a:gd name="T41" fmla="*/ T40 w 35"/>
                  <a:gd name="T42" fmla="+- 0 2175 2120"/>
                  <a:gd name="T43" fmla="*/ 2175 h 56"/>
                  <a:gd name="T44" fmla="+- 0 6524 6504"/>
                  <a:gd name="T45" fmla="*/ T44 w 35"/>
                  <a:gd name="T46" fmla="+- 0 2175 2120"/>
                  <a:gd name="T47" fmla="*/ 2175 h 56"/>
                  <a:gd name="T48" fmla="+- 0 6526 6504"/>
                  <a:gd name="T49" fmla="*/ T48 w 35"/>
                  <a:gd name="T50" fmla="+- 0 2174 2120"/>
                  <a:gd name="T51" fmla="*/ 2174 h 56"/>
                  <a:gd name="T52" fmla="+- 0 6529 6504"/>
                  <a:gd name="T53" fmla="*/ T52 w 35"/>
                  <a:gd name="T54" fmla="+- 0 2173 2120"/>
                  <a:gd name="T55" fmla="*/ 2173 h 56"/>
                  <a:gd name="T56" fmla="+- 0 6518 6504"/>
                  <a:gd name="T57" fmla="*/ T56 w 35"/>
                  <a:gd name="T58" fmla="+- 0 2173 2120"/>
                  <a:gd name="T59" fmla="*/ 2173 h 56"/>
                  <a:gd name="T60" fmla="+- 0 6516 6504"/>
                  <a:gd name="T61" fmla="*/ T60 w 35"/>
                  <a:gd name="T62" fmla="+- 0 2171 2120"/>
                  <a:gd name="T63" fmla="*/ 2171 h 56"/>
                  <a:gd name="T64" fmla="+- 0 6515 6504"/>
                  <a:gd name="T65" fmla="*/ T64 w 35"/>
                  <a:gd name="T66" fmla="+- 0 2167 2120"/>
                  <a:gd name="T67" fmla="*/ 2167 h 56"/>
                  <a:gd name="T68" fmla="+- 0 6513 6504"/>
                  <a:gd name="T69" fmla="*/ T68 w 35"/>
                  <a:gd name="T70" fmla="+- 0 2162 2120"/>
                  <a:gd name="T71" fmla="*/ 2162 h 56"/>
                  <a:gd name="T72" fmla="+- 0 6512 6504"/>
                  <a:gd name="T73" fmla="*/ T72 w 35"/>
                  <a:gd name="T74" fmla="+- 0 2156 2120"/>
                  <a:gd name="T75" fmla="*/ 2156 h 56"/>
                  <a:gd name="T76" fmla="+- 0 6522 6504"/>
                  <a:gd name="T77" fmla="*/ T76 w 35"/>
                  <a:gd name="T78" fmla="+- 0 2122 2120"/>
                  <a:gd name="T79" fmla="*/ 2122 h 56"/>
                  <a:gd name="T80" fmla="+- 0 6530 6504"/>
                  <a:gd name="T81" fmla="*/ T80 w 35"/>
                  <a:gd name="T82" fmla="+- 0 2122 2120"/>
                  <a:gd name="T83" fmla="*/ 2122 h 56"/>
                  <a:gd name="T84" fmla="+- 0 6529 6504"/>
                  <a:gd name="T85" fmla="*/ T84 w 35"/>
                  <a:gd name="T86" fmla="+- 0 2122 2120"/>
                  <a:gd name="T87" fmla="*/ 2122 h 56"/>
                  <a:gd name="T88" fmla="+- 0 6526 6504"/>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00" name="Freeform 5069">
                <a:extLst>
                  <a:ext uri="{FF2B5EF4-FFF2-40B4-BE49-F238E27FC236}">
                    <a16:creationId xmlns:a16="http://schemas.microsoft.com/office/drawing/2014/main" id="{4FB356F8-3A61-30F5-D7AF-85EF10E768B9}"/>
                  </a:ext>
                </a:extLst>
              </p:cNvPr>
              <p:cNvSpPr>
                <a:spLocks/>
              </p:cNvSpPr>
              <p:nvPr/>
            </p:nvSpPr>
            <p:spPr bwMode="auto">
              <a:xfrm>
                <a:off x="6504" y="2120"/>
                <a:ext cx="35" cy="56"/>
              </a:xfrm>
              <a:custGeom>
                <a:avLst/>
                <a:gdLst>
                  <a:gd name="T0" fmla="+- 0 6530 6504"/>
                  <a:gd name="T1" fmla="*/ T0 w 35"/>
                  <a:gd name="T2" fmla="+- 0 2122 2120"/>
                  <a:gd name="T3" fmla="*/ 2122 h 56"/>
                  <a:gd name="T4" fmla="+- 0 6522 6504"/>
                  <a:gd name="T5" fmla="*/ T4 w 35"/>
                  <a:gd name="T6" fmla="+- 0 2122 2120"/>
                  <a:gd name="T7" fmla="*/ 2122 h 56"/>
                  <a:gd name="T8" fmla="+- 0 6525 6504"/>
                  <a:gd name="T9" fmla="*/ T8 w 35"/>
                  <a:gd name="T10" fmla="+- 0 2124 2120"/>
                  <a:gd name="T11" fmla="*/ 2124 h 56"/>
                  <a:gd name="T12" fmla="+- 0 6527 6504"/>
                  <a:gd name="T13" fmla="*/ T12 w 35"/>
                  <a:gd name="T14" fmla="+- 0 2125 2120"/>
                  <a:gd name="T15" fmla="*/ 2125 h 56"/>
                  <a:gd name="T16" fmla="+- 0 6528 6504"/>
                  <a:gd name="T17" fmla="*/ T16 w 35"/>
                  <a:gd name="T18" fmla="+- 0 2127 2120"/>
                  <a:gd name="T19" fmla="*/ 2127 h 56"/>
                  <a:gd name="T20" fmla="+- 0 6530 6504"/>
                  <a:gd name="T21" fmla="*/ T20 w 35"/>
                  <a:gd name="T22" fmla="+- 0 2134 2120"/>
                  <a:gd name="T23" fmla="*/ 2134 h 56"/>
                  <a:gd name="T24" fmla="+- 0 6531 6504"/>
                  <a:gd name="T25" fmla="*/ T24 w 35"/>
                  <a:gd name="T26" fmla="+- 0 2137 2120"/>
                  <a:gd name="T27" fmla="*/ 2137 h 56"/>
                  <a:gd name="T28" fmla="+- 0 6531 6504"/>
                  <a:gd name="T29" fmla="*/ T28 w 35"/>
                  <a:gd name="T30" fmla="+- 0 2155 2120"/>
                  <a:gd name="T31" fmla="*/ 2155 h 56"/>
                  <a:gd name="T32" fmla="+- 0 6530 6504"/>
                  <a:gd name="T33" fmla="*/ T32 w 35"/>
                  <a:gd name="T34" fmla="+- 0 2160 2120"/>
                  <a:gd name="T35" fmla="*/ 2160 h 56"/>
                  <a:gd name="T36" fmla="+- 0 6528 6504"/>
                  <a:gd name="T37" fmla="*/ T36 w 35"/>
                  <a:gd name="T38" fmla="+- 0 2167 2120"/>
                  <a:gd name="T39" fmla="*/ 2167 h 56"/>
                  <a:gd name="T40" fmla="+- 0 6527 6504"/>
                  <a:gd name="T41" fmla="*/ T40 w 35"/>
                  <a:gd name="T42" fmla="+- 0 2170 2120"/>
                  <a:gd name="T43" fmla="*/ 2170 h 56"/>
                  <a:gd name="T44" fmla="+- 0 6526 6504"/>
                  <a:gd name="T45" fmla="*/ T44 w 35"/>
                  <a:gd name="T46" fmla="+- 0 2171 2120"/>
                  <a:gd name="T47" fmla="*/ 2171 h 56"/>
                  <a:gd name="T48" fmla="+- 0 6521 6504"/>
                  <a:gd name="T49" fmla="*/ T48 w 35"/>
                  <a:gd name="T50" fmla="+- 0 2173 2120"/>
                  <a:gd name="T51" fmla="*/ 2173 h 56"/>
                  <a:gd name="T52" fmla="+- 0 6529 6504"/>
                  <a:gd name="T53" fmla="*/ T52 w 35"/>
                  <a:gd name="T54" fmla="+- 0 2173 2120"/>
                  <a:gd name="T55" fmla="*/ 2173 h 56"/>
                  <a:gd name="T56" fmla="+- 0 6539 6504"/>
                  <a:gd name="T57" fmla="*/ T56 w 35"/>
                  <a:gd name="T58" fmla="+- 0 2138 2120"/>
                  <a:gd name="T59" fmla="*/ 2138 h 56"/>
                  <a:gd name="T60" fmla="+- 0 6537 6504"/>
                  <a:gd name="T61" fmla="*/ T60 w 35"/>
                  <a:gd name="T62" fmla="+- 0 2131 2120"/>
                  <a:gd name="T63" fmla="*/ 2131 h 56"/>
                  <a:gd name="T64" fmla="+- 0 6530 6504"/>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0" name="Group 259">
              <a:extLst>
                <a:ext uri="{FF2B5EF4-FFF2-40B4-BE49-F238E27FC236}">
                  <a16:creationId xmlns:a16="http://schemas.microsoft.com/office/drawing/2014/main" id="{0966D197-E803-8E20-A9BC-6699EF148F1C}"/>
                </a:ext>
              </a:extLst>
            </p:cNvPr>
            <p:cNvGrpSpPr>
              <a:grpSpLocks/>
            </p:cNvGrpSpPr>
            <p:nvPr/>
          </p:nvGrpSpPr>
          <p:grpSpPr bwMode="auto">
            <a:xfrm>
              <a:off x="6960" y="2120"/>
              <a:ext cx="35" cy="56"/>
              <a:chOff x="6960" y="2120"/>
              <a:chExt cx="35" cy="56"/>
            </a:xfrm>
          </p:grpSpPr>
          <p:sp>
            <p:nvSpPr>
              <p:cNvPr id="1197" name="Freeform 5071">
                <a:extLst>
                  <a:ext uri="{FF2B5EF4-FFF2-40B4-BE49-F238E27FC236}">
                    <a16:creationId xmlns:a16="http://schemas.microsoft.com/office/drawing/2014/main" id="{181453F8-1912-40AC-643C-C39E2F3B94AC}"/>
                  </a:ext>
                </a:extLst>
              </p:cNvPr>
              <p:cNvSpPr>
                <a:spLocks/>
              </p:cNvSpPr>
              <p:nvPr/>
            </p:nvSpPr>
            <p:spPr bwMode="auto">
              <a:xfrm>
                <a:off x="6960" y="2120"/>
                <a:ext cx="35" cy="56"/>
              </a:xfrm>
              <a:custGeom>
                <a:avLst/>
                <a:gdLst>
                  <a:gd name="T0" fmla="+- 0 6982 6960"/>
                  <a:gd name="T1" fmla="*/ T0 w 35"/>
                  <a:gd name="T2" fmla="+- 0 2120 2120"/>
                  <a:gd name="T3" fmla="*/ 2120 h 56"/>
                  <a:gd name="T4" fmla="+- 0 6975 6960"/>
                  <a:gd name="T5" fmla="*/ T4 w 35"/>
                  <a:gd name="T6" fmla="+- 0 2120 2120"/>
                  <a:gd name="T7" fmla="*/ 2120 h 56"/>
                  <a:gd name="T8" fmla="+- 0 6973 6960"/>
                  <a:gd name="T9" fmla="*/ T8 w 35"/>
                  <a:gd name="T10" fmla="+- 0 2121 2120"/>
                  <a:gd name="T11" fmla="*/ 2121 h 56"/>
                  <a:gd name="T12" fmla="+- 0 6970 6960"/>
                  <a:gd name="T13" fmla="*/ T12 w 35"/>
                  <a:gd name="T14" fmla="+- 0 2122 2120"/>
                  <a:gd name="T15" fmla="*/ 2122 h 56"/>
                  <a:gd name="T16" fmla="+- 0 6967 6960"/>
                  <a:gd name="T17" fmla="*/ T16 w 35"/>
                  <a:gd name="T18" fmla="+- 0 2125 2120"/>
                  <a:gd name="T19" fmla="*/ 2125 h 56"/>
                  <a:gd name="T20" fmla="+- 0 6965 6960"/>
                  <a:gd name="T21" fmla="*/ T20 w 35"/>
                  <a:gd name="T22" fmla="+- 0 2128 2120"/>
                  <a:gd name="T23" fmla="*/ 2128 h 56"/>
                  <a:gd name="T24" fmla="+- 0 6961 6960"/>
                  <a:gd name="T25" fmla="*/ T24 w 35"/>
                  <a:gd name="T26" fmla="+- 0 2137 2120"/>
                  <a:gd name="T27" fmla="*/ 2137 h 56"/>
                  <a:gd name="T28" fmla="+- 0 6960 6960"/>
                  <a:gd name="T29" fmla="*/ T28 w 35"/>
                  <a:gd name="T30" fmla="+- 0 2142 2120"/>
                  <a:gd name="T31" fmla="*/ 2142 h 56"/>
                  <a:gd name="T32" fmla="+- 0 6960 6960"/>
                  <a:gd name="T33" fmla="*/ T32 w 35"/>
                  <a:gd name="T34" fmla="+- 0 2155 2120"/>
                  <a:gd name="T35" fmla="*/ 2155 h 56"/>
                  <a:gd name="T36" fmla="+- 0 6962 6960"/>
                  <a:gd name="T37" fmla="*/ T36 w 35"/>
                  <a:gd name="T38" fmla="+- 0 2161 2120"/>
                  <a:gd name="T39" fmla="*/ 2161 h 56"/>
                  <a:gd name="T40" fmla="+- 0 6968 6960"/>
                  <a:gd name="T41" fmla="*/ T40 w 35"/>
                  <a:gd name="T42" fmla="+- 0 2172 2120"/>
                  <a:gd name="T43" fmla="*/ 2172 h 56"/>
                  <a:gd name="T44" fmla="+- 0 6972 6960"/>
                  <a:gd name="T45" fmla="*/ T44 w 35"/>
                  <a:gd name="T46" fmla="+- 0 2175 2120"/>
                  <a:gd name="T47" fmla="*/ 2175 h 56"/>
                  <a:gd name="T48" fmla="+- 0 6980 6960"/>
                  <a:gd name="T49" fmla="*/ T48 w 35"/>
                  <a:gd name="T50" fmla="+- 0 2175 2120"/>
                  <a:gd name="T51" fmla="*/ 2175 h 56"/>
                  <a:gd name="T52" fmla="+- 0 6983 6960"/>
                  <a:gd name="T53" fmla="*/ T52 w 35"/>
                  <a:gd name="T54" fmla="+- 0 2174 2120"/>
                  <a:gd name="T55" fmla="*/ 2174 h 56"/>
                  <a:gd name="T56" fmla="+- 0 6985 6960"/>
                  <a:gd name="T57" fmla="*/ T56 w 35"/>
                  <a:gd name="T58" fmla="+- 0 2173 2120"/>
                  <a:gd name="T59" fmla="*/ 2173 h 56"/>
                  <a:gd name="T60" fmla="+- 0 6975 6960"/>
                  <a:gd name="T61" fmla="*/ T60 w 35"/>
                  <a:gd name="T62" fmla="+- 0 2173 2120"/>
                  <a:gd name="T63" fmla="*/ 2173 h 56"/>
                  <a:gd name="T64" fmla="+- 0 6972 6960"/>
                  <a:gd name="T65" fmla="*/ T64 w 35"/>
                  <a:gd name="T66" fmla="+- 0 2171 2120"/>
                  <a:gd name="T67" fmla="*/ 2171 h 56"/>
                  <a:gd name="T68" fmla="+- 0 6971 6960"/>
                  <a:gd name="T69" fmla="*/ T68 w 35"/>
                  <a:gd name="T70" fmla="+- 0 2167 2120"/>
                  <a:gd name="T71" fmla="*/ 2167 h 56"/>
                  <a:gd name="T72" fmla="+- 0 6969 6960"/>
                  <a:gd name="T73" fmla="*/ T72 w 35"/>
                  <a:gd name="T74" fmla="+- 0 2162 2120"/>
                  <a:gd name="T75" fmla="*/ 2162 h 56"/>
                  <a:gd name="T76" fmla="+- 0 6968 6960"/>
                  <a:gd name="T77" fmla="*/ T76 w 35"/>
                  <a:gd name="T78" fmla="+- 0 2156 2120"/>
                  <a:gd name="T79" fmla="*/ 2156 h 56"/>
                  <a:gd name="T80" fmla="+- 0 6978 6960"/>
                  <a:gd name="T81" fmla="*/ T80 w 35"/>
                  <a:gd name="T82" fmla="+- 0 2122 2120"/>
                  <a:gd name="T83" fmla="*/ 2122 h 56"/>
                  <a:gd name="T84" fmla="+- 0 6986 6960"/>
                  <a:gd name="T85" fmla="*/ T84 w 35"/>
                  <a:gd name="T86" fmla="+- 0 2122 2120"/>
                  <a:gd name="T87" fmla="*/ 2122 h 56"/>
                  <a:gd name="T88" fmla="+- 0 6986 6960"/>
                  <a:gd name="T89" fmla="*/ T88 w 35"/>
                  <a:gd name="T90" fmla="+- 0 2122 2120"/>
                  <a:gd name="T91" fmla="*/ 2122 h 56"/>
                  <a:gd name="T92" fmla="+- 0 6982 6960"/>
                  <a:gd name="T93" fmla="*/ T92 w 35"/>
                  <a:gd name="T94" fmla="+- 0 2120 2120"/>
                  <a:gd name="T95"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98" name="Freeform 5072">
                <a:extLst>
                  <a:ext uri="{FF2B5EF4-FFF2-40B4-BE49-F238E27FC236}">
                    <a16:creationId xmlns:a16="http://schemas.microsoft.com/office/drawing/2014/main" id="{796C4E29-16A0-7AF1-349F-0D16AC3E6379}"/>
                  </a:ext>
                </a:extLst>
              </p:cNvPr>
              <p:cNvSpPr>
                <a:spLocks/>
              </p:cNvSpPr>
              <p:nvPr/>
            </p:nvSpPr>
            <p:spPr bwMode="auto">
              <a:xfrm>
                <a:off x="6960" y="2120"/>
                <a:ext cx="35" cy="56"/>
              </a:xfrm>
              <a:custGeom>
                <a:avLst/>
                <a:gdLst>
                  <a:gd name="T0" fmla="+- 0 6986 6960"/>
                  <a:gd name="T1" fmla="*/ T0 w 35"/>
                  <a:gd name="T2" fmla="+- 0 2122 2120"/>
                  <a:gd name="T3" fmla="*/ 2122 h 56"/>
                  <a:gd name="T4" fmla="+- 0 6978 6960"/>
                  <a:gd name="T5" fmla="*/ T4 w 35"/>
                  <a:gd name="T6" fmla="+- 0 2122 2120"/>
                  <a:gd name="T7" fmla="*/ 2122 h 56"/>
                  <a:gd name="T8" fmla="+- 0 6982 6960"/>
                  <a:gd name="T9" fmla="*/ T8 w 35"/>
                  <a:gd name="T10" fmla="+- 0 2124 2120"/>
                  <a:gd name="T11" fmla="*/ 2124 h 56"/>
                  <a:gd name="T12" fmla="+- 0 6983 6960"/>
                  <a:gd name="T13" fmla="*/ T12 w 35"/>
                  <a:gd name="T14" fmla="+- 0 2125 2120"/>
                  <a:gd name="T15" fmla="*/ 2125 h 56"/>
                  <a:gd name="T16" fmla="+- 0 6984 6960"/>
                  <a:gd name="T17" fmla="*/ T16 w 35"/>
                  <a:gd name="T18" fmla="+- 0 2127 2120"/>
                  <a:gd name="T19" fmla="*/ 2127 h 56"/>
                  <a:gd name="T20" fmla="+- 0 6987 6960"/>
                  <a:gd name="T21" fmla="*/ T20 w 35"/>
                  <a:gd name="T22" fmla="+- 0 2134 2120"/>
                  <a:gd name="T23" fmla="*/ 2134 h 56"/>
                  <a:gd name="T24" fmla="+- 0 6987 6960"/>
                  <a:gd name="T25" fmla="*/ T24 w 35"/>
                  <a:gd name="T26" fmla="+- 0 2137 2120"/>
                  <a:gd name="T27" fmla="*/ 2137 h 56"/>
                  <a:gd name="T28" fmla="+- 0 6987 6960"/>
                  <a:gd name="T29" fmla="*/ T28 w 35"/>
                  <a:gd name="T30" fmla="+- 0 2155 2120"/>
                  <a:gd name="T31" fmla="*/ 2155 h 56"/>
                  <a:gd name="T32" fmla="+- 0 6987 6960"/>
                  <a:gd name="T33" fmla="*/ T32 w 35"/>
                  <a:gd name="T34" fmla="+- 0 2160 2120"/>
                  <a:gd name="T35" fmla="*/ 2160 h 56"/>
                  <a:gd name="T36" fmla="+- 0 6985 6960"/>
                  <a:gd name="T37" fmla="*/ T36 w 35"/>
                  <a:gd name="T38" fmla="+- 0 2167 2120"/>
                  <a:gd name="T39" fmla="*/ 2167 h 56"/>
                  <a:gd name="T40" fmla="+- 0 6983 6960"/>
                  <a:gd name="T41" fmla="*/ T40 w 35"/>
                  <a:gd name="T42" fmla="+- 0 2170 2120"/>
                  <a:gd name="T43" fmla="*/ 2170 h 56"/>
                  <a:gd name="T44" fmla="+- 0 6982 6960"/>
                  <a:gd name="T45" fmla="*/ T44 w 35"/>
                  <a:gd name="T46" fmla="+- 0 2171 2120"/>
                  <a:gd name="T47" fmla="*/ 2171 h 56"/>
                  <a:gd name="T48" fmla="+- 0 6978 6960"/>
                  <a:gd name="T49" fmla="*/ T48 w 35"/>
                  <a:gd name="T50" fmla="+- 0 2173 2120"/>
                  <a:gd name="T51" fmla="*/ 2173 h 56"/>
                  <a:gd name="T52" fmla="+- 0 6985 6960"/>
                  <a:gd name="T53" fmla="*/ T52 w 35"/>
                  <a:gd name="T54" fmla="+- 0 2173 2120"/>
                  <a:gd name="T55" fmla="*/ 2173 h 56"/>
                  <a:gd name="T56" fmla="+- 0 6995 6960"/>
                  <a:gd name="T57" fmla="*/ T56 w 35"/>
                  <a:gd name="T58" fmla="+- 0 2138 2120"/>
                  <a:gd name="T59" fmla="*/ 2138 h 56"/>
                  <a:gd name="T60" fmla="+- 0 6993 6960"/>
                  <a:gd name="T61" fmla="*/ T60 w 35"/>
                  <a:gd name="T62" fmla="+- 0 2131 2120"/>
                  <a:gd name="T63" fmla="*/ 2131 h 56"/>
                  <a:gd name="T64" fmla="+- 0 6986 6960"/>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7"/>
                    </a:lnTo>
                    <a:lnTo>
                      <a:pt x="27" y="35"/>
                    </a:lnTo>
                    <a:lnTo>
                      <a:pt x="27" y="40"/>
                    </a:lnTo>
                    <a:lnTo>
                      <a:pt x="25" y="47"/>
                    </a:lnTo>
                    <a:lnTo>
                      <a:pt x="23" y="50"/>
                    </a:lnTo>
                    <a:lnTo>
                      <a:pt x="22" y="51"/>
                    </a:lnTo>
                    <a:lnTo>
                      <a:pt x="18"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1" name="Group 260">
              <a:extLst>
                <a:ext uri="{FF2B5EF4-FFF2-40B4-BE49-F238E27FC236}">
                  <a16:creationId xmlns:a16="http://schemas.microsoft.com/office/drawing/2014/main" id="{30881524-25DD-D0C0-B81D-AECD1F3BAE8A}"/>
                </a:ext>
              </a:extLst>
            </p:cNvPr>
            <p:cNvGrpSpPr>
              <a:grpSpLocks/>
            </p:cNvGrpSpPr>
            <p:nvPr/>
          </p:nvGrpSpPr>
          <p:grpSpPr bwMode="auto">
            <a:xfrm>
              <a:off x="7417" y="2120"/>
              <a:ext cx="35" cy="56"/>
              <a:chOff x="7417" y="2120"/>
              <a:chExt cx="35" cy="56"/>
            </a:xfrm>
          </p:grpSpPr>
          <p:sp>
            <p:nvSpPr>
              <p:cNvPr id="1195" name="Freeform 5074">
                <a:extLst>
                  <a:ext uri="{FF2B5EF4-FFF2-40B4-BE49-F238E27FC236}">
                    <a16:creationId xmlns:a16="http://schemas.microsoft.com/office/drawing/2014/main" id="{5C774899-1930-413F-6FA2-542F0EFFE6E5}"/>
                  </a:ext>
                </a:extLst>
              </p:cNvPr>
              <p:cNvSpPr>
                <a:spLocks/>
              </p:cNvSpPr>
              <p:nvPr/>
            </p:nvSpPr>
            <p:spPr bwMode="auto">
              <a:xfrm>
                <a:off x="7417" y="2120"/>
                <a:ext cx="35" cy="56"/>
              </a:xfrm>
              <a:custGeom>
                <a:avLst/>
                <a:gdLst>
                  <a:gd name="T0" fmla="+- 0 7438 7417"/>
                  <a:gd name="T1" fmla="*/ T0 w 35"/>
                  <a:gd name="T2" fmla="+- 0 2120 2120"/>
                  <a:gd name="T3" fmla="*/ 2120 h 56"/>
                  <a:gd name="T4" fmla="+- 0 7432 7417"/>
                  <a:gd name="T5" fmla="*/ T4 w 35"/>
                  <a:gd name="T6" fmla="+- 0 2120 2120"/>
                  <a:gd name="T7" fmla="*/ 2120 h 56"/>
                  <a:gd name="T8" fmla="+- 0 7429 7417"/>
                  <a:gd name="T9" fmla="*/ T8 w 35"/>
                  <a:gd name="T10" fmla="+- 0 2121 2120"/>
                  <a:gd name="T11" fmla="*/ 2121 h 56"/>
                  <a:gd name="T12" fmla="+- 0 7424 7417"/>
                  <a:gd name="T13" fmla="*/ T12 w 35"/>
                  <a:gd name="T14" fmla="+- 0 2125 2120"/>
                  <a:gd name="T15" fmla="*/ 2125 h 56"/>
                  <a:gd name="T16" fmla="+- 0 7421 7417"/>
                  <a:gd name="T17" fmla="*/ T16 w 35"/>
                  <a:gd name="T18" fmla="+- 0 2128 2120"/>
                  <a:gd name="T19" fmla="*/ 2128 h 56"/>
                  <a:gd name="T20" fmla="+- 0 7418 7417"/>
                  <a:gd name="T21" fmla="*/ T20 w 35"/>
                  <a:gd name="T22" fmla="+- 0 2137 2120"/>
                  <a:gd name="T23" fmla="*/ 2137 h 56"/>
                  <a:gd name="T24" fmla="+- 0 7417 7417"/>
                  <a:gd name="T25" fmla="*/ T24 w 35"/>
                  <a:gd name="T26" fmla="+- 0 2142 2120"/>
                  <a:gd name="T27" fmla="*/ 2142 h 56"/>
                  <a:gd name="T28" fmla="+- 0 7417 7417"/>
                  <a:gd name="T29" fmla="*/ T28 w 35"/>
                  <a:gd name="T30" fmla="+- 0 2155 2120"/>
                  <a:gd name="T31" fmla="*/ 2155 h 56"/>
                  <a:gd name="T32" fmla="+- 0 7418 7417"/>
                  <a:gd name="T33" fmla="*/ T32 w 35"/>
                  <a:gd name="T34" fmla="+- 0 2161 2120"/>
                  <a:gd name="T35" fmla="*/ 2161 h 56"/>
                  <a:gd name="T36" fmla="+- 0 7425 7417"/>
                  <a:gd name="T37" fmla="*/ T36 w 35"/>
                  <a:gd name="T38" fmla="+- 0 2172 2120"/>
                  <a:gd name="T39" fmla="*/ 2172 h 56"/>
                  <a:gd name="T40" fmla="+- 0 7429 7417"/>
                  <a:gd name="T41" fmla="*/ T40 w 35"/>
                  <a:gd name="T42" fmla="+- 0 2175 2120"/>
                  <a:gd name="T43" fmla="*/ 2175 h 56"/>
                  <a:gd name="T44" fmla="+- 0 7436 7417"/>
                  <a:gd name="T45" fmla="*/ T44 w 35"/>
                  <a:gd name="T46" fmla="+- 0 2175 2120"/>
                  <a:gd name="T47" fmla="*/ 2175 h 56"/>
                  <a:gd name="T48" fmla="+- 0 7439 7417"/>
                  <a:gd name="T49" fmla="*/ T48 w 35"/>
                  <a:gd name="T50" fmla="+- 0 2174 2120"/>
                  <a:gd name="T51" fmla="*/ 2174 h 56"/>
                  <a:gd name="T52" fmla="+- 0 7441 7417"/>
                  <a:gd name="T53" fmla="*/ T52 w 35"/>
                  <a:gd name="T54" fmla="+- 0 2173 2120"/>
                  <a:gd name="T55" fmla="*/ 2173 h 56"/>
                  <a:gd name="T56" fmla="+- 0 7431 7417"/>
                  <a:gd name="T57" fmla="*/ T56 w 35"/>
                  <a:gd name="T58" fmla="+- 0 2173 2120"/>
                  <a:gd name="T59" fmla="*/ 2173 h 56"/>
                  <a:gd name="T60" fmla="+- 0 7429 7417"/>
                  <a:gd name="T61" fmla="*/ T60 w 35"/>
                  <a:gd name="T62" fmla="+- 0 2171 2120"/>
                  <a:gd name="T63" fmla="*/ 2171 h 56"/>
                  <a:gd name="T64" fmla="+- 0 7426 7417"/>
                  <a:gd name="T65" fmla="*/ T64 w 35"/>
                  <a:gd name="T66" fmla="+- 0 2162 2120"/>
                  <a:gd name="T67" fmla="*/ 2162 h 56"/>
                  <a:gd name="T68" fmla="+- 0 7425 7417"/>
                  <a:gd name="T69" fmla="*/ T68 w 35"/>
                  <a:gd name="T70" fmla="+- 0 2156 2120"/>
                  <a:gd name="T71" fmla="*/ 2156 h 56"/>
                  <a:gd name="T72" fmla="+- 0 7425 7417"/>
                  <a:gd name="T73" fmla="*/ T72 w 35"/>
                  <a:gd name="T74" fmla="+- 0 2142 2120"/>
                  <a:gd name="T75" fmla="*/ 2142 h 56"/>
                  <a:gd name="T76" fmla="+- 0 7434 7417"/>
                  <a:gd name="T77" fmla="*/ T76 w 35"/>
                  <a:gd name="T78" fmla="+- 0 2122 2120"/>
                  <a:gd name="T79" fmla="*/ 2122 h 56"/>
                  <a:gd name="T80" fmla="+- 0 7442 7417"/>
                  <a:gd name="T81" fmla="*/ T80 w 35"/>
                  <a:gd name="T82" fmla="+- 0 2122 2120"/>
                  <a:gd name="T83" fmla="*/ 2122 h 56"/>
                  <a:gd name="T84" fmla="+- 0 7442 7417"/>
                  <a:gd name="T85" fmla="*/ T84 w 35"/>
                  <a:gd name="T86" fmla="+- 0 2122 2120"/>
                  <a:gd name="T87" fmla="*/ 2122 h 56"/>
                  <a:gd name="T88" fmla="+- 0 7438 7417"/>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96" name="Freeform 5075">
                <a:extLst>
                  <a:ext uri="{FF2B5EF4-FFF2-40B4-BE49-F238E27FC236}">
                    <a16:creationId xmlns:a16="http://schemas.microsoft.com/office/drawing/2014/main" id="{B6D779EA-5340-7D7E-33B6-74CCAFBA5238}"/>
                  </a:ext>
                </a:extLst>
              </p:cNvPr>
              <p:cNvSpPr>
                <a:spLocks/>
              </p:cNvSpPr>
              <p:nvPr/>
            </p:nvSpPr>
            <p:spPr bwMode="auto">
              <a:xfrm>
                <a:off x="7417" y="2120"/>
                <a:ext cx="35" cy="56"/>
              </a:xfrm>
              <a:custGeom>
                <a:avLst/>
                <a:gdLst>
                  <a:gd name="T0" fmla="+- 0 7442 7417"/>
                  <a:gd name="T1" fmla="*/ T0 w 35"/>
                  <a:gd name="T2" fmla="+- 0 2122 2120"/>
                  <a:gd name="T3" fmla="*/ 2122 h 56"/>
                  <a:gd name="T4" fmla="+- 0 7434 7417"/>
                  <a:gd name="T5" fmla="*/ T4 w 35"/>
                  <a:gd name="T6" fmla="+- 0 2122 2120"/>
                  <a:gd name="T7" fmla="*/ 2122 h 56"/>
                  <a:gd name="T8" fmla="+- 0 7438 7417"/>
                  <a:gd name="T9" fmla="*/ T8 w 35"/>
                  <a:gd name="T10" fmla="+- 0 2124 2120"/>
                  <a:gd name="T11" fmla="*/ 2124 h 56"/>
                  <a:gd name="T12" fmla="+- 0 7440 7417"/>
                  <a:gd name="T13" fmla="*/ T12 w 35"/>
                  <a:gd name="T14" fmla="+- 0 2125 2120"/>
                  <a:gd name="T15" fmla="*/ 2125 h 56"/>
                  <a:gd name="T16" fmla="+- 0 7441 7417"/>
                  <a:gd name="T17" fmla="*/ T16 w 35"/>
                  <a:gd name="T18" fmla="+- 0 2127 2120"/>
                  <a:gd name="T19" fmla="*/ 2127 h 56"/>
                  <a:gd name="T20" fmla="+- 0 7443 7417"/>
                  <a:gd name="T21" fmla="*/ T20 w 35"/>
                  <a:gd name="T22" fmla="+- 0 2134 2120"/>
                  <a:gd name="T23" fmla="*/ 2134 h 56"/>
                  <a:gd name="T24" fmla="+- 0 7443 7417"/>
                  <a:gd name="T25" fmla="*/ T24 w 35"/>
                  <a:gd name="T26" fmla="+- 0 2137 2120"/>
                  <a:gd name="T27" fmla="*/ 2137 h 56"/>
                  <a:gd name="T28" fmla="+- 0 7444 7417"/>
                  <a:gd name="T29" fmla="*/ T28 w 35"/>
                  <a:gd name="T30" fmla="+- 0 2155 2120"/>
                  <a:gd name="T31" fmla="*/ 2155 h 56"/>
                  <a:gd name="T32" fmla="+- 0 7443 7417"/>
                  <a:gd name="T33" fmla="*/ T32 w 35"/>
                  <a:gd name="T34" fmla="+- 0 2160 2120"/>
                  <a:gd name="T35" fmla="*/ 2160 h 56"/>
                  <a:gd name="T36" fmla="+- 0 7441 7417"/>
                  <a:gd name="T37" fmla="*/ T36 w 35"/>
                  <a:gd name="T38" fmla="+- 0 2167 2120"/>
                  <a:gd name="T39" fmla="*/ 2167 h 56"/>
                  <a:gd name="T40" fmla="+- 0 7440 7417"/>
                  <a:gd name="T41" fmla="*/ T40 w 35"/>
                  <a:gd name="T42" fmla="+- 0 2170 2120"/>
                  <a:gd name="T43" fmla="*/ 2170 h 56"/>
                  <a:gd name="T44" fmla="+- 0 7438 7417"/>
                  <a:gd name="T45" fmla="*/ T44 w 35"/>
                  <a:gd name="T46" fmla="+- 0 2171 2120"/>
                  <a:gd name="T47" fmla="*/ 2171 h 56"/>
                  <a:gd name="T48" fmla="+- 0 7434 7417"/>
                  <a:gd name="T49" fmla="*/ T48 w 35"/>
                  <a:gd name="T50" fmla="+- 0 2173 2120"/>
                  <a:gd name="T51" fmla="*/ 2173 h 56"/>
                  <a:gd name="T52" fmla="+- 0 7441 7417"/>
                  <a:gd name="T53" fmla="*/ T52 w 35"/>
                  <a:gd name="T54" fmla="+- 0 2173 2120"/>
                  <a:gd name="T55" fmla="*/ 2173 h 56"/>
                  <a:gd name="T56" fmla="+- 0 7451 7417"/>
                  <a:gd name="T57" fmla="*/ T56 w 35"/>
                  <a:gd name="T58" fmla="+- 0 2138 2120"/>
                  <a:gd name="T59" fmla="*/ 2138 h 56"/>
                  <a:gd name="T60" fmla="+- 0 7449 7417"/>
                  <a:gd name="T61" fmla="*/ T60 w 35"/>
                  <a:gd name="T62" fmla="+- 0 2131 2120"/>
                  <a:gd name="T63" fmla="*/ 2131 h 56"/>
                  <a:gd name="T64" fmla="+- 0 7442 7417"/>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2" name="Group 261">
              <a:extLst>
                <a:ext uri="{FF2B5EF4-FFF2-40B4-BE49-F238E27FC236}">
                  <a16:creationId xmlns:a16="http://schemas.microsoft.com/office/drawing/2014/main" id="{A0F99D36-08AA-7538-0EF0-18D1B73E0C5B}"/>
                </a:ext>
              </a:extLst>
            </p:cNvPr>
            <p:cNvGrpSpPr>
              <a:grpSpLocks/>
            </p:cNvGrpSpPr>
            <p:nvPr/>
          </p:nvGrpSpPr>
          <p:grpSpPr bwMode="auto">
            <a:xfrm>
              <a:off x="7873" y="2120"/>
              <a:ext cx="35" cy="56"/>
              <a:chOff x="7873" y="2120"/>
              <a:chExt cx="35" cy="56"/>
            </a:xfrm>
          </p:grpSpPr>
          <p:sp>
            <p:nvSpPr>
              <p:cNvPr id="1193" name="Freeform 5077">
                <a:extLst>
                  <a:ext uri="{FF2B5EF4-FFF2-40B4-BE49-F238E27FC236}">
                    <a16:creationId xmlns:a16="http://schemas.microsoft.com/office/drawing/2014/main" id="{750DC060-95F5-8DF8-AC15-53890BB2BD4B}"/>
                  </a:ext>
                </a:extLst>
              </p:cNvPr>
              <p:cNvSpPr>
                <a:spLocks/>
              </p:cNvSpPr>
              <p:nvPr/>
            </p:nvSpPr>
            <p:spPr bwMode="auto">
              <a:xfrm>
                <a:off x="7873" y="2120"/>
                <a:ext cx="35" cy="56"/>
              </a:xfrm>
              <a:custGeom>
                <a:avLst/>
                <a:gdLst>
                  <a:gd name="T0" fmla="+- 0 7895 7873"/>
                  <a:gd name="T1" fmla="*/ T0 w 35"/>
                  <a:gd name="T2" fmla="+- 0 2120 2120"/>
                  <a:gd name="T3" fmla="*/ 2120 h 56"/>
                  <a:gd name="T4" fmla="+- 0 7888 7873"/>
                  <a:gd name="T5" fmla="*/ T4 w 35"/>
                  <a:gd name="T6" fmla="+- 0 2120 2120"/>
                  <a:gd name="T7" fmla="*/ 2120 h 56"/>
                  <a:gd name="T8" fmla="+- 0 7886 7873"/>
                  <a:gd name="T9" fmla="*/ T8 w 35"/>
                  <a:gd name="T10" fmla="+- 0 2121 2120"/>
                  <a:gd name="T11" fmla="*/ 2121 h 56"/>
                  <a:gd name="T12" fmla="+- 0 7883 7873"/>
                  <a:gd name="T13" fmla="*/ T12 w 35"/>
                  <a:gd name="T14" fmla="+- 0 2122 2120"/>
                  <a:gd name="T15" fmla="*/ 2122 h 56"/>
                  <a:gd name="T16" fmla="+- 0 7880 7873"/>
                  <a:gd name="T17" fmla="*/ T16 w 35"/>
                  <a:gd name="T18" fmla="+- 0 2125 2120"/>
                  <a:gd name="T19" fmla="*/ 2125 h 56"/>
                  <a:gd name="T20" fmla="+- 0 7878 7873"/>
                  <a:gd name="T21" fmla="*/ T20 w 35"/>
                  <a:gd name="T22" fmla="+- 0 2128 2120"/>
                  <a:gd name="T23" fmla="*/ 2128 h 56"/>
                  <a:gd name="T24" fmla="+- 0 7874 7873"/>
                  <a:gd name="T25" fmla="*/ T24 w 35"/>
                  <a:gd name="T26" fmla="+- 0 2137 2120"/>
                  <a:gd name="T27" fmla="*/ 2137 h 56"/>
                  <a:gd name="T28" fmla="+- 0 7873 7873"/>
                  <a:gd name="T29" fmla="*/ T28 w 35"/>
                  <a:gd name="T30" fmla="+- 0 2142 2120"/>
                  <a:gd name="T31" fmla="*/ 2142 h 56"/>
                  <a:gd name="T32" fmla="+- 0 7873 7873"/>
                  <a:gd name="T33" fmla="*/ T32 w 35"/>
                  <a:gd name="T34" fmla="+- 0 2155 2120"/>
                  <a:gd name="T35" fmla="*/ 2155 h 56"/>
                  <a:gd name="T36" fmla="+- 0 7875 7873"/>
                  <a:gd name="T37" fmla="*/ T36 w 35"/>
                  <a:gd name="T38" fmla="+- 0 2161 2120"/>
                  <a:gd name="T39" fmla="*/ 2161 h 56"/>
                  <a:gd name="T40" fmla="+- 0 7881 7873"/>
                  <a:gd name="T41" fmla="*/ T40 w 35"/>
                  <a:gd name="T42" fmla="+- 0 2172 2120"/>
                  <a:gd name="T43" fmla="*/ 2172 h 56"/>
                  <a:gd name="T44" fmla="+- 0 7885 7873"/>
                  <a:gd name="T45" fmla="*/ T44 w 35"/>
                  <a:gd name="T46" fmla="+- 0 2175 2120"/>
                  <a:gd name="T47" fmla="*/ 2175 h 56"/>
                  <a:gd name="T48" fmla="+- 0 7893 7873"/>
                  <a:gd name="T49" fmla="*/ T48 w 35"/>
                  <a:gd name="T50" fmla="+- 0 2175 2120"/>
                  <a:gd name="T51" fmla="*/ 2175 h 56"/>
                  <a:gd name="T52" fmla="+- 0 7895 7873"/>
                  <a:gd name="T53" fmla="*/ T52 w 35"/>
                  <a:gd name="T54" fmla="+- 0 2174 2120"/>
                  <a:gd name="T55" fmla="*/ 2174 h 56"/>
                  <a:gd name="T56" fmla="+- 0 7898 7873"/>
                  <a:gd name="T57" fmla="*/ T56 w 35"/>
                  <a:gd name="T58" fmla="+- 0 2173 2120"/>
                  <a:gd name="T59" fmla="*/ 2173 h 56"/>
                  <a:gd name="T60" fmla="+- 0 7887 7873"/>
                  <a:gd name="T61" fmla="*/ T60 w 35"/>
                  <a:gd name="T62" fmla="+- 0 2173 2120"/>
                  <a:gd name="T63" fmla="*/ 2173 h 56"/>
                  <a:gd name="T64" fmla="+- 0 7885 7873"/>
                  <a:gd name="T65" fmla="*/ T64 w 35"/>
                  <a:gd name="T66" fmla="+- 0 2171 2120"/>
                  <a:gd name="T67" fmla="*/ 2171 h 56"/>
                  <a:gd name="T68" fmla="+- 0 7884 7873"/>
                  <a:gd name="T69" fmla="*/ T68 w 35"/>
                  <a:gd name="T70" fmla="+- 0 2167 2120"/>
                  <a:gd name="T71" fmla="*/ 2167 h 56"/>
                  <a:gd name="T72" fmla="+- 0 7882 7873"/>
                  <a:gd name="T73" fmla="*/ T72 w 35"/>
                  <a:gd name="T74" fmla="+- 0 2162 2120"/>
                  <a:gd name="T75" fmla="*/ 2162 h 56"/>
                  <a:gd name="T76" fmla="+- 0 7881 7873"/>
                  <a:gd name="T77" fmla="*/ T76 w 35"/>
                  <a:gd name="T78" fmla="+- 0 2156 2120"/>
                  <a:gd name="T79" fmla="*/ 2156 h 56"/>
                  <a:gd name="T80" fmla="+- 0 7890 7873"/>
                  <a:gd name="T81" fmla="*/ T80 w 35"/>
                  <a:gd name="T82" fmla="+- 0 2122 2120"/>
                  <a:gd name="T83" fmla="*/ 2122 h 56"/>
                  <a:gd name="T84" fmla="+- 0 7899 7873"/>
                  <a:gd name="T85" fmla="*/ T84 w 35"/>
                  <a:gd name="T86" fmla="+- 0 2122 2120"/>
                  <a:gd name="T87" fmla="*/ 2122 h 56"/>
                  <a:gd name="T88" fmla="+- 0 7898 7873"/>
                  <a:gd name="T89" fmla="*/ T88 w 35"/>
                  <a:gd name="T90" fmla="+- 0 2122 2120"/>
                  <a:gd name="T91" fmla="*/ 2122 h 56"/>
                  <a:gd name="T92" fmla="+- 0 7895 7873"/>
                  <a:gd name="T93" fmla="*/ T92 w 35"/>
                  <a:gd name="T94" fmla="+- 0 2120 2120"/>
                  <a:gd name="T95"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94" name="Freeform 5078">
                <a:extLst>
                  <a:ext uri="{FF2B5EF4-FFF2-40B4-BE49-F238E27FC236}">
                    <a16:creationId xmlns:a16="http://schemas.microsoft.com/office/drawing/2014/main" id="{22B016E4-01F4-265C-E415-7D5B28E790E0}"/>
                  </a:ext>
                </a:extLst>
              </p:cNvPr>
              <p:cNvSpPr>
                <a:spLocks/>
              </p:cNvSpPr>
              <p:nvPr/>
            </p:nvSpPr>
            <p:spPr bwMode="auto">
              <a:xfrm>
                <a:off x="7873" y="2120"/>
                <a:ext cx="35" cy="56"/>
              </a:xfrm>
              <a:custGeom>
                <a:avLst/>
                <a:gdLst>
                  <a:gd name="T0" fmla="+- 0 7899 7873"/>
                  <a:gd name="T1" fmla="*/ T0 w 35"/>
                  <a:gd name="T2" fmla="+- 0 2122 2120"/>
                  <a:gd name="T3" fmla="*/ 2122 h 56"/>
                  <a:gd name="T4" fmla="+- 0 7890 7873"/>
                  <a:gd name="T5" fmla="*/ T4 w 35"/>
                  <a:gd name="T6" fmla="+- 0 2122 2120"/>
                  <a:gd name="T7" fmla="*/ 2122 h 56"/>
                  <a:gd name="T8" fmla="+- 0 7894 7873"/>
                  <a:gd name="T9" fmla="*/ T8 w 35"/>
                  <a:gd name="T10" fmla="+- 0 2124 2120"/>
                  <a:gd name="T11" fmla="*/ 2124 h 56"/>
                  <a:gd name="T12" fmla="+- 0 7896 7873"/>
                  <a:gd name="T13" fmla="*/ T12 w 35"/>
                  <a:gd name="T14" fmla="+- 0 2125 2120"/>
                  <a:gd name="T15" fmla="*/ 2125 h 56"/>
                  <a:gd name="T16" fmla="+- 0 7897 7873"/>
                  <a:gd name="T17" fmla="*/ T16 w 35"/>
                  <a:gd name="T18" fmla="+- 0 2127 2120"/>
                  <a:gd name="T19" fmla="*/ 2127 h 56"/>
                  <a:gd name="T20" fmla="+- 0 7899 7873"/>
                  <a:gd name="T21" fmla="*/ T20 w 35"/>
                  <a:gd name="T22" fmla="+- 0 2134 2120"/>
                  <a:gd name="T23" fmla="*/ 2134 h 56"/>
                  <a:gd name="T24" fmla="+- 0 7900 7873"/>
                  <a:gd name="T25" fmla="*/ T24 w 35"/>
                  <a:gd name="T26" fmla="+- 0 2137 2120"/>
                  <a:gd name="T27" fmla="*/ 2137 h 56"/>
                  <a:gd name="T28" fmla="+- 0 7900 7873"/>
                  <a:gd name="T29" fmla="*/ T28 w 35"/>
                  <a:gd name="T30" fmla="+- 0 2155 2120"/>
                  <a:gd name="T31" fmla="*/ 2155 h 56"/>
                  <a:gd name="T32" fmla="+- 0 7899 7873"/>
                  <a:gd name="T33" fmla="*/ T32 w 35"/>
                  <a:gd name="T34" fmla="+- 0 2160 2120"/>
                  <a:gd name="T35" fmla="*/ 2160 h 56"/>
                  <a:gd name="T36" fmla="+- 0 7897 7873"/>
                  <a:gd name="T37" fmla="*/ T36 w 35"/>
                  <a:gd name="T38" fmla="+- 0 2167 2120"/>
                  <a:gd name="T39" fmla="*/ 2167 h 56"/>
                  <a:gd name="T40" fmla="+- 0 7896 7873"/>
                  <a:gd name="T41" fmla="*/ T40 w 35"/>
                  <a:gd name="T42" fmla="+- 0 2170 2120"/>
                  <a:gd name="T43" fmla="*/ 2170 h 56"/>
                  <a:gd name="T44" fmla="+- 0 7895 7873"/>
                  <a:gd name="T45" fmla="*/ T44 w 35"/>
                  <a:gd name="T46" fmla="+- 0 2171 2120"/>
                  <a:gd name="T47" fmla="*/ 2171 h 56"/>
                  <a:gd name="T48" fmla="+- 0 7890 7873"/>
                  <a:gd name="T49" fmla="*/ T48 w 35"/>
                  <a:gd name="T50" fmla="+- 0 2173 2120"/>
                  <a:gd name="T51" fmla="*/ 2173 h 56"/>
                  <a:gd name="T52" fmla="+- 0 7898 7873"/>
                  <a:gd name="T53" fmla="*/ T52 w 35"/>
                  <a:gd name="T54" fmla="+- 0 2173 2120"/>
                  <a:gd name="T55" fmla="*/ 2173 h 56"/>
                  <a:gd name="T56" fmla="+- 0 7908 7873"/>
                  <a:gd name="T57" fmla="*/ T56 w 35"/>
                  <a:gd name="T58" fmla="+- 0 2138 2120"/>
                  <a:gd name="T59" fmla="*/ 2138 h 56"/>
                  <a:gd name="T60" fmla="+- 0 7906 7873"/>
                  <a:gd name="T61" fmla="*/ T60 w 35"/>
                  <a:gd name="T62" fmla="+- 0 2131 2120"/>
                  <a:gd name="T63" fmla="*/ 2131 h 56"/>
                  <a:gd name="T64" fmla="+- 0 7899 7873"/>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3" name="Group 262">
              <a:extLst>
                <a:ext uri="{FF2B5EF4-FFF2-40B4-BE49-F238E27FC236}">
                  <a16:creationId xmlns:a16="http://schemas.microsoft.com/office/drawing/2014/main" id="{4E3410A4-ABD7-B290-5A79-DFAED73E36C8}"/>
                </a:ext>
              </a:extLst>
            </p:cNvPr>
            <p:cNvGrpSpPr>
              <a:grpSpLocks/>
            </p:cNvGrpSpPr>
            <p:nvPr/>
          </p:nvGrpSpPr>
          <p:grpSpPr bwMode="auto">
            <a:xfrm>
              <a:off x="8329" y="2120"/>
              <a:ext cx="35" cy="56"/>
              <a:chOff x="8329" y="2120"/>
              <a:chExt cx="35" cy="56"/>
            </a:xfrm>
          </p:grpSpPr>
          <p:sp>
            <p:nvSpPr>
              <p:cNvPr id="1191" name="Freeform 5080">
                <a:extLst>
                  <a:ext uri="{FF2B5EF4-FFF2-40B4-BE49-F238E27FC236}">
                    <a16:creationId xmlns:a16="http://schemas.microsoft.com/office/drawing/2014/main" id="{C9ECCEF3-13F5-361A-0160-E20DC64E1F21}"/>
                  </a:ext>
                </a:extLst>
              </p:cNvPr>
              <p:cNvSpPr>
                <a:spLocks/>
              </p:cNvSpPr>
              <p:nvPr/>
            </p:nvSpPr>
            <p:spPr bwMode="auto">
              <a:xfrm>
                <a:off x="8329" y="2120"/>
                <a:ext cx="35" cy="56"/>
              </a:xfrm>
              <a:custGeom>
                <a:avLst/>
                <a:gdLst>
                  <a:gd name="T0" fmla="+- 0 8351 8329"/>
                  <a:gd name="T1" fmla="*/ T0 w 35"/>
                  <a:gd name="T2" fmla="+- 0 2120 2120"/>
                  <a:gd name="T3" fmla="*/ 2120 h 56"/>
                  <a:gd name="T4" fmla="+- 0 8344 8329"/>
                  <a:gd name="T5" fmla="*/ T4 w 35"/>
                  <a:gd name="T6" fmla="+- 0 2120 2120"/>
                  <a:gd name="T7" fmla="*/ 2120 h 56"/>
                  <a:gd name="T8" fmla="+- 0 8342 8329"/>
                  <a:gd name="T9" fmla="*/ T8 w 35"/>
                  <a:gd name="T10" fmla="+- 0 2121 2120"/>
                  <a:gd name="T11" fmla="*/ 2121 h 56"/>
                  <a:gd name="T12" fmla="+- 0 8339 8329"/>
                  <a:gd name="T13" fmla="*/ T12 w 35"/>
                  <a:gd name="T14" fmla="+- 0 2122 2120"/>
                  <a:gd name="T15" fmla="*/ 2122 h 56"/>
                  <a:gd name="T16" fmla="+- 0 8336 8329"/>
                  <a:gd name="T17" fmla="*/ T16 w 35"/>
                  <a:gd name="T18" fmla="+- 0 2125 2120"/>
                  <a:gd name="T19" fmla="*/ 2125 h 56"/>
                  <a:gd name="T20" fmla="+- 0 8334 8329"/>
                  <a:gd name="T21" fmla="*/ T20 w 35"/>
                  <a:gd name="T22" fmla="+- 0 2128 2120"/>
                  <a:gd name="T23" fmla="*/ 2128 h 56"/>
                  <a:gd name="T24" fmla="+- 0 8330 8329"/>
                  <a:gd name="T25" fmla="*/ T24 w 35"/>
                  <a:gd name="T26" fmla="+- 0 2137 2120"/>
                  <a:gd name="T27" fmla="*/ 2137 h 56"/>
                  <a:gd name="T28" fmla="+- 0 8329 8329"/>
                  <a:gd name="T29" fmla="*/ T28 w 35"/>
                  <a:gd name="T30" fmla="+- 0 2142 2120"/>
                  <a:gd name="T31" fmla="*/ 2142 h 56"/>
                  <a:gd name="T32" fmla="+- 0 8329 8329"/>
                  <a:gd name="T33" fmla="*/ T32 w 35"/>
                  <a:gd name="T34" fmla="+- 0 2155 2120"/>
                  <a:gd name="T35" fmla="*/ 2155 h 56"/>
                  <a:gd name="T36" fmla="+- 0 8331 8329"/>
                  <a:gd name="T37" fmla="*/ T36 w 35"/>
                  <a:gd name="T38" fmla="+- 0 2161 2120"/>
                  <a:gd name="T39" fmla="*/ 2161 h 56"/>
                  <a:gd name="T40" fmla="+- 0 8337 8329"/>
                  <a:gd name="T41" fmla="*/ T40 w 35"/>
                  <a:gd name="T42" fmla="+- 0 2172 2120"/>
                  <a:gd name="T43" fmla="*/ 2172 h 56"/>
                  <a:gd name="T44" fmla="+- 0 8341 8329"/>
                  <a:gd name="T45" fmla="*/ T44 w 35"/>
                  <a:gd name="T46" fmla="+- 0 2175 2120"/>
                  <a:gd name="T47" fmla="*/ 2175 h 56"/>
                  <a:gd name="T48" fmla="+- 0 8349 8329"/>
                  <a:gd name="T49" fmla="*/ T48 w 35"/>
                  <a:gd name="T50" fmla="+- 0 2175 2120"/>
                  <a:gd name="T51" fmla="*/ 2175 h 56"/>
                  <a:gd name="T52" fmla="+- 0 8352 8329"/>
                  <a:gd name="T53" fmla="*/ T52 w 35"/>
                  <a:gd name="T54" fmla="+- 0 2174 2120"/>
                  <a:gd name="T55" fmla="*/ 2174 h 56"/>
                  <a:gd name="T56" fmla="+- 0 8354 8329"/>
                  <a:gd name="T57" fmla="*/ T56 w 35"/>
                  <a:gd name="T58" fmla="+- 0 2173 2120"/>
                  <a:gd name="T59" fmla="*/ 2173 h 56"/>
                  <a:gd name="T60" fmla="+- 0 8344 8329"/>
                  <a:gd name="T61" fmla="*/ T60 w 35"/>
                  <a:gd name="T62" fmla="+- 0 2173 2120"/>
                  <a:gd name="T63" fmla="*/ 2173 h 56"/>
                  <a:gd name="T64" fmla="+- 0 8341 8329"/>
                  <a:gd name="T65" fmla="*/ T64 w 35"/>
                  <a:gd name="T66" fmla="+- 0 2171 2120"/>
                  <a:gd name="T67" fmla="*/ 2171 h 56"/>
                  <a:gd name="T68" fmla="+- 0 8340 8329"/>
                  <a:gd name="T69" fmla="*/ T68 w 35"/>
                  <a:gd name="T70" fmla="+- 0 2167 2120"/>
                  <a:gd name="T71" fmla="*/ 2167 h 56"/>
                  <a:gd name="T72" fmla="+- 0 8338 8329"/>
                  <a:gd name="T73" fmla="*/ T72 w 35"/>
                  <a:gd name="T74" fmla="+- 0 2162 2120"/>
                  <a:gd name="T75" fmla="*/ 2162 h 56"/>
                  <a:gd name="T76" fmla="+- 0 8337 8329"/>
                  <a:gd name="T77" fmla="*/ T76 w 35"/>
                  <a:gd name="T78" fmla="+- 0 2156 2120"/>
                  <a:gd name="T79" fmla="*/ 2156 h 56"/>
                  <a:gd name="T80" fmla="+- 0 8347 8329"/>
                  <a:gd name="T81" fmla="*/ T80 w 35"/>
                  <a:gd name="T82" fmla="+- 0 2122 2120"/>
                  <a:gd name="T83" fmla="*/ 2122 h 56"/>
                  <a:gd name="T84" fmla="+- 0 8355 8329"/>
                  <a:gd name="T85" fmla="*/ T84 w 35"/>
                  <a:gd name="T86" fmla="+- 0 2122 2120"/>
                  <a:gd name="T87" fmla="*/ 2122 h 56"/>
                  <a:gd name="T88" fmla="+- 0 8355 8329"/>
                  <a:gd name="T89" fmla="*/ T88 w 35"/>
                  <a:gd name="T90" fmla="+- 0 2122 2120"/>
                  <a:gd name="T91" fmla="*/ 2122 h 56"/>
                  <a:gd name="T92" fmla="+- 0 8351 8329"/>
                  <a:gd name="T93" fmla="*/ T92 w 35"/>
                  <a:gd name="T94" fmla="+- 0 2120 2120"/>
                  <a:gd name="T95"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92" name="Freeform 5081">
                <a:extLst>
                  <a:ext uri="{FF2B5EF4-FFF2-40B4-BE49-F238E27FC236}">
                    <a16:creationId xmlns:a16="http://schemas.microsoft.com/office/drawing/2014/main" id="{2C541243-B43B-D19F-60C9-3A710FC1A62A}"/>
                  </a:ext>
                </a:extLst>
              </p:cNvPr>
              <p:cNvSpPr>
                <a:spLocks/>
              </p:cNvSpPr>
              <p:nvPr/>
            </p:nvSpPr>
            <p:spPr bwMode="auto">
              <a:xfrm>
                <a:off x="8329" y="2120"/>
                <a:ext cx="35" cy="56"/>
              </a:xfrm>
              <a:custGeom>
                <a:avLst/>
                <a:gdLst>
                  <a:gd name="T0" fmla="+- 0 8355 8329"/>
                  <a:gd name="T1" fmla="*/ T0 w 35"/>
                  <a:gd name="T2" fmla="+- 0 2122 2120"/>
                  <a:gd name="T3" fmla="*/ 2122 h 56"/>
                  <a:gd name="T4" fmla="+- 0 8347 8329"/>
                  <a:gd name="T5" fmla="*/ T4 w 35"/>
                  <a:gd name="T6" fmla="+- 0 2122 2120"/>
                  <a:gd name="T7" fmla="*/ 2122 h 56"/>
                  <a:gd name="T8" fmla="+- 0 8351 8329"/>
                  <a:gd name="T9" fmla="*/ T8 w 35"/>
                  <a:gd name="T10" fmla="+- 0 2124 2120"/>
                  <a:gd name="T11" fmla="*/ 2124 h 56"/>
                  <a:gd name="T12" fmla="+- 0 8352 8329"/>
                  <a:gd name="T13" fmla="*/ T12 w 35"/>
                  <a:gd name="T14" fmla="+- 0 2125 2120"/>
                  <a:gd name="T15" fmla="*/ 2125 h 56"/>
                  <a:gd name="T16" fmla="+- 0 8353 8329"/>
                  <a:gd name="T17" fmla="*/ T16 w 35"/>
                  <a:gd name="T18" fmla="+- 0 2127 2120"/>
                  <a:gd name="T19" fmla="*/ 2127 h 56"/>
                  <a:gd name="T20" fmla="+- 0 8356 8329"/>
                  <a:gd name="T21" fmla="*/ T20 w 35"/>
                  <a:gd name="T22" fmla="+- 0 2134 2120"/>
                  <a:gd name="T23" fmla="*/ 2134 h 56"/>
                  <a:gd name="T24" fmla="+- 0 8356 8329"/>
                  <a:gd name="T25" fmla="*/ T24 w 35"/>
                  <a:gd name="T26" fmla="+- 0 2137 2120"/>
                  <a:gd name="T27" fmla="*/ 2137 h 56"/>
                  <a:gd name="T28" fmla="+- 0 8356 8329"/>
                  <a:gd name="T29" fmla="*/ T28 w 35"/>
                  <a:gd name="T30" fmla="+- 0 2155 2120"/>
                  <a:gd name="T31" fmla="*/ 2155 h 56"/>
                  <a:gd name="T32" fmla="+- 0 8356 8329"/>
                  <a:gd name="T33" fmla="*/ T32 w 35"/>
                  <a:gd name="T34" fmla="+- 0 2160 2120"/>
                  <a:gd name="T35" fmla="*/ 2160 h 56"/>
                  <a:gd name="T36" fmla="+- 0 8354 8329"/>
                  <a:gd name="T37" fmla="*/ T36 w 35"/>
                  <a:gd name="T38" fmla="+- 0 2167 2120"/>
                  <a:gd name="T39" fmla="*/ 2167 h 56"/>
                  <a:gd name="T40" fmla="+- 0 8352 8329"/>
                  <a:gd name="T41" fmla="*/ T40 w 35"/>
                  <a:gd name="T42" fmla="+- 0 2170 2120"/>
                  <a:gd name="T43" fmla="*/ 2170 h 56"/>
                  <a:gd name="T44" fmla="+- 0 8351 8329"/>
                  <a:gd name="T45" fmla="*/ T44 w 35"/>
                  <a:gd name="T46" fmla="+- 0 2171 2120"/>
                  <a:gd name="T47" fmla="*/ 2171 h 56"/>
                  <a:gd name="T48" fmla="+- 0 8346 8329"/>
                  <a:gd name="T49" fmla="*/ T48 w 35"/>
                  <a:gd name="T50" fmla="+- 0 2173 2120"/>
                  <a:gd name="T51" fmla="*/ 2173 h 56"/>
                  <a:gd name="T52" fmla="+- 0 8354 8329"/>
                  <a:gd name="T53" fmla="*/ T52 w 35"/>
                  <a:gd name="T54" fmla="+- 0 2173 2120"/>
                  <a:gd name="T55" fmla="*/ 2173 h 56"/>
                  <a:gd name="T56" fmla="+- 0 8364 8329"/>
                  <a:gd name="T57" fmla="*/ T56 w 35"/>
                  <a:gd name="T58" fmla="+- 0 2138 2120"/>
                  <a:gd name="T59" fmla="*/ 2138 h 56"/>
                  <a:gd name="T60" fmla="+- 0 8362 8329"/>
                  <a:gd name="T61" fmla="*/ T60 w 35"/>
                  <a:gd name="T62" fmla="+- 0 2131 2120"/>
                  <a:gd name="T63" fmla="*/ 2131 h 56"/>
                  <a:gd name="T64" fmla="+- 0 8355 8329"/>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7"/>
                    </a:lnTo>
                    <a:lnTo>
                      <a:pt x="27" y="35"/>
                    </a:lnTo>
                    <a:lnTo>
                      <a:pt x="27" y="40"/>
                    </a:lnTo>
                    <a:lnTo>
                      <a:pt x="25"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4" name="Group 263">
              <a:extLst>
                <a:ext uri="{FF2B5EF4-FFF2-40B4-BE49-F238E27FC236}">
                  <a16:creationId xmlns:a16="http://schemas.microsoft.com/office/drawing/2014/main" id="{6A7A5613-3115-42F6-0175-1586E53A814D}"/>
                </a:ext>
              </a:extLst>
            </p:cNvPr>
            <p:cNvGrpSpPr>
              <a:grpSpLocks/>
            </p:cNvGrpSpPr>
            <p:nvPr/>
          </p:nvGrpSpPr>
          <p:grpSpPr bwMode="auto">
            <a:xfrm>
              <a:off x="8786" y="2120"/>
              <a:ext cx="35" cy="56"/>
              <a:chOff x="8786" y="2120"/>
              <a:chExt cx="35" cy="56"/>
            </a:xfrm>
          </p:grpSpPr>
          <p:sp>
            <p:nvSpPr>
              <p:cNvPr id="1189" name="Freeform 5083">
                <a:extLst>
                  <a:ext uri="{FF2B5EF4-FFF2-40B4-BE49-F238E27FC236}">
                    <a16:creationId xmlns:a16="http://schemas.microsoft.com/office/drawing/2014/main" id="{94D5FE55-D71C-A9B8-3FA2-64541ABEC1D1}"/>
                  </a:ext>
                </a:extLst>
              </p:cNvPr>
              <p:cNvSpPr>
                <a:spLocks/>
              </p:cNvSpPr>
              <p:nvPr/>
            </p:nvSpPr>
            <p:spPr bwMode="auto">
              <a:xfrm>
                <a:off x="8786" y="2120"/>
                <a:ext cx="35" cy="56"/>
              </a:xfrm>
              <a:custGeom>
                <a:avLst/>
                <a:gdLst>
                  <a:gd name="T0" fmla="+- 0 8807 8786"/>
                  <a:gd name="T1" fmla="*/ T0 w 35"/>
                  <a:gd name="T2" fmla="+- 0 2120 2120"/>
                  <a:gd name="T3" fmla="*/ 2120 h 56"/>
                  <a:gd name="T4" fmla="+- 0 8801 8786"/>
                  <a:gd name="T5" fmla="*/ T4 w 35"/>
                  <a:gd name="T6" fmla="+- 0 2120 2120"/>
                  <a:gd name="T7" fmla="*/ 2120 h 56"/>
                  <a:gd name="T8" fmla="+- 0 8798 8786"/>
                  <a:gd name="T9" fmla="*/ T8 w 35"/>
                  <a:gd name="T10" fmla="+- 0 2121 2120"/>
                  <a:gd name="T11" fmla="*/ 2121 h 56"/>
                  <a:gd name="T12" fmla="+- 0 8793 8786"/>
                  <a:gd name="T13" fmla="*/ T12 w 35"/>
                  <a:gd name="T14" fmla="+- 0 2125 2120"/>
                  <a:gd name="T15" fmla="*/ 2125 h 56"/>
                  <a:gd name="T16" fmla="+- 0 8790 8786"/>
                  <a:gd name="T17" fmla="*/ T16 w 35"/>
                  <a:gd name="T18" fmla="+- 0 2128 2120"/>
                  <a:gd name="T19" fmla="*/ 2128 h 56"/>
                  <a:gd name="T20" fmla="+- 0 8787 8786"/>
                  <a:gd name="T21" fmla="*/ T20 w 35"/>
                  <a:gd name="T22" fmla="+- 0 2137 2120"/>
                  <a:gd name="T23" fmla="*/ 2137 h 56"/>
                  <a:gd name="T24" fmla="+- 0 8786 8786"/>
                  <a:gd name="T25" fmla="*/ T24 w 35"/>
                  <a:gd name="T26" fmla="+- 0 2142 2120"/>
                  <a:gd name="T27" fmla="*/ 2142 h 56"/>
                  <a:gd name="T28" fmla="+- 0 8786 8786"/>
                  <a:gd name="T29" fmla="*/ T28 w 35"/>
                  <a:gd name="T30" fmla="+- 0 2155 2120"/>
                  <a:gd name="T31" fmla="*/ 2155 h 56"/>
                  <a:gd name="T32" fmla="+- 0 8787 8786"/>
                  <a:gd name="T33" fmla="*/ T32 w 35"/>
                  <a:gd name="T34" fmla="+- 0 2161 2120"/>
                  <a:gd name="T35" fmla="*/ 2161 h 56"/>
                  <a:gd name="T36" fmla="+- 0 8793 8786"/>
                  <a:gd name="T37" fmla="*/ T36 w 35"/>
                  <a:gd name="T38" fmla="+- 0 2172 2120"/>
                  <a:gd name="T39" fmla="*/ 2172 h 56"/>
                  <a:gd name="T40" fmla="+- 0 8798 8786"/>
                  <a:gd name="T41" fmla="*/ T40 w 35"/>
                  <a:gd name="T42" fmla="+- 0 2175 2120"/>
                  <a:gd name="T43" fmla="*/ 2175 h 56"/>
                  <a:gd name="T44" fmla="+- 0 8805 8786"/>
                  <a:gd name="T45" fmla="*/ T44 w 35"/>
                  <a:gd name="T46" fmla="+- 0 2175 2120"/>
                  <a:gd name="T47" fmla="*/ 2175 h 56"/>
                  <a:gd name="T48" fmla="+- 0 8808 8786"/>
                  <a:gd name="T49" fmla="*/ T48 w 35"/>
                  <a:gd name="T50" fmla="+- 0 2174 2120"/>
                  <a:gd name="T51" fmla="*/ 2174 h 56"/>
                  <a:gd name="T52" fmla="+- 0 8810 8786"/>
                  <a:gd name="T53" fmla="*/ T52 w 35"/>
                  <a:gd name="T54" fmla="+- 0 2173 2120"/>
                  <a:gd name="T55" fmla="*/ 2173 h 56"/>
                  <a:gd name="T56" fmla="+- 0 8800 8786"/>
                  <a:gd name="T57" fmla="*/ T56 w 35"/>
                  <a:gd name="T58" fmla="+- 0 2173 2120"/>
                  <a:gd name="T59" fmla="*/ 2173 h 56"/>
                  <a:gd name="T60" fmla="+- 0 8798 8786"/>
                  <a:gd name="T61" fmla="*/ T60 w 35"/>
                  <a:gd name="T62" fmla="+- 0 2171 2120"/>
                  <a:gd name="T63" fmla="*/ 2171 h 56"/>
                  <a:gd name="T64" fmla="+- 0 8794 8786"/>
                  <a:gd name="T65" fmla="*/ T64 w 35"/>
                  <a:gd name="T66" fmla="+- 0 2162 2120"/>
                  <a:gd name="T67" fmla="*/ 2162 h 56"/>
                  <a:gd name="T68" fmla="+- 0 8794 8786"/>
                  <a:gd name="T69" fmla="*/ T68 w 35"/>
                  <a:gd name="T70" fmla="+- 0 2156 2120"/>
                  <a:gd name="T71" fmla="*/ 2156 h 56"/>
                  <a:gd name="T72" fmla="+- 0 8794 8786"/>
                  <a:gd name="T73" fmla="*/ T72 w 35"/>
                  <a:gd name="T74" fmla="+- 0 2142 2120"/>
                  <a:gd name="T75" fmla="*/ 2142 h 56"/>
                  <a:gd name="T76" fmla="+- 0 8803 8786"/>
                  <a:gd name="T77" fmla="*/ T76 w 35"/>
                  <a:gd name="T78" fmla="+- 0 2122 2120"/>
                  <a:gd name="T79" fmla="*/ 2122 h 56"/>
                  <a:gd name="T80" fmla="+- 0 8811 8786"/>
                  <a:gd name="T81" fmla="*/ T80 w 35"/>
                  <a:gd name="T82" fmla="+- 0 2122 2120"/>
                  <a:gd name="T83" fmla="*/ 2122 h 56"/>
                  <a:gd name="T84" fmla="+- 0 8811 8786"/>
                  <a:gd name="T85" fmla="*/ T84 w 35"/>
                  <a:gd name="T86" fmla="+- 0 2122 2120"/>
                  <a:gd name="T87" fmla="*/ 2122 h 56"/>
                  <a:gd name="T88" fmla="+- 0 8807 8786"/>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90" name="Freeform 5084">
                <a:extLst>
                  <a:ext uri="{FF2B5EF4-FFF2-40B4-BE49-F238E27FC236}">
                    <a16:creationId xmlns:a16="http://schemas.microsoft.com/office/drawing/2014/main" id="{2778AF1B-99A3-0EDF-2B06-6F9B2B3E5540}"/>
                  </a:ext>
                </a:extLst>
              </p:cNvPr>
              <p:cNvSpPr>
                <a:spLocks/>
              </p:cNvSpPr>
              <p:nvPr/>
            </p:nvSpPr>
            <p:spPr bwMode="auto">
              <a:xfrm>
                <a:off x="8786" y="2120"/>
                <a:ext cx="35" cy="56"/>
              </a:xfrm>
              <a:custGeom>
                <a:avLst/>
                <a:gdLst>
                  <a:gd name="T0" fmla="+- 0 8811 8786"/>
                  <a:gd name="T1" fmla="*/ T0 w 35"/>
                  <a:gd name="T2" fmla="+- 0 2122 2120"/>
                  <a:gd name="T3" fmla="*/ 2122 h 56"/>
                  <a:gd name="T4" fmla="+- 0 8803 8786"/>
                  <a:gd name="T5" fmla="*/ T4 w 35"/>
                  <a:gd name="T6" fmla="+- 0 2122 2120"/>
                  <a:gd name="T7" fmla="*/ 2122 h 56"/>
                  <a:gd name="T8" fmla="+- 0 8807 8786"/>
                  <a:gd name="T9" fmla="*/ T8 w 35"/>
                  <a:gd name="T10" fmla="+- 0 2124 2120"/>
                  <a:gd name="T11" fmla="*/ 2124 h 56"/>
                  <a:gd name="T12" fmla="+- 0 8809 8786"/>
                  <a:gd name="T13" fmla="*/ T12 w 35"/>
                  <a:gd name="T14" fmla="+- 0 2125 2120"/>
                  <a:gd name="T15" fmla="*/ 2125 h 56"/>
                  <a:gd name="T16" fmla="+- 0 8810 8786"/>
                  <a:gd name="T17" fmla="*/ T16 w 35"/>
                  <a:gd name="T18" fmla="+- 0 2127 2120"/>
                  <a:gd name="T19" fmla="*/ 2127 h 56"/>
                  <a:gd name="T20" fmla="+- 0 8812 8786"/>
                  <a:gd name="T21" fmla="*/ T20 w 35"/>
                  <a:gd name="T22" fmla="+- 0 2134 2120"/>
                  <a:gd name="T23" fmla="*/ 2134 h 56"/>
                  <a:gd name="T24" fmla="+- 0 8812 8786"/>
                  <a:gd name="T25" fmla="*/ T24 w 35"/>
                  <a:gd name="T26" fmla="+- 0 2137 2120"/>
                  <a:gd name="T27" fmla="*/ 2137 h 56"/>
                  <a:gd name="T28" fmla="+- 0 8812 8786"/>
                  <a:gd name="T29" fmla="*/ T28 w 35"/>
                  <a:gd name="T30" fmla="+- 0 2155 2120"/>
                  <a:gd name="T31" fmla="*/ 2155 h 56"/>
                  <a:gd name="T32" fmla="+- 0 8812 8786"/>
                  <a:gd name="T33" fmla="*/ T32 w 35"/>
                  <a:gd name="T34" fmla="+- 0 2160 2120"/>
                  <a:gd name="T35" fmla="*/ 2160 h 56"/>
                  <a:gd name="T36" fmla="+- 0 8810 8786"/>
                  <a:gd name="T37" fmla="*/ T36 w 35"/>
                  <a:gd name="T38" fmla="+- 0 2167 2120"/>
                  <a:gd name="T39" fmla="*/ 2167 h 56"/>
                  <a:gd name="T40" fmla="+- 0 8809 8786"/>
                  <a:gd name="T41" fmla="*/ T40 w 35"/>
                  <a:gd name="T42" fmla="+- 0 2170 2120"/>
                  <a:gd name="T43" fmla="*/ 2170 h 56"/>
                  <a:gd name="T44" fmla="+- 0 8807 8786"/>
                  <a:gd name="T45" fmla="*/ T44 w 35"/>
                  <a:gd name="T46" fmla="+- 0 2171 2120"/>
                  <a:gd name="T47" fmla="*/ 2171 h 56"/>
                  <a:gd name="T48" fmla="+- 0 8803 8786"/>
                  <a:gd name="T49" fmla="*/ T48 w 35"/>
                  <a:gd name="T50" fmla="+- 0 2173 2120"/>
                  <a:gd name="T51" fmla="*/ 2173 h 56"/>
                  <a:gd name="T52" fmla="+- 0 8810 8786"/>
                  <a:gd name="T53" fmla="*/ T52 w 35"/>
                  <a:gd name="T54" fmla="+- 0 2173 2120"/>
                  <a:gd name="T55" fmla="*/ 2173 h 56"/>
                  <a:gd name="T56" fmla="+- 0 8820 8786"/>
                  <a:gd name="T57" fmla="*/ T56 w 35"/>
                  <a:gd name="T58" fmla="+- 0 2138 2120"/>
                  <a:gd name="T59" fmla="*/ 2138 h 56"/>
                  <a:gd name="T60" fmla="+- 0 8818 8786"/>
                  <a:gd name="T61" fmla="*/ T60 w 35"/>
                  <a:gd name="T62" fmla="+- 0 2131 2120"/>
                  <a:gd name="T63" fmla="*/ 2131 h 56"/>
                  <a:gd name="T64" fmla="+- 0 8811 8786"/>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5" name="Group 264">
              <a:extLst>
                <a:ext uri="{FF2B5EF4-FFF2-40B4-BE49-F238E27FC236}">
                  <a16:creationId xmlns:a16="http://schemas.microsoft.com/office/drawing/2014/main" id="{F41CBFF0-0607-6141-1733-B2C72F516715}"/>
                </a:ext>
              </a:extLst>
            </p:cNvPr>
            <p:cNvGrpSpPr>
              <a:grpSpLocks/>
            </p:cNvGrpSpPr>
            <p:nvPr/>
          </p:nvGrpSpPr>
          <p:grpSpPr bwMode="auto">
            <a:xfrm>
              <a:off x="165" y="2120"/>
              <a:ext cx="9112" cy="356"/>
              <a:chOff x="165" y="2120"/>
              <a:chExt cx="9112" cy="356"/>
            </a:xfrm>
          </p:grpSpPr>
          <p:sp>
            <p:nvSpPr>
              <p:cNvPr id="1186" name="Freeform 5086">
                <a:extLst>
                  <a:ext uri="{FF2B5EF4-FFF2-40B4-BE49-F238E27FC236}">
                    <a16:creationId xmlns:a16="http://schemas.microsoft.com/office/drawing/2014/main" id="{537B2F8F-522E-E685-B11C-93E5D83B2686}"/>
                  </a:ext>
                </a:extLst>
              </p:cNvPr>
              <p:cNvSpPr>
                <a:spLocks/>
              </p:cNvSpPr>
              <p:nvPr/>
            </p:nvSpPr>
            <p:spPr bwMode="auto">
              <a:xfrm>
                <a:off x="9242" y="2120"/>
                <a:ext cx="35" cy="56"/>
              </a:xfrm>
              <a:custGeom>
                <a:avLst/>
                <a:gdLst>
                  <a:gd name="T0" fmla="+- 0 9263 9242"/>
                  <a:gd name="T1" fmla="*/ T0 w 35"/>
                  <a:gd name="T2" fmla="+- 0 2120 2120"/>
                  <a:gd name="T3" fmla="*/ 2120 h 56"/>
                  <a:gd name="T4" fmla="+- 0 9257 9242"/>
                  <a:gd name="T5" fmla="*/ T4 w 35"/>
                  <a:gd name="T6" fmla="+- 0 2120 2120"/>
                  <a:gd name="T7" fmla="*/ 2120 h 56"/>
                  <a:gd name="T8" fmla="+- 0 9254 9242"/>
                  <a:gd name="T9" fmla="*/ T8 w 35"/>
                  <a:gd name="T10" fmla="+- 0 2121 2120"/>
                  <a:gd name="T11" fmla="*/ 2121 h 56"/>
                  <a:gd name="T12" fmla="+- 0 9249 9242"/>
                  <a:gd name="T13" fmla="*/ T12 w 35"/>
                  <a:gd name="T14" fmla="+- 0 2125 2120"/>
                  <a:gd name="T15" fmla="*/ 2125 h 56"/>
                  <a:gd name="T16" fmla="+- 0 9247 9242"/>
                  <a:gd name="T17" fmla="*/ T16 w 35"/>
                  <a:gd name="T18" fmla="+- 0 2128 2120"/>
                  <a:gd name="T19" fmla="*/ 2128 h 56"/>
                  <a:gd name="T20" fmla="+- 0 9243 9242"/>
                  <a:gd name="T21" fmla="*/ T20 w 35"/>
                  <a:gd name="T22" fmla="+- 0 2137 2120"/>
                  <a:gd name="T23" fmla="*/ 2137 h 56"/>
                  <a:gd name="T24" fmla="+- 0 9242 9242"/>
                  <a:gd name="T25" fmla="*/ T24 w 35"/>
                  <a:gd name="T26" fmla="+- 0 2142 2120"/>
                  <a:gd name="T27" fmla="*/ 2142 h 56"/>
                  <a:gd name="T28" fmla="+- 0 9242 9242"/>
                  <a:gd name="T29" fmla="*/ T28 w 35"/>
                  <a:gd name="T30" fmla="+- 0 2155 2120"/>
                  <a:gd name="T31" fmla="*/ 2155 h 56"/>
                  <a:gd name="T32" fmla="+- 0 9243 9242"/>
                  <a:gd name="T33" fmla="*/ T32 w 35"/>
                  <a:gd name="T34" fmla="+- 0 2161 2120"/>
                  <a:gd name="T35" fmla="*/ 2161 h 56"/>
                  <a:gd name="T36" fmla="+- 0 9250 9242"/>
                  <a:gd name="T37" fmla="*/ T36 w 35"/>
                  <a:gd name="T38" fmla="+- 0 2172 2120"/>
                  <a:gd name="T39" fmla="*/ 2172 h 56"/>
                  <a:gd name="T40" fmla="+- 0 9254 9242"/>
                  <a:gd name="T41" fmla="*/ T40 w 35"/>
                  <a:gd name="T42" fmla="+- 0 2175 2120"/>
                  <a:gd name="T43" fmla="*/ 2175 h 56"/>
                  <a:gd name="T44" fmla="+- 0 9262 9242"/>
                  <a:gd name="T45" fmla="*/ T44 w 35"/>
                  <a:gd name="T46" fmla="+- 0 2175 2120"/>
                  <a:gd name="T47" fmla="*/ 2175 h 56"/>
                  <a:gd name="T48" fmla="+- 0 9264 9242"/>
                  <a:gd name="T49" fmla="*/ T48 w 35"/>
                  <a:gd name="T50" fmla="+- 0 2174 2120"/>
                  <a:gd name="T51" fmla="*/ 2174 h 56"/>
                  <a:gd name="T52" fmla="+- 0 9266 9242"/>
                  <a:gd name="T53" fmla="*/ T52 w 35"/>
                  <a:gd name="T54" fmla="+- 0 2173 2120"/>
                  <a:gd name="T55" fmla="*/ 2173 h 56"/>
                  <a:gd name="T56" fmla="+- 0 9256 9242"/>
                  <a:gd name="T57" fmla="*/ T56 w 35"/>
                  <a:gd name="T58" fmla="+- 0 2173 2120"/>
                  <a:gd name="T59" fmla="*/ 2173 h 56"/>
                  <a:gd name="T60" fmla="+- 0 9254 9242"/>
                  <a:gd name="T61" fmla="*/ T60 w 35"/>
                  <a:gd name="T62" fmla="+- 0 2171 2120"/>
                  <a:gd name="T63" fmla="*/ 2171 h 56"/>
                  <a:gd name="T64" fmla="+- 0 9251 9242"/>
                  <a:gd name="T65" fmla="*/ T64 w 35"/>
                  <a:gd name="T66" fmla="+- 0 2162 2120"/>
                  <a:gd name="T67" fmla="*/ 2162 h 56"/>
                  <a:gd name="T68" fmla="+- 0 9250 9242"/>
                  <a:gd name="T69" fmla="*/ T68 w 35"/>
                  <a:gd name="T70" fmla="+- 0 2156 2120"/>
                  <a:gd name="T71" fmla="*/ 2156 h 56"/>
                  <a:gd name="T72" fmla="+- 0 9250 9242"/>
                  <a:gd name="T73" fmla="*/ T72 w 35"/>
                  <a:gd name="T74" fmla="+- 0 2142 2120"/>
                  <a:gd name="T75" fmla="*/ 2142 h 56"/>
                  <a:gd name="T76" fmla="+- 0 9259 9242"/>
                  <a:gd name="T77" fmla="*/ T76 w 35"/>
                  <a:gd name="T78" fmla="+- 0 2122 2120"/>
                  <a:gd name="T79" fmla="*/ 2122 h 56"/>
                  <a:gd name="T80" fmla="+- 0 9268 9242"/>
                  <a:gd name="T81" fmla="*/ T80 w 35"/>
                  <a:gd name="T82" fmla="+- 0 2122 2120"/>
                  <a:gd name="T83" fmla="*/ 2122 h 56"/>
                  <a:gd name="T84" fmla="+- 0 9267 9242"/>
                  <a:gd name="T85" fmla="*/ T84 w 35"/>
                  <a:gd name="T86" fmla="+- 0 2122 2120"/>
                  <a:gd name="T87" fmla="*/ 2122 h 56"/>
                  <a:gd name="T88" fmla="+- 0 9263 9242"/>
                  <a:gd name="T89" fmla="*/ T88 w 35"/>
                  <a:gd name="T90" fmla="+- 0 2120 2120"/>
                  <a:gd name="T91" fmla="*/ 212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87" name="Freeform 5087">
                <a:extLst>
                  <a:ext uri="{FF2B5EF4-FFF2-40B4-BE49-F238E27FC236}">
                    <a16:creationId xmlns:a16="http://schemas.microsoft.com/office/drawing/2014/main" id="{3EA9F1E9-9AEA-84C0-824E-BD8017DA1004}"/>
                  </a:ext>
                </a:extLst>
              </p:cNvPr>
              <p:cNvSpPr>
                <a:spLocks/>
              </p:cNvSpPr>
              <p:nvPr/>
            </p:nvSpPr>
            <p:spPr bwMode="auto">
              <a:xfrm>
                <a:off x="9242" y="2120"/>
                <a:ext cx="35" cy="56"/>
              </a:xfrm>
              <a:custGeom>
                <a:avLst/>
                <a:gdLst>
                  <a:gd name="T0" fmla="+- 0 9268 9242"/>
                  <a:gd name="T1" fmla="*/ T0 w 35"/>
                  <a:gd name="T2" fmla="+- 0 2122 2120"/>
                  <a:gd name="T3" fmla="*/ 2122 h 56"/>
                  <a:gd name="T4" fmla="+- 0 9259 9242"/>
                  <a:gd name="T5" fmla="*/ T4 w 35"/>
                  <a:gd name="T6" fmla="+- 0 2122 2120"/>
                  <a:gd name="T7" fmla="*/ 2122 h 56"/>
                  <a:gd name="T8" fmla="+- 0 9263 9242"/>
                  <a:gd name="T9" fmla="*/ T8 w 35"/>
                  <a:gd name="T10" fmla="+- 0 2124 2120"/>
                  <a:gd name="T11" fmla="*/ 2124 h 56"/>
                  <a:gd name="T12" fmla="+- 0 9265 9242"/>
                  <a:gd name="T13" fmla="*/ T12 w 35"/>
                  <a:gd name="T14" fmla="+- 0 2125 2120"/>
                  <a:gd name="T15" fmla="*/ 2125 h 56"/>
                  <a:gd name="T16" fmla="+- 0 9266 9242"/>
                  <a:gd name="T17" fmla="*/ T16 w 35"/>
                  <a:gd name="T18" fmla="+- 0 2127 2120"/>
                  <a:gd name="T19" fmla="*/ 2127 h 56"/>
                  <a:gd name="T20" fmla="+- 0 9268 9242"/>
                  <a:gd name="T21" fmla="*/ T20 w 35"/>
                  <a:gd name="T22" fmla="+- 0 2134 2120"/>
                  <a:gd name="T23" fmla="*/ 2134 h 56"/>
                  <a:gd name="T24" fmla="+- 0 9268 9242"/>
                  <a:gd name="T25" fmla="*/ T24 w 35"/>
                  <a:gd name="T26" fmla="+- 0 2137 2120"/>
                  <a:gd name="T27" fmla="*/ 2137 h 56"/>
                  <a:gd name="T28" fmla="+- 0 9269 9242"/>
                  <a:gd name="T29" fmla="*/ T28 w 35"/>
                  <a:gd name="T30" fmla="+- 0 2155 2120"/>
                  <a:gd name="T31" fmla="*/ 2155 h 56"/>
                  <a:gd name="T32" fmla="+- 0 9268 9242"/>
                  <a:gd name="T33" fmla="*/ T32 w 35"/>
                  <a:gd name="T34" fmla="+- 0 2160 2120"/>
                  <a:gd name="T35" fmla="*/ 2160 h 56"/>
                  <a:gd name="T36" fmla="+- 0 9266 9242"/>
                  <a:gd name="T37" fmla="*/ T36 w 35"/>
                  <a:gd name="T38" fmla="+- 0 2167 2120"/>
                  <a:gd name="T39" fmla="*/ 2167 h 56"/>
                  <a:gd name="T40" fmla="+- 0 9265 9242"/>
                  <a:gd name="T41" fmla="*/ T40 w 35"/>
                  <a:gd name="T42" fmla="+- 0 2170 2120"/>
                  <a:gd name="T43" fmla="*/ 2170 h 56"/>
                  <a:gd name="T44" fmla="+- 0 9264 9242"/>
                  <a:gd name="T45" fmla="*/ T44 w 35"/>
                  <a:gd name="T46" fmla="+- 0 2171 2120"/>
                  <a:gd name="T47" fmla="*/ 2171 h 56"/>
                  <a:gd name="T48" fmla="+- 0 9259 9242"/>
                  <a:gd name="T49" fmla="*/ T48 w 35"/>
                  <a:gd name="T50" fmla="+- 0 2173 2120"/>
                  <a:gd name="T51" fmla="*/ 2173 h 56"/>
                  <a:gd name="T52" fmla="+- 0 9266 9242"/>
                  <a:gd name="T53" fmla="*/ T52 w 35"/>
                  <a:gd name="T54" fmla="+- 0 2173 2120"/>
                  <a:gd name="T55" fmla="*/ 2173 h 56"/>
                  <a:gd name="T56" fmla="+- 0 9276 9242"/>
                  <a:gd name="T57" fmla="*/ T56 w 35"/>
                  <a:gd name="T58" fmla="+- 0 2138 2120"/>
                  <a:gd name="T59" fmla="*/ 2138 h 56"/>
                  <a:gd name="T60" fmla="+- 0 9274 9242"/>
                  <a:gd name="T61" fmla="*/ T60 w 35"/>
                  <a:gd name="T62" fmla="+- 0 2131 2120"/>
                  <a:gd name="T63" fmla="*/ 2131 h 56"/>
                  <a:gd name="T64" fmla="+- 0 9268 9242"/>
                  <a:gd name="T65" fmla="*/ T64 w 35"/>
                  <a:gd name="T66" fmla="+- 0 2122 2120"/>
                  <a:gd name="T67" fmla="*/ 21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6" y="17"/>
                    </a:lnTo>
                    <a:lnTo>
                      <a:pt x="27" y="35"/>
                    </a:lnTo>
                    <a:lnTo>
                      <a:pt x="26" y="40"/>
                    </a:lnTo>
                    <a:lnTo>
                      <a:pt x="24" y="47"/>
                    </a:lnTo>
                    <a:lnTo>
                      <a:pt x="23" y="50"/>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188" name="Picture 1187">
                <a:extLst>
                  <a:ext uri="{FF2B5EF4-FFF2-40B4-BE49-F238E27FC236}">
                    <a16:creationId xmlns:a16="http://schemas.microsoft.com/office/drawing/2014/main" id="{6B674235-409D-9428-CFA7-F17E44872B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 y="2383"/>
                <a:ext cx="43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 name="Group 265">
              <a:extLst>
                <a:ext uri="{FF2B5EF4-FFF2-40B4-BE49-F238E27FC236}">
                  <a16:creationId xmlns:a16="http://schemas.microsoft.com/office/drawing/2014/main" id="{659BD45A-18EB-1A36-8DF3-7CDB369489A9}"/>
                </a:ext>
              </a:extLst>
            </p:cNvPr>
            <p:cNvGrpSpPr>
              <a:grpSpLocks/>
            </p:cNvGrpSpPr>
            <p:nvPr/>
          </p:nvGrpSpPr>
          <p:grpSpPr bwMode="auto">
            <a:xfrm>
              <a:off x="1028" y="2560"/>
              <a:ext cx="35" cy="56"/>
              <a:chOff x="1028" y="2560"/>
              <a:chExt cx="35" cy="56"/>
            </a:xfrm>
          </p:grpSpPr>
          <p:sp>
            <p:nvSpPr>
              <p:cNvPr id="1184" name="Freeform 5090">
                <a:extLst>
                  <a:ext uri="{FF2B5EF4-FFF2-40B4-BE49-F238E27FC236}">
                    <a16:creationId xmlns:a16="http://schemas.microsoft.com/office/drawing/2014/main" id="{2C43200D-733F-4800-5B18-3094EAA327D7}"/>
                  </a:ext>
                </a:extLst>
              </p:cNvPr>
              <p:cNvSpPr>
                <a:spLocks/>
              </p:cNvSpPr>
              <p:nvPr/>
            </p:nvSpPr>
            <p:spPr bwMode="auto">
              <a:xfrm>
                <a:off x="1028" y="2560"/>
                <a:ext cx="35" cy="56"/>
              </a:xfrm>
              <a:custGeom>
                <a:avLst/>
                <a:gdLst>
                  <a:gd name="T0" fmla="+- 0 1050 1028"/>
                  <a:gd name="T1" fmla="*/ T0 w 35"/>
                  <a:gd name="T2" fmla="+- 0 2560 2560"/>
                  <a:gd name="T3" fmla="*/ 2560 h 56"/>
                  <a:gd name="T4" fmla="+- 0 1043 1028"/>
                  <a:gd name="T5" fmla="*/ T4 w 35"/>
                  <a:gd name="T6" fmla="+- 0 2560 2560"/>
                  <a:gd name="T7" fmla="*/ 2560 h 56"/>
                  <a:gd name="T8" fmla="+- 0 1041 1028"/>
                  <a:gd name="T9" fmla="*/ T8 w 35"/>
                  <a:gd name="T10" fmla="+- 0 2561 2560"/>
                  <a:gd name="T11" fmla="*/ 2561 h 56"/>
                  <a:gd name="T12" fmla="+- 0 1035 1028"/>
                  <a:gd name="T13" fmla="*/ T12 w 35"/>
                  <a:gd name="T14" fmla="+- 0 2565 2560"/>
                  <a:gd name="T15" fmla="*/ 2565 h 56"/>
                  <a:gd name="T16" fmla="+- 0 1033 1028"/>
                  <a:gd name="T17" fmla="*/ T16 w 35"/>
                  <a:gd name="T18" fmla="+- 0 2568 2560"/>
                  <a:gd name="T19" fmla="*/ 2568 h 56"/>
                  <a:gd name="T20" fmla="+- 0 1029 1028"/>
                  <a:gd name="T21" fmla="*/ T20 w 35"/>
                  <a:gd name="T22" fmla="+- 0 2577 2560"/>
                  <a:gd name="T23" fmla="*/ 2577 h 56"/>
                  <a:gd name="T24" fmla="+- 0 1028 1028"/>
                  <a:gd name="T25" fmla="*/ T24 w 35"/>
                  <a:gd name="T26" fmla="+- 0 2582 2560"/>
                  <a:gd name="T27" fmla="*/ 2582 h 56"/>
                  <a:gd name="T28" fmla="+- 0 1028 1028"/>
                  <a:gd name="T29" fmla="*/ T28 w 35"/>
                  <a:gd name="T30" fmla="+- 0 2595 2560"/>
                  <a:gd name="T31" fmla="*/ 2595 h 56"/>
                  <a:gd name="T32" fmla="+- 0 1030 1028"/>
                  <a:gd name="T33" fmla="*/ T32 w 35"/>
                  <a:gd name="T34" fmla="+- 0 2601 2560"/>
                  <a:gd name="T35" fmla="*/ 2601 h 56"/>
                  <a:gd name="T36" fmla="+- 0 1036 1028"/>
                  <a:gd name="T37" fmla="*/ T36 w 35"/>
                  <a:gd name="T38" fmla="+- 0 2613 2560"/>
                  <a:gd name="T39" fmla="*/ 2613 h 56"/>
                  <a:gd name="T40" fmla="+- 0 1040 1028"/>
                  <a:gd name="T41" fmla="*/ T40 w 35"/>
                  <a:gd name="T42" fmla="+- 0 2616 2560"/>
                  <a:gd name="T43" fmla="*/ 2616 h 56"/>
                  <a:gd name="T44" fmla="+- 0 1048 1028"/>
                  <a:gd name="T45" fmla="*/ T44 w 35"/>
                  <a:gd name="T46" fmla="+- 0 2616 2560"/>
                  <a:gd name="T47" fmla="*/ 2616 h 56"/>
                  <a:gd name="T48" fmla="+- 0 1050 1028"/>
                  <a:gd name="T49" fmla="*/ T48 w 35"/>
                  <a:gd name="T50" fmla="+- 0 2615 2560"/>
                  <a:gd name="T51" fmla="*/ 2615 h 56"/>
                  <a:gd name="T52" fmla="+- 0 1053 1028"/>
                  <a:gd name="T53" fmla="*/ T52 w 35"/>
                  <a:gd name="T54" fmla="+- 0 2613 2560"/>
                  <a:gd name="T55" fmla="*/ 2613 h 56"/>
                  <a:gd name="T56" fmla="+- 0 1042 1028"/>
                  <a:gd name="T57" fmla="*/ T56 w 35"/>
                  <a:gd name="T58" fmla="+- 0 2613 2560"/>
                  <a:gd name="T59" fmla="*/ 2613 h 56"/>
                  <a:gd name="T60" fmla="+- 0 1040 1028"/>
                  <a:gd name="T61" fmla="*/ T60 w 35"/>
                  <a:gd name="T62" fmla="+- 0 2611 2560"/>
                  <a:gd name="T63" fmla="*/ 2611 h 56"/>
                  <a:gd name="T64" fmla="+- 0 1039 1028"/>
                  <a:gd name="T65" fmla="*/ T64 w 35"/>
                  <a:gd name="T66" fmla="+- 0 2607 2560"/>
                  <a:gd name="T67" fmla="*/ 2607 h 56"/>
                  <a:gd name="T68" fmla="+- 0 1037 1028"/>
                  <a:gd name="T69" fmla="*/ T68 w 35"/>
                  <a:gd name="T70" fmla="+- 0 2603 2560"/>
                  <a:gd name="T71" fmla="*/ 2603 h 56"/>
                  <a:gd name="T72" fmla="+- 0 1036 1028"/>
                  <a:gd name="T73" fmla="*/ T72 w 35"/>
                  <a:gd name="T74" fmla="+- 0 2597 2560"/>
                  <a:gd name="T75" fmla="*/ 2597 h 56"/>
                  <a:gd name="T76" fmla="+- 0 1046 1028"/>
                  <a:gd name="T77" fmla="*/ T76 w 35"/>
                  <a:gd name="T78" fmla="+- 0 2563 2560"/>
                  <a:gd name="T79" fmla="*/ 2563 h 56"/>
                  <a:gd name="T80" fmla="+- 0 1054 1028"/>
                  <a:gd name="T81" fmla="*/ T80 w 35"/>
                  <a:gd name="T82" fmla="+- 0 2563 2560"/>
                  <a:gd name="T83" fmla="*/ 2563 h 56"/>
                  <a:gd name="T84" fmla="+- 0 1053 1028"/>
                  <a:gd name="T85" fmla="*/ T84 w 35"/>
                  <a:gd name="T86" fmla="+- 0 2562 2560"/>
                  <a:gd name="T87" fmla="*/ 2562 h 56"/>
                  <a:gd name="T88" fmla="+- 0 1050 1028"/>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85" name="Freeform 5091">
                <a:extLst>
                  <a:ext uri="{FF2B5EF4-FFF2-40B4-BE49-F238E27FC236}">
                    <a16:creationId xmlns:a16="http://schemas.microsoft.com/office/drawing/2014/main" id="{FCA656EA-1CE9-B32B-3FA8-C13ED77132E0}"/>
                  </a:ext>
                </a:extLst>
              </p:cNvPr>
              <p:cNvSpPr>
                <a:spLocks/>
              </p:cNvSpPr>
              <p:nvPr/>
            </p:nvSpPr>
            <p:spPr bwMode="auto">
              <a:xfrm>
                <a:off x="1028" y="2560"/>
                <a:ext cx="35" cy="56"/>
              </a:xfrm>
              <a:custGeom>
                <a:avLst/>
                <a:gdLst>
                  <a:gd name="T0" fmla="+- 0 1054 1028"/>
                  <a:gd name="T1" fmla="*/ T0 w 35"/>
                  <a:gd name="T2" fmla="+- 0 2563 2560"/>
                  <a:gd name="T3" fmla="*/ 2563 h 56"/>
                  <a:gd name="T4" fmla="+- 0 1046 1028"/>
                  <a:gd name="T5" fmla="*/ T4 w 35"/>
                  <a:gd name="T6" fmla="+- 0 2563 2560"/>
                  <a:gd name="T7" fmla="*/ 2563 h 56"/>
                  <a:gd name="T8" fmla="+- 0 1050 1028"/>
                  <a:gd name="T9" fmla="*/ T8 w 35"/>
                  <a:gd name="T10" fmla="+- 0 2564 2560"/>
                  <a:gd name="T11" fmla="*/ 2564 h 56"/>
                  <a:gd name="T12" fmla="+- 0 1051 1028"/>
                  <a:gd name="T13" fmla="*/ T12 w 35"/>
                  <a:gd name="T14" fmla="+- 0 2565 2560"/>
                  <a:gd name="T15" fmla="*/ 2565 h 56"/>
                  <a:gd name="T16" fmla="+- 0 1052 1028"/>
                  <a:gd name="T17" fmla="*/ T16 w 35"/>
                  <a:gd name="T18" fmla="+- 0 2567 2560"/>
                  <a:gd name="T19" fmla="*/ 2567 h 56"/>
                  <a:gd name="T20" fmla="+- 0 1054 1028"/>
                  <a:gd name="T21" fmla="*/ T20 w 35"/>
                  <a:gd name="T22" fmla="+- 0 2575 2560"/>
                  <a:gd name="T23" fmla="*/ 2575 h 56"/>
                  <a:gd name="T24" fmla="+- 0 1055 1028"/>
                  <a:gd name="T25" fmla="*/ T24 w 35"/>
                  <a:gd name="T26" fmla="+- 0 2577 2560"/>
                  <a:gd name="T27" fmla="*/ 2577 h 56"/>
                  <a:gd name="T28" fmla="+- 0 1055 1028"/>
                  <a:gd name="T29" fmla="*/ T28 w 35"/>
                  <a:gd name="T30" fmla="+- 0 2595 2560"/>
                  <a:gd name="T31" fmla="*/ 2595 h 56"/>
                  <a:gd name="T32" fmla="+- 0 1054 1028"/>
                  <a:gd name="T33" fmla="*/ T32 w 35"/>
                  <a:gd name="T34" fmla="+- 0 2600 2560"/>
                  <a:gd name="T35" fmla="*/ 2600 h 56"/>
                  <a:gd name="T36" fmla="+- 0 1052 1028"/>
                  <a:gd name="T37" fmla="*/ T36 w 35"/>
                  <a:gd name="T38" fmla="+- 0 2608 2560"/>
                  <a:gd name="T39" fmla="*/ 2608 h 56"/>
                  <a:gd name="T40" fmla="+- 0 1051 1028"/>
                  <a:gd name="T41" fmla="*/ T40 w 35"/>
                  <a:gd name="T42" fmla="+- 0 2610 2560"/>
                  <a:gd name="T43" fmla="*/ 2610 h 56"/>
                  <a:gd name="T44" fmla="+- 0 1050 1028"/>
                  <a:gd name="T45" fmla="*/ T44 w 35"/>
                  <a:gd name="T46" fmla="+- 0 2611 2560"/>
                  <a:gd name="T47" fmla="*/ 2611 h 56"/>
                  <a:gd name="T48" fmla="+- 0 1045 1028"/>
                  <a:gd name="T49" fmla="*/ T48 w 35"/>
                  <a:gd name="T50" fmla="+- 0 2613 2560"/>
                  <a:gd name="T51" fmla="*/ 2613 h 56"/>
                  <a:gd name="T52" fmla="+- 0 1053 1028"/>
                  <a:gd name="T53" fmla="*/ T52 w 35"/>
                  <a:gd name="T54" fmla="+- 0 2613 2560"/>
                  <a:gd name="T55" fmla="*/ 2613 h 56"/>
                  <a:gd name="T56" fmla="+- 0 1063 1028"/>
                  <a:gd name="T57" fmla="*/ T56 w 35"/>
                  <a:gd name="T58" fmla="+- 0 2579 2560"/>
                  <a:gd name="T59" fmla="*/ 2579 h 56"/>
                  <a:gd name="T60" fmla="+- 0 1061 1028"/>
                  <a:gd name="T61" fmla="*/ T60 w 35"/>
                  <a:gd name="T62" fmla="+- 0 2572 2560"/>
                  <a:gd name="T63" fmla="*/ 2572 h 56"/>
                  <a:gd name="T64" fmla="+- 0 1054 1028"/>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7" name="Group 266">
              <a:extLst>
                <a:ext uri="{FF2B5EF4-FFF2-40B4-BE49-F238E27FC236}">
                  <a16:creationId xmlns:a16="http://schemas.microsoft.com/office/drawing/2014/main" id="{51FAE27B-036E-470D-3C4D-E8AD30095D98}"/>
                </a:ext>
              </a:extLst>
            </p:cNvPr>
            <p:cNvGrpSpPr>
              <a:grpSpLocks/>
            </p:cNvGrpSpPr>
            <p:nvPr/>
          </p:nvGrpSpPr>
          <p:grpSpPr bwMode="auto">
            <a:xfrm>
              <a:off x="1485" y="2560"/>
              <a:ext cx="35" cy="56"/>
              <a:chOff x="1485" y="2560"/>
              <a:chExt cx="35" cy="56"/>
            </a:xfrm>
          </p:grpSpPr>
          <p:sp>
            <p:nvSpPr>
              <p:cNvPr id="1182" name="Freeform 5093">
                <a:extLst>
                  <a:ext uri="{FF2B5EF4-FFF2-40B4-BE49-F238E27FC236}">
                    <a16:creationId xmlns:a16="http://schemas.microsoft.com/office/drawing/2014/main" id="{20811D03-6654-64AA-E688-B2BA79A5321B}"/>
                  </a:ext>
                </a:extLst>
              </p:cNvPr>
              <p:cNvSpPr>
                <a:spLocks/>
              </p:cNvSpPr>
              <p:nvPr/>
            </p:nvSpPr>
            <p:spPr bwMode="auto">
              <a:xfrm>
                <a:off x="1485" y="2560"/>
                <a:ext cx="35" cy="56"/>
              </a:xfrm>
              <a:custGeom>
                <a:avLst/>
                <a:gdLst>
                  <a:gd name="T0" fmla="+- 0 1506 1485"/>
                  <a:gd name="T1" fmla="*/ T0 w 35"/>
                  <a:gd name="T2" fmla="+- 0 2560 2560"/>
                  <a:gd name="T3" fmla="*/ 2560 h 56"/>
                  <a:gd name="T4" fmla="+- 0 1500 1485"/>
                  <a:gd name="T5" fmla="*/ T4 w 35"/>
                  <a:gd name="T6" fmla="+- 0 2560 2560"/>
                  <a:gd name="T7" fmla="*/ 2560 h 56"/>
                  <a:gd name="T8" fmla="+- 0 1497 1485"/>
                  <a:gd name="T9" fmla="*/ T8 w 35"/>
                  <a:gd name="T10" fmla="+- 0 2561 2560"/>
                  <a:gd name="T11" fmla="*/ 2561 h 56"/>
                  <a:gd name="T12" fmla="+- 0 1495 1485"/>
                  <a:gd name="T13" fmla="*/ T12 w 35"/>
                  <a:gd name="T14" fmla="+- 0 2563 2560"/>
                  <a:gd name="T15" fmla="*/ 2563 h 56"/>
                  <a:gd name="T16" fmla="+- 0 1492 1485"/>
                  <a:gd name="T17" fmla="*/ T16 w 35"/>
                  <a:gd name="T18" fmla="+- 0 2565 2560"/>
                  <a:gd name="T19" fmla="*/ 2565 h 56"/>
                  <a:gd name="T20" fmla="+- 0 1489 1485"/>
                  <a:gd name="T21" fmla="*/ T20 w 35"/>
                  <a:gd name="T22" fmla="+- 0 2568 2560"/>
                  <a:gd name="T23" fmla="*/ 2568 h 56"/>
                  <a:gd name="T24" fmla="+- 0 1486 1485"/>
                  <a:gd name="T25" fmla="*/ T24 w 35"/>
                  <a:gd name="T26" fmla="+- 0 2577 2560"/>
                  <a:gd name="T27" fmla="*/ 2577 h 56"/>
                  <a:gd name="T28" fmla="+- 0 1485 1485"/>
                  <a:gd name="T29" fmla="*/ T28 w 35"/>
                  <a:gd name="T30" fmla="+- 0 2582 2560"/>
                  <a:gd name="T31" fmla="*/ 2582 h 56"/>
                  <a:gd name="T32" fmla="+- 0 1485 1485"/>
                  <a:gd name="T33" fmla="*/ T32 w 35"/>
                  <a:gd name="T34" fmla="+- 0 2595 2560"/>
                  <a:gd name="T35" fmla="*/ 2595 h 56"/>
                  <a:gd name="T36" fmla="+- 0 1486 1485"/>
                  <a:gd name="T37" fmla="*/ T36 w 35"/>
                  <a:gd name="T38" fmla="+- 0 2601 2560"/>
                  <a:gd name="T39" fmla="*/ 2601 h 56"/>
                  <a:gd name="T40" fmla="+- 0 1492 1485"/>
                  <a:gd name="T41" fmla="*/ T40 w 35"/>
                  <a:gd name="T42" fmla="+- 0 2613 2560"/>
                  <a:gd name="T43" fmla="*/ 2613 h 56"/>
                  <a:gd name="T44" fmla="+- 0 1497 1485"/>
                  <a:gd name="T45" fmla="*/ T44 w 35"/>
                  <a:gd name="T46" fmla="+- 0 2616 2560"/>
                  <a:gd name="T47" fmla="*/ 2616 h 56"/>
                  <a:gd name="T48" fmla="+- 0 1504 1485"/>
                  <a:gd name="T49" fmla="*/ T48 w 35"/>
                  <a:gd name="T50" fmla="+- 0 2616 2560"/>
                  <a:gd name="T51" fmla="*/ 2616 h 56"/>
                  <a:gd name="T52" fmla="+- 0 1507 1485"/>
                  <a:gd name="T53" fmla="*/ T52 w 35"/>
                  <a:gd name="T54" fmla="+- 0 2615 2560"/>
                  <a:gd name="T55" fmla="*/ 2615 h 56"/>
                  <a:gd name="T56" fmla="+- 0 1509 1485"/>
                  <a:gd name="T57" fmla="*/ T56 w 35"/>
                  <a:gd name="T58" fmla="+- 0 2613 2560"/>
                  <a:gd name="T59" fmla="*/ 2613 h 56"/>
                  <a:gd name="T60" fmla="+- 0 1499 1485"/>
                  <a:gd name="T61" fmla="*/ T60 w 35"/>
                  <a:gd name="T62" fmla="+- 0 2613 2560"/>
                  <a:gd name="T63" fmla="*/ 2613 h 56"/>
                  <a:gd name="T64" fmla="+- 0 1497 1485"/>
                  <a:gd name="T65" fmla="*/ T64 w 35"/>
                  <a:gd name="T66" fmla="+- 0 2611 2560"/>
                  <a:gd name="T67" fmla="*/ 2611 h 56"/>
                  <a:gd name="T68" fmla="+- 0 1493 1485"/>
                  <a:gd name="T69" fmla="*/ T68 w 35"/>
                  <a:gd name="T70" fmla="+- 0 2603 2560"/>
                  <a:gd name="T71" fmla="*/ 2603 h 56"/>
                  <a:gd name="T72" fmla="+- 0 1492 1485"/>
                  <a:gd name="T73" fmla="*/ T72 w 35"/>
                  <a:gd name="T74" fmla="+- 0 2597 2560"/>
                  <a:gd name="T75" fmla="*/ 2597 h 56"/>
                  <a:gd name="T76" fmla="+- 0 1493 1485"/>
                  <a:gd name="T77" fmla="*/ T76 w 35"/>
                  <a:gd name="T78" fmla="+- 0 2582 2560"/>
                  <a:gd name="T79" fmla="*/ 2582 h 56"/>
                  <a:gd name="T80" fmla="+- 0 1502 1485"/>
                  <a:gd name="T81" fmla="*/ T80 w 35"/>
                  <a:gd name="T82" fmla="+- 0 2563 2560"/>
                  <a:gd name="T83" fmla="*/ 2563 h 56"/>
                  <a:gd name="T84" fmla="+- 0 1510 1485"/>
                  <a:gd name="T85" fmla="*/ T84 w 35"/>
                  <a:gd name="T86" fmla="+- 0 2563 2560"/>
                  <a:gd name="T87" fmla="*/ 2563 h 56"/>
                  <a:gd name="T88" fmla="+- 0 1510 1485"/>
                  <a:gd name="T89" fmla="*/ T88 w 35"/>
                  <a:gd name="T90" fmla="+- 0 2562 2560"/>
                  <a:gd name="T91" fmla="*/ 2562 h 56"/>
                  <a:gd name="T92" fmla="+- 0 1506 1485"/>
                  <a:gd name="T93" fmla="*/ T92 w 35"/>
                  <a:gd name="T94" fmla="+- 0 2560 2560"/>
                  <a:gd name="T95"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83" name="Freeform 5094">
                <a:extLst>
                  <a:ext uri="{FF2B5EF4-FFF2-40B4-BE49-F238E27FC236}">
                    <a16:creationId xmlns:a16="http://schemas.microsoft.com/office/drawing/2014/main" id="{EDC46F12-8425-63A2-66D6-F361C4E6AA15}"/>
                  </a:ext>
                </a:extLst>
              </p:cNvPr>
              <p:cNvSpPr>
                <a:spLocks/>
              </p:cNvSpPr>
              <p:nvPr/>
            </p:nvSpPr>
            <p:spPr bwMode="auto">
              <a:xfrm>
                <a:off x="1485" y="2560"/>
                <a:ext cx="35" cy="56"/>
              </a:xfrm>
              <a:custGeom>
                <a:avLst/>
                <a:gdLst>
                  <a:gd name="T0" fmla="+- 0 1510 1485"/>
                  <a:gd name="T1" fmla="*/ T0 w 35"/>
                  <a:gd name="T2" fmla="+- 0 2563 2560"/>
                  <a:gd name="T3" fmla="*/ 2563 h 56"/>
                  <a:gd name="T4" fmla="+- 0 1502 1485"/>
                  <a:gd name="T5" fmla="*/ T4 w 35"/>
                  <a:gd name="T6" fmla="+- 0 2563 2560"/>
                  <a:gd name="T7" fmla="*/ 2563 h 56"/>
                  <a:gd name="T8" fmla="+- 0 1506 1485"/>
                  <a:gd name="T9" fmla="*/ T8 w 35"/>
                  <a:gd name="T10" fmla="+- 0 2564 2560"/>
                  <a:gd name="T11" fmla="*/ 2564 h 56"/>
                  <a:gd name="T12" fmla="+- 0 1507 1485"/>
                  <a:gd name="T13" fmla="*/ T12 w 35"/>
                  <a:gd name="T14" fmla="+- 0 2565 2560"/>
                  <a:gd name="T15" fmla="*/ 2565 h 56"/>
                  <a:gd name="T16" fmla="+- 0 1509 1485"/>
                  <a:gd name="T17" fmla="*/ T16 w 35"/>
                  <a:gd name="T18" fmla="+- 0 2567 2560"/>
                  <a:gd name="T19" fmla="*/ 2567 h 56"/>
                  <a:gd name="T20" fmla="+- 0 1511 1485"/>
                  <a:gd name="T21" fmla="*/ T20 w 35"/>
                  <a:gd name="T22" fmla="+- 0 2575 2560"/>
                  <a:gd name="T23" fmla="*/ 2575 h 56"/>
                  <a:gd name="T24" fmla="+- 0 1511 1485"/>
                  <a:gd name="T25" fmla="*/ T24 w 35"/>
                  <a:gd name="T26" fmla="+- 0 2577 2560"/>
                  <a:gd name="T27" fmla="*/ 2577 h 56"/>
                  <a:gd name="T28" fmla="+- 0 1511 1485"/>
                  <a:gd name="T29" fmla="*/ T28 w 35"/>
                  <a:gd name="T30" fmla="+- 0 2595 2560"/>
                  <a:gd name="T31" fmla="*/ 2595 h 56"/>
                  <a:gd name="T32" fmla="+- 0 1511 1485"/>
                  <a:gd name="T33" fmla="*/ T32 w 35"/>
                  <a:gd name="T34" fmla="+- 0 2600 2560"/>
                  <a:gd name="T35" fmla="*/ 2600 h 56"/>
                  <a:gd name="T36" fmla="+- 0 1509 1485"/>
                  <a:gd name="T37" fmla="*/ T36 w 35"/>
                  <a:gd name="T38" fmla="+- 0 2608 2560"/>
                  <a:gd name="T39" fmla="*/ 2608 h 56"/>
                  <a:gd name="T40" fmla="+- 0 1508 1485"/>
                  <a:gd name="T41" fmla="*/ T40 w 35"/>
                  <a:gd name="T42" fmla="+- 0 2610 2560"/>
                  <a:gd name="T43" fmla="*/ 2610 h 56"/>
                  <a:gd name="T44" fmla="+- 0 1506 1485"/>
                  <a:gd name="T45" fmla="*/ T44 w 35"/>
                  <a:gd name="T46" fmla="+- 0 2611 2560"/>
                  <a:gd name="T47" fmla="*/ 2611 h 56"/>
                  <a:gd name="T48" fmla="+- 0 1502 1485"/>
                  <a:gd name="T49" fmla="*/ T48 w 35"/>
                  <a:gd name="T50" fmla="+- 0 2613 2560"/>
                  <a:gd name="T51" fmla="*/ 2613 h 56"/>
                  <a:gd name="T52" fmla="+- 0 1509 1485"/>
                  <a:gd name="T53" fmla="*/ T52 w 35"/>
                  <a:gd name="T54" fmla="+- 0 2613 2560"/>
                  <a:gd name="T55" fmla="*/ 2613 h 56"/>
                  <a:gd name="T56" fmla="+- 0 1519 1485"/>
                  <a:gd name="T57" fmla="*/ T56 w 35"/>
                  <a:gd name="T58" fmla="+- 0 2579 2560"/>
                  <a:gd name="T59" fmla="*/ 2579 h 56"/>
                  <a:gd name="T60" fmla="+- 0 1517 1485"/>
                  <a:gd name="T61" fmla="*/ T60 w 35"/>
                  <a:gd name="T62" fmla="+- 0 2572 2560"/>
                  <a:gd name="T63" fmla="*/ 2572 h 56"/>
                  <a:gd name="T64" fmla="+- 0 1510 1485"/>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8" name="Group 267">
              <a:extLst>
                <a:ext uri="{FF2B5EF4-FFF2-40B4-BE49-F238E27FC236}">
                  <a16:creationId xmlns:a16="http://schemas.microsoft.com/office/drawing/2014/main" id="{344526E8-5CB6-3CE5-B3FF-01463B3429C1}"/>
                </a:ext>
              </a:extLst>
            </p:cNvPr>
            <p:cNvGrpSpPr>
              <a:grpSpLocks/>
            </p:cNvGrpSpPr>
            <p:nvPr/>
          </p:nvGrpSpPr>
          <p:grpSpPr bwMode="auto">
            <a:xfrm>
              <a:off x="1941" y="2560"/>
              <a:ext cx="35" cy="56"/>
              <a:chOff x="1941" y="2560"/>
              <a:chExt cx="35" cy="56"/>
            </a:xfrm>
          </p:grpSpPr>
          <p:sp>
            <p:nvSpPr>
              <p:cNvPr id="1180" name="Freeform 5096">
                <a:extLst>
                  <a:ext uri="{FF2B5EF4-FFF2-40B4-BE49-F238E27FC236}">
                    <a16:creationId xmlns:a16="http://schemas.microsoft.com/office/drawing/2014/main" id="{EFAD5CC2-4B64-FBFD-AB5D-6316F4FCBC1E}"/>
                  </a:ext>
                </a:extLst>
              </p:cNvPr>
              <p:cNvSpPr>
                <a:spLocks/>
              </p:cNvSpPr>
              <p:nvPr/>
            </p:nvSpPr>
            <p:spPr bwMode="auto">
              <a:xfrm>
                <a:off x="1941" y="2560"/>
                <a:ext cx="35" cy="56"/>
              </a:xfrm>
              <a:custGeom>
                <a:avLst/>
                <a:gdLst>
                  <a:gd name="T0" fmla="+- 0 1962 1941"/>
                  <a:gd name="T1" fmla="*/ T0 w 35"/>
                  <a:gd name="T2" fmla="+- 0 2560 2560"/>
                  <a:gd name="T3" fmla="*/ 2560 h 56"/>
                  <a:gd name="T4" fmla="+- 0 1956 1941"/>
                  <a:gd name="T5" fmla="*/ T4 w 35"/>
                  <a:gd name="T6" fmla="+- 0 2560 2560"/>
                  <a:gd name="T7" fmla="*/ 2560 h 56"/>
                  <a:gd name="T8" fmla="+- 0 1953 1941"/>
                  <a:gd name="T9" fmla="*/ T8 w 35"/>
                  <a:gd name="T10" fmla="+- 0 2561 2560"/>
                  <a:gd name="T11" fmla="*/ 2561 h 56"/>
                  <a:gd name="T12" fmla="+- 0 1948 1941"/>
                  <a:gd name="T13" fmla="*/ T12 w 35"/>
                  <a:gd name="T14" fmla="+- 0 2565 2560"/>
                  <a:gd name="T15" fmla="*/ 2565 h 56"/>
                  <a:gd name="T16" fmla="+- 0 1945 1941"/>
                  <a:gd name="T17" fmla="*/ T16 w 35"/>
                  <a:gd name="T18" fmla="+- 0 2568 2560"/>
                  <a:gd name="T19" fmla="*/ 2568 h 56"/>
                  <a:gd name="T20" fmla="+- 0 1942 1941"/>
                  <a:gd name="T21" fmla="*/ T20 w 35"/>
                  <a:gd name="T22" fmla="+- 0 2577 2560"/>
                  <a:gd name="T23" fmla="*/ 2577 h 56"/>
                  <a:gd name="T24" fmla="+- 0 1941 1941"/>
                  <a:gd name="T25" fmla="*/ T24 w 35"/>
                  <a:gd name="T26" fmla="+- 0 2582 2560"/>
                  <a:gd name="T27" fmla="*/ 2582 h 56"/>
                  <a:gd name="T28" fmla="+- 0 1941 1941"/>
                  <a:gd name="T29" fmla="*/ T28 w 35"/>
                  <a:gd name="T30" fmla="+- 0 2595 2560"/>
                  <a:gd name="T31" fmla="*/ 2595 h 56"/>
                  <a:gd name="T32" fmla="+- 0 1942 1941"/>
                  <a:gd name="T33" fmla="*/ T32 w 35"/>
                  <a:gd name="T34" fmla="+- 0 2601 2560"/>
                  <a:gd name="T35" fmla="*/ 2601 h 56"/>
                  <a:gd name="T36" fmla="+- 0 1949 1941"/>
                  <a:gd name="T37" fmla="*/ T36 w 35"/>
                  <a:gd name="T38" fmla="+- 0 2613 2560"/>
                  <a:gd name="T39" fmla="*/ 2613 h 56"/>
                  <a:gd name="T40" fmla="+- 0 1953 1941"/>
                  <a:gd name="T41" fmla="*/ T40 w 35"/>
                  <a:gd name="T42" fmla="+- 0 2616 2560"/>
                  <a:gd name="T43" fmla="*/ 2616 h 56"/>
                  <a:gd name="T44" fmla="+- 0 1960 1941"/>
                  <a:gd name="T45" fmla="*/ T44 w 35"/>
                  <a:gd name="T46" fmla="+- 0 2616 2560"/>
                  <a:gd name="T47" fmla="*/ 2616 h 56"/>
                  <a:gd name="T48" fmla="+- 0 1963 1941"/>
                  <a:gd name="T49" fmla="*/ T48 w 35"/>
                  <a:gd name="T50" fmla="+- 0 2615 2560"/>
                  <a:gd name="T51" fmla="*/ 2615 h 56"/>
                  <a:gd name="T52" fmla="+- 0 1965 1941"/>
                  <a:gd name="T53" fmla="*/ T52 w 35"/>
                  <a:gd name="T54" fmla="+- 0 2613 2560"/>
                  <a:gd name="T55" fmla="*/ 2613 h 56"/>
                  <a:gd name="T56" fmla="+- 0 1955 1941"/>
                  <a:gd name="T57" fmla="*/ T56 w 35"/>
                  <a:gd name="T58" fmla="+- 0 2613 2560"/>
                  <a:gd name="T59" fmla="*/ 2613 h 56"/>
                  <a:gd name="T60" fmla="+- 0 1953 1941"/>
                  <a:gd name="T61" fmla="*/ T60 w 35"/>
                  <a:gd name="T62" fmla="+- 0 2611 2560"/>
                  <a:gd name="T63" fmla="*/ 2611 h 56"/>
                  <a:gd name="T64" fmla="+- 0 1951 1941"/>
                  <a:gd name="T65" fmla="*/ T64 w 35"/>
                  <a:gd name="T66" fmla="+- 0 2607 2560"/>
                  <a:gd name="T67" fmla="*/ 2607 h 56"/>
                  <a:gd name="T68" fmla="+- 0 1950 1941"/>
                  <a:gd name="T69" fmla="*/ T68 w 35"/>
                  <a:gd name="T70" fmla="+- 0 2603 2560"/>
                  <a:gd name="T71" fmla="*/ 2603 h 56"/>
                  <a:gd name="T72" fmla="+- 0 1949 1941"/>
                  <a:gd name="T73" fmla="*/ T72 w 35"/>
                  <a:gd name="T74" fmla="+- 0 2597 2560"/>
                  <a:gd name="T75" fmla="*/ 2597 h 56"/>
                  <a:gd name="T76" fmla="+- 0 1958 1941"/>
                  <a:gd name="T77" fmla="*/ T76 w 35"/>
                  <a:gd name="T78" fmla="+- 0 2563 2560"/>
                  <a:gd name="T79" fmla="*/ 2563 h 56"/>
                  <a:gd name="T80" fmla="+- 0 1966 1941"/>
                  <a:gd name="T81" fmla="*/ T80 w 35"/>
                  <a:gd name="T82" fmla="+- 0 2563 2560"/>
                  <a:gd name="T83" fmla="*/ 2563 h 56"/>
                  <a:gd name="T84" fmla="+- 0 1966 1941"/>
                  <a:gd name="T85" fmla="*/ T84 w 35"/>
                  <a:gd name="T86" fmla="+- 0 2562 2560"/>
                  <a:gd name="T87" fmla="*/ 2562 h 56"/>
                  <a:gd name="T88" fmla="+- 0 1962 1941"/>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10" y="47"/>
                    </a:lnTo>
                    <a:lnTo>
                      <a:pt x="9" y="43"/>
                    </a:lnTo>
                    <a:lnTo>
                      <a:pt x="8"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81" name="Freeform 5097">
                <a:extLst>
                  <a:ext uri="{FF2B5EF4-FFF2-40B4-BE49-F238E27FC236}">
                    <a16:creationId xmlns:a16="http://schemas.microsoft.com/office/drawing/2014/main" id="{E16A7B9F-E8E0-D776-0671-6D4DEAC4D8C6}"/>
                  </a:ext>
                </a:extLst>
              </p:cNvPr>
              <p:cNvSpPr>
                <a:spLocks/>
              </p:cNvSpPr>
              <p:nvPr/>
            </p:nvSpPr>
            <p:spPr bwMode="auto">
              <a:xfrm>
                <a:off x="1941" y="2560"/>
                <a:ext cx="35" cy="56"/>
              </a:xfrm>
              <a:custGeom>
                <a:avLst/>
                <a:gdLst>
                  <a:gd name="T0" fmla="+- 0 1966 1941"/>
                  <a:gd name="T1" fmla="*/ T0 w 35"/>
                  <a:gd name="T2" fmla="+- 0 2563 2560"/>
                  <a:gd name="T3" fmla="*/ 2563 h 56"/>
                  <a:gd name="T4" fmla="+- 0 1958 1941"/>
                  <a:gd name="T5" fmla="*/ T4 w 35"/>
                  <a:gd name="T6" fmla="+- 0 2563 2560"/>
                  <a:gd name="T7" fmla="*/ 2563 h 56"/>
                  <a:gd name="T8" fmla="+- 0 1962 1941"/>
                  <a:gd name="T9" fmla="*/ T8 w 35"/>
                  <a:gd name="T10" fmla="+- 0 2564 2560"/>
                  <a:gd name="T11" fmla="*/ 2564 h 56"/>
                  <a:gd name="T12" fmla="+- 0 1964 1941"/>
                  <a:gd name="T13" fmla="*/ T12 w 35"/>
                  <a:gd name="T14" fmla="+- 0 2565 2560"/>
                  <a:gd name="T15" fmla="*/ 2565 h 56"/>
                  <a:gd name="T16" fmla="+- 0 1965 1941"/>
                  <a:gd name="T17" fmla="*/ T16 w 35"/>
                  <a:gd name="T18" fmla="+- 0 2567 2560"/>
                  <a:gd name="T19" fmla="*/ 2567 h 56"/>
                  <a:gd name="T20" fmla="+- 0 1967 1941"/>
                  <a:gd name="T21" fmla="*/ T20 w 35"/>
                  <a:gd name="T22" fmla="+- 0 2575 2560"/>
                  <a:gd name="T23" fmla="*/ 2575 h 56"/>
                  <a:gd name="T24" fmla="+- 0 1967 1941"/>
                  <a:gd name="T25" fmla="*/ T24 w 35"/>
                  <a:gd name="T26" fmla="+- 0 2577 2560"/>
                  <a:gd name="T27" fmla="*/ 2577 h 56"/>
                  <a:gd name="T28" fmla="+- 0 1968 1941"/>
                  <a:gd name="T29" fmla="*/ T28 w 35"/>
                  <a:gd name="T30" fmla="+- 0 2595 2560"/>
                  <a:gd name="T31" fmla="*/ 2595 h 56"/>
                  <a:gd name="T32" fmla="+- 0 1967 1941"/>
                  <a:gd name="T33" fmla="*/ T32 w 35"/>
                  <a:gd name="T34" fmla="+- 0 2600 2560"/>
                  <a:gd name="T35" fmla="*/ 2600 h 56"/>
                  <a:gd name="T36" fmla="+- 0 1965 1941"/>
                  <a:gd name="T37" fmla="*/ T36 w 35"/>
                  <a:gd name="T38" fmla="+- 0 2608 2560"/>
                  <a:gd name="T39" fmla="*/ 2608 h 56"/>
                  <a:gd name="T40" fmla="+- 0 1964 1941"/>
                  <a:gd name="T41" fmla="*/ T40 w 35"/>
                  <a:gd name="T42" fmla="+- 0 2610 2560"/>
                  <a:gd name="T43" fmla="*/ 2610 h 56"/>
                  <a:gd name="T44" fmla="+- 0 1962 1941"/>
                  <a:gd name="T45" fmla="*/ T44 w 35"/>
                  <a:gd name="T46" fmla="+- 0 2611 2560"/>
                  <a:gd name="T47" fmla="*/ 2611 h 56"/>
                  <a:gd name="T48" fmla="+- 0 1958 1941"/>
                  <a:gd name="T49" fmla="*/ T48 w 35"/>
                  <a:gd name="T50" fmla="+- 0 2613 2560"/>
                  <a:gd name="T51" fmla="*/ 2613 h 56"/>
                  <a:gd name="T52" fmla="+- 0 1965 1941"/>
                  <a:gd name="T53" fmla="*/ T52 w 35"/>
                  <a:gd name="T54" fmla="+- 0 2613 2560"/>
                  <a:gd name="T55" fmla="*/ 2613 h 56"/>
                  <a:gd name="T56" fmla="+- 0 1975 1941"/>
                  <a:gd name="T57" fmla="*/ T56 w 35"/>
                  <a:gd name="T58" fmla="+- 0 2579 2560"/>
                  <a:gd name="T59" fmla="*/ 2579 h 56"/>
                  <a:gd name="T60" fmla="+- 0 1973 1941"/>
                  <a:gd name="T61" fmla="*/ T60 w 35"/>
                  <a:gd name="T62" fmla="+- 0 2572 2560"/>
                  <a:gd name="T63" fmla="*/ 2572 h 56"/>
                  <a:gd name="T64" fmla="+- 0 1966 1941"/>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69" name="Group 268">
              <a:extLst>
                <a:ext uri="{FF2B5EF4-FFF2-40B4-BE49-F238E27FC236}">
                  <a16:creationId xmlns:a16="http://schemas.microsoft.com/office/drawing/2014/main" id="{97F2B684-C8F8-31AA-702C-5D0898E05B91}"/>
                </a:ext>
              </a:extLst>
            </p:cNvPr>
            <p:cNvGrpSpPr>
              <a:grpSpLocks/>
            </p:cNvGrpSpPr>
            <p:nvPr/>
          </p:nvGrpSpPr>
          <p:grpSpPr bwMode="auto">
            <a:xfrm>
              <a:off x="2397" y="2560"/>
              <a:ext cx="35" cy="56"/>
              <a:chOff x="2397" y="2560"/>
              <a:chExt cx="35" cy="56"/>
            </a:xfrm>
          </p:grpSpPr>
          <p:sp>
            <p:nvSpPr>
              <p:cNvPr id="1178" name="Freeform 5099">
                <a:extLst>
                  <a:ext uri="{FF2B5EF4-FFF2-40B4-BE49-F238E27FC236}">
                    <a16:creationId xmlns:a16="http://schemas.microsoft.com/office/drawing/2014/main" id="{CA4EC08C-69B1-9657-AD32-D42F500B9E35}"/>
                  </a:ext>
                </a:extLst>
              </p:cNvPr>
              <p:cNvSpPr>
                <a:spLocks/>
              </p:cNvSpPr>
              <p:nvPr/>
            </p:nvSpPr>
            <p:spPr bwMode="auto">
              <a:xfrm>
                <a:off x="2397" y="2560"/>
                <a:ext cx="35" cy="56"/>
              </a:xfrm>
              <a:custGeom>
                <a:avLst/>
                <a:gdLst>
                  <a:gd name="T0" fmla="+- 0 2419 2397"/>
                  <a:gd name="T1" fmla="*/ T0 w 35"/>
                  <a:gd name="T2" fmla="+- 0 2560 2560"/>
                  <a:gd name="T3" fmla="*/ 2560 h 56"/>
                  <a:gd name="T4" fmla="+- 0 2412 2397"/>
                  <a:gd name="T5" fmla="*/ T4 w 35"/>
                  <a:gd name="T6" fmla="+- 0 2560 2560"/>
                  <a:gd name="T7" fmla="*/ 2560 h 56"/>
                  <a:gd name="T8" fmla="+- 0 2410 2397"/>
                  <a:gd name="T9" fmla="*/ T8 w 35"/>
                  <a:gd name="T10" fmla="+- 0 2561 2560"/>
                  <a:gd name="T11" fmla="*/ 2561 h 56"/>
                  <a:gd name="T12" fmla="+- 0 2404 2397"/>
                  <a:gd name="T13" fmla="*/ T12 w 35"/>
                  <a:gd name="T14" fmla="+- 0 2565 2560"/>
                  <a:gd name="T15" fmla="*/ 2565 h 56"/>
                  <a:gd name="T16" fmla="+- 0 2402 2397"/>
                  <a:gd name="T17" fmla="*/ T16 w 35"/>
                  <a:gd name="T18" fmla="+- 0 2568 2560"/>
                  <a:gd name="T19" fmla="*/ 2568 h 56"/>
                  <a:gd name="T20" fmla="+- 0 2398 2397"/>
                  <a:gd name="T21" fmla="*/ T20 w 35"/>
                  <a:gd name="T22" fmla="+- 0 2577 2560"/>
                  <a:gd name="T23" fmla="*/ 2577 h 56"/>
                  <a:gd name="T24" fmla="+- 0 2397 2397"/>
                  <a:gd name="T25" fmla="*/ T24 w 35"/>
                  <a:gd name="T26" fmla="+- 0 2582 2560"/>
                  <a:gd name="T27" fmla="*/ 2582 h 56"/>
                  <a:gd name="T28" fmla="+- 0 2397 2397"/>
                  <a:gd name="T29" fmla="*/ T28 w 35"/>
                  <a:gd name="T30" fmla="+- 0 2595 2560"/>
                  <a:gd name="T31" fmla="*/ 2595 h 56"/>
                  <a:gd name="T32" fmla="+- 0 2399 2397"/>
                  <a:gd name="T33" fmla="*/ T32 w 35"/>
                  <a:gd name="T34" fmla="+- 0 2601 2560"/>
                  <a:gd name="T35" fmla="*/ 2601 h 56"/>
                  <a:gd name="T36" fmla="+- 0 2405 2397"/>
                  <a:gd name="T37" fmla="*/ T36 w 35"/>
                  <a:gd name="T38" fmla="+- 0 2613 2560"/>
                  <a:gd name="T39" fmla="*/ 2613 h 56"/>
                  <a:gd name="T40" fmla="+- 0 2409 2397"/>
                  <a:gd name="T41" fmla="*/ T40 w 35"/>
                  <a:gd name="T42" fmla="+- 0 2616 2560"/>
                  <a:gd name="T43" fmla="*/ 2616 h 56"/>
                  <a:gd name="T44" fmla="+- 0 2417 2397"/>
                  <a:gd name="T45" fmla="*/ T44 w 35"/>
                  <a:gd name="T46" fmla="+- 0 2616 2560"/>
                  <a:gd name="T47" fmla="*/ 2616 h 56"/>
                  <a:gd name="T48" fmla="+- 0 2420 2397"/>
                  <a:gd name="T49" fmla="*/ T48 w 35"/>
                  <a:gd name="T50" fmla="+- 0 2615 2560"/>
                  <a:gd name="T51" fmla="*/ 2615 h 56"/>
                  <a:gd name="T52" fmla="+- 0 2422 2397"/>
                  <a:gd name="T53" fmla="*/ T52 w 35"/>
                  <a:gd name="T54" fmla="+- 0 2613 2560"/>
                  <a:gd name="T55" fmla="*/ 2613 h 56"/>
                  <a:gd name="T56" fmla="+- 0 2411 2397"/>
                  <a:gd name="T57" fmla="*/ T56 w 35"/>
                  <a:gd name="T58" fmla="+- 0 2613 2560"/>
                  <a:gd name="T59" fmla="*/ 2613 h 56"/>
                  <a:gd name="T60" fmla="+- 0 2409 2397"/>
                  <a:gd name="T61" fmla="*/ T60 w 35"/>
                  <a:gd name="T62" fmla="+- 0 2611 2560"/>
                  <a:gd name="T63" fmla="*/ 2611 h 56"/>
                  <a:gd name="T64" fmla="+- 0 2406 2397"/>
                  <a:gd name="T65" fmla="*/ T64 w 35"/>
                  <a:gd name="T66" fmla="+- 0 2603 2560"/>
                  <a:gd name="T67" fmla="*/ 2603 h 56"/>
                  <a:gd name="T68" fmla="+- 0 2405 2397"/>
                  <a:gd name="T69" fmla="*/ T68 w 35"/>
                  <a:gd name="T70" fmla="+- 0 2597 2560"/>
                  <a:gd name="T71" fmla="*/ 2597 h 56"/>
                  <a:gd name="T72" fmla="+- 0 2405 2397"/>
                  <a:gd name="T73" fmla="*/ T72 w 35"/>
                  <a:gd name="T74" fmla="+- 0 2582 2560"/>
                  <a:gd name="T75" fmla="*/ 2582 h 56"/>
                  <a:gd name="T76" fmla="+- 0 2415 2397"/>
                  <a:gd name="T77" fmla="*/ T76 w 35"/>
                  <a:gd name="T78" fmla="+- 0 2563 2560"/>
                  <a:gd name="T79" fmla="*/ 2563 h 56"/>
                  <a:gd name="T80" fmla="+- 0 2423 2397"/>
                  <a:gd name="T81" fmla="*/ T80 w 35"/>
                  <a:gd name="T82" fmla="+- 0 2563 2560"/>
                  <a:gd name="T83" fmla="*/ 2563 h 56"/>
                  <a:gd name="T84" fmla="+- 0 2422 2397"/>
                  <a:gd name="T85" fmla="*/ T84 w 35"/>
                  <a:gd name="T86" fmla="+- 0 2562 2560"/>
                  <a:gd name="T87" fmla="*/ 2562 h 56"/>
                  <a:gd name="T88" fmla="+- 0 2419 2397"/>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9" name="Freeform 5100">
                <a:extLst>
                  <a:ext uri="{FF2B5EF4-FFF2-40B4-BE49-F238E27FC236}">
                    <a16:creationId xmlns:a16="http://schemas.microsoft.com/office/drawing/2014/main" id="{21F24FB1-385B-2418-34BD-5F21BAADD994}"/>
                  </a:ext>
                </a:extLst>
              </p:cNvPr>
              <p:cNvSpPr>
                <a:spLocks/>
              </p:cNvSpPr>
              <p:nvPr/>
            </p:nvSpPr>
            <p:spPr bwMode="auto">
              <a:xfrm>
                <a:off x="2397" y="2560"/>
                <a:ext cx="35" cy="56"/>
              </a:xfrm>
              <a:custGeom>
                <a:avLst/>
                <a:gdLst>
                  <a:gd name="T0" fmla="+- 0 2423 2397"/>
                  <a:gd name="T1" fmla="*/ T0 w 35"/>
                  <a:gd name="T2" fmla="+- 0 2563 2560"/>
                  <a:gd name="T3" fmla="*/ 2563 h 56"/>
                  <a:gd name="T4" fmla="+- 0 2415 2397"/>
                  <a:gd name="T5" fmla="*/ T4 w 35"/>
                  <a:gd name="T6" fmla="+- 0 2563 2560"/>
                  <a:gd name="T7" fmla="*/ 2563 h 56"/>
                  <a:gd name="T8" fmla="+- 0 2419 2397"/>
                  <a:gd name="T9" fmla="*/ T8 w 35"/>
                  <a:gd name="T10" fmla="+- 0 2564 2560"/>
                  <a:gd name="T11" fmla="*/ 2564 h 56"/>
                  <a:gd name="T12" fmla="+- 0 2420 2397"/>
                  <a:gd name="T13" fmla="*/ T12 w 35"/>
                  <a:gd name="T14" fmla="+- 0 2565 2560"/>
                  <a:gd name="T15" fmla="*/ 2565 h 56"/>
                  <a:gd name="T16" fmla="+- 0 2421 2397"/>
                  <a:gd name="T17" fmla="*/ T16 w 35"/>
                  <a:gd name="T18" fmla="+- 0 2567 2560"/>
                  <a:gd name="T19" fmla="*/ 2567 h 56"/>
                  <a:gd name="T20" fmla="+- 0 2423 2397"/>
                  <a:gd name="T21" fmla="*/ T20 w 35"/>
                  <a:gd name="T22" fmla="+- 0 2575 2560"/>
                  <a:gd name="T23" fmla="*/ 2575 h 56"/>
                  <a:gd name="T24" fmla="+- 0 2424 2397"/>
                  <a:gd name="T25" fmla="*/ T24 w 35"/>
                  <a:gd name="T26" fmla="+- 0 2577 2560"/>
                  <a:gd name="T27" fmla="*/ 2577 h 56"/>
                  <a:gd name="T28" fmla="+- 0 2424 2397"/>
                  <a:gd name="T29" fmla="*/ T28 w 35"/>
                  <a:gd name="T30" fmla="+- 0 2595 2560"/>
                  <a:gd name="T31" fmla="*/ 2595 h 56"/>
                  <a:gd name="T32" fmla="+- 0 2424 2397"/>
                  <a:gd name="T33" fmla="*/ T32 w 35"/>
                  <a:gd name="T34" fmla="+- 0 2600 2560"/>
                  <a:gd name="T35" fmla="*/ 2600 h 56"/>
                  <a:gd name="T36" fmla="+- 0 2422 2397"/>
                  <a:gd name="T37" fmla="*/ T36 w 35"/>
                  <a:gd name="T38" fmla="+- 0 2608 2560"/>
                  <a:gd name="T39" fmla="*/ 2608 h 56"/>
                  <a:gd name="T40" fmla="+- 0 2420 2397"/>
                  <a:gd name="T41" fmla="*/ T40 w 35"/>
                  <a:gd name="T42" fmla="+- 0 2610 2560"/>
                  <a:gd name="T43" fmla="*/ 2610 h 56"/>
                  <a:gd name="T44" fmla="+- 0 2419 2397"/>
                  <a:gd name="T45" fmla="*/ T44 w 35"/>
                  <a:gd name="T46" fmla="+- 0 2611 2560"/>
                  <a:gd name="T47" fmla="*/ 2611 h 56"/>
                  <a:gd name="T48" fmla="+- 0 2414 2397"/>
                  <a:gd name="T49" fmla="*/ T48 w 35"/>
                  <a:gd name="T50" fmla="+- 0 2613 2560"/>
                  <a:gd name="T51" fmla="*/ 2613 h 56"/>
                  <a:gd name="T52" fmla="+- 0 2422 2397"/>
                  <a:gd name="T53" fmla="*/ T52 w 35"/>
                  <a:gd name="T54" fmla="+- 0 2613 2560"/>
                  <a:gd name="T55" fmla="*/ 2613 h 56"/>
                  <a:gd name="T56" fmla="+- 0 2432 2397"/>
                  <a:gd name="T57" fmla="*/ T56 w 35"/>
                  <a:gd name="T58" fmla="+- 0 2579 2560"/>
                  <a:gd name="T59" fmla="*/ 2579 h 56"/>
                  <a:gd name="T60" fmla="+- 0 2430 2397"/>
                  <a:gd name="T61" fmla="*/ T60 w 35"/>
                  <a:gd name="T62" fmla="+- 0 2572 2560"/>
                  <a:gd name="T63" fmla="*/ 2572 h 56"/>
                  <a:gd name="T64" fmla="+- 0 2423 2397"/>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6"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0" name="Group 269">
              <a:extLst>
                <a:ext uri="{FF2B5EF4-FFF2-40B4-BE49-F238E27FC236}">
                  <a16:creationId xmlns:a16="http://schemas.microsoft.com/office/drawing/2014/main" id="{87B2E716-BB3A-7C62-4F48-30C1AEE016EA}"/>
                </a:ext>
              </a:extLst>
            </p:cNvPr>
            <p:cNvGrpSpPr>
              <a:grpSpLocks/>
            </p:cNvGrpSpPr>
            <p:nvPr/>
          </p:nvGrpSpPr>
          <p:grpSpPr bwMode="auto">
            <a:xfrm>
              <a:off x="2854" y="2560"/>
              <a:ext cx="35" cy="56"/>
              <a:chOff x="2854" y="2560"/>
              <a:chExt cx="35" cy="56"/>
            </a:xfrm>
          </p:grpSpPr>
          <p:sp>
            <p:nvSpPr>
              <p:cNvPr id="1176" name="Freeform 5102">
                <a:extLst>
                  <a:ext uri="{FF2B5EF4-FFF2-40B4-BE49-F238E27FC236}">
                    <a16:creationId xmlns:a16="http://schemas.microsoft.com/office/drawing/2014/main" id="{09426AF3-56C5-77E8-BC22-FD538FBFC364}"/>
                  </a:ext>
                </a:extLst>
              </p:cNvPr>
              <p:cNvSpPr>
                <a:spLocks/>
              </p:cNvSpPr>
              <p:nvPr/>
            </p:nvSpPr>
            <p:spPr bwMode="auto">
              <a:xfrm>
                <a:off x="2854" y="2560"/>
                <a:ext cx="35" cy="56"/>
              </a:xfrm>
              <a:custGeom>
                <a:avLst/>
                <a:gdLst>
                  <a:gd name="T0" fmla="+- 0 2875 2854"/>
                  <a:gd name="T1" fmla="*/ T0 w 35"/>
                  <a:gd name="T2" fmla="+- 0 2560 2560"/>
                  <a:gd name="T3" fmla="*/ 2560 h 56"/>
                  <a:gd name="T4" fmla="+- 0 2868 2854"/>
                  <a:gd name="T5" fmla="*/ T4 w 35"/>
                  <a:gd name="T6" fmla="+- 0 2560 2560"/>
                  <a:gd name="T7" fmla="*/ 2560 h 56"/>
                  <a:gd name="T8" fmla="+- 0 2866 2854"/>
                  <a:gd name="T9" fmla="*/ T8 w 35"/>
                  <a:gd name="T10" fmla="+- 0 2561 2560"/>
                  <a:gd name="T11" fmla="*/ 2561 h 56"/>
                  <a:gd name="T12" fmla="+- 0 2861 2854"/>
                  <a:gd name="T13" fmla="*/ T12 w 35"/>
                  <a:gd name="T14" fmla="+- 0 2565 2560"/>
                  <a:gd name="T15" fmla="*/ 2565 h 56"/>
                  <a:gd name="T16" fmla="+- 0 2858 2854"/>
                  <a:gd name="T17" fmla="*/ T16 w 35"/>
                  <a:gd name="T18" fmla="+- 0 2568 2560"/>
                  <a:gd name="T19" fmla="*/ 2568 h 56"/>
                  <a:gd name="T20" fmla="+- 0 2855 2854"/>
                  <a:gd name="T21" fmla="*/ T20 w 35"/>
                  <a:gd name="T22" fmla="+- 0 2577 2560"/>
                  <a:gd name="T23" fmla="*/ 2577 h 56"/>
                  <a:gd name="T24" fmla="+- 0 2854 2854"/>
                  <a:gd name="T25" fmla="*/ T24 w 35"/>
                  <a:gd name="T26" fmla="+- 0 2582 2560"/>
                  <a:gd name="T27" fmla="*/ 2582 h 56"/>
                  <a:gd name="T28" fmla="+- 0 2854 2854"/>
                  <a:gd name="T29" fmla="*/ T28 w 35"/>
                  <a:gd name="T30" fmla="+- 0 2595 2560"/>
                  <a:gd name="T31" fmla="*/ 2595 h 56"/>
                  <a:gd name="T32" fmla="+- 0 2855 2854"/>
                  <a:gd name="T33" fmla="*/ T32 w 35"/>
                  <a:gd name="T34" fmla="+- 0 2601 2560"/>
                  <a:gd name="T35" fmla="*/ 2601 h 56"/>
                  <a:gd name="T36" fmla="+- 0 2861 2854"/>
                  <a:gd name="T37" fmla="*/ T36 w 35"/>
                  <a:gd name="T38" fmla="+- 0 2613 2560"/>
                  <a:gd name="T39" fmla="*/ 2613 h 56"/>
                  <a:gd name="T40" fmla="+- 0 2866 2854"/>
                  <a:gd name="T41" fmla="*/ T40 w 35"/>
                  <a:gd name="T42" fmla="+- 0 2616 2560"/>
                  <a:gd name="T43" fmla="*/ 2616 h 56"/>
                  <a:gd name="T44" fmla="+- 0 2873 2854"/>
                  <a:gd name="T45" fmla="*/ T44 w 35"/>
                  <a:gd name="T46" fmla="+- 0 2616 2560"/>
                  <a:gd name="T47" fmla="*/ 2616 h 56"/>
                  <a:gd name="T48" fmla="+- 0 2876 2854"/>
                  <a:gd name="T49" fmla="*/ T48 w 35"/>
                  <a:gd name="T50" fmla="+- 0 2615 2560"/>
                  <a:gd name="T51" fmla="*/ 2615 h 56"/>
                  <a:gd name="T52" fmla="+- 0 2878 2854"/>
                  <a:gd name="T53" fmla="*/ T52 w 35"/>
                  <a:gd name="T54" fmla="+- 0 2613 2560"/>
                  <a:gd name="T55" fmla="*/ 2613 h 56"/>
                  <a:gd name="T56" fmla="+- 0 2868 2854"/>
                  <a:gd name="T57" fmla="*/ T56 w 35"/>
                  <a:gd name="T58" fmla="+- 0 2613 2560"/>
                  <a:gd name="T59" fmla="*/ 2613 h 56"/>
                  <a:gd name="T60" fmla="+- 0 2866 2854"/>
                  <a:gd name="T61" fmla="*/ T60 w 35"/>
                  <a:gd name="T62" fmla="+- 0 2611 2560"/>
                  <a:gd name="T63" fmla="*/ 2611 h 56"/>
                  <a:gd name="T64" fmla="+- 0 2864 2854"/>
                  <a:gd name="T65" fmla="*/ T64 w 35"/>
                  <a:gd name="T66" fmla="+- 0 2607 2560"/>
                  <a:gd name="T67" fmla="*/ 2607 h 56"/>
                  <a:gd name="T68" fmla="+- 0 2862 2854"/>
                  <a:gd name="T69" fmla="*/ T68 w 35"/>
                  <a:gd name="T70" fmla="+- 0 2603 2560"/>
                  <a:gd name="T71" fmla="*/ 2603 h 56"/>
                  <a:gd name="T72" fmla="+- 0 2861 2854"/>
                  <a:gd name="T73" fmla="*/ T72 w 35"/>
                  <a:gd name="T74" fmla="+- 0 2597 2560"/>
                  <a:gd name="T75" fmla="*/ 2597 h 56"/>
                  <a:gd name="T76" fmla="+- 0 2871 2854"/>
                  <a:gd name="T77" fmla="*/ T76 w 35"/>
                  <a:gd name="T78" fmla="+- 0 2563 2560"/>
                  <a:gd name="T79" fmla="*/ 2563 h 56"/>
                  <a:gd name="T80" fmla="+- 0 2879 2854"/>
                  <a:gd name="T81" fmla="*/ T80 w 35"/>
                  <a:gd name="T82" fmla="+- 0 2563 2560"/>
                  <a:gd name="T83" fmla="*/ 2563 h 56"/>
                  <a:gd name="T84" fmla="+- 0 2879 2854"/>
                  <a:gd name="T85" fmla="*/ T84 w 35"/>
                  <a:gd name="T86" fmla="+- 0 2562 2560"/>
                  <a:gd name="T87" fmla="*/ 2562 h 56"/>
                  <a:gd name="T88" fmla="+- 0 2875 2854"/>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7" name="Freeform 5103">
                <a:extLst>
                  <a:ext uri="{FF2B5EF4-FFF2-40B4-BE49-F238E27FC236}">
                    <a16:creationId xmlns:a16="http://schemas.microsoft.com/office/drawing/2014/main" id="{FA1985DA-21D8-96C8-227F-E1CA765406D0}"/>
                  </a:ext>
                </a:extLst>
              </p:cNvPr>
              <p:cNvSpPr>
                <a:spLocks/>
              </p:cNvSpPr>
              <p:nvPr/>
            </p:nvSpPr>
            <p:spPr bwMode="auto">
              <a:xfrm>
                <a:off x="2854" y="2560"/>
                <a:ext cx="35" cy="56"/>
              </a:xfrm>
              <a:custGeom>
                <a:avLst/>
                <a:gdLst>
                  <a:gd name="T0" fmla="+- 0 2879 2854"/>
                  <a:gd name="T1" fmla="*/ T0 w 35"/>
                  <a:gd name="T2" fmla="+- 0 2563 2560"/>
                  <a:gd name="T3" fmla="*/ 2563 h 56"/>
                  <a:gd name="T4" fmla="+- 0 2871 2854"/>
                  <a:gd name="T5" fmla="*/ T4 w 35"/>
                  <a:gd name="T6" fmla="+- 0 2563 2560"/>
                  <a:gd name="T7" fmla="*/ 2563 h 56"/>
                  <a:gd name="T8" fmla="+- 0 2875 2854"/>
                  <a:gd name="T9" fmla="*/ T8 w 35"/>
                  <a:gd name="T10" fmla="+- 0 2564 2560"/>
                  <a:gd name="T11" fmla="*/ 2564 h 56"/>
                  <a:gd name="T12" fmla="+- 0 2876 2854"/>
                  <a:gd name="T13" fmla="*/ T12 w 35"/>
                  <a:gd name="T14" fmla="+- 0 2565 2560"/>
                  <a:gd name="T15" fmla="*/ 2565 h 56"/>
                  <a:gd name="T16" fmla="+- 0 2878 2854"/>
                  <a:gd name="T17" fmla="*/ T16 w 35"/>
                  <a:gd name="T18" fmla="+- 0 2567 2560"/>
                  <a:gd name="T19" fmla="*/ 2567 h 56"/>
                  <a:gd name="T20" fmla="+- 0 2880 2854"/>
                  <a:gd name="T21" fmla="*/ T20 w 35"/>
                  <a:gd name="T22" fmla="+- 0 2575 2560"/>
                  <a:gd name="T23" fmla="*/ 2575 h 56"/>
                  <a:gd name="T24" fmla="+- 0 2880 2854"/>
                  <a:gd name="T25" fmla="*/ T24 w 35"/>
                  <a:gd name="T26" fmla="+- 0 2577 2560"/>
                  <a:gd name="T27" fmla="*/ 2577 h 56"/>
                  <a:gd name="T28" fmla="+- 0 2880 2854"/>
                  <a:gd name="T29" fmla="*/ T28 w 35"/>
                  <a:gd name="T30" fmla="+- 0 2595 2560"/>
                  <a:gd name="T31" fmla="*/ 2595 h 56"/>
                  <a:gd name="T32" fmla="+- 0 2880 2854"/>
                  <a:gd name="T33" fmla="*/ T32 w 35"/>
                  <a:gd name="T34" fmla="+- 0 2600 2560"/>
                  <a:gd name="T35" fmla="*/ 2600 h 56"/>
                  <a:gd name="T36" fmla="+- 0 2878 2854"/>
                  <a:gd name="T37" fmla="*/ T36 w 35"/>
                  <a:gd name="T38" fmla="+- 0 2608 2560"/>
                  <a:gd name="T39" fmla="*/ 2608 h 56"/>
                  <a:gd name="T40" fmla="+- 0 2877 2854"/>
                  <a:gd name="T41" fmla="*/ T40 w 35"/>
                  <a:gd name="T42" fmla="+- 0 2610 2560"/>
                  <a:gd name="T43" fmla="*/ 2610 h 56"/>
                  <a:gd name="T44" fmla="+- 0 2875 2854"/>
                  <a:gd name="T45" fmla="*/ T44 w 35"/>
                  <a:gd name="T46" fmla="+- 0 2611 2560"/>
                  <a:gd name="T47" fmla="*/ 2611 h 56"/>
                  <a:gd name="T48" fmla="+- 0 2871 2854"/>
                  <a:gd name="T49" fmla="*/ T48 w 35"/>
                  <a:gd name="T50" fmla="+- 0 2613 2560"/>
                  <a:gd name="T51" fmla="*/ 2613 h 56"/>
                  <a:gd name="T52" fmla="+- 0 2878 2854"/>
                  <a:gd name="T53" fmla="*/ T52 w 35"/>
                  <a:gd name="T54" fmla="+- 0 2613 2560"/>
                  <a:gd name="T55" fmla="*/ 2613 h 56"/>
                  <a:gd name="T56" fmla="+- 0 2888 2854"/>
                  <a:gd name="T57" fmla="*/ T56 w 35"/>
                  <a:gd name="T58" fmla="+- 0 2579 2560"/>
                  <a:gd name="T59" fmla="*/ 2579 h 56"/>
                  <a:gd name="T60" fmla="+- 0 2886 2854"/>
                  <a:gd name="T61" fmla="*/ T60 w 35"/>
                  <a:gd name="T62" fmla="+- 0 2572 2560"/>
                  <a:gd name="T63" fmla="*/ 2572 h 56"/>
                  <a:gd name="T64" fmla="+- 0 2879 2854"/>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1" name="Group 270">
              <a:extLst>
                <a:ext uri="{FF2B5EF4-FFF2-40B4-BE49-F238E27FC236}">
                  <a16:creationId xmlns:a16="http://schemas.microsoft.com/office/drawing/2014/main" id="{78F01E52-AF44-3148-1439-F47714F51510}"/>
                </a:ext>
              </a:extLst>
            </p:cNvPr>
            <p:cNvGrpSpPr>
              <a:grpSpLocks/>
            </p:cNvGrpSpPr>
            <p:nvPr/>
          </p:nvGrpSpPr>
          <p:grpSpPr bwMode="auto">
            <a:xfrm>
              <a:off x="3273" y="2560"/>
              <a:ext cx="70" cy="56"/>
              <a:chOff x="3273" y="2560"/>
              <a:chExt cx="70" cy="56"/>
            </a:xfrm>
          </p:grpSpPr>
          <p:sp>
            <p:nvSpPr>
              <p:cNvPr id="1170" name="Freeform 5105">
                <a:extLst>
                  <a:ext uri="{FF2B5EF4-FFF2-40B4-BE49-F238E27FC236}">
                    <a16:creationId xmlns:a16="http://schemas.microsoft.com/office/drawing/2014/main" id="{5C8E3EBE-AA4D-7C5D-75DC-B8C662C4D040}"/>
                  </a:ext>
                </a:extLst>
              </p:cNvPr>
              <p:cNvSpPr>
                <a:spLocks/>
              </p:cNvSpPr>
              <p:nvPr/>
            </p:nvSpPr>
            <p:spPr bwMode="auto">
              <a:xfrm>
                <a:off x="3273" y="2560"/>
                <a:ext cx="70" cy="56"/>
              </a:xfrm>
              <a:custGeom>
                <a:avLst/>
                <a:gdLst>
                  <a:gd name="T0" fmla="+- 0 3305 3273"/>
                  <a:gd name="T1" fmla="*/ T0 w 70"/>
                  <a:gd name="T2" fmla="+- 0 2560 2560"/>
                  <a:gd name="T3" fmla="*/ 2560 h 56"/>
                  <a:gd name="T4" fmla="+- 0 3300 3273"/>
                  <a:gd name="T5" fmla="*/ T4 w 70"/>
                  <a:gd name="T6" fmla="+- 0 2560 2560"/>
                  <a:gd name="T7" fmla="*/ 2560 h 56"/>
                  <a:gd name="T8" fmla="+- 0 3297 3273"/>
                  <a:gd name="T9" fmla="*/ T8 w 70"/>
                  <a:gd name="T10" fmla="+- 0 2561 2560"/>
                  <a:gd name="T11" fmla="*/ 2561 h 56"/>
                  <a:gd name="T12" fmla="+- 0 3273 3273"/>
                  <a:gd name="T13" fmla="*/ T12 w 70"/>
                  <a:gd name="T14" fmla="+- 0 2602 2560"/>
                  <a:gd name="T15" fmla="*/ 2602 h 56"/>
                  <a:gd name="T16" fmla="+- 0 3275 3273"/>
                  <a:gd name="T17" fmla="*/ T16 w 70"/>
                  <a:gd name="T18" fmla="+- 0 2607 2560"/>
                  <a:gd name="T19" fmla="*/ 2607 h 56"/>
                  <a:gd name="T20" fmla="+- 0 3283 3273"/>
                  <a:gd name="T21" fmla="*/ T20 w 70"/>
                  <a:gd name="T22" fmla="+- 0 2614 2560"/>
                  <a:gd name="T23" fmla="*/ 2614 h 56"/>
                  <a:gd name="T24" fmla="+- 0 3286 3273"/>
                  <a:gd name="T25" fmla="*/ T24 w 70"/>
                  <a:gd name="T26" fmla="+- 0 2616 2560"/>
                  <a:gd name="T27" fmla="*/ 2616 h 56"/>
                  <a:gd name="T28" fmla="+- 0 3295 3273"/>
                  <a:gd name="T29" fmla="*/ T28 w 70"/>
                  <a:gd name="T30" fmla="+- 0 2616 2560"/>
                  <a:gd name="T31" fmla="*/ 2616 h 56"/>
                  <a:gd name="T32" fmla="+- 0 3299 3273"/>
                  <a:gd name="T33" fmla="*/ T32 w 70"/>
                  <a:gd name="T34" fmla="+- 0 2613 2560"/>
                  <a:gd name="T35" fmla="*/ 2613 h 56"/>
                  <a:gd name="T36" fmla="+- 0 3289 3273"/>
                  <a:gd name="T37" fmla="*/ T36 w 70"/>
                  <a:gd name="T38" fmla="+- 0 2613 2560"/>
                  <a:gd name="T39" fmla="*/ 2613 h 56"/>
                  <a:gd name="T40" fmla="+- 0 3287 3273"/>
                  <a:gd name="T41" fmla="*/ T40 w 70"/>
                  <a:gd name="T42" fmla="+- 0 2613 2560"/>
                  <a:gd name="T43" fmla="*/ 2613 h 56"/>
                  <a:gd name="T44" fmla="+- 0 3284 3273"/>
                  <a:gd name="T45" fmla="*/ T44 w 70"/>
                  <a:gd name="T46" fmla="+- 0 2610 2560"/>
                  <a:gd name="T47" fmla="*/ 2610 h 56"/>
                  <a:gd name="T48" fmla="+- 0 3283 3273"/>
                  <a:gd name="T49" fmla="*/ T48 w 70"/>
                  <a:gd name="T50" fmla="+- 0 2607 2560"/>
                  <a:gd name="T51" fmla="*/ 2607 h 56"/>
                  <a:gd name="T52" fmla="+- 0 3281 3273"/>
                  <a:gd name="T53" fmla="*/ T52 w 70"/>
                  <a:gd name="T54" fmla="+- 0 2602 2560"/>
                  <a:gd name="T55" fmla="*/ 2602 h 56"/>
                  <a:gd name="T56" fmla="+- 0 3280 3273"/>
                  <a:gd name="T57" fmla="*/ T56 w 70"/>
                  <a:gd name="T58" fmla="+- 0 2599 2560"/>
                  <a:gd name="T59" fmla="*/ 2599 h 56"/>
                  <a:gd name="T60" fmla="+- 0 3280 3273"/>
                  <a:gd name="T61" fmla="*/ T60 w 70"/>
                  <a:gd name="T62" fmla="+- 0 2592 2560"/>
                  <a:gd name="T63" fmla="*/ 2592 h 56"/>
                  <a:gd name="T64" fmla="+- 0 3287 3273"/>
                  <a:gd name="T65" fmla="*/ T64 w 70"/>
                  <a:gd name="T66" fmla="+- 0 2585 2560"/>
                  <a:gd name="T67" fmla="*/ 2585 h 56"/>
                  <a:gd name="T68" fmla="+- 0 3282 3273"/>
                  <a:gd name="T69" fmla="*/ T68 w 70"/>
                  <a:gd name="T70" fmla="+- 0 2585 2560"/>
                  <a:gd name="T71" fmla="*/ 2585 h 56"/>
                  <a:gd name="T72" fmla="+- 0 3305 3273"/>
                  <a:gd name="T73" fmla="*/ T72 w 70"/>
                  <a:gd name="T74" fmla="+- 0 2562 2560"/>
                  <a:gd name="T75" fmla="*/ 2562 h 56"/>
                  <a:gd name="T76" fmla="+- 0 3305 3273"/>
                  <a:gd name="T77" fmla="*/ T76 w 70"/>
                  <a:gd name="T78" fmla="+- 0 2560 2560"/>
                  <a:gd name="T79"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70" h="56">
                    <a:moveTo>
                      <a:pt x="32" y="0"/>
                    </a:moveTo>
                    <a:lnTo>
                      <a:pt x="27" y="0"/>
                    </a:lnTo>
                    <a:lnTo>
                      <a:pt x="24" y="1"/>
                    </a:lnTo>
                    <a:lnTo>
                      <a:pt x="0" y="42"/>
                    </a:lnTo>
                    <a:lnTo>
                      <a:pt x="2" y="47"/>
                    </a:lnTo>
                    <a:lnTo>
                      <a:pt x="10" y="54"/>
                    </a:lnTo>
                    <a:lnTo>
                      <a:pt x="13" y="56"/>
                    </a:lnTo>
                    <a:lnTo>
                      <a:pt x="22" y="56"/>
                    </a:lnTo>
                    <a:lnTo>
                      <a:pt x="26" y="53"/>
                    </a:lnTo>
                    <a:lnTo>
                      <a:pt x="16" y="53"/>
                    </a:lnTo>
                    <a:lnTo>
                      <a:pt x="14" y="53"/>
                    </a:lnTo>
                    <a:lnTo>
                      <a:pt x="11" y="50"/>
                    </a:lnTo>
                    <a:lnTo>
                      <a:pt x="10" y="47"/>
                    </a:lnTo>
                    <a:lnTo>
                      <a:pt x="8" y="42"/>
                    </a:lnTo>
                    <a:lnTo>
                      <a:pt x="7" y="39"/>
                    </a:lnTo>
                    <a:lnTo>
                      <a:pt x="7" y="32"/>
                    </a:lnTo>
                    <a:lnTo>
                      <a:pt x="14" y="25"/>
                    </a:lnTo>
                    <a:lnTo>
                      <a:pt x="9" y="25"/>
                    </a:lnTo>
                    <a:lnTo>
                      <a:pt x="32" y="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1" name="Freeform 5106">
                <a:extLst>
                  <a:ext uri="{FF2B5EF4-FFF2-40B4-BE49-F238E27FC236}">
                    <a16:creationId xmlns:a16="http://schemas.microsoft.com/office/drawing/2014/main" id="{F52EBD55-A530-B91F-FA8C-19DB682604A1}"/>
                  </a:ext>
                </a:extLst>
              </p:cNvPr>
              <p:cNvSpPr>
                <a:spLocks/>
              </p:cNvSpPr>
              <p:nvPr/>
            </p:nvSpPr>
            <p:spPr bwMode="auto">
              <a:xfrm>
                <a:off x="3273" y="2560"/>
                <a:ext cx="70" cy="56"/>
              </a:xfrm>
              <a:custGeom>
                <a:avLst/>
                <a:gdLst>
                  <a:gd name="T0" fmla="+- 0 3302 3273"/>
                  <a:gd name="T1" fmla="*/ T0 w 70"/>
                  <a:gd name="T2" fmla="+- 0 2584 2560"/>
                  <a:gd name="T3" fmla="*/ 2584 h 56"/>
                  <a:gd name="T4" fmla="+- 0 3293 3273"/>
                  <a:gd name="T5" fmla="*/ T4 w 70"/>
                  <a:gd name="T6" fmla="+- 0 2584 2560"/>
                  <a:gd name="T7" fmla="*/ 2584 h 56"/>
                  <a:gd name="T8" fmla="+- 0 3295 3273"/>
                  <a:gd name="T9" fmla="*/ T8 w 70"/>
                  <a:gd name="T10" fmla="+- 0 2586 2560"/>
                  <a:gd name="T11" fmla="*/ 2586 h 56"/>
                  <a:gd name="T12" fmla="+- 0 3299 3273"/>
                  <a:gd name="T13" fmla="*/ T12 w 70"/>
                  <a:gd name="T14" fmla="+- 0 2593 2560"/>
                  <a:gd name="T15" fmla="*/ 2593 h 56"/>
                  <a:gd name="T16" fmla="+- 0 3299 3273"/>
                  <a:gd name="T17" fmla="*/ T16 w 70"/>
                  <a:gd name="T18" fmla="+- 0 2596 2560"/>
                  <a:gd name="T19" fmla="*/ 2596 h 56"/>
                  <a:gd name="T20" fmla="+- 0 3299 3273"/>
                  <a:gd name="T21" fmla="*/ T20 w 70"/>
                  <a:gd name="T22" fmla="+- 0 2605 2560"/>
                  <a:gd name="T23" fmla="*/ 2605 h 56"/>
                  <a:gd name="T24" fmla="+- 0 3299 3273"/>
                  <a:gd name="T25" fmla="*/ T24 w 70"/>
                  <a:gd name="T26" fmla="+- 0 2608 2560"/>
                  <a:gd name="T27" fmla="*/ 2608 h 56"/>
                  <a:gd name="T28" fmla="+- 0 3295 3273"/>
                  <a:gd name="T29" fmla="*/ T28 w 70"/>
                  <a:gd name="T30" fmla="+- 0 2612 2560"/>
                  <a:gd name="T31" fmla="*/ 2612 h 56"/>
                  <a:gd name="T32" fmla="+- 0 3293 3273"/>
                  <a:gd name="T33" fmla="*/ T32 w 70"/>
                  <a:gd name="T34" fmla="+- 0 2613 2560"/>
                  <a:gd name="T35" fmla="*/ 2613 h 56"/>
                  <a:gd name="T36" fmla="+- 0 3299 3273"/>
                  <a:gd name="T37" fmla="*/ T36 w 70"/>
                  <a:gd name="T38" fmla="+- 0 2613 2560"/>
                  <a:gd name="T39" fmla="*/ 2613 h 56"/>
                  <a:gd name="T40" fmla="+- 0 3305 3273"/>
                  <a:gd name="T41" fmla="*/ T40 w 70"/>
                  <a:gd name="T42" fmla="+- 0 2605 2560"/>
                  <a:gd name="T43" fmla="*/ 2605 h 56"/>
                  <a:gd name="T44" fmla="+- 0 3306 3273"/>
                  <a:gd name="T45" fmla="*/ T44 w 70"/>
                  <a:gd name="T46" fmla="+- 0 2602 2560"/>
                  <a:gd name="T47" fmla="*/ 2602 h 56"/>
                  <a:gd name="T48" fmla="+- 0 3306 3273"/>
                  <a:gd name="T49" fmla="*/ T48 w 70"/>
                  <a:gd name="T50" fmla="+- 0 2592 2560"/>
                  <a:gd name="T51" fmla="*/ 2592 h 56"/>
                  <a:gd name="T52" fmla="+- 0 3305 3273"/>
                  <a:gd name="T53" fmla="*/ T52 w 70"/>
                  <a:gd name="T54" fmla="+- 0 2588 2560"/>
                  <a:gd name="T55" fmla="*/ 2588 h 56"/>
                  <a:gd name="T56" fmla="+- 0 3302 3273"/>
                  <a:gd name="T57" fmla="*/ T56 w 70"/>
                  <a:gd name="T58" fmla="+- 0 2584 2560"/>
                  <a:gd name="T59" fmla="*/ 258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0" h="56">
                    <a:moveTo>
                      <a:pt x="29" y="24"/>
                    </a:moveTo>
                    <a:lnTo>
                      <a:pt x="20" y="24"/>
                    </a:lnTo>
                    <a:lnTo>
                      <a:pt x="22" y="26"/>
                    </a:lnTo>
                    <a:lnTo>
                      <a:pt x="26" y="33"/>
                    </a:lnTo>
                    <a:lnTo>
                      <a:pt x="26" y="36"/>
                    </a:lnTo>
                    <a:lnTo>
                      <a:pt x="26" y="45"/>
                    </a:lnTo>
                    <a:lnTo>
                      <a:pt x="26" y="48"/>
                    </a:lnTo>
                    <a:lnTo>
                      <a:pt x="22" y="52"/>
                    </a:lnTo>
                    <a:lnTo>
                      <a:pt x="20" y="53"/>
                    </a:lnTo>
                    <a:lnTo>
                      <a:pt x="26" y="53"/>
                    </a:lnTo>
                    <a:lnTo>
                      <a:pt x="32" y="45"/>
                    </a:lnTo>
                    <a:lnTo>
                      <a:pt x="33" y="42"/>
                    </a:lnTo>
                    <a:lnTo>
                      <a:pt x="33" y="32"/>
                    </a:lnTo>
                    <a:lnTo>
                      <a:pt x="32"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2" name="Freeform 5107">
                <a:extLst>
                  <a:ext uri="{FF2B5EF4-FFF2-40B4-BE49-F238E27FC236}">
                    <a16:creationId xmlns:a16="http://schemas.microsoft.com/office/drawing/2014/main" id="{C14E9A0E-03DA-1F46-97E2-B01DDAD372A9}"/>
                  </a:ext>
                </a:extLst>
              </p:cNvPr>
              <p:cNvSpPr>
                <a:spLocks/>
              </p:cNvSpPr>
              <p:nvPr/>
            </p:nvSpPr>
            <p:spPr bwMode="auto">
              <a:xfrm>
                <a:off x="3273" y="2560"/>
                <a:ext cx="70" cy="56"/>
              </a:xfrm>
              <a:custGeom>
                <a:avLst/>
                <a:gdLst>
                  <a:gd name="T0" fmla="+- 0 3297 3273"/>
                  <a:gd name="T1" fmla="*/ T0 w 70"/>
                  <a:gd name="T2" fmla="+- 0 2581 2560"/>
                  <a:gd name="T3" fmla="*/ 2581 h 56"/>
                  <a:gd name="T4" fmla="+- 0 3289 3273"/>
                  <a:gd name="T5" fmla="*/ T4 w 70"/>
                  <a:gd name="T6" fmla="+- 0 2581 2560"/>
                  <a:gd name="T7" fmla="*/ 2581 h 56"/>
                  <a:gd name="T8" fmla="+- 0 3285 3273"/>
                  <a:gd name="T9" fmla="*/ T8 w 70"/>
                  <a:gd name="T10" fmla="+- 0 2582 2560"/>
                  <a:gd name="T11" fmla="*/ 2582 h 56"/>
                  <a:gd name="T12" fmla="+- 0 3282 3273"/>
                  <a:gd name="T13" fmla="*/ T12 w 70"/>
                  <a:gd name="T14" fmla="+- 0 2585 2560"/>
                  <a:gd name="T15" fmla="*/ 2585 h 56"/>
                  <a:gd name="T16" fmla="+- 0 3287 3273"/>
                  <a:gd name="T17" fmla="*/ T16 w 70"/>
                  <a:gd name="T18" fmla="+- 0 2585 2560"/>
                  <a:gd name="T19" fmla="*/ 2585 h 56"/>
                  <a:gd name="T20" fmla="+- 0 3289 3273"/>
                  <a:gd name="T21" fmla="*/ T20 w 70"/>
                  <a:gd name="T22" fmla="+- 0 2584 2560"/>
                  <a:gd name="T23" fmla="*/ 2584 h 56"/>
                  <a:gd name="T24" fmla="+- 0 3302 3273"/>
                  <a:gd name="T25" fmla="*/ T24 w 70"/>
                  <a:gd name="T26" fmla="+- 0 2584 2560"/>
                  <a:gd name="T27" fmla="*/ 2584 h 56"/>
                  <a:gd name="T28" fmla="+- 0 3300 3273"/>
                  <a:gd name="T29" fmla="*/ T28 w 70"/>
                  <a:gd name="T30" fmla="+- 0 2582 2560"/>
                  <a:gd name="T31" fmla="*/ 2582 h 56"/>
                  <a:gd name="T32" fmla="+- 0 3297 3273"/>
                  <a:gd name="T33" fmla="*/ T32 w 70"/>
                  <a:gd name="T34" fmla="+- 0 2581 2560"/>
                  <a:gd name="T35" fmla="*/ 25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70" h="56">
                    <a:moveTo>
                      <a:pt x="24" y="21"/>
                    </a:moveTo>
                    <a:lnTo>
                      <a:pt x="16" y="21"/>
                    </a:lnTo>
                    <a:lnTo>
                      <a:pt x="12" y="22"/>
                    </a:lnTo>
                    <a:lnTo>
                      <a:pt x="9" y="25"/>
                    </a:lnTo>
                    <a:lnTo>
                      <a:pt x="14" y="25"/>
                    </a:lnTo>
                    <a:lnTo>
                      <a:pt x="16" y="24"/>
                    </a:lnTo>
                    <a:lnTo>
                      <a:pt x="29" y="24"/>
                    </a:lnTo>
                    <a:lnTo>
                      <a:pt x="27" y="22"/>
                    </a:lnTo>
                    <a:lnTo>
                      <a:pt x="2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3" name="Freeform 5108">
                <a:extLst>
                  <a:ext uri="{FF2B5EF4-FFF2-40B4-BE49-F238E27FC236}">
                    <a16:creationId xmlns:a16="http://schemas.microsoft.com/office/drawing/2014/main" id="{F2B30A73-A78D-5C0B-91BE-1D7A64A09D99}"/>
                  </a:ext>
                </a:extLst>
              </p:cNvPr>
              <p:cNvSpPr>
                <a:spLocks/>
              </p:cNvSpPr>
              <p:nvPr/>
            </p:nvSpPr>
            <p:spPr bwMode="auto">
              <a:xfrm>
                <a:off x="3273" y="2560"/>
                <a:ext cx="70" cy="56"/>
              </a:xfrm>
              <a:custGeom>
                <a:avLst/>
                <a:gdLst>
                  <a:gd name="T0" fmla="+- 0 3331 3273"/>
                  <a:gd name="T1" fmla="*/ T0 w 70"/>
                  <a:gd name="T2" fmla="+- 0 2560 2560"/>
                  <a:gd name="T3" fmla="*/ 2560 h 56"/>
                  <a:gd name="T4" fmla="+- 0 3323 3273"/>
                  <a:gd name="T5" fmla="*/ T4 w 70"/>
                  <a:gd name="T6" fmla="+- 0 2560 2560"/>
                  <a:gd name="T7" fmla="*/ 2560 h 56"/>
                  <a:gd name="T8" fmla="+- 0 3319 3273"/>
                  <a:gd name="T9" fmla="*/ T8 w 70"/>
                  <a:gd name="T10" fmla="+- 0 2561 2560"/>
                  <a:gd name="T11" fmla="*/ 2561 h 56"/>
                  <a:gd name="T12" fmla="+- 0 3314 3273"/>
                  <a:gd name="T13" fmla="*/ T12 w 70"/>
                  <a:gd name="T14" fmla="+- 0 2566 2560"/>
                  <a:gd name="T15" fmla="*/ 2566 h 56"/>
                  <a:gd name="T16" fmla="+- 0 3313 3273"/>
                  <a:gd name="T17" fmla="*/ T16 w 70"/>
                  <a:gd name="T18" fmla="+- 0 2569 2560"/>
                  <a:gd name="T19" fmla="*/ 2569 h 56"/>
                  <a:gd name="T20" fmla="+- 0 3313 3273"/>
                  <a:gd name="T21" fmla="*/ T20 w 70"/>
                  <a:gd name="T22" fmla="+- 0 2576 2560"/>
                  <a:gd name="T23" fmla="*/ 2576 h 56"/>
                  <a:gd name="T24" fmla="+- 0 3313 3273"/>
                  <a:gd name="T25" fmla="*/ T24 w 70"/>
                  <a:gd name="T26" fmla="+- 0 2577 2560"/>
                  <a:gd name="T27" fmla="*/ 2577 h 56"/>
                  <a:gd name="T28" fmla="+- 0 3315 3273"/>
                  <a:gd name="T29" fmla="*/ T28 w 70"/>
                  <a:gd name="T30" fmla="+- 0 2582 2560"/>
                  <a:gd name="T31" fmla="*/ 2582 h 56"/>
                  <a:gd name="T32" fmla="+- 0 3318 3273"/>
                  <a:gd name="T33" fmla="*/ T32 w 70"/>
                  <a:gd name="T34" fmla="+- 0 2584 2560"/>
                  <a:gd name="T35" fmla="*/ 2584 h 56"/>
                  <a:gd name="T36" fmla="+- 0 3322 3273"/>
                  <a:gd name="T37" fmla="*/ T36 w 70"/>
                  <a:gd name="T38" fmla="+- 0 2588 2560"/>
                  <a:gd name="T39" fmla="*/ 2588 h 56"/>
                  <a:gd name="T40" fmla="+- 0 3318 3273"/>
                  <a:gd name="T41" fmla="*/ T40 w 70"/>
                  <a:gd name="T42" fmla="+- 0 2591 2560"/>
                  <a:gd name="T43" fmla="*/ 2591 h 56"/>
                  <a:gd name="T44" fmla="+- 0 3316 3273"/>
                  <a:gd name="T45" fmla="*/ T44 w 70"/>
                  <a:gd name="T46" fmla="+- 0 2593 2560"/>
                  <a:gd name="T47" fmla="*/ 2593 h 56"/>
                  <a:gd name="T48" fmla="+- 0 3313 3273"/>
                  <a:gd name="T49" fmla="*/ T48 w 70"/>
                  <a:gd name="T50" fmla="+- 0 2598 2560"/>
                  <a:gd name="T51" fmla="*/ 2598 h 56"/>
                  <a:gd name="T52" fmla="+- 0 3312 3273"/>
                  <a:gd name="T53" fmla="*/ T52 w 70"/>
                  <a:gd name="T54" fmla="+- 0 2600 2560"/>
                  <a:gd name="T55" fmla="*/ 2600 h 56"/>
                  <a:gd name="T56" fmla="+- 0 3312 3273"/>
                  <a:gd name="T57" fmla="*/ T56 w 70"/>
                  <a:gd name="T58" fmla="+- 0 2606 2560"/>
                  <a:gd name="T59" fmla="*/ 2606 h 56"/>
                  <a:gd name="T60" fmla="+- 0 3313 3273"/>
                  <a:gd name="T61" fmla="*/ T60 w 70"/>
                  <a:gd name="T62" fmla="+- 0 2608 2560"/>
                  <a:gd name="T63" fmla="*/ 2608 h 56"/>
                  <a:gd name="T64" fmla="+- 0 3318 3273"/>
                  <a:gd name="T65" fmla="*/ T64 w 70"/>
                  <a:gd name="T66" fmla="+- 0 2614 2560"/>
                  <a:gd name="T67" fmla="*/ 2614 h 56"/>
                  <a:gd name="T68" fmla="+- 0 3322 3273"/>
                  <a:gd name="T69" fmla="*/ T68 w 70"/>
                  <a:gd name="T70" fmla="+- 0 2616 2560"/>
                  <a:gd name="T71" fmla="*/ 2616 h 56"/>
                  <a:gd name="T72" fmla="+- 0 3332 3273"/>
                  <a:gd name="T73" fmla="*/ T72 w 70"/>
                  <a:gd name="T74" fmla="+- 0 2616 2560"/>
                  <a:gd name="T75" fmla="*/ 2616 h 56"/>
                  <a:gd name="T76" fmla="+- 0 3335 3273"/>
                  <a:gd name="T77" fmla="*/ T76 w 70"/>
                  <a:gd name="T78" fmla="+- 0 2614 2560"/>
                  <a:gd name="T79" fmla="*/ 2614 h 56"/>
                  <a:gd name="T80" fmla="+- 0 3336 3273"/>
                  <a:gd name="T81" fmla="*/ T80 w 70"/>
                  <a:gd name="T82" fmla="+- 0 2613 2560"/>
                  <a:gd name="T83" fmla="*/ 2613 h 56"/>
                  <a:gd name="T84" fmla="+- 0 3325 3273"/>
                  <a:gd name="T85" fmla="*/ T84 w 70"/>
                  <a:gd name="T86" fmla="+- 0 2613 2560"/>
                  <a:gd name="T87" fmla="*/ 2613 h 56"/>
                  <a:gd name="T88" fmla="+- 0 3322 3273"/>
                  <a:gd name="T89" fmla="*/ T88 w 70"/>
                  <a:gd name="T90" fmla="+- 0 2612 2560"/>
                  <a:gd name="T91" fmla="*/ 2612 h 56"/>
                  <a:gd name="T92" fmla="+- 0 3319 3273"/>
                  <a:gd name="T93" fmla="*/ T92 w 70"/>
                  <a:gd name="T94" fmla="+- 0 2608 2560"/>
                  <a:gd name="T95" fmla="*/ 2608 h 56"/>
                  <a:gd name="T96" fmla="+- 0 3318 3273"/>
                  <a:gd name="T97" fmla="*/ T96 w 70"/>
                  <a:gd name="T98" fmla="+- 0 2606 2560"/>
                  <a:gd name="T99" fmla="*/ 2606 h 56"/>
                  <a:gd name="T100" fmla="+- 0 3318 3273"/>
                  <a:gd name="T101" fmla="*/ T100 w 70"/>
                  <a:gd name="T102" fmla="+- 0 2599 2560"/>
                  <a:gd name="T103" fmla="*/ 2599 h 56"/>
                  <a:gd name="T104" fmla="+- 0 3318 3273"/>
                  <a:gd name="T105" fmla="*/ T104 w 70"/>
                  <a:gd name="T106" fmla="+- 0 2597 2560"/>
                  <a:gd name="T107" fmla="*/ 2597 h 56"/>
                  <a:gd name="T108" fmla="+- 0 3320 3273"/>
                  <a:gd name="T109" fmla="*/ T108 w 70"/>
                  <a:gd name="T110" fmla="+- 0 2593 2560"/>
                  <a:gd name="T111" fmla="*/ 2593 h 56"/>
                  <a:gd name="T112" fmla="+- 0 3322 3273"/>
                  <a:gd name="T113" fmla="*/ T112 w 70"/>
                  <a:gd name="T114" fmla="+- 0 2591 2560"/>
                  <a:gd name="T115" fmla="*/ 2591 h 56"/>
                  <a:gd name="T116" fmla="+- 0 3324 3273"/>
                  <a:gd name="T117" fmla="*/ T116 w 70"/>
                  <a:gd name="T118" fmla="+- 0 2589 2560"/>
                  <a:gd name="T119" fmla="*/ 2589 h 56"/>
                  <a:gd name="T120" fmla="+- 0 3336 3273"/>
                  <a:gd name="T121" fmla="*/ T120 w 70"/>
                  <a:gd name="T122" fmla="+- 0 2589 2560"/>
                  <a:gd name="T123" fmla="*/ 2589 h 56"/>
                  <a:gd name="T124" fmla="+- 0 3335 3273"/>
                  <a:gd name="T125" fmla="*/ T124 w 70"/>
                  <a:gd name="T126" fmla="+- 0 2589 2560"/>
                  <a:gd name="T127" fmla="*/ 2589 h 56"/>
                  <a:gd name="T128" fmla="+- 0 3330 3273"/>
                  <a:gd name="T129" fmla="*/ T128 w 70"/>
                  <a:gd name="T130" fmla="+- 0 2585 2560"/>
                  <a:gd name="T131" fmla="*/ 2585 h 56"/>
                  <a:gd name="T132" fmla="+- 0 3333 3273"/>
                  <a:gd name="T133" fmla="*/ T132 w 70"/>
                  <a:gd name="T134" fmla="+- 0 2584 2560"/>
                  <a:gd name="T135" fmla="*/ 2584 h 56"/>
                  <a:gd name="T136" fmla="+- 0 3329 3273"/>
                  <a:gd name="T137" fmla="*/ T136 w 70"/>
                  <a:gd name="T138" fmla="+- 0 2584 2560"/>
                  <a:gd name="T139" fmla="*/ 2584 h 56"/>
                  <a:gd name="T140" fmla="+- 0 3322 3273"/>
                  <a:gd name="T141" fmla="*/ T140 w 70"/>
                  <a:gd name="T142" fmla="+- 0 2578 2560"/>
                  <a:gd name="T143" fmla="*/ 2578 h 56"/>
                  <a:gd name="T144" fmla="+- 0 3319 3273"/>
                  <a:gd name="T145" fmla="*/ T144 w 70"/>
                  <a:gd name="T146" fmla="+- 0 2574 2560"/>
                  <a:gd name="T147" fmla="*/ 2574 h 56"/>
                  <a:gd name="T148" fmla="+- 0 3318 3273"/>
                  <a:gd name="T149" fmla="*/ T148 w 70"/>
                  <a:gd name="T150" fmla="+- 0 2570 2560"/>
                  <a:gd name="T151" fmla="*/ 2570 h 56"/>
                  <a:gd name="T152" fmla="+- 0 3318 3273"/>
                  <a:gd name="T153" fmla="*/ T152 w 70"/>
                  <a:gd name="T154" fmla="+- 0 2568 2560"/>
                  <a:gd name="T155" fmla="*/ 2568 h 56"/>
                  <a:gd name="T156" fmla="+- 0 3319 3273"/>
                  <a:gd name="T157" fmla="*/ T156 w 70"/>
                  <a:gd name="T158" fmla="+- 0 2566 2560"/>
                  <a:gd name="T159" fmla="*/ 2566 h 56"/>
                  <a:gd name="T160" fmla="+- 0 3322 3273"/>
                  <a:gd name="T161" fmla="*/ T160 w 70"/>
                  <a:gd name="T162" fmla="+- 0 2563 2560"/>
                  <a:gd name="T163" fmla="*/ 2563 h 56"/>
                  <a:gd name="T164" fmla="+- 0 3324 3273"/>
                  <a:gd name="T165" fmla="*/ T164 w 70"/>
                  <a:gd name="T166" fmla="+- 0 2562 2560"/>
                  <a:gd name="T167" fmla="*/ 2562 h 56"/>
                  <a:gd name="T168" fmla="+- 0 3336 3273"/>
                  <a:gd name="T169" fmla="*/ T168 w 70"/>
                  <a:gd name="T170" fmla="+- 0 2562 2560"/>
                  <a:gd name="T171" fmla="*/ 2562 h 56"/>
                  <a:gd name="T172" fmla="+- 0 3335 3273"/>
                  <a:gd name="T173" fmla="*/ T172 w 70"/>
                  <a:gd name="T174" fmla="+- 0 2561 2560"/>
                  <a:gd name="T175" fmla="*/ 2561 h 56"/>
                  <a:gd name="T176" fmla="+- 0 3331 3273"/>
                  <a:gd name="T177" fmla="*/ T176 w 70"/>
                  <a:gd name="T178" fmla="+- 0 2560 2560"/>
                  <a:gd name="T179"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70" h="56">
                    <a:moveTo>
                      <a:pt x="58" y="0"/>
                    </a:moveTo>
                    <a:lnTo>
                      <a:pt x="50" y="0"/>
                    </a:lnTo>
                    <a:lnTo>
                      <a:pt x="46" y="1"/>
                    </a:lnTo>
                    <a:lnTo>
                      <a:pt x="41" y="6"/>
                    </a:lnTo>
                    <a:lnTo>
                      <a:pt x="40" y="9"/>
                    </a:lnTo>
                    <a:lnTo>
                      <a:pt x="40" y="16"/>
                    </a:lnTo>
                    <a:lnTo>
                      <a:pt x="40" y="17"/>
                    </a:lnTo>
                    <a:lnTo>
                      <a:pt x="42" y="22"/>
                    </a:lnTo>
                    <a:lnTo>
                      <a:pt x="45" y="24"/>
                    </a:lnTo>
                    <a:lnTo>
                      <a:pt x="49" y="28"/>
                    </a:lnTo>
                    <a:lnTo>
                      <a:pt x="45" y="31"/>
                    </a:lnTo>
                    <a:lnTo>
                      <a:pt x="43" y="33"/>
                    </a:lnTo>
                    <a:lnTo>
                      <a:pt x="40" y="38"/>
                    </a:lnTo>
                    <a:lnTo>
                      <a:pt x="39" y="40"/>
                    </a:lnTo>
                    <a:lnTo>
                      <a:pt x="39" y="46"/>
                    </a:lnTo>
                    <a:lnTo>
                      <a:pt x="40" y="48"/>
                    </a:lnTo>
                    <a:lnTo>
                      <a:pt x="45" y="54"/>
                    </a:lnTo>
                    <a:lnTo>
                      <a:pt x="49" y="56"/>
                    </a:lnTo>
                    <a:lnTo>
                      <a:pt x="59" y="56"/>
                    </a:lnTo>
                    <a:lnTo>
                      <a:pt x="62" y="54"/>
                    </a:lnTo>
                    <a:lnTo>
                      <a:pt x="63" y="53"/>
                    </a:lnTo>
                    <a:lnTo>
                      <a:pt x="52" y="53"/>
                    </a:lnTo>
                    <a:lnTo>
                      <a:pt x="49" y="52"/>
                    </a:lnTo>
                    <a:lnTo>
                      <a:pt x="46" y="48"/>
                    </a:lnTo>
                    <a:lnTo>
                      <a:pt x="45" y="46"/>
                    </a:lnTo>
                    <a:lnTo>
                      <a:pt x="45" y="39"/>
                    </a:lnTo>
                    <a:lnTo>
                      <a:pt x="45" y="37"/>
                    </a:lnTo>
                    <a:lnTo>
                      <a:pt x="47" y="33"/>
                    </a:lnTo>
                    <a:lnTo>
                      <a:pt x="49" y="31"/>
                    </a:lnTo>
                    <a:lnTo>
                      <a:pt x="51" y="29"/>
                    </a:lnTo>
                    <a:lnTo>
                      <a:pt x="63" y="29"/>
                    </a:lnTo>
                    <a:lnTo>
                      <a:pt x="62" y="29"/>
                    </a:lnTo>
                    <a:lnTo>
                      <a:pt x="57" y="25"/>
                    </a:lnTo>
                    <a:lnTo>
                      <a:pt x="60" y="24"/>
                    </a:lnTo>
                    <a:lnTo>
                      <a:pt x="56" y="24"/>
                    </a:lnTo>
                    <a:lnTo>
                      <a:pt x="49" y="18"/>
                    </a:lnTo>
                    <a:lnTo>
                      <a:pt x="46" y="14"/>
                    </a:lnTo>
                    <a:lnTo>
                      <a:pt x="45" y="10"/>
                    </a:lnTo>
                    <a:lnTo>
                      <a:pt x="45" y="8"/>
                    </a:lnTo>
                    <a:lnTo>
                      <a:pt x="46" y="6"/>
                    </a:lnTo>
                    <a:lnTo>
                      <a:pt x="49" y="3"/>
                    </a:lnTo>
                    <a:lnTo>
                      <a:pt x="51" y="2"/>
                    </a:lnTo>
                    <a:lnTo>
                      <a:pt x="63" y="2"/>
                    </a:lnTo>
                    <a:lnTo>
                      <a:pt x="62" y="1"/>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4" name="Freeform 5109">
                <a:extLst>
                  <a:ext uri="{FF2B5EF4-FFF2-40B4-BE49-F238E27FC236}">
                    <a16:creationId xmlns:a16="http://schemas.microsoft.com/office/drawing/2014/main" id="{BBF9A1EA-F6CB-A3E3-AFBA-74928385DFE9}"/>
                  </a:ext>
                </a:extLst>
              </p:cNvPr>
              <p:cNvSpPr>
                <a:spLocks/>
              </p:cNvSpPr>
              <p:nvPr/>
            </p:nvSpPr>
            <p:spPr bwMode="auto">
              <a:xfrm>
                <a:off x="3273" y="2560"/>
                <a:ext cx="70" cy="56"/>
              </a:xfrm>
              <a:custGeom>
                <a:avLst/>
                <a:gdLst>
                  <a:gd name="T0" fmla="+- 0 3336 3273"/>
                  <a:gd name="T1" fmla="*/ T0 w 70"/>
                  <a:gd name="T2" fmla="+- 0 2589 2560"/>
                  <a:gd name="T3" fmla="*/ 2589 h 56"/>
                  <a:gd name="T4" fmla="+- 0 3324 3273"/>
                  <a:gd name="T5" fmla="*/ T4 w 70"/>
                  <a:gd name="T6" fmla="+- 0 2589 2560"/>
                  <a:gd name="T7" fmla="*/ 2589 h 56"/>
                  <a:gd name="T8" fmla="+- 0 3330 3273"/>
                  <a:gd name="T9" fmla="*/ T8 w 70"/>
                  <a:gd name="T10" fmla="+- 0 2594 2560"/>
                  <a:gd name="T11" fmla="*/ 2594 h 56"/>
                  <a:gd name="T12" fmla="+- 0 3334 3273"/>
                  <a:gd name="T13" fmla="*/ T12 w 70"/>
                  <a:gd name="T14" fmla="+- 0 2597 2560"/>
                  <a:gd name="T15" fmla="*/ 2597 h 56"/>
                  <a:gd name="T16" fmla="+- 0 3336 3273"/>
                  <a:gd name="T17" fmla="*/ T16 w 70"/>
                  <a:gd name="T18" fmla="+- 0 2602 2560"/>
                  <a:gd name="T19" fmla="*/ 2602 h 56"/>
                  <a:gd name="T20" fmla="+- 0 3337 3273"/>
                  <a:gd name="T21" fmla="*/ T20 w 70"/>
                  <a:gd name="T22" fmla="+- 0 2603 2560"/>
                  <a:gd name="T23" fmla="*/ 2603 h 56"/>
                  <a:gd name="T24" fmla="+- 0 3337 3273"/>
                  <a:gd name="T25" fmla="*/ T24 w 70"/>
                  <a:gd name="T26" fmla="+- 0 2607 2560"/>
                  <a:gd name="T27" fmla="*/ 2607 h 56"/>
                  <a:gd name="T28" fmla="+- 0 3336 3273"/>
                  <a:gd name="T29" fmla="*/ T28 w 70"/>
                  <a:gd name="T30" fmla="+- 0 2609 2560"/>
                  <a:gd name="T31" fmla="*/ 2609 h 56"/>
                  <a:gd name="T32" fmla="+- 0 3333 3273"/>
                  <a:gd name="T33" fmla="*/ T32 w 70"/>
                  <a:gd name="T34" fmla="+- 0 2613 2560"/>
                  <a:gd name="T35" fmla="*/ 2613 h 56"/>
                  <a:gd name="T36" fmla="+- 0 3330 3273"/>
                  <a:gd name="T37" fmla="*/ T36 w 70"/>
                  <a:gd name="T38" fmla="+- 0 2613 2560"/>
                  <a:gd name="T39" fmla="*/ 2613 h 56"/>
                  <a:gd name="T40" fmla="+- 0 3336 3273"/>
                  <a:gd name="T41" fmla="*/ T40 w 70"/>
                  <a:gd name="T42" fmla="+- 0 2613 2560"/>
                  <a:gd name="T43" fmla="*/ 2613 h 56"/>
                  <a:gd name="T44" fmla="+- 0 3341 3273"/>
                  <a:gd name="T45" fmla="*/ T44 w 70"/>
                  <a:gd name="T46" fmla="+- 0 2609 2560"/>
                  <a:gd name="T47" fmla="*/ 2609 h 56"/>
                  <a:gd name="T48" fmla="+- 0 3343 3273"/>
                  <a:gd name="T49" fmla="*/ T48 w 70"/>
                  <a:gd name="T50" fmla="+- 0 2606 2560"/>
                  <a:gd name="T51" fmla="*/ 2606 h 56"/>
                  <a:gd name="T52" fmla="+- 0 3343 3273"/>
                  <a:gd name="T53" fmla="*/ T52 w 70"/>
                  <a:gd name="T54" fmla="+- 0 2599 2560"/>
                  <a:gd name="T55" fmla="*/ 2599 h 56"/>
                  <a:gd name="T56" fmla="+- 0 3342 3273"/>
                  <a:gd name="T57" fmla="*/ T56 w 70"/>
                  <a:gd name="T58" fmla="+- 0 2596 2560"/>
                  <a:gd name="T59" fmla="*/ 2596 h 56"/>
                  <a:gd name="T60" fmla="+- 0 3338 3273"/>
                  <a:gd name="T61" fmla="*/ T60 w 70"/>
                  <a:gd name="T62" fmla="+- 0 2591 2560"/>
                  <a:gd name="T63" fmla="*/ 2591 h 56"/>
                  <a:gd name="T64" fmla="+- 0 3336 3273"/>
                  <a:gd name="T65" fmla="*/ T64 w 70"/>
                  <a:gd name="T66" fmla="+- 0 2589 2560"/>
                  <a:gd name="T67" fmla="*/ 258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70" h="56">
                    <a:moveTo>
                      <a:pt x="63" y="29"/>
                    </a:moveTo>
                    <a:lnTo>
                      <a:pt x="51" y="29"/>
                    </a:lnTo>
                    <a:lnTo>
                      <a:pt x="57" y="34"/>
                    </a:lnTo>
                    <a:lnTo>
                      <a:pt x="61" y="37"/>
                    </a:lnTo>
                    <a:lnTo>
                      <a:pt x="63" y="42"/>
                    </a:lnTo>
                    <a:lnTo>
                      <a:pt x="64" y="43"/>
                    </a:lnTo>
                    <a:lnTo>
                      <a:pt x="64" y="47"/>
                    </a:lnTo>
                    <a:lnTo>
                      <a:pt x="63" y="49"/>
                    </a:lnTo>
                    <a:lnTo>
                      <a:pt x="60" y="53"/>
                    </a:lnTo>
                    <a:lnTo>
                      <a:pt x="57" y="53"/>
                    </a:lnTo>
                    <a:lnTo>
                      <a:pt x="63" y="53"/>
                    </a:lnTo>
                    <a:lnTo>
                      <a:pt x="68" y="49"/>
                    </a:lnTo>
                    <a:lnTo>
                      <a:pt x="70" y="46"/>
                    </a:lnTo>
                    <a:lnTo>
                      <a:pt x="70" y="39"/>
                    </a:lnTo>
                    <a:lnTo>
                      <a:pt x="69" y="36"/>
                    </a:lnTo>
                    <a:lnTo>
                      <a:pt x="65" y="31"/>
                    </a:lnTo>
                    <a:lnTo>
                      <a:pt x="63"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75" name="Freeform 5110">
                <a:extLst>
                  <a:ext uri="{FF2B5EF4-FFF2-40B4-BE49-F238E27FC236}">
                    <a16:creationId xmlns:a16="http://schemas.microsoft.com/office/drawing/2014/main" id="{FF41939A-2647-81CA-59E3-0A4ACAA45AC1}"/>
                  </a:ext>
                </a:extLst>
              </p:cNvPr>
              <p:cNvSpPr>
                <a:spLocks/>
              </p:cNvSpPr>
              <p:nvPr/>
            </p:nvSpPr>
            <p:spPr bwMode="auto">
              <a:xfrm>
                <a:off x="3273" y="2560"/>
                <a:ext cx="70" cy="56"/>
              </a:xfrm>
              <a:custGeom>
                <a:avLst/>
                <a:gdLst>
                  <a:gd name="T0" fmla="+- 0 3336 3273"/>
                  <a:gd name="T1" fmla="*/ T0 w 70"/>
                  <a:gd name="T2" fmla="+- 0 2562 2560"/>
                  <a:gd name="T3" fmla="*/ 2562 h 56"/>
                  <a:gd name="T4" fmla="+- 0 3330 3273"/>
                  <a:gd name="T5" fmla="*/ T4 w 70"/>
                  <a:gd name="T6" fmla="+- 0 2562 2560"/>
                  <a:gd name="T7" fmla="*/ 2562 h 56"/>
                  <a:gd name="T8" fmla="+- 0 3332 3273"/>
                  <a:gd name="T9" fmla="*/ T8 w 70"/>
                  <a:gd name="T10" fmla="+- 0 2563 2560"/>
                  <a:gd name="T11" fmla="*/ 2563 h 56"/>
                  <a:gd name="T12" fmla="+- 0 3335 3273"/>
                  <a:gd name="T13" fmla="*/ T12 w 70"/>
                  <a:gd name="T14" fmla="+- 0 2566 2560"/>
                  <a:gd name="T15" fmla="*/ 2566 h 56"/>
                  <a:gd name="T16" fmla="+- 0 3336 3273"/>
                  <a:gd name="T17" fmla="*/ T16 w 70"/>
                  <a:gd name="T18" fmla="+- 0 2568 2560"/>
                  <a:gd name="T19" fmla="*/ 2568 h 56"/>
                  <a:gd name="T20" fmla="+- 0 3336 3273"/>
                  <a:gd name="T21" fmla="*/ T20 w 70"/>
                  <a:gd name="T22" fmla="+- 0 2574 2560"/>
                  <a:gd name="T23" fmla="*/ 2574 h 56"/>
                  <a:gd name="T24" fmla="+- 0 3335 3273"/>
                  <a:gd name="T25" fmla="*/ T24 w 70"/>
                  <a:gd name="T26" fmla="+- 0 2575 2560"/>
                  <a:gd name="T27" fmla="*/ 2575 h 56"/>
                  <a:gd name="T28" fmla="+- 0 3334 3273"/>
                  <a:gd name="T29" fmla="*/ T28 w 70"/>
                  <a:gd name="T30" fmla="+- 0 2578 2560"/>
                  <a:gd name="T31" fmla="*/ 2578 h 56"/>
                  <a:gd name="T32" fmla="+- 0 3332 3273"/>
                  <a:gd name="T33" fmla="*/ T32 w 70"/>
                  <a:gd name="T34" fmla="+- 0 2581 2560"/>
                  <a:gd name="T35" fmla="*/ 2581 h 56"/>
                  <a:gd name="T36" fmla="+- 0 3329 3273"/>
                  <a:gd name="T37" fmla="*/ T36 w 70"/>
                  <a:gd name="T38" fmla="+- 0 2584 2560"/>
                  <a:gd name="T39" fmla="*/ 2584 h 56"/>
                  <a:gd name="T40" fmla="+- 0 3333 3273"/>
                  <a:gd name="T41" fmla="*/ T40 w 70"/>
                  <a:gd name="T42" fmla="+- 0 2584 2560"/>
                  <a:gd name="T43" fmla="*/ 2584 h 56"/>
                  <a:gd name="T44" fmla="+- 0 3335 3273"/>
                  <a:gd name="T45" fmla="*/ T44 w 70"/>
                  <a:gd name="T46" fmla="+- 0 2582 2560"/>
                  <a:gd name="T47" fmla="*/ 2582 h 56"/>
                  <a:gd name="T48" fmla="+- 0 3338 3273"/>
                  <a:gd name="T49" fmla="*/ T48 w 70"/>
                  <a:gd name="T50" fmla="+- 0 2580 2560"/>
                  <a:gd name="T51" fmla="*/ 2580 h 56"/>
                  <a:gd name="T52" fmla="+- 0 3341 3273"/>
                  <a:gd name="T53" fmla="*/ T52 w 70"/>
                  <a:gd name="T54" fmla="+- 0 2576 2560"/>
                  <a:gd name="T55" fmla="*/ 2576 h 56"/>
                  <a:gd name="T56" fmla="+- 0 3341 3273"/>
                  <a:gd name="T57" fmla="*/ T56 w 70"/>
                  <a:gd name="T58" fmla="+- 0 2574 2560"/>
                  <a:gd name="T59" fmla="*/ 2574 h 56"/>
                  <a:gd name="T60" fmla="+- 0 3341 3273"/>
                  <a:gd name="T61" fmla="*/ T60 w 70"/>
                  <a:gd name="T62" fmla="+- 0 2569 2560"/>
                  <a:gd name="T63" fmla="*/ 2569 h 56"/>
                  <a:gd name="T64" fmla="+- 0 3340 3273"/>
                  <a:gd name="T65" fmla="*/ T64 w 70"/>
                  <a:gd name="T66" fmla="+- 0 2566 2560"/>
                  <a:gd name="T67" fmla="*/ 2566 h 56"/>
                  <a:gd name="T68" fmla="+- 0 3336 3273"/>
                  <a:gd name="T69" fmla="*/ T68 w 70"/>
                  <a:gd name="T70" fmla="+- 0 2562 2560"/>
                  <a:gd name="T71" fmla="*/ 25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70" h="56">
                    <a:moveTo>
                      <a:pt x="63" y="2"/>
                    </a:moveTo>
                    <a:lnTo>
                      <a:pt x="57" y="2"/>
                    </a:lnTo>
                    <a:lnTo>
                      <a:pt x="59" y="3"/>
                    </a:lnTo>
                    <a:lnTo>
                      <a:pt x="62" y="6"/>
                    </a:lnTo>
                    <a:lnTo>
                      <a:pt x="63" y="8"/>
                    </a:lnTo>
                    <a:lnTo>
                      <a:pt x="63" y="14"/>
                    </a:lnTo>
                    <a:lnTo>
                      <a:pt x="62" y="15"/>
                    </a:lnTo>
                    <a:lnTo>
                      <a:pt x="61" y="18"/>
                    </a:lnTo>
                    <a:lnTo>
                      <a:pt x="59" y="21"/>
                    </a:lnTo>
                    <a:lnTo>
                      <a:pt x="56" y="24"/>
                    </a:lnTo>
                    <a:lnTo>
                      <a:pt x="60" y="24"/>
                    </a:lnTo>
                    <a:lnTo>
                      <a:pt x="62" y="22"/>
                    </a:lnTo>
                    <a:lnTo>
                      <a:pt x="65" y="20"/>
                    </a:lnTo>
                    <a:lnTo>
                      <a:pt x="68" y="16"/>
                    </a:lnTo>
                    <a:lnTo>
                      <a:pt x="68" y="14"/>
                    </a:lnTo>
                    <a:lnTo>
                      <a:pt x="68" y="9"/>
                    </a:lnTo>
                    <a:lnTo>
                      <a:pt x="67" y="6"/>
                    </a:lnTo>
                    <a:lnTo>
                      <a:pt x="6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2" name="Group 271">
              <a:extLst>
                <a:ext uri="{FF2B5EF4-FFF2-40B4-BE49-F238E27FC236}">
                  <a16:creationId xmlns:a16="http://schemas.microsoft.com/office/drawing/2014/main" id="{9751F120-5547-534A-D30A-BE1C50A05F3A}"/>
                </a:ext>
              </a:extLst>
            </p:cNvPr>
            <p:cNvGrpSpPr>
              <a:grpSpLocks/>
            </p:cNvGrpSpPr>
            <p:nvPr/>
          </p:nvGrpSpPr>
          <p:grpSpPr bwMode="auto">
            <a:xfrm>
              <a:off x="3766" y="2560"/>
              <a:ext cx="35" cy="56"/>
              <a:chOff x="3766" y="2560"/>
              <a:chExt cx="35" cy="56"/>
            </a:xfrm>
          </p:grpSpPr>
          <p:sp>
            <p:nvSpPr>
              <p:cNvPr id="1168" name="Freeform 5112">
                <a:extLst>
                  <a:ext uri="{FF2B5EF4-FFF2-40B4-BE49-F238E27FC236}">
                    <a16:creationId xmlns:a16="http://schemas.microsoft.com/office/drawing/2014/main" id="{FBB5A5BB-9E57-6D87-F12D-D95FA54D351E}"/>
                  </a:ext>
                </a:extLst>
              </p:cNvPr>
              <p:cNvSpPr>
                <a:spLocks/>
              </p:cNvSpPr>
              <p:nvPr/>
            </p:nvSpPr>
            <p:spPr bwMode="auto">
              <a:xfrm>
                <a:off x="3766" y="2560"/>
                <a:ext cx="35" cy="56"/>
              </a:xfrm>
              <a:custGeom>
                <a:avLst/>
                <a:gdLst>
                  <a:gd name="T0" fmla="+- 0 3788 3766"/>
                  <a:gd name="T1" fmla="*/ T0 w 35"/>
                  <a:gd name="T2" fmla="+- 0 2560 2560"/>
                  <a:gd name="T3" fmla="*/ 2560 h 56"/>
                  <a:gd name="T4" fmla="+- 0 3781 3766"/>
                  <a:gd name="T5" fmla="*/ T4 w 35"/>
                  <a:gd name="T6" fmla="+- 0 2560 2560"/>
                  <a:gd name="T7" fmla="*/ 2560 h 56"/>
                  <a:gd name="T8" fmla="+- 0 3779 3766"/>
                  <a:gd name="T9" fmla="*/ T8 w 35"/>
                  <a:gd name="T10" fmla="+- 0 2561 2560"/>
                  <a:gd name="T11" fmla="*/ 2561 h 56"/>
                  <a:gd name="T12" fmla="+- 0 3773 3766"/>
                  <a:gd name="T13" fmla="*/ T12 w 35"/>
                  <a:gd name="T14" fmla="+- 0 2565 2560"/>
                  <a:gd name="T15" fmla="*/ 2565 h 56"/>
                  <a:gd name="T16" fmla="+- 0 3771 3766"/>
                  <a:gd name="T17" fmla="*/ T16 w 35"/>
                  <a:gd name="T18" fmla="+- 0 2568 2560"/>
                  <a:gd name="T19" fmla="*/ 2568 h 56"/>
                  <a:gd name="T20" fmla="+- 0 3767 3766"/>
                  <a:gd name="T21" fmla="*/ T20 w 35"/>
                  <a:gd name="T22" fmla="+- 0 2577 2560"/>
                  <a:gd name="T23" fmla="*/ 2577 h 56"/>
                  <a:gd name="T24" fmla="+- 0 3766 3766"/>
                  <a:gd name="T25" fmla="*/ T24 w 35"/>
                  <a:gd name="T26" fmla="+- 0 2582 2560"/>
                  <a:gd name="T27" fmla="*/ 2582 h 56"/>
                  <a:gd name="T28" fmla="+- 0 3766 3766"/>
                  <a:gd name="T29" fmla="*/ T28 w 35"/>
                  <a:gd name="T30" fmla="+- 0 2595 2560"/>
                  <a:gd name="T31" fmla="*/ 2595 h 56"/>
                  <a:gd name="T32" fmla="+- 0 3768 3766"/>
                  <a:gd name="T33" fmla="*/ T32 w 35"/>
                  <a:gd name="T34" fmla="+- 0 2601 2560"/>
                  <a:gd name="T35" fmla="*/ 2601 h 56"/>
                  <a:gd name="T36" fmla="+- 0 3774 3766"/>
                  <a:gd name="T37" fmla="*/ T36 w 35"/>
                  <a:gd name="T38" fmla="+- 0 2613 2560"/>
                  <a:gd name="T39" fmla="*/ 2613 h 56"/>
                  <a:gd name="T40" fmla="+- 0 3778 3766"/>
                  <a:gd name="T41" fmla="*/ T40 w 35"/>
                  <a:gd name="T42" fmla="+- 0 2616 2560"/>
                  <a:gd name="T43" fmla="*/ 2616 h 56"/>
                  <a:gd name="T44" fmla="+- 0 3786 3766"/>
                  <a:gd name="T45" fmla="*/ T44 w 35"/>
                  <a:gd name="T46" fmla="+- 0 2616 2560"/>
                  <a:gd name="T47" fmla="*/ 2616 h 56"/>
                  <a:gd name="T48" fmla="+- 0 3788 3766"/>
                  <a:gd name="T49" fmla="*/ T48 w 35"/>
                  <a:gd name="T50" fmla="+- 0 2615 2560"/>
                  <a:gd name="T51" fmla="*/ 2615 h 56"/>
                  <a:gd name="T52" fmla="+- 0 3791 3766"/>
                  <a:gd name="T53" fmla="*/ T52 w 35"/>
                  <a:gd name="T54" fmla="+- 0 2613 2560"/>
                  <a:gd name="T55" fmla="*/ 2613 h 56"/>
                  <a:gd name="T56" fmla="+- 0 3780 3766"/>
                  <a:gd name="T57" fmla="*/ T56 w 35"/>
                  <a:gd name="T58" fmla="+- 0 2613 2560"/>
                  <a:gd name="T59" fmla="*/ 2613 h 56"/>
                  <a:gd name="T60" fmla="+- 0 3778 3766"/>
                  <a:gd name="T61" fmla="*/ T60 w 35"/>
                  <a:gd name="T62" fmla="+- 0 2611 2560"/>
                  <a:gd name="T63" fmla="*/ 2611 h 56"/>
                  <a:gd name="T64" fmla="+- 0 3777 3766"/>
                  <a:gd name="T65" fmla="*/ T64 w 35"/>
                  <a:gd name="T66" fmla="+- 0 2607 2560"/>
                  <a:gd name="T67" fmla="*/ 2607 h 56"/>
                  <a:gd name="T68" fmla="+- 0 3775 3766"/>
                  <a:gd name="T69" fmla="*/ T68 w 35"/>
                  <a:gd name="T70" fmla="+- 0 2603 2560"/>
                  <a:gd name="T71" fmla="*/ 2603 h 56"/>
                  <a:gd name="T72" fmla="+- 0 3774 3766"/>
                  <a:gd name="T73" fmla="*/ T72 w 35"/>
                  <a:gd name="T74" fmla="+- 0 2597 2560"/>
                  <a:gd name="T75" fmla="*/ 2597 h 56"/>
                  <a:gd name="T76" fmla="+- 0 3784 3766"/>
                  <a:gd name="T77" fmla="*/ T76 w 35"/>
                  <a:gd name="T78" fmla="+- 0 2563 2560"/>
                  <a:gd name="T79" fmla="*/ 2563 h 56"/>
                  <a:gd name="T80" fmla="+- 0 3792 3766"/>
                  <a:gd name="T81" fmla="*/ T80 w 35"/>
                  <a:gd name="T82" fmla="+- 0 2563 2560"/>
                  <a:gd name="T83" fmla="*/ 2563 h 56"/>
                  <a:gd name="T84" fmla="+- 0 3791 3766"/>
                  <a:gd name="T85" fmla="*/ T84 w 35"/>
                  <a:gd name="T86" fmla="+- 0 2562 2560"/>
                  <a:gd name="T87" fmla="*/ 2562 h 56"/>
                  <a:gd name="T88" fmla="+- 0 3788 3766"/>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69" name="Freeform 5113">
                <a:extLst>
                  <a:ext uri="{FF2B5EF4-FFF2-40B4-BE49-F238E27FC236}">
                    <a16:creationId xmlns:a16="http://schemas.microsoft.com/office/drawing/2014/main" id="{47F34359-9077-28DB-D38D-35D9A1BEB019}"/>
                  </a:ext>
                </a:extLst>
              </p:cNvPr>
              <p:cNvSpPr>
                <a:spLocks/>
              </p:cNvSpPr>
              <p:nvPr/>
            </p:nvSpPr>
            <p:spPr bwMode="auto">
              <a:xfrm>
                <a:off x="3766" y="2560"/>
                <a:ext cx="35" cy="56"/>
              </a:xfrm>
              <a:custGeom>
                <a:avLst/>
                <a:gdLst>
                  <a:gd name="T0" fmla="+- 0 3792 3766"/>
                  <a:gd name="T1" fmla="*/ T0 w 35"/>
                  <a:gd name="T2" fmla="+- 0 2563 2560"/>
                  <a:gd name="T3" fmla="*/ 2563 h 56"/>
                  <a:gd name="T4" fmla="+- 0 3784 3766"/>
                  <a:gd name="T5" fmla="*/ T4 w 35"/>
                  <a:gd name="T6" fmla="+- 0 2563 2560"/>
                  <a:gd name="T7" fmla="*/ 2563 h 56"/>
                  <a:gd name="T8" fmla="+- 0 3787 3766"/>
                  <a:gd name="T9" fmla="*/ T8 w 35"/>
                  <a:gd name="T10" fmla="+- 0 2564 2560"/>
                  <a:gd name="T11" fmla="*/ 2564 h 56"/>
                  <a:gd name="T12" fmla="+- 0 3789 3766"/>
                  <a:gd name="T13" fmla="*/ T12 w 35"/>
                  <a:gd name="T14" fmla="+- 0 2565 2560"/>
                  <a:gd name="T15" fmla="*/ 2565 h 56"/>
                  <a:gd name="T16" fmla="+- 0 3790 3766"/>
                  <a:gd name="T17" fmla="*/ T16 w 35"/>
                  <a:gd name="T18" fmla="+- 0 2567 2560"/>
                  <a:gd name="T19" fmla="*/ 2567 h 56"/>
                  <a:gd name="T20" fmla="+- 0 3792 3766"/>
                  <a:gd name="T21" fmla="*/ T20 w 35"/>
                  <a:gd name="T22" fmla="+- 0 2575 2560"/>
                  <a:gd name="T23" fmla="*/ 2575 h 56"/>
                  <a:gd name="T24" fmla="+- 0 3793 3766"/>
                  <a:gd name="T25" fmla="*/ T24 w 35"/>
                  <a:gd name="T26" fmla="+- 0 2577 2560"/>
                  <a:gd name="T27" fmla="*/ 2577 h 56"/>
                  <a:gd name="T28" fmla="+- 0 3793 3766"/>
                  <a:gd name="T29" fmla="*/ T28 w 35"/>
                  <a:gd name="T30" fmla="+- 0 2595 2560"/>
                  <a:gd name="T31" fmla="*/ 2595 h 56"/>
                  <a:gd name="T32" fmla="+- 0 3792 3766"/>
                  <a:gd name="T33" fmla="*/ T32 w 35"/>
                  <a:gd name="T34" fmla="+- 0 2600 2560"/>
                  <a:gd name="T35" fmla="*/ 2600 h 56"/>
                  <a:gd name="T36" fmla="+- 0 3790 3766"/>
                  <a:gd name="T37" fmla="*/ T36 w 35"/>
                  <a:gd name="T38" fmla="+- 0 2608 2560"/>
                  <a:gd name="T39" fmla="*/ 2608 h 56"/>
                  <a:gd name="T40" fmla="+- 0 3789 3766"/>
                  <a:gd name="T41" fmla="*/ T40 w 35"/>
                  <a:gd name="T42" fmla="+- 0 2610 2560"/>
                  <a:gd name="T43" fmla="*/ 2610 h 56"/>
                  <a:gd name="T44" fmla="+- 0 3788 3766"/>
                  <a:gd name="T45" fmla="*/ T44 w 35"/>
                  <a:gd name="T46" fmla="+- 0 2611 2560"/>
                  <a:gd name="T47" fmla="*/ 2611 h 56"/>
                  <a:gd name="T48" fmla="+- 0 3783 3766"/>
                  <a:gd name="T49" fmla="*/ T48 w 35"/>
                  <a:gd name="T50" fmla="+- 0 2613 2560"/>
                  <a:gd name="T51" fmla="*/ 2613 h 56"/>
                  <a:gd name="T52" fmla="+- 0 3791 3766"/>
                  <a:gd name="T53" fmla="*/ T52 w 35"/>
                  <a:gd name="T54" fmla="+- 0 2613 2560"/>
                  <a:gd name="T55" fmla="*/ 2613 h 56"/>
                  <a:gd name="T56" fmla="+- 0 3801 3766"/>
                  <a:gd name="T57" fmla="*/ T56 w 35"/>
                  <a:gd name="T58" fmla="+- 0 2579 2560"/>
                  <a:gd name="T59" fmla="*/ 2579 h 56"/>
                  <a:gd name="T60" fmla="+- 0 3799 3766"/>
                  <a:gd name="T61" fmla="*/ T60 w 35"/>
                  <a:gd name="T62" fmla="+- 0 2572 2560"/>
                  <a:gd name="T63" fmla="*/ 2572 h 56"/>
                  <a:gd name="T64" fmla="+- 0 3792 3766"/>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3" name="Group 272">
              <a:extLst>
                <a:ext uri="{FF2B5EF4-FFF2-40B4-BE49-F238E27FC236}">
                  <a16:creationId xmlns:a16="http://schemas.microsoft.com/office/drawing/2014/main" id="{8E11AD5C-AAA6-84F4-332E-5715D449964E}"/>
                </a:ext>
              </a:extLst>
            </p:cNvPr>
            <p:cNvGrpSpPr>
              <a:grpSpLocks/>
            </p:cNvGrpSpPr>
            <p:nvPr/>
          </p:nvGrpSpPr>
          <p:grpSpPr bwMode="auto">
            <a:xfrm>
              <a:off x="4223" y="2560"/>
              <a:ext cx="35" cy="56"/>
              <a:chOff x="4223" y="2560"/>
              <a:chExt cx="35" cy="56"/>
            </a:xfrm>
          </p:grpSpPr>
          <p:sp>
            <p:nvSpPr>
              <p:cNvPr id="1166" name="Freeform 5115">
                <a:extLst>
                  <a:ext uri="{FF2B5EF4-FFF2-40B4-BE49-F238E27FC236}">
                    <a16:creationId xmlns:a16="http://schemas.microsoft.com/office/drawing/2014/main" id="{45827C78-E81B-BA11-B19A-0F671F9001D3}"/>
                  </a:ext>
                </a:extLst>
              </p:cNvPr>
              <p:cNvSpPr>
                <a:spLocks/>
              </p:cNvSpPr>
              <p:nvPr/>
            </p:nvSpPr>
            <p:spPr bwMode="auto">
              <a:xfrm>
                <a:off x="4223" y="2560"/>
                <a:ext cx="35" cy="56"/>
              </a:xfrm>
              <a:custGeom>
                <a:avLst/>
                <a:gdLst>
                  <a:gd name="T0" fmla="+- 0 4244 4223"/>
                  <a:gd name="T1" fmla="*/ T0 w 35"/>
                  <a:gd name="T2" fmla="+- 0 2560 2560"/>
                  <a:gd name="T3" fmla="*/ 2560 h 56"/>
                  <a:gd name="T4" fmla="+- 0 4237 4223"/>
                  <a:gd name="T5" fmla="*/ T4 w 35"/>
                  <a:gd name="T6" fmla="+- 0 2560 2560"/>
                  <a:gd name="T7" fmla="*/ 2560 h 56"/>
                  <a:gd name="T8" fmla="+- 0 4235 4223"/>
                  <a:gd name="T9" fmla="*/ T8 w 35"/>
                  <a:gd name="T10" fmla="+- 0 2561 2560"/>
                  <a:gd name="T11" fmla="*/ 2561 h 56"/>
                  <a:gd name="T12" fmla="+- 0 4230 4223"/>
                  <a:gd name="T13" fmla="*/ T12 w 35"/>
                  <a:gd name="T14" fmla="+- 0 2565 2560"/>
                  <a:gd name="T15" fmla="*/ 2565 h 56"/>
                  <a:gd name="T16" fmla="+- 0 4227 4223"/>
                  <a:gd name="T17" fmla="*/ T16 w 35"/>
                  <a:gd name="T18" fmla="+- 0 2568 2560"/>
                  <a:gd name="T19" fmla="*/ 2568 h 56"/>
                  <a:gd name="T20" fmla="+- 0 4223 4223"/>
                  <a:gd name="T21" fmla="*/ T20 w 35"/>
                  <a:gd name="T22" fmla="+- 0 2577 2560"/>
                  <a:gd name="T23" fmla="*/ 2577 h 56"/>
                  <a:gd name="T24" fmla="+- 0 4223 4223"/>
                  <a:gd name="T25" fmla="*/ T24 w 35"/>
                  <a:gd name="T26" fmla="+- 0 2582 2560"/>
                  <a:gd name="T27" fmla="*/ 2582 h 56"/>
                  <a:gd name="T28" fmla="+- 0 4223 4223"/>
                  <a:gd name="T29" fmla="*/ T28 w 35"/>
                  <a:gd name="T30" fmla="+- 0 2595 2560"/>
                  <a:gd name="T31" fmla="*/ 2595 h 56"/>
                  <a:gd name="T32" fmla="+- 0 4224 4223"/>
                  <a:gd name="T33" fmla="*/ T32 w 35"/>
                  <a:gd name="T34" fmla="+- 0 2601 2560"/>
                  <a:gd name="T35" fmla="*/ 2601 h 56"/>
                  <a:gd name="T36" fmla="+- 0 4230 4223"/>
                  <a:gd name="T37" fmla="*/ T36 w 35"/>
                  <a:gd name="T38" fmla="+- 0 2613 2560"/>
                  <a:gd name="T39" fmla="*/ 2613 h 56"/>
                  <a:gd name="T40" fmla="+- 0 4234 4223"/>
                  <a:gd name="T41" fmla="*/ T40 w 35"/>
                  <a:gd name="T42" fmla="+- 0 2616 2560"/>
                  <a:gd name="T43" fmla="*/ 2616 h 56"/>
                  <a:gd name="T44" fmla="+- 0 4242 4223"/>
                  <a:gd name="T45" fmla="*/ T44 w 35"/>
                  <a:gd name="T46" fmla="+- 0 2616 2560"/>
                  <a:gd name="T47" fmla="*/ 2616 h 56"/>
                  <a:gd name="T48" fmla="+- 0 4245 4223"/>
                  <a:gd name="T49" fmla="*/ T48 w 35"/>
                  <a:gd name="T50" fmla="+- 0 2615 2560"/>
                  <a:gd name="T51" fmla="*/ 2615 h 56"/>
                  <a:gd name="T52" fmla="+- 0 4247 4223"/>
                  <a:gd name="T53" fmla="*/ T52 w 35"/>
                  <a:gd name="T54" fmla="+- 0 2613 2560"/>
                  <a:gd name="T55" fmla="*/ 2613 h 56"/>
                  <a:gd name="T56" fmla="+- 0 4237 4223"/>
                  <a:gd name="T57" fmla="*/ T56 w 35"/>
                  <a:gd name="T58" fmla="+- 0 2613 2560"/>
                  <a:gd name="T59" fmla="*/ 2613 h 56"/>
                  <a:gd name="T60" fmla="+- 0 4234 4223"/>
                  <a:gd name="T61" fmla="*/ T60 w 35"/>
                  <a:gd name="T62" fmla="+- 0 2611 2560"/>
                  <a:gd name="T63" fmla="*/ 2611 h 56"/>
                  <a:gd name="T64" fmla="+- 0 4233 4223"/>
                  <a:gd name="T65" fmla="*/ T64 w 35"/>
                  <a:gd name="T66" fmla="+- 0 2607 2560"/>
                  <a:gd name="T67" fmla="*/ 2607 h 56"/>
                  <a:gd name="T68" fmla="+- 0 4231 4223"/>
                  <a:gd name="T69" fmla="*/ T68 w 35"/>
                  <a:gd name="T70" fmla="+- 0 2603 2560"/>
                  <a:gd name="T71" fmla="*/ 2603 h 56"/>
                  <a:gd name="T72" fmla="+- 0 4230 4223"/>
                  <a:gd name="T73" fmla="*/ T72 w 35"/>
                  <a:gd name="T74" fmla="+- 0 2597 2560"/>
                  <a:gd name="T75" fmla="*/ 2597 h 56"/>
                  <a:gd name="T76" fmla="+- 0 4240 4223"/>
                  <a:gd name="T77" fmla="*/ T76 w 35"/>
                  <a:gd name="T78" fmla="+- 0 2563 2560"/>
                  <a:gd name="T79" fmla="*/ 2563 h 56"/>
                  <a:gd name="T80" fmla="+- 0 4248 4223"/>
                  <a:gd name="T81" fmla="*/ T80 w 35"/>
                  <a:gd name="T82" fmla="+- 0 2563 2560"/>
                  <a:gd name="T83" fmla="*/ 2563 h 56"/>
                  <a:gd name="T84" fmla="+- 0 4248 4223"/>
                  <a:gd name="T85" fmla="*/ T84 w 35"/>
                  <a:gd name="T86" fmla="+- 0 2562 2560"/>
                  <a:gd name="T87" fmla="*/ 2562 h 56"/>
                  <a:gd name="T88" fmla="+- 0 4244 4223"/>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67" name="Freeform 5116">
                <a:extLst>
                  <a:ext uri="{FF2B5EF4-FFF2-40B4-BE49-F238E27FC236}">
                    <a16:creationId xmlns:a16="http://schemas.microsoft.com/office/drawing/2014/main" id="{4446D5B0-7970-E382-80C5-965158DF4428}"/>
                  </a:ext>
                </a:extLst>
              </p:cNvPr>
              <p:cNvSpPr>
                <a:spLocks/>
              </p:cNvSpPr>
              <p:nvPr/>
            </p:nvSpPr>
            <p:spPr bwMode="auto">
              <a:xfrm>
                <a:off x="4223" y="2560"/>
                <a:ext cx="35" cy="56"/>
              </a:xfrm>
              <a:custGeom>
                <a:avLst/>
                <a:gdLst>
                  <a:gd name="T0" fmla="+- 0 4248 4223"/>
                  <a:gd name="T1" fmla="*/ T0 w 35"/>
                  <a:gd name="T2" fmla="+- 0 2563 2560"/>
                  <a:gd name="T3" fmla="*/ 2563 h 56"/>
                  <a:gd name="T4" fmla="+- 0 4240 4223"/>
                  <a:gd name="T5" fmla="*/ T4 w 35"/>
                  <a:gd name="T6" fmla="+- 0 2563 2560"/>
                  <a:gd name="T7" fmla="*/ 2563 h 56"/>
                  <a:gd name="T8" fmla="+- 0 4244 4223"/>
                  <a:gd name="T9" fmla="*/ T8 w 35"/>
                  <a:gd name="T10" fmla="+- 0 2564 2560"/>
                  <a:gd name="T11" fmla="*/ 2564 h 56"/>
                  <a:gd name="T12" fmla="+- 0 4245 4223"/>
                  <a:gd name="T13" fmla="*/ T12 w 35"/>
                  <a:gd name="T14" fmla="+- 0 2565 2560"/>
                  <a:gd name="T15" fmla="*/ 2565 h 56"/>
                  <a:gd name="T16" fmla="+- 0 4246 4223"/>
                  <a:gd name="T17" fmla="*/ T16 w 35"/>
                  <a:gd name="T18" fmla="+- 0 2567 2560"/>
                  <a:gd name="T19" fmla="*/ 2567 h 56"/>
                  <a:gd name="T20" fmla="+- 0 4249 4223"/>
                  <a:gd name="T21" fmla="*/ T20 w 35"/>
                  <a:gd name="T22" fmla="+- 0 2575 2560"/>
                  <a:gd name="T23" fmla="*/ 2575 h 56"/>
                  <a:gd name="T24" fmla="+- 0 4249 4223"/>
                  <a:gd name="T25" fmla="*/ T24 w 35"/>
                  <a:gd name="T26" fmla="+- 0 2577 2560"/>
                  <a:gd name="T27" fmla="*/ 2577 h 56"/>
                  <a:gd name="T28" fmla="+- 0 4249 4223"/>
                  <a:gd name="T29" fmla="*/ T28 w 35"/>
                  <a:gd name="T30" fmla="+- 0 2595 2560"/>
                  <a:gd name="T31" fmla="*/ 2595 h 56"/>
                  <a:gd name="T32" fmla="+- 0 4249 4223"/>
                  <a:gd name="T33" fmla="*/ T32 w 35"/>
                  <a:gd name="T34" fmla="+- 0 2600 2560"/>
                  <a:gd name="T35" fmla="*/ 2600 h 56"/>
                  <a:gd name="T36" fmla="+- 0 4247 4223"/>
                  <a:gd name="T37" fmla="*/ T36 w 35"/>
                  <a:gd name="T38" fmla="+- 0 2608 2560"/>
                  <a:gd name="T39" fmla="*/ 2608 h 56"/>
                  <a:gd name="T40" fmla="+- 0 4246 4223"/>
                  <a:gd name="T41" fmla="*/ T40 w 35"/>
                  <a:gd name="T42" fmla="+- 0 2610 2560"/>
                  <a:gd name="T43" fmla="*/ 2610 h 56"/>
                  <a:gd name="T44" fmla="+- 0 4244 4223"/>
                  <a:gd name="T45" fmla="*/ T44 w 35"/>
                  <a:gd name="T46" fmla="+- 0 2611 2560"/>
                  <a:gd name="T47" fmla="*/ 2611 h 56"/>
                  <a:gd name="T48" fmla="+- 0 4240 4223"/>
                  <a:gd name="T49" fmla="*/ T48 w 35"/>
                  <a:gd name="T50" fmla="+- 0 2613 2560"/>
                  <a:gd name="T51" fmla="*/ 2613 h 56"/>
                  <a:gd name="T52" fmla="+- 0 4247 4223"/>
                  <a:gd name="T53" fmla="*/ T52 w 35"/>
                  <a:gd name="T54" fmla="+- 0 2613 2560"/>
                  <a:gd name="T55" fmla="*/ 2613 h 56"/>
                  <a:gd name="T56" fmla="+- 0 4257 4223"/>
                  <a:gd name="T57" fmla="*/ T56 w 35"/>
                  <a:gd name="T58" fmla="+- 0 2579 2560"/>
                  <a:gd name="T59" fmla="*/ 2579 h 56"/>
                  <a:gd name="T60" fmla="+- 0 4255 4223"/>
                  <a:gd name="T61" fmla="*/ T60 w 35"/>
                  <a:gd name="T62" fmla="+- 0 2572 2560"/>
                  <a:gd name="T63" fmla="*/ 2572 h 56"/>
                  <a:gd name="T64" fmla="+- 0 4248 4223"/>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4" name="Group 273">
              <a:extLst>
                <a:ext uri="{FF2B5EF4-FFF2-40B4-BE49-F238E27FC236}">
                  <a16:creationId xmlns:a16="http://schemas.microsoft.com/office/drawing/2014/main" id="{DFBF8DCB-6894-DEAA-261C-FB499A86A79C}"/>
                </a:ext>
              </a:extLst>
            </p:cNvPr>
            <p:cNvGrpSpPr>
              <a:grpSpLocks/>
            </p:cNvGrpSpPr>
            <p:nvPr/>
          </p:nvGrpSpPr>
          <p:grpSpPr bwMode="auto">
            <a:xfrm>
              <a:off x="4679" y="2560"/>
              <a:ext cx="35" cy="56"/>
              <a:chOff x="4679" y="2560"/>
              <a:chExt cx="35" cy="56"/>
            </a:xfrm>
          </p:grpSpPr>
          <p:sp>
            <p:nvSpPr>
              <p:cNvPr id="1164" name="Freeform 5118">
                <a:extLst>
                  <a:ext uri="{FF2B5EF4-FFF2-40B4-BE49-F238E27FC236}">
                    <a16:creationId xmlns:a16="http://schemas.microsoft.com/office/drawing/2014/main" id="{5EAFAA46-481D-A78E-DF05-CFFB9B320EE1}"/>
                  </a:ext>
                </a:extLst>
              </p:cNvPr>
              <p:cNvSpPr>
                <a:spLocks/>
              </p:cNvSpPr>
              <p:nvPr/>
            </p:nvSpPr>
            <p:spPr bwMode="auto">
              <a:xfrm>
                <a:off x="4679" y="2560"/>
                <a:ext cx="35" cy="56"/>
              </a:xfrm>
              <a:custGeom>
                <a:avLst/>
                <a:gdLst>
                  <a:gd name="T0" fmla="+- 0 4700 4679"/>
                  <a:gd name="T1" fmla="*/ T0 w 35"/>
                  <a:gd name="T2" fmla="+- 0 2560 2560"/>
                  <a:gd name="T3" fmla="*/ 2560 h 56"/>
                  <a:gd name="T4" fmla="+- 0 4694 4679"/>
                  <a:gd name="T5" fmla="*/ T4 w 35"/>
                  <a:gd name="T6" fmla="+- 0 2560 2560"/>
                  <a:gd name="T7" fmla="*/ 2560 h 56"/>
                  <a:gd name="T8" fmla="+- 0 4691 4679"/>
                  <a:gd name="T9" fmla="*/ T8 w 35"/>
                  <a:gd name="T10" fmla="+- 0 2561 2560"/>
                  <a:gd name="T11" fmla="*/ 2561 h 56"/>
                  <a:gd name="T12" fmla="+- 0 4686 4679"/>
                  <a:gd name="T13" fmla="*/ T12 w 35"/>
                  <a:gd name="T14" fmla="+- 0 2565 2560"/>
                  <a:gd name="T15" fmla="*/ 2565 h 56"/>
                  <a:gd name="T16" fmla="+- 0 4684 4679"/>
                  <a:gd name="T17" fmla="*/ T16 w 35"/>
                  <a:gd name="T18" fmla="+- 0 2568 2560"/>
                  <a:gd name="T19" fmla="*/ 2568 h 56"/>
                  <a:gd name="T20" fmla="+- 0 4680 4679"/>
                  <a:gd name="T21" fmla="*/ T20 w 35"/>
                  <a:gd name="T22" fmla="+- 0 2577 2560"/>
                  <a:gd name="T23" fmla="*/ 2577 h 56"/>
                  <a:gd name="T24" fmla="+- 0 4679 4679"/>
                  <a:gd name="T25" fmla="*/ T24 w 35"/>
                  <a:gd name="T26" fmla="+- 0 2582 2560"/>
                  <a:gd name="T27" fmla="*/ 2582 h 56"/>
                  <a:gd name="T28" fmla="+- 0 4679 4679"/>
                  <a:gd name="T29" fmla="*/ T28 w 35"/>
                  <a:gd name="T30" fmla="+- 0 2595 2560"/>
                  <a:gd name="T31" fmla="*/ 2595 h 56"/>
                  <a:gd name="T32" fmla="+- 0 4680 4679"/>
                  <a:gd name="T33" fmla="*/ T32 w 35"/>
                  <a:gd name="T34" fmla="+- 0 2601 2560"/>
                  <a:gd name="T35" fmla="*/ 2601 h 56"/>
                  <a:gd name="T36" fmla="+- 0 4687 4679"/>
                  <a:gd name="T37" fmla="*/ T36 w 35"/>
                  <a:gd name="T38" fmla="+- 0 2613 2560"/>
                  <a:gd name="T39" fmla="*/ 2613 h 56"/>
                  <a:gd name="T40" fmla="+- 0 4691 4679"/>
                  <a:gd name="T41" fmla="*/ T40 w 35"/>
                  <a:gd name="T42" fmla="+- 0 2616 2560"/>
                  <a:gd name="T43" fmla="*/ 2616 h 56"/>
                  <a:gd name="T44" fmla="+- 0 4698 4679"/>
                  <a:gd name="T45" fmla="*/ T44 w 35"/>
                  <a:gd name="T46" fmla="+- 0 2616 2560"/>
                  <a:gd name="T47" fmla="*/ 2616 h 56"/>
                  <a:gd name="T48" fmla="+- 0 4701 4679"/>
                  <a:gd name="T49" fmla="*/ T48 w 35"/>
                  <a:gd name="T50" fmla="+- 0 2615 2560"/>
                  <a:gd name="T51" fmla="*/ 2615 h 56"/>
                  <a:gd name="T52" fmla="+- 0 4703 4679"/>
                  <a:gd name="T53" fmla="*/ T52 w 35"/>
                  <a:gd name="T54" fmla="+- 0 2613 2560"/>
                  <a:gd name="T55" fmla="*/ 2613 h 56"/>
                  <a:gd name="T56" fmla="+- 0 4693 4679"/>
                  <a:gd name="T57" fmla="*/ T56 w 35"/>
                  <a:gd name="T58" fmla="+- 0 2613 2560"/>
                  <a:gd name="T59" fmla="*/ 2613 h 56"/>
                  <a:gd name="T60" fmla="+- 0 4691 4679"/>
                  <a:gd name="T61" fmla="*/ T60 w 35"/>
                  <a:gd name="T62" fmla="+- 0 2611 2560"/>
                  <a:gd name="T63" fmla="*/ 2611 h 56"/>
                  <a:gd name="T64" fmla="+- 0 4688 4679"/>
                  <a:gd name="T65" fmla="*/ T64 w 35"/>
                  <a:gd name="T66" fmla="+- 0 2603 2560"/>
                  <a:gd name="T67" fmla="*/ 2603 h 56"/>
                  <a:gd name="T68" fmla="+- 0 4687 4679"/>
                  <a:gd name="T69" fmla="*/ T68 w 35"/>
                  <a:gd name="T70" fmla="+- 0 2597 2560"/>
                  <a:gd name="T71" fmla="*/ 2597 h 56"/>
                  <a:gd name="T72" fmla="+- 0 4687 4679"/>
                  <a:gd name="T73" fmla="*/ T72 w 35"/>
                  <a:gd name="T74" fmla="+- 0 2582 2560"/>
                  <a:gd name="T75" fmla="*/ 2582 h 56"/>
                  <a:gd name="T76" fmla="+- 0 4696 4679"/>
                  <a:gd name="T77" fmla="*/ T76 w 35"/>
                  <a:gd name="T78" fmla="+- 0 2563 2560"/>
                  <a:gd name="T79" fmla="*/ 2563 h 56"/>
                  <a:gd name="T80" fmla="+- 0 4704 4679"/>
                  <a:gd name="T81" fmla="*/ T80 w 35"/>
                  <a:gd name="T82" fmla="+- 0 2563 2560"/>
                  <a:gd name="T83" fmla="*/ 2563 h 56"/>
                  <a:gd name="T84" fmla="+- 0 4704 4679"/>
                  <a:gd name="T85" fmla="*/ T84 w 35"/>
                  <a:gd name="T86" fmla="+- 0 2562 2560"/>
                  <a:gd name="T87" fmla="*/ 2562 h 56"/>
                  <a:gd name="T88" fmla="+- 0 4700 4679"/>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65" name="Freeform 5119">
                <a:extLst>
                  <a:ext uri="{FF2B5EF4-FFF2-40B4-BE49-F238E27FC236}">
                    <a16:creationId xmlns:a16="http://schemas.microsoft.com/office/drawing/2014/main" id="{6E0BA0B6-25A3-265D-57EF-CC914C30A218}"/>
                  </a:ext>
                </a:extLst>
              </p:cNvPr>
              <p:cNvSpPr>
                <a:spLocks/>
              </p:cNvSpPr>
              <p:nvPr/>
            </p:nvSpPr>
            <p:spPr bwMode="auto">
              <a:xfrm>
                <a:off x="4679" y="2560"/>
                <a:ext cx="35" cy="56"/>
              </a:xfrm>
              <a:custGeom>
                <a:avLst/>
                <a:gdLst>
                  <a:gd name="T0" fmla="+- 0 4704 4679"/>
                  <a:gd name="T1" fmla="*/ T0 w 35"/>
                  <a:gd name="T2" fmla="+- 0 2563 2560"/>
                  <a:gd name="T3" fmla="*/ 2563 h 56"/>
                  <a:gd name="T4" fmla="+- 0 4696 4679"/>
                  <a:gd name="T5" fmla="*/ T4 w 35"/>
                  <a:gd name="T6" fmla="+- 0 2563 2560"/>
                  <a:gd name="T7" fmla="*/ 2563 h 56"/>
                  <a:gd name="T8" fmla="+- 0 4700 4679"/>
                  <a:gd name="T9" fmla="*/ T8 w 35"/>
                  <a:gd name="T10" fmla="+- 0 2564 2560"/>
                  <a:gd name="T11" fmla="*/ 2564 h 56"/>
                  <a:gd name="T12" fmla="+- 0 4702 4679"/>
                  <a:gd name="T13" fmla="*/ T12 w 35"/>
                  <a:gd name="T14" fmla="+- 0 2565 2560"/>
                  <a:gd name="T15" fmla="*/ 2565 h 56"/>
                  <a:gd name="T16" fmla="+- 0 4703 4679"/>
                  <a:gd name="T17" fmla="*/ T16 w 35"/>
                  <a:gd name="T18" fmla="+- 0 2567 2560"/>
                  <a:gd name="T19" fmla="*/ 2567 h 56"/>
                  <a:gd name="T20" fmla="+- 0 4705 4679"/>
                  <a:gd name="T21" fmla="*/ T20 w 35"/>
                  <a:gd name="T22" fmla="+- 0 2575 2560"/>
                  <a:gd name="T23" fmla="*/ 2575 h 56"/>
                  <a:gd name="T24" fmla="+- 0 4705 4679"/>
                  <a:gd name="T25" fmla="*/ T24 w 35"/>
                  <a:gd name="T26" fmla="+- 0 2577 2560"/>
                  <a:gd name="T27" fmla="*/ 2577 h 56"/>
                  <a:gd name="T28" fmla="+- 0 4706 4679"/>
                  <a:gd name="T29" fmla="*/ T28 w 35"/>
                  <a:gd name="T30" fmla="+- 0 2595 2560"/>
                  <a:gd name="T31" fmla="*/ 2595 h 56"/>
                  <a:gd name="T32" fmla="+- 0 4705 4679"/>
                  <a:gd name="T33" fmla="*/ T32 w 35"/>
                  <a:gd name="T34" fmla="+- 0 2600 2560"/>
                  <a:gd name="T35" fmla="*/ 2600 h 56"/>
                  <a:gd name="T36" fmla="+- 0 4703 4679"/>
                  <a:gd name="T37" fmla="*/ T36 w 35"/>
                  <a:gd name="T38" fmla="+- 0 2608 2560"/>
                  <a:gd name="T39" fmla="*/ 2608 h 56"/>
                  <a:gd name="T40" fmla="+- 0 4702 4679"/>
                  <a:gd name="T41" fmla="*/ T40 w 35"/>
                  <a:gd name="T42" fmla="+- 0 2610 2560"/>
                  <a:gd name="T43" fmla="*/ 2610 h 56"/>
                  <a:gd name="T44" fmla="+- 0 4700 4679"/>
                  <a:gd name="T45" fmla="*/ T44 w 35"/>
                  <a:gd name="T46" fmla="+- 0 2611 2560"/>
                  <a:gd name="T47" fmla="*/ 2611 h 56"/>
                  <a:gd name="T48" fmla="+- 0 4696 4679"/>
                  <a:gd name="T49" fmla="*/ T48 w 35"/>
                  <a:gd name="T50" fmla="+- 0 2613 2560"/>
                  <a:gd name="T51" fmla="*/ 2613 h 56"/>
                  <a:gd name="T52" fmla="+- 0 4703 4679"/>
                  <a:gd name="T53" fmla="*/ T52 w 35"/>
                  <a:gd name="T54" fmla="+- 0 2613 2560"/>
                  <a:gd name="T55" fmla="*/ 2613 h 56"/>
                  <a:gd name="T56" fmla="+- 0 4713 4679"/>
                  <a:gd name="T57" fmla="*/ T56 w 35"/>
                  <a:gd name="T58" fmla="+- 0 2579 2560"/>
                  <a:gd name="T59" fmla="*/ 2579 h 56"/>
                  <a:gd name="T60" fmla="+- 0 4711 4679"/>
                  <a:gd name="T61" fmla="*/ T60 w 35"/>
                  <a:gd name="T62" fmla="+- 0 2572 2560"/>
                  <a:gd name="T63" fmla="*/ 2572 h 56"/>
                  <a:gd name="T64" fmla="+- 0 4704 4679"/>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5" name="Group 274">
              <a:extLst>
                <a:ext uri="{FF2B5EF4-FFF2-40B4-BE49-F238E27FC236}">
                  <a16:creationId xmlns:a16="http://schemas.microsoft.com/office/drawing/2014/main" id="{D17A3660-E157-6B86-83EE-DF86E6C20E6D}"/>
                </a:ext>
              </a:extLst>
            </p:cNvPr>
            <p:cNvGrpSpPr>
              <a:grpSpLocks/>
            </p:cNvGrpSpPr>
            <p:nvPr/>
          </p:nvGrpSpPr>
          <p:grpSpPr bwMode="auto">
            <a:xfrm>
              <a:off x="5135" y="2560"/>
              <a:ext cx="35" cy="56"/>
              <a:chOff x="5135" y="2560"/>
              <a:chExt cx="35" cy="56"/>
            </a:xfrm>
          </p:grpSpPr>
          <p:sp>
            <p:nvSpPr>
              <p:cNvPr id="1162" name="Freeform 5121">
                <a:extLst>
                  <a:ext uri="{FF2B5EF4-FFF2-40B4-BE49-F238E27FC236}">
                    <a16:creationId xmlns:a16="http://schemas.microsoft.com/office/drawing/2014/main" id="{0DF208C3-13AE-0A17-1017-5F42B50CBE4D}"/>
                  </a:ext>
                </a:extLst>
              </p:cNvPr>
              <p:cNvSpPr>
                <a:spLocks/>
              </p:cNvSpPr>
              <p:nvPr/>
            </p:nvSpPr>
            <p:spPr bwMode="auto">
              <a:xfrm>
                <a:off x="5135" y="2560"/>
                <a:ext cx="35" cy="56"/>
              </a:xfrm>
              <a:custGeom>
                <a:avLst/>
                <a:gdLst>
                  <a:gd name="T0" fmla="+- 0 5157 5135"/>
                  <a:gd name="T1" fmla="*/ T0 w 35"/>
                  <a:gd name="T2" fmla="+- 0 2560 2560"/>
                  <a:gd name="T3" fmla="*/ 2560 h 56"/>
                  <a:gd name="T4" fmla="+- 0 5150 5135"/>
                  <a:gd name="T5" fmla="*/ T4 w 35"/>
                  <a:gd name="T6" fmla="+- 0 2560 2560"/>
                  <a:gd name="T7" fmla="*/ 2560 h 56"/>
                  <a:gd name="T8" fmla="+- 0 5148 5135"/>
                  <a:gd name="T9" fmla="*/ T8 w 35"/>
                  <a:gd name="T10" fmla="+- 0 2561 2560"/>
                  <a:gd name="T11" fmla="*/ 2561 h 56"/>
                  <a:gd name="T12" fmla="+- 0 5142 5135"/>
                  <a:gd name="T13" fmla="*/ T12 w 35"/>
                  <a:gd name="T14" fmla="+- 0 2565 2560"/>
                  <a:gd name="T15" fmla="*/ 2565 h 56"/>
                  <a:gd name="T16" fmla="+- 0 5140 5135"/>
                  <a:gd name="T17" fmla="*/ T16 w 35"/>
                  <a:gd name="T18" fmla="+- 0 2568 2560"/>
                  <a:gd name="T19" fmla="*/ 2568 h 56"/>
                  <a:gd name="T20" fmla="+- 0 5136 5135"/>
                  <a:gd name="T21" fmla="*/ T20 w 35"/>
                  <a:gd name="T22" fmla="+- 0 2577 2560"/>
                  <a:gd name="T23" fmla="*/ 2577 h 56"/>
                  <a:gd name="T24" fmla="+- 0 5135 5135"/>
                  <a:gd name="T25" fmla="*/ T24 w 35"/>
                  <a:gd name="T26" fmla="+- 0 2582 2560"/>
                  <a:gd name="T27" fmla="*/ 2582 h 56"/>
                  <a:gd name="T28" fmla="+- 0 5135 5135"/>
                  <a:gd name="T29" fmla="*/ T28 w 35"/>
                  <a:gd name="T30" fmla="+- 0 2595 2560"/>
                  <a:gd name="T31" fmla="*/ 2595 h 56"/>
                  <a:gd name="T32" fmla="+- 0 5137 5135"/>
                  <a:gd name="T33" fmla="*/ T32 w 35"/>
                  <a:gd name="T34" fmla="+- 0 2601 2560"/>
                  <a:gd name="T35" fmla="*/ 2601 h 56"/>
                  <a:gd name="T36" fmla="+- 0 5143 5135"/>
                  <a:gd name="T37" fmla="*/ T36 w 35"/>
                  <a:gd name="T38" fmla="+- 0 2613 2560"/>
                  <a:gd name="T39" fmla="*/ 2613 h 56"/>
                  <a:gd name="T40" fmla="+- 0 5147 5135"/>
                  <a:gd name="T41" fmla="*/ T40 w 35"/>
                  <a:gd name="T42" fmla="+- 0 2616 2560"/>
                  <a:gd name="T43" fmla="*/ 2616 h 56"/>
                  <a:gd name="T44" fmla="+- 0 5155 5135"/>
                  <a:gd name="T45" fmla="*/ T44 w 35"/>
                  <a:gd name="T46" fmla="+- 0 2616 2560"/>
                  <a:gd name="T47" fmla="*/ 2616 h 56"/>
                  <a:gd name="T48" fmla="+- 0 5157 5135"/>
                  <a:gd name="T49" fmla="*/ T48 w 35"/>
                  <a:gd name="T50" fmla="+- 0 2615 2560"/>
                  <a:gd name="T51" fmla="*/ 2615 h 56"/>
                  <a:gd name="T52" fmla="+- 0 5159 5135"/>
                  <a:gd name="T53" fmla="*/ T52 w 35"/>
                  <a:gd name="T54" fmla="+- 0 2613 2560"/>
                  <a:gd name="T55" fmla="*/ 2613 h 56"/>
                  <a:gd name="T56" fmla="+- 0 5149 5135"/>
                  <a:gd name="T57" fmla="*/ T56 w 35"/>
                  <a:gd name="T58" fmla="+- 0 2613 2560"/>
                  <a:gd name="T59" fmla="*/ 2613 h 56"/>
                  <a:gd name="T60" fmla="+- 0 5147 5135"/>
                  <a:gd name="T61" fmla="*/ T60 w 35"/>
                  <a:gd name="T62" fmla="+- 0 2611 2560"/>
                  <a:gd name="T63" fmla="*/ 2611 h 56"/>
                  <a:gd name="T64" fmla="+- 0 5146 5135"/>
                  <a:gd name="T65" fmla="*/ T64 w 35"/>
                  <a:gd name="T66" fmla="+- 0 2607 2560"/>
                  <a:gd name="T67" fmla="*/ 2607 h 56"/>
                  <a:gd name="T68" fmla="+- 0 5144 5135"/>
                  <a:gd name="T69" fmla="*/ T68 w 35"/>
                  <a:gd name="T70" fmla="+- 0 2603 2560"/>
                  <a:gd name="T71" fmla="*/ 2603 h 56"/>
                  <a:gd name="T72" fmla="+- 0 5143 5135"/>
                  <a:gd name="T73" fmla="*/ T72 w 35"/>
                  <a:gd name="T74" fmla="+- 0 2597 2560"/>
                  <a:gd name="T75" fmla="*/ 2597 h 56"/>
                  <a:gd name="T76" fmla="+- 0 5152 5135"/>
                  <a:gd name="T77" fmla="*/ T76 w 35"/>
                  <a:gd name="T78" fmla="+- 0 2563 2560"/>
                  <a:gd name="T79" fmla="*/ 2563 h 56"/>
                  <a:gd name="T80" fmla="+- 0 5161 5135"/>
                  <a:gd name="T81" fmla="*/ T80 w 35"/>
                  <a:gd name="T82" fmla="+- 0 2563 2560"/>
                  <a:gd name="T83" fmla="*/ 2563 h 56"/>
                  <a:gd name="T84" fmla="+- 0 5160 5135"/>
                  <a:gd name="T85" fmla="*/ T84 w 35"/>
                  <a:gd name="T86" fmla="+- 0 2562 2560"/>
                  <a:gd name="T87" fmla="*/ 2562 h 56"/>
                  <a:gd name="T88" fmla="+- 0 5157 5135"/>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63" name="Freeform 5122">
                <a:extLst>
                  <a:ext uri="{FF2B5EF4-FFF2-40B4-BE49-F238E27FC236}">
                    <a16:creationId xmlns:a16="http://schemas.microsoft.com/office/drawing/2014/main" id="{49720599-EEE2-3A8D-36BD-D8A0D47CD6E1}"/>
                  </a:ext>
                </a:extLst>
              </p:cNvPr>
              <p:cNvSpPr>
                <a:spLocks/>
              </p:cNvSpPr>
              <p:nvPr/>
            </p:nvSpPr>
            <p:spPr bwMode="auto">
              <a:xfrm>
                <a:off x="5135" y="2560"/>
                <a:ext cx="35" cy="56"/>
              </a:xfrm>
              <a:custGeom>
                <a:avLst/>
                <a:gdLst>
                  <a:gd name="T0" fmla="+- 0 5161 5135"/>
                  <a:gd name="T1" fmla="*/ T0 w 35"/>
                  <a:gd name="T2" fmla="+- 0 2563 2560"/>
                  <a:gd name="T3" fmla="*/ 2563 h 56"/>
                  <a:gd name="T4" fmla="+- 0 5152 5135"/>
                  <a:gd name="T5" fmla="*/ T4 w 35"/>
                  <a:gd name="T6" fmla="+- 0 2563 2560"/>
                  <a:gd name="T7" fmla="*/ 2563 h 56"/>
                  <a:gd name="T8" fmla="+- 0 5156 5135"/>
                  <a:gd name="T9" fmla="*/ T8 w 35"/>
                  <a:gd name="T10" fmla="+- 0 2564 2560"/>
                  <a:gd name="T11" fmla="*/ 2564 h 56"/>
                  <a:gd name="T12" fmla="+- 0 5158 5135"/>
                  <a:gd name="T13" fmla="*/ T12 w 35"/>
                  <a:gd name="T14" fmla="+- 0 2565 2560"/>
                  <a:gd name="T15" fmla="*/ 2565 h 56"/>
                  <a:gd name="T16" fmla="+- 0 5159 5135"/>
                  <a:gd name="T17" fmla="*/ T16 w 35"/>
                  <a:gd name="T18" fmla="+- 0 2567 2560"/>
                  <a:gd name="T19" fmla="*/ 2567 h 56"/>
                  <a:gd name="T20" fmla="+- 0 5161 5135"/>
                  <a:gd name="T21" fmla="*/ T20 w 35"/>
                  <a:gd name="T22" fmla="+- 0 2575 2560"/>
                  <a:gd name="T23" fmla="*/ 2575 h 56"/>
                  <a:gd name="T24" fmla="+- 0 5162 5135"/>
                  <a:gd name="T25" fmla="*/ T24 w 35"/>
                  <a:gd name="T26" fmla="+- 0 2577 2560"/>
                  <a:gd name="T27" fmla="*/ 2577 h 56"/>
                  <a:gd name="T28" fmla="+- 0 5162 5135"/>
                  <a:gd name="T29" fmla="*/ T28 w 35"/>
                  <a:gd name="T30" fmla="+- 0 2595 2560"/>
                  <a:gd name="T31" fmla="*/ 2595 h 56"/>
                  <a:gd name="T32" fmla="+- 0 5161 5135"/>
                  <a:gd name="T33" fmla="*/ T32 w 35"/>
                  <a:gd name="T34" fmla="+- 0 2600 2560"/>
                  <a:gd name="T35" fmla="*/ 2600 h 56"/>
                  <a:gd name="T36" fmla="+- 0 5159 5135"/>
                  <a:gd name="T37" fmla="*/ T36 w 35"/>
                  <a:gd name="T38" fmla="+- 0 2608 2560"/>
                  <a:gd name="T39" fmla="*/ 2608 h 56"/>
                  <a:gd name="T40" fmla="+- 0 5158 5135"/>
                  <a:gd name="T41" fmla="*/ T40 w 35"/>
                  <a:gd name="T42" fmla="+- 0 2610 2560"/>
                  <a:gd name="T43" fmla="*/ 2610 h 56"/>
                  <a:gd name="T44" fmla="+- 0 5157 5135"/>
                  <a:gd name="T45" fmla="*/ T44 w 35"/>
                  <a:gd name="T46" fmla="+- 0 2611 2560"/>
                  <a:gd name="T47" fmla="*/ 2611 h 56"/>
                  <a:gd name="T48" fmla="+- 0 5152 5135"/>
                  <a:gd name="T49" fmla="*/ T48 w 35"/>
                  <a:gd name="T50" fmla="+- 0 2613 2560"/>
                  <a:gd name="T51" fmla="*/ 2613 h 56"/>
                  <a:gd name="T52" fmla="+- 0 5159 5135"/>
                  <a:gd name="T53" fmla="*/ T52 w 35"/>
                  <a:gd name="T54" fmla="+- 0 2613 2560"/>
                  <a:gd name="T55" fmla="*/ 2613 h 56"/>
                  <a:gd name="T56" fmla="+- 0 5170 5135"/>
                  <a:gd name="T57" fmla="*/ T56 w 35"/>
                  <a:gd name="T58" fmla="+- 0 2579 2560"/>
                  <a:gd name="T59" fmla="*/ 2579 h 56"/>
                  <a:gd name="T60" fmla="+- 0 5168 5135"/>
                  <a:gd name="T61" fmla="*/ T60 w 35"/>
                  <a:gd name="T62" fmla="+- 0 2572 2560"/>
                  <a:gd name="T63" fmla="*/ 2572 h 56"/>
                  <a:gd name="T64" fmla="+- 0 5161 5135"/>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5"/>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6" name="Group 275">
              <a:extLst>
                <a:ext uri="{FF2B5EF4-FFF2-40B4-BE49-F238E27FC236}">
                  <a16:creationId xmlns:a16="http://schemas.microsoft.com/office/drawing/2014/main" id="{241AB999-8BA1-A8FE-CC9A-842578544C89}"/>
                </a:ext>
              </a:extLst>
            </p:cNvPr>
            <p:cNvGrpSpPr>
              <a:grpSpLocks/>
            </p:cNvGrpSpPr>
            <p:nvPr/>
          </p:nvGrpSpPr>
          <p:grpSpPr bwMode="auto">
            <a:xfrm>
              <a:off x="5592" y="2560"/>
              <a:ext cx="35" cy="56"/>
              <a:chOff x="5592" y="2560"/>
              <a:chExt cx="35" cy="56"/>
            </a:xfrm>
          </p:grpSpPr>
          <p:sp>
            <p:nvSpPr>
              <p:cNvPr id="1160" name="Freeform 5124">
                <a:extLst>
                  <a:ext uri="{FF2B5EF4-FFF2-40B4-BE49-F238E27FC236}">
                    <a16:creationId xmlns:a16="http://schemas.microsoft.com/office/drawing/2014/main" id="{966A9269-6B46-EA1F-7F06-79F53B8A3444}"/>
                  </a:ext>
                </a:extLst>
              </p:cNvPr>
              <p:cNvSpPr>
                <a:spLocks/>
              </p:cNvSpPr>
              <p:nvPr/>
            </p:nvSpPr>
            <p:spPr bwMode="auto">
              <a:xfrm>
                <a:off x="5592" y="2560"/>
                <a:ext cx="35" cy="56"/>
              </a:xfrm>
              <a:custGeom>
                <a:avLst/>
                <a:gdLst>
                  <a:gd name="T0" fmla="+- 0 5613 5592"/>
                  <a:gd name="T1" fmla="*/ T0 w 35"/>
                  <a:gd name="T2" fmla="+- 0 2560 2560"/>
                  <a:gd name="T3" fmla="*/ 2560 h 56"/>
                  <a:gd name="T4" fmla="+- 0 5606 5592"/>
                  <a:gd name="T5" fmla="*/ T4 w 35"/>
                  <a:gd name="T6" fmla="+- 0 2560 2560"/>
                  <a:gd name="T7" fmla="*/ 2560 h 56"/>
                  <a:gd name="T8" fmla="+- 0 5604 5592"/>
                  <a:gd name="T9" fmla="*/ T8 w 35"/>
                  <a:gd name="T10" fmla="+- 0 2561 2560"/>
                  <a:gd name="T11" fmla="*/ 2561 h 56"/>
                  <a:gd name="T12" fmla="+- 0 5602 5592"/>
                  <a:gd name="T13" fmla="*/ T12 w 35"/>
                  <a:gd name="T14" fmla="+- 0 2563 2560"/>
                  <a:gd name="T15" fmla="*/ 2563 h 56"/>
                  <a:gd name="T16" fmla="+- 0 5599 5592"/>
                  <a:gd name="T17" fmla="*/ T16 w 35"/>
                  <a:gd name="T18" fmla="+- 0 2565 2560"/>
                  <a:gd name="T19" fmla="*/ 2565 h 56"/>
                  <a:gd name="T20" fmla="+- 0 5596 5592"/>
                  <a:gd name="T21" fmla="*/ T20 w 35"/>
                  <a:gd name="T22" fmla="+- 0 2568 2560"/>
                  <a:gd name="T23" fmla="*/ 2568 h 56"/>
                  <a:gd name="T24" fmla="+- 0 5592 5592"/>
                  <a:gd name="T25" fmla="*/ T24 w 35"/>
                  <a:gd name="T26" fmla="+- 0 2577 2560"/>
                  <a:gd name="T27" fmla="*/ 2577 h 56"/>
                  <a:gd name="T28" fmla="+- 0 5592 5592"/>
                  <a:gd name="T29" fmla="*/ T28 w 35"/>
                  <a:gd name="T30" fmla="+- 0 2582 2560"/>
                  <a:gd name="T31" fmla="*/ 2582 h 56"/>
                  <a:gd name="T32" fmla="+- 0 5592 5592"/>
                  <a:gd name="T33" fmla="*/ T32 w 35"/>
                  <a:gd name="T34" fmla="+- 0 2595 2560"/>
                  <a:gd name="T35" fmla="*/ 2595 h 56"/>
                  <a:gd name="T36" fmla="+- 0 5593 5592"/>
                  <a:gd name="T37" fmla="*/ T36 w 35"/>
                  <a:gd name="T38" fmla="+- 0 2601 2560"/>
                  <a:gd name="T39" fmla="*/ 2601 h 56"/>
                  <a:gd name="T40" fmla="+- 0 5599 5592"/>
                  <a:gd name="T41" fmla="*/ T40 w 35"/>
                  <a:gd name="T42" fmla="+- 0 2613 2560"/>
                  <a:gd name="T43" fmla="*/ 2613 h 56"/>
                  <a:gd name="T44" fmla="+- 0 5603 5592"/>
                  <a:gd name="T45" fmla="*/ T44 w 35"/>
                  <a:gd name="T46" fmla="+- 0 2616 2560"/>
                  <a:gd name="T47" fmla="*/ 2616 h 56"/>
                  <a:gd name="T48" fmla="+- 0 5611 5592"/>
                  <a:gd name="T49" fmla="*/ T48 w 35"/>
                  <a:gd name="T50" fmla="+- 0 2616 2560"/>
                  <a:gd name="T51" fmla="*/ 2616 h 56"/>
                  <a:gd name="T52" fmla="+- 0 5614 5592"/>
                  <a:gd name="T53" fmla="*/ T52 w 35"/>
                  <a:gd name="T54" fmla="+- 0 2615 2560"/>
                  <a:gd name="T55" fmla="*/ 2615 h 56"/>
                  <a:gd name="T56" fmla="+- 0 5616 5592"/>
                  <a:gd name="T57" fmla="*/ T56 w 35"/>
                  <a:gd name="T58" fmla="+- 0 2613 2560"/>
                  <a:gd name="T59" fmla="*/ 2613 h 56"/>
                  <a:gd name="T60" fmla="+- 0 5606 5592"/>
                  <a:gd name="T61" fmla="*/ T60 w 35"/>
                  <a:gd name="T62" fmla="+- 0 2613 2560"/>
                  <a:gd name="T63" fmla="*/ 2613 h 56"/>
                  <a:gd name="T64" fmla="+- 0 5603 5592"/>
                  <a:gd name="T65" fmla="*/ T64 w 35"/>
                  <a:gd name="T66" fmla="+- 0 2611 2560"/>
                  <a:gd name="T67" fmla="*/ 2611 h 56"/>
                  <a:gd name="T68" fmla="+- 0 5602 5592"/>
                  <a:gd name="T69" fmla="*/ T68 w 35"/>
                  <a:gd name="T70" fmla="+- 0 2607 2560"/>
                  <a:gd name="T71" fmla="*/ 2607 h 56"/>
                  <a:gd name="T72" fmla="+- 0 5600 5592"/>
                  <a:gd name="T73" fmla="*/ T72 w 35"/>
                  <a:gd name="T74" fmla="+- 0 2603 2560"/>
                  <a:gd name="T75" fmla="*/ 2603 h 56"/>
                  <a:gd name="T76" fmla="+- 0 5599 5592"/>
                  <a:gd name="T77" fmla="*/ T76 w 35"/>
                  <a:gd name="T78" fmla="+- 0 2597 2560"/>
                  <a:gd name="T79" fmla="*/ 2597 h 56"/>
                  <a:gd name="T80" fmla="+- 0 5609 5592"/>
                  <a:gd name="T81" fmla="*/ T80 w 35"/>
                  <a:gd name="T82" fmla="+- 0 2563 2560"/>
                  <a:gd name="T83" fmla="*/ 2563 h 56"/>
                  <a:gd name="T84" fmla="+- 0 5617 5592"/>
                  <a:gd name="T85" fmla="*/ T84 w 35"/>
                  <a:gd name="T86" fmla="+- 0 2563 2560"/>
                  <a:gd name="T87" fmla="*/ 2563 h 56"/>
                  <a:gd name="T88" fmla="+- 0 5617 5592"/>
                  <a:gd name="T89" fmla="*/ T88 w 35"/>
                  <a:gd name="T90" fmla="+- 0 2562 2560"/>
                  <a:gd name="T91" fmla="*/ 2562 h 56"/>
                  <a:gd name="T92" fmla="+- 0 5613 5592"/>
                  <a:gd name="T93" fmla="*/ T92 w 35"/>
                  <a:gd name="T94" fmla="+- 0 2560 2560"/>
                  <a:gd name="T95"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5"/>
                    </a:lnTo>
                    <a:lnTo>
                      <a:pt x="1" y="41"/>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61" name="Freeform 5125">
                <a:extLst>
                  <a:ext uri="{FF2B5EF4-FFF2-40B4-BE49-F238E27FC236}">
                    <a16:creationId xmlns:a16="http://schemas.microsoft.com/office/drawing/2014/main" id="{1AA4C985-038F-8F6D-9736-1A1E2F55B1C5}"/>
                  </a:ext>
                </a:extLst>
              </p:cNvPr>
              <p:cNvSpPr>
                <a:spLocks/>
              </p:cNvSpPr>
              <p:nvPr/>
            </p:nvSpPr>
            <p:spPr bwMode="auto">
              <a:xfrm>
                <a:off x="5592" y="2560"/>
                <a:ext cx="35" cy="56"/>
              </a:xfrm>
              <a:custGeom>
                <a:avLst/>
                <a:gdLst>
                  <a:gd name="T0" fmla="+- 0 5617 5592"/>
                  <a:gd name="T1" fmla="*/ T0 w 35"/>
                  <a:gd name="T2" fmla="+- 0 2563 2560"/>
                  <a:gd name="T3" fmla="*/ 2563 h 56"/>
                  <a:gd name="T4" fmla="+- 0 5609 5592"/>
                  <a:gd name="T5" fmla="*/ T4 w 35"/>
                  <a:gd name="T6" fmla="+- 0 2563 2560"/>
                  <a:gd name="T7" fmla="*/ 2563 h 56"/>
                  <a:gd name="T8" fmla="+- 0 5613 5592"/>
                  <a:gd name="T9" fmla="*/ T8 w 35"/>
                  <a:gd name="T10" fmla="+- 0 2564 2560"/>
                  <a:gd name="T11" fmla="*/ 2564 h 56"/>
                  <a:gd name="T12" fmla="+- 0 5614 5592"/>
                  <a:gd name="T13" fmla="*/ T12 w 35"/>
                  <a:gd name="T14" fmla="+- 0 2565 2560"/>
                  <a:gd name="T15" fmla="*/ 2565 h 56"/>
                  <a:gd name="T16" fmla="+- 0 5615 5592"/>
                  <a:gd name="T17" fmla="*/ T16 w 35"/>
                  <a:gd name="T18" fmla="+- 0 2567 2560"/>
                  <a:gd name="T19" fmla="*/ 2567 h 56"/>
                  <a:gd name="T20" fmla="+- 0 5618 5592"/>
                  <a:gd name="T21" fmla="*/ T20 w 35"/>
                  <a:gd name="T22" fmla="+- 0 2575 2560"/>
                  <a:gd name="T23" fmla="*/ 2575 h 56"/>
                  <a:gd name="T24" fmla="+- 0 5618 5592"/>
                  <a:gd name="T25" fmla="*/ T24 w 35"/>
                  <a:gd name="T26" fmla="+- 0 2577 2560"/>
                  <a:gd name="T27" fmla="*/ 2577 h 56"/>
                  <a:gd name="T28" fmla="+- 0 5618 5592"/>
                  <a:gd name="T29" fmla="*/ T28 w 35"/>
                  <a:gd name="T30" fmla="+- 0 2595 2560"/>
                  <a:gd name="T31" fmla="*/ 2595 h 56"/>
                  <a:gd name="T32" fmla="+- 0 5618 5592"/>
                  <a:gd name="T33" fmla="*/ T32 w 35"/>
                  <a:gd name="T34" fmla="+- 0 2600 2560"/>
                  <a:gd name="T35" fmla="*/ 2600 h 56"/>
                  <a:gd name="T36" fmla="+- 0 5616 5592"/>
                  <a:gd name="T37" fmla="*/ T36 w 35"/>
                  <a:gd name="T38" fmla="+- 0 2608 2560"/>
                  <a:gd name="T39" fmla="*/ 2608 h 56"/>
                  <a:gd name="T40" fmla="+- 0 5615 5592"/>
                  <a:gd name="T41" fmla="*/ T40 w 35"/>
                  <a:gd name="T42" fmla="+- 0 2610 2560"/>
                  <a:gd name="T43" fmla="*/ 2610 h 56"/>
                  <a:gd name="T44" fmla="+- 0 5613 5592"/>
                  <a:gd name="T45" fmla="*/ T44 w 35"/>
                  <a:gd name="T46" fmla="+- 0 2611 2560"/>
                  <a:gd name="T47" fmla="*/ 2611 h 56"/>
                  <a:gd name="T48" fmla="+- 0 5609 5592"/>
                  <a:gd name="T49" fmla="*/ T48 w 35"/>
                  <a:gd name="T50" fmla="+- 0 2613 2560"/>
                  <a:gd name="T51" fmla="*/ 2613 h 56"/>
                  <a:gd name="T52" fmla="+- 0 5616 5592"/>
                  <a:gd name="T53" fmla="*/ T52 w 35"/>
                  <a:gd name="T54" fmla="+- 0 2613 2560"/>
                  <a:gd name="T55" fmla="*/ 2613 h 56"/>
                  <a:gd name="T56" fmla="+- 0 5626 5592"/>
                  <a:gd name="T57" fmla="*/ T56 w 35"/>
                  <a:gd name="T58" fmla="+- 0 2579 2560"/>
                  <a:gd name="T59" fmla="*/ 2579 h 56"/>
                  <a:gd name="T60" fmla="+- 0 5624 5592"/>
                  <a:gd name="T61" fmla="*/ T60 w 35"/>
                  <a:gd name="T62" fmla="+- 0 2572 2560"/>
                  <a:gd name="T63" fmla="*/ 2572 h 56"/>
                  <a:gd name="T64" fmla="+- 0 5617 5592"/>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7" name="Group 276">
              <a:extLst>
                <a:ext uri="{FF2B5EF4-FFF2-40B4-BE49-F238E27FC236}">
                  <a16:creationId xmlns:a16="http://schemas.microsoft.com/office/drawing/2014/main" id="{9C934F1F-9A8F-FB62-C9CE-56302D3F3E6E}"/>
                </a:ext>
              </a:extLst>
            </p:cNvPr>
            <p:cNvGrpSpPr>
              <a:grpSpLocks/>
            </p:cNvGrpSpPr>
            <p:nvPr/>
          </p:nvGrpSpPr>
          <p:grpSpPr bwMode="auto">
            <a:xfrm>
              <a:off x="6048" y="2560"/>
              <a:ext cx="35" cy="56"/>
              <a:chOff x="6048" y="2560"/>
              <a:chExt cx="35" cy="56"/>
            </a:xfrm>
          </p:grpSpPr>
          <p:sp>
            <p:nvSpPr>
              <p:cNvPr id="1158" name="Freeform 5127">
                <a:extLst>
                  <a:ext uri="{FF2B5EF4-FFF2-40B4-BE49-F238E27FC236}">
                    <a16:creationId xmlns:a16="http://schemas.microsoft.com/office/drawing/2014/main" id="{21910F69-D9F2-DCB3-E900-DAF417E9EB0E}"/>
                  </a:ext>
                </a:extLst>
              </p:cNvPr>
              <p:cNvSpPr>
                <a:spLocks/>
              </p:cNvSpPr>
              <p:nvPr/>
            </p:nvSpPr>
            <p:spPr bwMode="auto">
              <a:xfrm>
                <a:off x="6048" y="2560"/>
                <a:ext cx="35" cy="56"/>
              </a:xfrm>
              <a:custGeom>
                <a:avLst/>
                <a:gdLst>
                  <a:gd name="T0" fmla="+- 0 6069 6048"/>
                  <a:gd name="T1" fmla="*/ T0 w 35"/>
                  <a:gd name="T2" fmla="+- 0 2560 2560"/>
                  <a:gd name="T3" fmla="*/ 2560 h 56"/>
                  <a:gd name="T4" fmla="+- 0 6063 6048"/>
                  <a:gd name="T5" fmla="*/ T4 w 35"/>
                  <a:gd name="T6" fmla="+- 0 2560 2560"/>
                  <a:gd name="T7" fmla="*/ 2560 h 56"/>
                  <a:gd name="T8" fmla="+- 0 6060 6048"/>
                  <a:gd name="T9" fmla="*/ T8 w 35"/>
                  <a:gd name="T10" fmla="+- 0 2561 2560"/>
                  <a:gd name="T11" fmla="*/ 2561 h 56"/>
                  <a:gd name="T12" fmla="+- 0 6055 6048"/>
                  <a:gd name="T13" fmla="*/ T12 w 35"/>
                  <a:gd name="T14" fmla="+- 0 2565 2560"/>
                  <a:gd name="T15" fmla="*/ 2565 h 56"/>
                  <a:gd name="T16" fmla="+- 0 6052 6048"/>
                  <a:gd name="T17" fmla="*/ T16 w 35"/>
                  <a:gd name="T18" fmla="+- 0 2568 2560"/>
                  <a:gd name="T19" fmla="*/ 2568 h 56"/>
                  <a:gd name="T20" fmla="+- 0 6049 6048"/>
                  <a:gd name="T21" fmla="*/ T20 w 35"/>
                  <a:gd name="T22" fmla="+- 0 2577 2560"/>
                  <a:gd name="T23" fmla="*/ 2577 h 56"/>
                  <a:gd name="T24" fmla="+- 0 6048 6048"/>
                  <a:gd name="T25" fmla="*/ T24 w 35"/>
                  <a:gd name="T26" fmla="+- 0 2582 2560"/>
                  <a:gd name="T27" fmla="*/ 2582 h 56"/>
                  <a:gd name="T28" fmla="+- 0 6048 6048"/>
                  <a:gd name="T29" fmla="*/ T28 w 35"/>
                  <a:gd name="T30" fmla="+- 0 2595 2560"/>
                  <a:gd name="T31" fmla="*/ 2595 h 56"/>
                  <a:gd name="T32" fmla="+- 0 6049 6048"/>
                  <a:gd name="T33" fmla="*/ T32 w 35"/>
                  <a:gd name="T34" fmla="+- 0 2601 2560"/>
                  <a:gd name="T35" fmla="*/ 2601 h 56"/>
                  <a:gd name="T36" fmla="+- 0 6055 6048"/>
                  <a:gd name="T37" fmla="*/ T36 w 35"/>
                  <a:gd name="T38" fmla="+- 0 2613 2560"/>
                  <a:gd name="T39" fmla="*/ 2613 h 56"/>
                  <a:gd name="T40" fmla="+- 0 6060 6048"/>
                  <a:gd name="T41" fmla="*/ T40 w 35"/>
                  <a:gd name="T42" fmla="+- 0 2616 2560"/>
                  <a:gd name="T43" fmla="*/ 2616 h 56"/>
                  <a:gd name="T44" fmla="+- 0 6067 6048"/>
                  <a:gd name="T45" fmla="*/ T44 w 35"/>
                  <a:gd name="T46" fmla="+- 0 2616 2560"/>
                  <a:gd name="T47" fmla="*/ 2616 h 56"/>
                  <a:gd name="T48" fmla="+- 0 6070 6048"/>
                  <a:gd name="T49" fmla="*/ T48 w 35"/>
                  <a:gd name="T50" fmla="+- 0 2615 2560"/>
                  <a:gd name="T51" fmla="*/ 2615 h 56"/>
                  <a:gd name="T52" fmla="+- 0 6072 6048"/>
                  <a:gd name="T53" fmla="*/ T52 w 35"/>
                  <a:gd name="T54" fmla="+- 0 2613 2560"/>
                  <a:gd name="T55" fmla="*/ 2613 h 56"/>
                  <a:gd name="T56" fmla="+- 0 6062 6048"/>
                  <a:gd name="T57" fmla="*/ T56 w 35"/>
                  <a:gd name="T58" fmla="+- 0 2613 2560"/>
                  <a:gd name="T59" fmla="*/ 2613 h 56"/>
                  <a:gd name="T60" fmla="+- 0 6060 6048"/>
                  <a:gd name="T61" fmla="*/ T60 w 35"/>
                  <a:gd name="T62" fmla="+- 0 2611 2560"/>
                  <a:gd name="T63" fmla="*/ 2611 h 56"/>
                  <a:gd name="T64" fmla="+- 0 6058 6048"/>
                  <a:gd name="T65" fmla="*/ T64 w 35"/>
                  <a:gd name="T66" fmla="+- 0 2607 2560"/>
                  <a:gd name="T67" fmla="*/ 2607 h 56"/>
                  <a:gd name="T68" fmla="+- 0 6056 6048"/>
                  <a:gd name="T69" fmla="*/ T68 w 35"/>
                  <a:gd name="T70" fmla="+- 0 2603 2560"/>
                  <a:gd name="T71" fmla="*/ 2603 h 56"/>
                  <a:gd name="T72" fmla="+- 0 6055 6048"/>
                  <a:gd name="T73" fmla="*/ T72 w 35"/>
                  <a:gd name="T74" fmla="+- 0 2597 2560"/>
                  <a:gd name="T75" fmla="*/ 2597 h 56"/>
                  <a:gd name="T76" fmla="+- 0 6065 6048"/>
                  <a:gd name="T77" fmla="*/ T76 w 35"/>
                  <a:gd name="T78" fmla="+- 0 2563 2560"/>
                  <a:gd name="T79" fmla="*/ 2563 h 56"/>
                  <a:gd name="T80" fmla="+- 0 6073 6048"/>
                  <a:gd name="T81" fmla="*/ T80 w 35"/>
                  <a:gd name="T82" fmla="+- 0 2563 2560"/>
                  <a:gd name="T83" fmla="*/ 2563 h 56"/>
                  <a:gd name="T84" fmla="+- 0 6073 6048"/>
                  <a:gd name="T85" fmla="*/ T84 w 35"/>
                  <a:gd name="T86" fmla="+- 0 2562 2560"/>
                  <a:gd name="T87" fmla="*/ 2562 h 56"/>
                  <a:gd name="T88" fmla="+- 0 6069 6048"/>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59" name="Freeform 5128">
                <a:extLst>
                  <a:ext uri="{FF2B5EF4-FFF2-40B4-BE49-F238E27FC236}">
                    <a16:creationId xmlns:a16="http://schemas.microsoft.com/office/drawing/2014/main" id="{CCCA75C4-BF72-08A8-0A4D-E85D95B58389}"/>
                  </a:ext>
                </a:extLst>
              </p:cNvPr>
              <p:cNvSpPr>
                <a:spLocks/>
              </p:cNvSpPr>
              <p:nvPr/>
            </p:nvSpPr>
            <p:spPr bwMode="auto">
              <a:xfrm>
                <a:off x="6048" y="2560"/>
                <a:ext cx="35" cy="56"/>
              </a:xfrm>
              <a:custGeom>
                <a:avLst/>
                <a:gdLst>
                  <a:gd name="T0" fmla="+- 0 6073 6048"/>
                  <a:gd name="T1" fmla="*/ T0 w 35"/>
                  <a:gd name="T2" fmla="+- 0 2563 2560"/>
                  <a:gd name="T3" fmla="*/ 2563 h 56"/>
                  <a:gd name="T4" fmla="+- 0 6065 6048"/>
                  <a:gd name="T5" fmla="*/ T4 w 35"/>
                  <a:gd name="T6" fmla="+- 0 2563 2560"/>
                  <a:gd name="T7" fmla="*/ 2563 h 56"/>
                  <a:gd name="T8" fmla="+- 0 6069 6048"/>
                  <a:gd name="T9" fmla="*/ T8 w 35"/>
                  <a:gd name="T10" fmla="+- 0 2564 2560"/>
                  <a:gd name="T11" fmla="*/ 2564 h 56"/>
                  <a:gd name="T12" fmla="+- 0 6070 6048"/>
                  <a:gd name="T13" fmla="*/ T12 w 35"/>
                  <a:gd name="T14" fmla="+- 0 2565 2560"/>
                  <a:gd name="T15" fmla="*/ 2565 h 56"/>
                  <a:gd name="T16" fmla="+- 0 6072 6048"/>
                  <a:gd name="T17" fmla="*/ T16 w 35"/>
                  <a:gd name="T18" fmla="+- 0 2567 2560"/>
                  <a:gd name="T19" fmla="*/ 2567 h 56"/>
                  <a:gd name="T20" fmla="+- 0 6074 6048"/>
                  <a:gd name="T21" fmla="*/ T20 w 35"/>
                  <a:gd name="T22" fmla="+- 0 2575 2560"/>
                  <a:gd name="T23" fmla="*/ 2575 h 56"/>
                  <a:gd name="T24" fmla="+- 0 6074 6048"/>
                  <a:gd name="T25" fmla="*/ T24 w 35"/>
                  <a:gd name="T26" fmla="+- 0 2577 2560"/>
                  <a:gd name="T27" fmla="*/ 2577 h 56"/>
                  <a:gd name="T28" fmla="+- 0 6074 6048"/>
                  <a:gd name="T29" fmla="*/ T28 w 35"/>
                  <a:gd name="T30" fmla="+- 0 2595 2560"/>
                  <a:gd name="T31" fmla="*/ 2595 h 56"/>
                  <a:gd name="T32" fmla="+- 0 6074 6048"/>
                  <a:gd name="T33" fmla="*/ T32 w 35"/>
                  <a:gd name="T34" fmla="+- 0 2600 2560"/>
                  <a:gd name="T35" fmla="*/ 2600 h 56"/>
                  <a:gd name="T36" fmla="+- 0 6072 6048"/>
                  <a:gd name="T37" fmla="*/ T36 w 35"/>
                  <a:gd name="T38" fmla="+- 0 2608 2560"/>
                  <a:gd name="T39" fmla="*/ 2608 h 56"/>
                  <a:gd name="T40" fmla="+- 0 6071 6048"/>
                  <a:gd name="T41" fmla="*/ T40 w 35"/>
                  <a:gd name="T42" fmla="+- 0 2610 2560"/>
                  <a:gd name="T43" fmla="*/ 2610 h 56"/>
                  <a:gd name="T44" fmla="+- 0 6069 6048"/>
                  <a:gd name="T45" fmla="*/ T44 w 35"/>
                  <a:gd name="T46" fmla="+- 0 2611 2560"/>
                  <a:gd name="T47" fmla="*/ 2611 h 56"/>
                  <a:gd name="T48" fmla="+- 0 6065 6048"/>
                  <a:gd name="T49" fmla="*/ T48 w 35"/>
                  <a:gd name="T50" fmla="+- 0 2613 2560"/>
                  <a:gd name="T51" fmla="*/ 2613 h 56"/>
                  <a:gd name="T52" fmla="+- 0 6072 6048"/>
                  <a:gd name="T53" fmla="*/ T52 w 35"/>
                  <a:gd name="T54" fmla="+- 0 2613 2560"/>
                  <a:gd name="T55" fmla="*/ 2613 h 56"/>
                  <a:gd name="T56" fmla="+- 0 6082 6048"/>
                  <a:gd name="T57" fmla="*/ T56 w 35"/>
                  <a:gd name="T58" fmla="+- 0 2579 2560"/>
                  <a:gd name="T59" fmla="*/ 2579 h 56"/>
                  <a:gd name="T60" fmla="+- 0 6080 6048"/>
                  <a:gd name="T61" fmla="*/ T60 w 35"/>
                  <a:gd name="T62" fmla="+- 0 2572 2560"/>
                  <a:gd name="T63" fmla="*/ 2572 h 56"/>
                  <a:gd name="T64" fmla="+- 0 6073 6048"/>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8" name="Group 277">
              <a:extLst>
                <a:ext uri="{FF2B5EF4-FFF2-40B4-BE49-F238E27FC236}">
                  <a16:creationId xmlns:a16="http://schemas.microsoft.com/office/drawing/2014/main" id="{84785804-2121-A888-1F05-8659C516C4C6}"/>
                </a:ext>
              </a:extLst>
            </p:cNvPr>
            <p:cNvGrpSpPr>
              <a:grpSpLocks/>
            </p:cNvGrpSpPr>
            <p:nvPr/>
          </p:nvGrpSpPr>
          <p:grpSpPr bwMode="auto">
            <a:xfrm>
              <a:off x="6504" y="2560"/>
              <a:ext cx="35" cy="56"/>
              <a:chOff x="6504" y="2560"/>
              <a:chExt cx="35" cy="56"/>
            </a:xfrm>
          </p:grpSpPr>
          <p:sp>
            <p:nvSpPr>
              <p:cNvPr id="1156" name="Freeform 5130">
                <a:extLst>
                  <a:ext uri="{FF2B5EF4-FFF2-40B4-BE49-F238E27FC236}">
                    <a16:creationId xmlns:a16="http://schemas.microsoft.com/office/drawing/2014/main" id="{3C31CFDF-A15E-1C9E-1317-DEDDC5B3ECED}"/>
                  </a:ext>
                </a:extLst>
              </p:cNvPr>
              <p:cNvSpPr>
                <a:spLocks/>
              </p:cNvSpPr>
              <p:nvPr/>
            </p:nvSpPr>
            <p:spPr bwMode="auto">
              <a:xfrm>
                <a:off x="6504" y="2560"/>
                <a:ext cx="35" cy="56"/>
              </a:xfrm>
              <a:custGeom>
                <a:avLst/>
                <a:gdLst>
                  <a:gd name="T0" fmla="+- 0 6526 6504"/>
                  <a:gd name="T1" fmla="*/ T0 w 35"/>
                  <a:gd name="T2" fmla="+- 0 2560 2560"/>
                  <a:gd name="T3" fmla="*/ 2560 h 56"/>
                  <a:gd name="T4" fmla="+- 0 6519 6504"/>
                  <a:gd name="T5" fmla="*/ T4 w 35"/>
                  <a:gd name="T6" fmla="+- 0 2560 2560"/>
                  <a:gd name="T7" fmla="*/ 2560 h 56"/>
                  <a:gd name="T8" fmla="+- 0 6517 6504"/>
                  <a:gd name="T9" fmla="*/ T8 w 35"/>
                  <a:gd name="T10" fmla="+- 0 2561 2560"/>
                  <a:gd name="T11" fmla="*/ 2561 h 56"/>
                  <a:gd name="T12" fmla="+- 0 6511 6504"/>
                  <a:gd name="T13" fmla="*/ T12 w 35"/>
                  <a:gd name="T14" fmla="+- 0 2565 2560"/>
                  <a:gd name="T15" fmla="*/ 2565 h 56"/>
                  <a:gd name="T16" fmla="+- 0 6509 6504"/>
                  <a:gd name="T17" fmla="*/ T16 w 35"/>
                  <a:gd name="T18" fmla="+- 0 2568 2560"/>
                  <a:gd name="T19" fmla="*/ 2568 h 56"/>
                  <a:gd name="T20" fmla="+- 0 6505 6504"/>
                  <a:gd name="T21" fmla="*/ T20 w 35"/>
                  <a:gd name="T22" fmla="+- 0 2577 2560"/>
                  <a:gd name="T23" fmla="*/ 2577 h 56"/>
                  <a:gd name="T24" fmla="+- 0 6504 6504"/>
                  <a:gd name="T25" fmla="*/ T24 w 35"/>
                  <a:gd name="T26" fmla="+- 0 2582 2560"/>
                  <a:gd name="T27" fmla="*/ 2582 h 56"/>
                  <a:gd name="T28" fmla="+- 0 6504 6504"/>
                  <a:gd name="T29" fmla="*/ T28 w 35"/>
                  <a:gd name="T30" fmla="+- 0 2595 2560"/>
                  <a:gd name="T31" fmla="*/ 2595 h 56"/>
                  <a:gd name="T32" fmla="+- 0 6506 6504"/>
                  <a:gd name="T33" fmla="*/ T32 w 35"/>
                  <a:gd name="T34" fmla="+- 0 2601 2560"/>
                  <a:gd name="T35" fmla="*/ 2601 h 56"/>
                  <a:gd name="T36" fmla="+- 0 6512 6504"/>
                  <a:gd name="T37" fmla="*/ T36 w 35"/>
                  <a:gd name="T38" fmla="+- 0 2613 2560"/>
                  <a:gd name="T39" fmla="*/ 2613 h 56"/>
                  <a:gd name="T40" fmla="+- 0 6516 6504"/>
                  <a:gd name="T41" fmla="*/ T40 w 35"/>
                  <a:gd name="T42" fmla="+- 0 2616 2560"/>
                  <a:gd name="T43" fmla="*/ 2616 h 56"/>
                  <a:gd name="T44" fmla="+- 0 6524 6504"/>
                  <a:gd name="T45" fmla="*/ T44 w 35"/>
                  <a:gd name="T46" fmla="+- 0 2616 2560"/>
                  <a:gd name="T47" fmla="*/ 2616 h 56"/>
                  <a:gd name="T48" fmla="+- 0 6526 6504"/>
                  <a:gd name="T49" fmla="*/ T48 w 35"/>
                  <a:gd name="T50" fmla="+- 0 2615 2560"/>
                  <a:gd name="T51" fmla="*/ 2615 h 56"/>
                  <a:gd name="T52" fmla="+- 0 6529 6504"/>
                  <a:gd name="T53" fmla="*/ T52 w 35"/>
                  <a:gd name="T54" fmla="+- 0 2613 2560"/>
                  <a:gd name="T55" fmla="*/ 2613 h 56"/>
                  <a:gd name="T56" fmla="+- 0 6518 6504"/>
                  <a:gd name="T57" fmla="*/ T56 w 35"/>
                  <a:gd name="T58" fmla="+- 0 2613 2560"/>
                  <a:gd name="T59" fmla="*/ 2613 h 56"/>
                  <a:gd name="T60" fmla="+- 0 6516 6504"/>
                  <a:gd name="T61" fmla="*/ T60 w 35"/>
                  <a:gd name="T62" fmla="+- 0 2611 2560"/>
                  <a:gd name="T63" fmla="*/ 2611 h 56"/>
                  <a:gd name="T64" fmla="+- 0 6515 6504"/>
                  <a:gd name="T65" fmla="*/ T64 w 35"/>
                  <a:gd name="T66" fmla="+- 0 2607 2560"/>
                  <a:gd name="T67" fmla="*/ 2607 h 56"/>
                  <a:gd name="T68" fmla="+- 0 6513 6504"/>
                  <a:gd name="T69" fmla="*/ T68 w 35"/>
                  <a:gd name="T70" fmla="+- 0 2603 2560"/>
                  <a:gd name="T71" fmla="*/ 2603 h 56"/>
                  <a:gd name="T72" fmla="+- 0 6512 6504"/>
                  <a:gd name="T73" fmla="*/ T72 w 35"/>
                  <a:gd name="T74" fmla="+- 0 2597 2560"/>
                  <a:gd name="T75" fmla="*/ 2597 h 56"/>
                  <a:gd name="T76" fmla="+- 0 6522 6504"/>
                  <a:gd name="T77" fmla="*/ T76 w 35"/>
                  <a:gd name="T78" fmla="+- 0 2563 2560"/>
                  <a:gd name="T79" fmla="*/ 2563 h 56"/>
                  <a:gd name="T80" fmla="+- 0 6530 6504"/>
                  <a:gd name="T81" fmla="*/ T80 w 35"/>
                  <a:gd name="T82" fmla="+- 0 2563 2560"/>
                  <a:gd name="T83" fmla="*/ 2563 h 56"/>
                  <a:gd name="T84" fmla="+- 0 6529 6504"/>
                  <a:gd name="T85" fmla="*/ T84 w 35"/>
                  <a:gd name="T86" fmla="+- 0 2562 2560"/>
                  <a:gd name="T87" fmla="*/ 2562 h 56"/>
                  <a:gd name="T88" fmla="+- 0 6526 6504"/>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57" name="Freeform 5131">
                <a:extLst>
                  <a:ext uri="{FF2B5EF4-FFF2-40B4-BE49-F238E27FC236}">
                    <a16:creationId xmlns:a16="http://schemas.microsoft.com/office/drawing/2014/main" id="{90D3ED44-C57D-6946-8509-CF8F60580565}"/>
                  </a:ext>
                </a:extLst>
              </p:cNvPr>
              <p:cNvSpPr>
                <a:spLocks/>
              </p:cNvSpPr>
              <p:nvPr/>
            </p:nvSpPr>
            <p:spPr bwMode="auto">
              <a:xfrm>
                <a:off x="6504" y="2560"/>
                <a:ext cx="35" cy="56"/>
              </a:xfrm>
              <a:custGeom>
                <a:avLst/>
                <a:gdLst>
                  <a:gd name="T0" fmla="+- 0 6530 6504"/>
                  <a:gd name="T1" fmla="*/ T0 w 35"/>
                  <a:gd name="T2" fmla="+- 0 2563 2560"/>
                  <a:gd name="T3" fmla="*/ 2563 h 56"/>
                  <a:gd name="T4" fmla="+- 0 6522 6504"/>
                  <a:gd name="T5" fmla="*/ T4 w 35"/>
                  <a:gd name="T6" fmla="+- 0 2563 2560"/>
                  <a:gd name="T7" fmla="*/ 2563 h 56"/>
                  <a:gd name="T8" fmla="+- 0 6525 6504"/>
                  <a:gd name="T9" fmla="*/ T8 w 35"/>
                  <a:gd name="T10" fmla="+- 0 2564 2560"/>
                  <a:gd name="T11" fmla="*/ 2564 h 56"/>
                  <a:gd name="T12" fmla="+- 0 6527 6504"/>
                  <a:gd name="T13" fmla="*/ T12 w 35"/>
                  <a:gd name="T14" fmla="+- 0 2565 2560"/>
                  <a:gd name="T15" fmla="*/ 2565 h 56"/>
                  <a:gd name="T16" fmla="+- 0 6528 6504"/>
                  <a:gd name="T17" fmla="*/ T16 w 35"/>
                  <a:gd name="T18" fmla="+- 0 2567 2560"/>
                  <a:gd name="T19" fmla="*/ 2567 h 56"/>
                  <a:gd name="T20" fmla="+- 0 6530 6504"/>
                  <a:gd name="T21" fmla="*/ T20 w 35"/>
                  <a:gd name="T22" fmla="+- 0 2575 2560"/>
                  <a:gd name="T23" fmla="*/ 2575 h 56"/>
                  <a:gd name="T24" fmla="+- 0 6531 6504"/>
                  <a:gd name="T25" fmla="*/ T24 w 35"/>
                  <a:gd name="T26" fmla="+- 0 2577 2560"/>
                  <a:gd name="T27" fmla="*/ 2577 h 56"/>
                  <a:gd name="T28" fmla="+- 0 6531 6504"/>
                  <a:gd name="T29" fmla="*/ T28 w 35"/>
                  <a:gd name="T30" fmla="+- 0 2595 2560"/>
                  <a:gd name="T31" fmla="*/ 2595 h 56"/>
                  <a:gd name="T32" fmla="+- 0 6530 6504"/>
                  <a:gd name="T33" fmla="*/ T32 w 35"/>
                  <a:gd name="T34" fmla="+- 0 2600 2560"/>
                  <a:gd name="T35" fmla="*/ 2600 h 56"/>
                  <a:gd name="T36" fmla="+- 0 6528 6504"/>
                  <a:gd name="T37" fmla="*/ T36 w 35"/>
                  <a:gd name="T38" fmla="+- 0 2608 2560"/>
                  <a:gd name="T39" fmla="*/ 2608 h 56"/>
                  <a:gd name="T40" fmla="+- 0 6527 6504"/>
                  <a:gd name="T41" fmla="*/ T40 w 35"/>
                  <a:gd name="T42" fmla="+- 0 2610 2560"/>
                  <a:gd name="T43" fmla="*/ 2610 h 56"/>
                  <a:gd name="T44" fmla="+- 0 6526 6504"/>
                  <a:gd name="T45" fmla="*/ T44 w 35"/>
                  <a:gd name="T46" fmla="+- 0 2611 2560"/>
                  <a:gd name="T47" fmla="*/ 2611 h 56"/>
                  <a:gd name="T48" fmla="+- 0 6521 6504"/>
                  <a:gd name="T49" fmla="*/ T48 w 35"/>
                  <a:gd name="T50" fmla="+- 0 2613 2560"/>
                  <a:gd name="T51" fmla="*/ 2613 h 56"/>
                  <a:gd name="T52" fmla="+- 0 6529 6504"/>
                  <a:gd name="T53" fmla="*/ T52 w 35"/>
                  <a:gd name="T54" fmla="+- 0 2613 2560"/>
                  <a:gd name="T55" fmla="*/ 2613 h 56"/>
                  <a:gd name="T56" fmla="+- 0 6539 6504"/>
                  <a:gd name="T57" fmla="*/ T56 w 35"/>
                  <a:gd name="T58" fmla="+- 0 2579 2560"/>
                  <a:gd name="T59" fmla="*/ 2579 h 56"/>
                  <a:gd name="T60" fmla="+- 0 6537 6504"/>
                  <a:gd name="T61" fmla="*/ T60 w 35"/>
                  <a:gd name="T62" fmla="+- 0 2572 2560"/>
                  <a:gd name="T63" fmla="*/ 2572 h 56"/>
                  <a:gd name="T64" fmla="+- 0 6530 6504"/>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79" name="Group 278">
              <a:extLst>
                <a:ext uri="{FF2B5EF4-FFF2-40B4-BE49-F238E27FC236}">
                  <a16:creationId xmlns:a16="http://schemas.microsoft.com/office/drawing/2014/main" id="{18E0BA2B-0D72-9D27-1398-B1393869E9F2}"/>
                </a:ext>
              </a:extLst>
            </p:cNvPr>
            <p:cNvGrpSpPr>
              <a:grpSpLocks/>
            </p:cNvGrpSpPr>
            <p:nvPr/>
          </p:nvGrpSpPr>
          <p:grpSpPr bwMode="auto">
            <a:xfrm>
              <a:off x="6960" y="2560"/>
              <a:ext cx="35" cy="56"/>
              <a:chOff x="6960" y="2560"/>
              <a:chExt cx="35" cy="56"/>
            </a:xfrm>
          </p:grpSpPr>
          <p:sp>
            <p:nvSpPr>
              <p:cNvPr id="1154" name="Freeform 5133">
                <a:extLst>
                  <a:ext uri="{FF2B5EF4-FFF2-40B4-BE49-F238E27FC236}">
                    <a16:creationId xmlns:a16="http://schemas.microsoft.com/office/drawing/2014/main" id="{3A2AB4F8-69B2-6462-4127-EF48B67279E5}"/>
                  </a:ext>
                </a:extLst>
              </p:cNvPr>
              <p:cNvSpPr>
                <a:spLocks/>
              </p:cNvSpPr>
              <p:nvPr/>
            </p:nvSpPr>
            <p:spPr bwMode="auto">
              <a:xfrm>
                <a:off x="6960" y="2560"/>
                <a:ext cx="35" cy="56"/>
              </a:xfrm>
              <a:custGeom>
                <a:avLst/>
                <a:gdLst>
                  <a:gd name="T0" fmla="+- 0 6982 6960"/>
                  <a:gd name="T1" fmla="*/ T0 w 35"/>
                  <a:gd name="T2" fmla="+- 0 2560 2560"/>
                  <a:gd name="T3" fmla="*/ 2560 h 56"/>
                  <a:gd name="T4" fmla="+- 0 6975 6960"/>
                  <a:gd name="T5" fmla="*/ T4 w 35"/>
                  <a:gd name="T6" fmla="+- 0 2560 2560"/>
                  <a:gd name="T7" fmla="*/ 2560 h 56"/>
                  <a:gd name="T8" fmla="+- 0 6973 6960"/>
                  <a:gd name="T9" fmla="*/ T8 w 35"/>
                  <a:gd name="T10" fmla="+- 0 2561 2560"/>
                  <a:gd name="T11" fmla="*/ 2561 h 56"/>
                  <a:gd name="T12" fmla="+- 0 6970 6960"/>
                  <a:gd name="T13" fmla="*/ T12 w 35"/>
                  <a:gd name="T14" fmla="+- 0 2563 2560"/>
                  <a:gd name="T15" fmla="*/ 2563 h 56"/>
                  <a:gd name="T16" fmla="+- 0 6967 6960"/>
                  <a:gd name="T17" fmla="*/ T16 w 35"/>
                  <a:gd name="T18" fmla="+- 0 2565 2560"/>
                  <a:gd name="T19" fmla="*/ 2565 h 56"/>
                  <a:gd name="T20" fmla="+- 0 6965 6960"/>
                  <a:gd name="T21" fmla="*/ T20 w 35"/>
                  <a:gd name="T22" fmla="+- 0 2568 2560"/>
                  <a:gd name="T23" fmla="*/ 2568 h 56"/>
                  <a:gd name="T24" fmla="+- 0 6961 6960"/>
                  <a:gd name="T25" fmla="*/ T24 w 35"/>
                  <a:gd name="T26" fmla="+- 0 2577 2560"/>
                  <a:gd name="T27" fmla="*/ 2577 h 56"/>
                  <a:gd name="T28" fmla="+- 0 6960 6960"/>
                  <a:gd name="T29" fmla="*/ T28 w 35"/>
                  <a:gd name="T30" fmla="+- 0 2582 2560"/>
                  <a:gd name="T31" fmla="*/ 2582 h 56"/>
                  <a:gd name="T32" fmla="+- 0 6960 6960"/>
                  <a:gd name="T33" fmla="*/ T32 w 35"/>
                  <a:gd name="T34" fmla="+- 0 2595 2560"/>
                  <a:gd name="T35" fmla="*/ 2595 h 56"/>
                  <a:gd name="T36" fmla="+- 0 6962 6960"/>
                  <a:gd name="T37" fmla="*/ T36 w 35"/>
                  <a:gd name="T38" fmla="+- 0 2601 2560"/>
                  <a:gd name="T39" fmla="*/ 2601 h 56"/>
                  <a:gd name="T40" fmla="+- 0 6968 6960"/>
                  <a:gd name="T41" fmla="*/ T40 w 35"/>
                  <a:gd name="T42" fmla="+- 0 2613 2560"/>
                  <a:gd name="T43" fmla="*/ 2613 h 56"/>
                  <a:gd name="T44" fmla="+- 0 6972 6960"/>
                  <a:gd name="T45" fmla="*/ T44 w 35"/>
                  <a:gd name="T46" fmla="+- 0 2616 2560"/>
                  <a:gd name="T47" fmla="*/ 2616 h 56"/>
                  <a:gd name="T48" fmla="+- 0 6980 6960"/>
                  <a:gd name="T49" fmla="*/ T48 w 35"/>
                  <a:gd name="T50" fmla="+- 0 2616 2560"/>
                  <a:gd name="T51" fmla="*/ 2616 h 56"/>
                  <a:gd name="T52" fmla="+- 0 6983 6960"/>
                  <a:gd name="T53" fmla="*/ T52 w 35"/>
                  <a:gd name="T54" fmla="+- 0 2615 2560"/>
                  <a:gd name="T55" fmla="*/ 2615 h 56"/>
                  <a:gd name="T56" fmla="+- 0 6985 6960"/>
                  <a:gd name="T57" fmla="*/ T56 w 35"/>
                  <a:gd name="T58" fmla="+- 0 2613 2560"/>
                  <a:gd name="T59" fmla="*/ 2613 h 56"/>
                  <a:gd name="T60" fmla="+- 0 6975 6960"/>
                  <a:gd name="T61" fmla="*/ T60 w 35"/>
                  <a:gd name="T62" fmla="+- 0 2613 2560"/>
                  <a:gd name="T63" fmla="*/ 2613 h 56"/>
                  <a:gd name="T64" fmla="+- 0 6972 6960"/>
                  <a:gd name="T65" fmla="*/ T64 w 35"/>
                  <a:gd name="T66" fmla="+- 0 2611 2560"/>
                  <a:gd name="T67" fmla="*/ 2611 h 56"/>
                  <a:gd name="T68" fmla="+- 0 6971 6960"/>
                  <a:gd name="T69" fmla="*/ T68 w 35"/>
                  <a:gd name="T70" fmla="+- 0 2607 2560"/>
                  <a:gd name="T71" fmla="*/ 2607 h 56"/>
                  <a:gd name="T72" fmla="+- 0 6969 6960"/>
                  <a:gd name="T73" fmla="*/ T72 w 35"/>
                  <a:gd name="T74" fmla="+- 0 2603 2560"/>
                  <a:gd name="T75" fmla="*/ 2603 h 56"/>
                  <a:gd name="T76" fmla="+- 0 6968 6960"/>
                  <a:gd name="T77" fmla="*/ T76 w 35"/>
                  <a:gd name="T78" fmla="+- 0 2597 2560"/>
                  <a:gd name="T79" fmla="*/ 2597 h 56"/>
                  <a:gd name="T80" fmla="+- 0 6978 6960"/>
                  <a:gd name="T81" fmla="*/ T80 w 35"/>
                  <a:gd name="T82" fmla="+- 0 2563 2560"/>
                  <a:gd name="T83" fmla="*/ 2563 h 56"/>
                  <a:gd name="T84" fmla="+- 0 6986 6960"/>
                  <a:gd name="T85" fmla="*/ T84 w 35"/>
                  <a:gd name="T86" fmla="+- 0 2563 2560"/>
                  <a:gd name="T87" fmla="*/ 2563 h 56"/>
                  <a:gd name="T88" fmla="+- 0 6986 6960"/>
                  <a:gd name="T89" fmla="*/ T88 w 35"/>
                  <a:gd name="T90" fmla="+- 0 2562 2560"/>
                  <a:gd name="T91" fmla="*/ 2562 h 56"/>
                  <a:gd name="T92" fmla="+- 0 6982 6960"/>
                  <a:gd name="T93" fmla="*/ T92 w 35"/>
                  <a:gd name="T94" fmla="+- 0 2560 2560"/>
                  <a:gd name="T95"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55" name="Freeform 5134">
                <a:extLst>
                  <a:ext uri="{FF2B5EF4-FFF2-40B4-BE49-F238E27FC236}">
                    <a16:creationId xmlns:a16="http://schemas.microsoft.com/office/drawing/2014/main" id="{B715118C-17DB-6485-94E6-A0A2EABDACD1}"/>
                  </a:ext>
                </a:extLst>
              </p:cNvPr>
              <p:cNvSpPr>
                <a:spLocks/>
              </p:cNvSpPr>
              <p:nvPr/>
            </p:nvSpPr>
            <p:spPr bwMode="auto">
              <a:xfrm>
                <a:off x="6960" y="2560"/>
                <a:ext cx="35" cy="56"/>
              </a:xfrm>
              <a:custGeom>
                <a:avLst/>
                <a:gdLst>
                  <a:gd name="T0" fmla="+- 0 6986 6960"/>
                  <a:gd name="T1" fmla="*/ T0 w 35"/>
                  <a:gd name="T2" fmla="+- 0 2563 2560"/>
                  <a:gd name="T3" fmla="*/ 2563 h 56"/>
                  <a:gd name="T4" fmla="+- 0 6978 6960"/>
                  <a:gd name="T5" fmla="*/ T4 w 35"/>
                  <a:gd name="T6" fmla="+- 0 2563 2560"/>
                  <a:gd name="T7" fmla="*/ 2563 h 56"/>
                  <a:gd name="T8" fmla="+- 0 6982 6960"/>
                  <a:gd name="T9" fmla="*/ T8 w 35"/>
                  <a:gd name="T10" fmla="+- 0 2564 2560"/>
                  <a:gd name="T11" fmla="*/ 2564 h 56"/>
                  <a:gd name="T12" fmla="+- 0 6983 6960"/>
                  <a:gd name="T13" fmla="*/ T12 w 35"/>
                  <a:gd name="T14" fmla="+- 0 2565 2560"/>
                  <a:gd name="T15" fmla="*/ 2565 h 56"/>
                  <a:gd name="T16" fmla="+- 0 6984 6960"/>
                  <a:gd name="T17" fmla="*/ T16 w 35"/>
                  <a:gd name="T18" fmla="+- 0 2567 2560"/>
                  <a:gd name="T19" fmla="*/ 2567 h 56"/>
                  <a:gd name="T20" fmla="+- 0 6987 6960"/>
                  <a:gd name="T21" fmla="*/ T20 w 35"/>
                  <a:gd name="T22" fmla="+- 0 2575 2560"/>
                  <a:gd name="T23" fmla="*/ 2575 h 56"/>
                  <a:gd name="T24" fmla="+- 0 6987 6960"/>
                  <a:gd name="T25" fmla="*/ T24 w 35"/>
                  <a:gd name="T26" fmla="+- 0 2577 2560"/>
                  <a:gd name="T27" fmla="*/ 2577 h 56"/>
                  <a:gd name="T28" fmla="+- 0 6987 6960"/>
                  <a:gd name="T29" fmla="*/ T28 w 35"/>
                  <a:gd name="T30" fmla="+- 0 2595 2560"/>
                  <a:gd name="T31" fmla="*/ 2595 h 56"/>
                  <a:gd name="T32" fmla="+- 0 6987 6960"/>
                  <a:gd name="T33" fmla="*/ T32 w 35"/>
                  <a:gd name="T34" fmla="+- 0 2600 2560"/>
                  <a:gd name="T35" fmla="*/ 2600 h 56"/>
                  <a:gd name="T36" fmla="+- 0 6985 6960"/>
                  <a:gd name="T37" fmla="*/ T36 w 35"/>
                  <a:gd name="T38" fmla="+- 0 2608 2560"/>
                  <a:gd name="T39" fmla="*/ 2608 h 56"/>
                  <a:gd name="T40" fmla="+- 0 6983 6960"/>
                  <a:gd name="T41" fmla="*/ T40 w 35"/>
                  <a:gd name="T42" fmla="+- 0 2610 2560"/>
                  <a:gd name="T43" fmla="*/ 2610 h 56"/>
                  <a:gd name="T44" fmla="+- 0 6982 6960"/>
                  <a:gd name="T45" fmla="*/ T44 w 35"/>
                  <a:gd name="T46" fmla="+- 0 2611 2560"/>
                  <a:gd name="T47" fmla="*/ 2611 h 56"/>
                  <a:gd name="T48" fmla="+- 0 6978 6960"/>
                  <a:gd name="T49" fmla="*/ T48 w 35"/>
                  <a:gd name="T50" fmla="+- 0 2613 2560"/>
                  <a:gd name="T51" fmla="*/ 2613 h 56"/>
                  <a:gd name="T52" fmla="+- 0 6985 6960"/>
                  <a:gd name="T53" fmla="*/ T52 w 35"/>
                  <a:gd name="T54" fmla="+- 0 2613 2560"/>
                  <a:gd name="T55" fmla="*/ 2613 h 56"/>
                  <a:gd name="T56" fmla="+- 0 6995 6960"/>
                  <a:gd name="T57" fmla="*/ T56 w 35"/>
                  <a:gd name="T58" fmla="+- 0 2579 2560"/>
                  <a:gd name="T59" fmla="*/ 2579 h 56"/>
                  <a:gd name="T60" fmla="+- 0 6993 6960"/>
                  <a:gd name="T61" fmla="*/ T60 w 35"/>
                  <a:gd name="T62" fmla="+- 0 2572 2560"/>
                  <a:gd name="T63" fmla="*/ 2572 h 56"/>
                  <a:gd name="T64" fmla="+- 0 6986 6960"/>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5"/>
                    </a:lnTo>
                    <a:lnTo>
                      <a:pt x="27" y="17"/>
                    </a:lnTo>
                    <a:lnTo>
                      <a:pt x="27" y="35"/>
                    </a:lnTo>
                    <a:lnTo>
                      <a:pt x="27" y="40"/>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0" name="Group 279">
              <a:extLst>
                <a:ext uri="{FF2B5EF4-FFF2-40B4-BE49-F238E27FC236}">
                  <a16:creationId xmlns:a16="http://schemas.microsoft.com/office/drawing/2014/main" id="{F2EE7C63-0952-E6D4-383C-05BB0FD6735D}"/>
                </a:ext>
              </a:extLst>
            </p:cNvPr>
            <p:cNvGrpSpPr>
              <a:grpSpLocks/>
            </p:cNvGrpSpPr>
            <p:nvPr/>
          </p:nvGrpSpPr>
          <p:grpSpPr bwMode="auto">
            <a:xfrm>
              <a:off x="7417" y="2560"/>
              <a:ext cx="35" cy="56"/>
              <a:chOff x="7417" y="2560"/>
              <a:chExt cx="35" cy="56"/>
            </a:xfrm>
          </p:grpSpPr>
          <p:sp>
            <p:nvSpPr>
              <p:cNvPr id="1152" name="Freeform 5136">
                <a:extLst>
                  <a:ext uri="{FF2B5EF4-FFF2-40B4-BE49-F238E27FC236}">
                    <a16:creationId xmlns:a16="http://schemas.microsoft.com/office/drawing/2014/main" id="{8D2EE4C8-634A-6750-9F53-C58DCDE327B0}"/>
                  </a:ext>
                </a:extLst>
              </p:cNvPr>
              <p:cNvSpPr>
                <a:spLocks/>
              </p:cNvSpPr>
              <p:nvPr/>
            </p:nvSpPr>
            <p:spPr bwMode="auto">
              <a:xfrm>
                <a:off x="7417" y="2560"/>
                <a:ext cx="35" cy="56"/>
              </a:xfrm>
              <a:custGeom>
                <a:avLst/>
                <a:gdLst>
                  <a:gd name="T0" fmla="+- 0 7438 7417"/>
                  <a:gd name="T1" fmla="*/ T0 w 35"/>
                  <a:gd name="T2" fmla="+- 0 2560 2560"/>
                  <a:gd name="T3" fmla="*/ 2560 h 56"/>
                  <a:gd name="T4" fmla="+- 0 7432 7417"/>
                  <a:gd name="T5" fmla="*/ T4 w 35"/>
                  <a:gd name="T6" fmla="+- 0 2560 2560"/>
                  <a:gd name="T7" fmla="*/ 2560 h 56"/>
                  <a:gd name="T8" fmla="+- 0 7429 7417"/>
                  <a:gd name="T9" fmla="*/ T8 w 35"/>
                  <a:gd name="T10" fmla="+- 0 2561 2560"/>
                  <a:gd name="T11" fmla="*/ 2561 h 56"/>
                  <a:gd name="T12" fmla="+- 0 7424 7417"/>
                  <a:gd name="T13" fmla="*/ T12 w 35"/>
                  <a:gd name="T14" fmla="+- 0 2565 2560"/>
                  <a:gd name="T15" fmla="*/ 2565 h 56"/>
                  <a:gd name="T16" fmla="+- 0 7421 7417"/>
                  <a:gd name="T17" fmla="*/ T16 w 35"/>
                  <a:gd name="T18" fmla="+- 0 2568 2560"/>
                  <a:gd name="T19" fmla="*/ 2568 h 56"/>
                  <a:gd name="T20" fmla="+- 0 7418 7417"/>
                  <a:gd name="T21" fmla="*/ T20 w 35"/>
                  <a:gd name="T22" fmla="+- 0 2577 2560"/>
                  <a:gd name="T23" fmla="*/ 2577 h 56"/>
                  <a:gd name="T24" fmla="+- 0 7417 7417"/>
                  <a:gd name="T25" fmla="*/ T24 w 35"/>
                  <a:gd name="T26" fmla="+- 0 2582 2560"/>
                  <a:gd name="T27" fmla="*/ 2582 h 56"/>
                  <a:gd name="T28" fmla="+- 0 7417 7417"/>
                  <a:gd name="T29" fmla="*/ T28 w 35"/>
                  <a:gd name="T30" fmla="+- 0 2595 2560"/>
                  <a:gd name="T31" fmla="*/ 2595 h 56"/>
                  <a:gd name="T32" fmla="+- 0 7418 7417"/>
                  <a:gd name="T33" fmla="*/ T32 w 35"/>
                  <a:gd name="T34" fmla="+- 0 2601 2560"/>
                  <a:gd name="T35" fmla="*/ 2601 h 56"/>
                  <a:gd name="T36" fmla="+- 0 7425 7417"/>
                  <a:gd name="T37" fmla="*/ T36 w 35"/>
                  <a:gd name="T38" fmla="+- 0 2613 2560"/>
                  <a:gd name="T39" fmla="*/ 2613 h 56"/>
                  <a:gd name="T40" fmla="+- 0 7429 7417"/>
                  <a:gd name="T41" fmla="*/ T40 w 35"/>
                  <a:gd name="T42" fmla="+- 0 2616 2560"/>
                  <a:gd name="T43" fmla="*/ 2616 h 56"/>
                  <a:gd name="T44" fmla="+- 0 7436 7417"/>
                  <a:gd name="T45" fmla="*/ T44 w 35"/>
                  <a:gd name="T46" fmla="+- 0 2616 2560"/>
                  <a:gd name="T47" fmla="*/ 2616 h 56"/>
                  <a:gd name="T48" fmla="+- 0 7439 7417"/>
                  <a:gd name="T49" fmla="*/ T48 w 35"/>
                  <a:gd name="T50" fmla="+- 0 2615 2560"/>
                  <a:gd name="T51" fmla="*/ 2615 h 56"/>
                  <a:gd name="T52" fmla="+- 0 7441 7417"/>
                  <a:gd name="T53" fmla="*/ T52 w 35"/>
                  <a:gd name="T54" fmla="+- 0 2613 2560"/>
                  <a:gd name="T55" fmla="*/ 2613 h 56"/>
                  <a:gd name="T56" fmla="+- 0 7431 7417"/>
                  <a:gd name="T57" fmla="*/ T56 w 35"/>
                  <a:gd name="T58" fmla="+- 0 2613 2560"/>
                  <a:gd name="T59" fmla="*/ 2613 h 56"/>
                  <a:gd name="T60" fmla="+- 0 7429 7417"/>
                  <a:gd name="T61" fmla="*/ T60 w 35"/>
                  <a:gd name="T62" fmla="+- 0 2611 2560"/>
                  <a:gd name="T63" fmla="*/ 2611 h 56"/>
                  <a:gd name="T64" fmla="+- 0 7426 7417"/>
                  <a:gd name="T65" fmla="*/ T64 w 35"/>
                  <a:gd name="T66" fmla="+- 0 2603 2560"/>
                  <a:gd name="T67" fmla="*/ 2603 h 56"/>
                  <a:gd name="T68" fmla="+- 0 7425 7417"/>
                  <a:gd name="T69" fmla="*/ T68 w 35"/>
                  <a:gd name="T70" fmla="+- 0 2597 2560"/>
                  <a:gd name="T71" fmla="*/ 2597 h 56"/>
                  <a:gd name="T72" fmla="+- 0 7425 7417"/>
                  <a:gd name="T73" fmla="*/ T72 w 35"/>
                  <a:gd name="T74" fmla="+- 0 2582 2560"/>
                  <a:gd name="T75" fmla="*/ 2582 h 56"/>
                  <a:gd name="T76" fmla="+- 0 7434 7417"/>
                  <a:gd name="T77" fmla="*/ T76 w 35"/>
                  <a:gd name="T78" fmla="+- 0 2563 2560"/>
                  <a:gd name="T79" fmla="*/ 2563 h 56"/>
                  <a:gd name="T80" fmla="+- 0 7442 7417"/>
                  <a:gd name="T81" fmla="*/ T80 w 35"/>
                  <a:gd name="T82" fmla="+- 0 2563 2560"/>
                  <a:gd name="T83" fmla="*/ 2563 h 56"/>
                  <a:gd name="T84" fmla="+- 0 7442 7417"/>
                  <a:gd name="T85" fmla="*/ T84 w 35"/>
                  <a:gd name="T86" fmla="+- 0 2562 2560"/>
                  <a:gd name="T87" fmla="*/ 2562 h 56"/>
                  <a:gd name="T88" fmla="+- 0 7438 7417"/>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53" name="Freeform 5137">
                <a:extLst>
                  <a:ext uri="{FF2B5EF4-FFF2-40B4-BE49-F238E27FC236}">
                    <a16:creationId xmlns:a16="http://schemas.microsoft.com/office/drawing/2014/main" id="{C36F2A1C-5BA8-6D54-F3D9-3CECF652B518}"/>
                  </a:ext>
                </a:extLst>
              </p:cNvPr>
              <p:cNvSpPr>
                <a:spLocks/>
              </p:cNvSpPr>
              <p:nvPr/>
            </p:nvSpPr>
            <p:spPr bwMode="auto">
              <a:xfrm>
                <a:off x="7417" y="2560"/>
                <a:ext cx="35" cy="56"/>
              </a:xfrm>
              <a:custGeom>
                <a:avLst/>
                <a:gdLst>
                  <a:gd name="T0" fmla="+- 0 7442 7417"/>
                  <a:gd name="T1" fmla="*/ T0 w 35"/>
                  <a:gd name="T2" fmla="+- 0 2563 2560"/>
                  <a:gd name="T3" fmla="*/ 2563 h 56"/>
                  <a:gd name="T4" fmla="+- 0 7434 7417"/>
                  <a:gd name="T5" fmla="*/ T4 w 35"/>
                  <a:gd name="T6" fmla="+- 0 2563 2560"/>
                  <a:gd name="T7" fmla="*/ 2563 h 56"/>
                  <a:gd name="T8" fmla="+- 0 7438 7417"/>
                  <a:gd name="T9" fmla="*/ T8 w 35"/>
                  <a:gd name="T10" fmla="+- 0 2564 2560"/>
                  <a:gd name="T11" fmla="*/ 2564 h 56"/>
                  <a:gd name="T12" fmla="+- 0 7440 7417"/>
                  <a:gd name="T13" fmla="*/ T12 w 35"/>
                  <a:gd name="T14" fmla="+- 0 2565 2560"/>
                  <a:gd name="T15" fmla="*/ 2565 h 56"/>
                  <a:gd name="T16" fmla="+- 0 7441 7417"/>
                  <a:gd name="T17" fmla="*/ T16 w 35"/>
                  <a:gd name="T18" fmla="+- 0 2567 2560"/>
                  <a:gd name="T19" fmla="*/ 2567 h 56"/>
                  <a:gd name="T20" fmla="+- 0 7443 7417"/>
                  <a:gd name="T21" fmla="*/ T20 w 35"/>
                  <a:gd name="T22" fmla="+- 0 2575 2560"/>
                  <a:gd name="T23" fmla="*/ 2575 h 56"/>
                  <a:gd name="T24" fmla="+- 0 7443 7417"/>
                  <a:gd name="T25" fmla="*/ T24 w 35"/>
                  <a:gd name="T26" fmla="+- 0 2577 2560"/>
                  <a:gd name="T27" fmla="*/ 2577 h 56"/>
                  <a:gd name="T28" fmla="+- 0 7444 7417"/>
                  <a:gd name="T29" fmla="*/ T28 w 35"/>
                  <a:gd name="T30" fmla="+- 0 2595 2560"/>
                  <a:gd name="T31" fmla="*/ 2595 h 56"/>
                  <a:gd name="T32" fmla="+- 0 7443 7417"/>
                  <a:gd name="T33" fmla="*/ T32 w 35"/>
                  <a:gd name="T34" fmla="+- 0 2600 2560"/>
                  <a:gd name="T35" fmla="*/ 2600 h 56"/>
                  <a:gd name="T36" fmla="+- 0 7441 7417"/>
                  <a:gd name="T37" fmla="*/ T36 w 35"/>
                  <a:gd name="T38" fmla="+- 0 2608 2560"/>
                  <a:gd name="T39" fmla="*/ 2608 h 56"/>
                  <a:gd name="T40" fmla="+- 0 7440 7417"/>
                  <a:gd name="T41" fmla="*/ T40 w 35"/>
                  <a:gd name="T42" fmla="+- 0 2610 2560"/>
                  <a:gd name="T43" fmla="*/ 2610 h 56"/>
                  <a:gd name="T44" fmla="+- 0 7438 7417"/>
                  <a:gd name="T45" fmla="*/ T44 w 35"/>
                  <a:gd name="T46" fmla="+- 0 2611 2560"/>
                  <a:gd name="T47" fmla="*/ 2611 h 56"/>
                  <a:gd name="T48" fmla="+- 0 7434 7417"/>
                  <a:gd name="T49" fmla="*/ T48 w 35"/>
                  <a:gd name="T50" fmla="+- 0 2613 2560"/>
                  <a:gd name="T51" fmla="*/ 2613 h 56"/>
                  <a:gd name="T52" fmla="+- 0 7441 7417"/>
                  <a:gd name="T53" fmla="*/ T52 w 35"/>
                  <a:gd name="T54" fmla="+- 0 2613 2560"/>
                  <a:gd name="T55" fmla="*/ 2613 h 56"/>
                  <a:gd name="T56" fmla="+- 0 7451 7417"/>
                  <a:gd name="T57" fmla="*/ T56 w 35"/>
                  <a:gd name="T58" fmla="+- 0 2579 2560"/>
                  <a:gd name="T59" fmla="*/ 2579 h 56"/>
                  <a:gd name="T60" fmla="+- 0 7449 7417"/>
                  <a:gd name="T61" fmla="*/ T60 w 35"/>
                  <a:gd name="T62" fmla="+- 0 2572 2560"/>
                  <a:gd name="T63" fmla="*/ 2572 h 56"/>
                  <a:gd name="T64" fmla="+- 0 7442 7417"/>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1" name="Group 280">
              <a:extLst>
                <a:ext uri="{FF2B5EF4-FFF2-40B4-BE49-F238E27FC236}">
                  <a16:creationId xmlns:a16="http://schemas.microsoft.com/office/drawing/2014/main" id="{ECDDBA71-1C34-F55B-F37C-2B73DCF7298E}"/>
                </a:ext>
              </a:extLst>
            </p:cNvPr>
            <p:cNvGrpSpPr>
              <a:grpSpLocks/>
            </p:cNvGrpSpPr>
            <p:nvPr/>
          </p:nvGrpSpPr>
          <p:grpSpPr bwMode="auto">
            <a:xfrm>
              <a:off x="7873" y="2560"/>
              <a:ext cx="35" cy="56"/>
              <a:chOff x="7873" y="2560"/>
              <a:chExt cx="35" cy="56"/>
            </a:xfrm>
          </p:grpSpPr>
          <p:sp>
            <p:nvSpPr>
              <p:cNvPr id="1150" name="Freeform 5139">
                <a:extLst>
                  <a:ext uri="{FF2B5EF4-FFF2-40B4-BE49-F238E27FC236}">
                    <a16:creationId xmlns:a16="http://schemas.microsoft.com/office/drawing/2014/main" id="{F55D1F5A-98FD-5917-8FF1-35608620EFA1}"/>
                  </a:ext>
                </a:extLst>
              </p:cNvPr>
              <p:cNvSpPr>
                <a:spLocks/>
              </p:cNvSpPr>
              <p:nvPr/>
            </p:nvSpPr>
            <p:spPr bwMode="auto">
              <a:xfrm>
                <a:off x="7873" y="2560"/>
                <a:ext cx="35" cy="56"/>
              </a:xfrm>
              <a:custGeom>
                <a:avLst/>
                <a:gdLst>
                  <a:gd name="T0" fmla="+- 0 7895 7873"/>
                  <a:gd name="T1" fmla="*/ T0 w 35"/>
                  <a:gd name="T2" fmla="+- 0 2560 2560"/>
                  <a:gd name="T3" fmla="*/ 2560 h 56"/>
                  <a:gd name="T4" fmla="+- 0 7888 7873"/>
                  <a:gd name="T5" fmla="*/ T4 w 35"/>
                  <a:gd name="T6" fmla="+- 0 2560 2560"/>
                  <a:gd name="T7" fmla="*/ 2560 h 56"/>
                  <a:gd name="T8" fmla="+- 0 7886 7873"/>
                  <a:gd name="T9" fmla="*/ T8 w 35"/>
                  <a:gd name="T10" fmla="+- 0 2561 2560"/>
                  <a:gd name="T11" fmla="*/ 2561 h 56"/>
                  <a:gd name="T12" fmla="+- 0 7883 7873"/>
                  <a:gd name="T13" fmla="*/ T12 w 35"/>
                  <a:gd name="T14" fmla="+- 0 2563 2560"/>
                  <a:gd name="T15" fmla="*/ 2563 h 56"/>
                  <a:gd name="T16" fmla="+- 0 7880 7873"/>
                  <a:gd name="T17" fmla="*/ T16 w 35"/>
                  <a:gd name="T18" fmla="+- 0 2565 2560"/>
                  <a:gd name="T19" fmla="*/ 2565 h 56"/>
                  <a:gd name="T20" fmla="+- 0 7878 7873"/>
                  <a:gd name="T21" fmla="*/ T20 w 35"/>
                  <a:gd name="T22" fmla="+- 0 2568 2560"/>
                  <a:gd name="T23" fmla="*/ 2568 h 56"/>
                  <a:gd name="T24" fmla="+- 0 7874 7873"/>
                  <a:gd name="T25" fmla="*/ T24 w 35"/>
                  <a:gd name="T26" fmla="+- 0 2577 2560"/>
                  <a:gd name="T27" fmla="*/ 2577 h 56"/>
                  <a:gd name="T28" fmla="+- 0 7873 7873"/>
                  <a:gd name="T29" fmla="*/ T28 w 35"/>
                  <a:gd name="T30" fmla="+- 0 2582 2560"/>
                  <a:gd name="T31" fmla="*/ 2582 h 56"/>
                  <a:gd name="T32" fmla="+- 0 7873 7873"/>
                  <a:gd name="T33" fmla="*/ T32 w 35"/>
                  <a:gd name="T34" fmla="+- 0 2595 2560"/>
                  <a:gd name="T35" fmla="*/ 2595 h 56"/>
                  <a:gd name="T36" fmla="+- 0 7875 7873"/>
                  <a:gd name="T37" fmla="*/ T36 w 35"/>
                  <a:gd name="T38" fmla="+- 0 2601 2560"/>
                  <a:gd name="T39" fmla="*/ 2601 h 56"/>
                  <a:gd name="T40" fmla="+- 0 7881 7873"/>
                  <a:gd name="T41" fmla="*/ T40 w 35"/>
                  <a:gd name="T42" fmla="+- 0 2613 2560"/>
                  <a:gd name="T43" fmla="*/ 2613 h 56"/>
                  <a:gd name="T44" fmla="+- 0 7885 7873"/>
                  <a:gd name="T45" fmla="*/ T44 w 35"/>
                  <a:gd name="T46" fmla="+- 0 2616 2560"/>
                  <a:gd name="T47" fmla="*/ 2616 h 56"/>
                  <a:gd name="T48" fmla="+- 0 7893 7873"/>
                  <a:gd name="T49" fmla="*/ T48 w 35"/>
                  <a:gd name="T50" fmla="+- 0 2616 2560"/>
                  <a:gd name="T51" fmla="*/ 2616 h 56"/>
                  <a:gd name="T52" fmla="+- 0 7895 7873"/>
                  <a:gd name="T53" fmla="*/ T52 w 35"/>
                  <a:gd name="T54" fmla="+- 0 2615 2560"/>
                  <a:gd name="T55" fmla="*/ 2615 h 56"/>
                  <a:gd name="T56" fmla="+- 0 7898 7873"/>
                  <a:gd name="T57" fmla="*/ T56 w 35"/>
                  <a:gd name="T58" fmla="+- 0 2613 2560"/>
                  <a:gd name="T59" fmla="*/ 2613 h 56"/>
                  <a:gd name="T60" fmla="+- 0 7887 7873"/>
                  <a:gd name="T61" fmla="*/ T60 w 35"/>
                  <a:gd name="T62" fmla="+- 0 2613 2560"/>
                  <a:gd name="T63" fmla="*/ 2613 h 56"/>
                  <a:gd name="T64" fmla="+- 0 7885 7873"/>
                  <a:gd name="T65" fmla="*/ T64 w 35"/>
                  <a:gd name="T66" fmla="+- 0 2611 2560"/>
                  <a:gd name="T67" fmla="*/ 2611 h 56"/>
                  <a:gd name="T68" fmla="+- 0 7884 7873"/>
                  <a:gd name="T69" fmla="*/ T68 w 35"/>
                  <a:gd name="T70" fmla="+- 0 2607 2560"/>
                  <a:gd name="T71" fmla="*/ 2607 h 56"/>
                  <a:gd name="T72" fmla="+- 0 7882 7873"/>
                  <a:gd name="T73" fmla="*/ T72 w 35"/>
                  <a:gd name="T74" fmla="+- 0 2603 2560"/>
                  <a:gd name="T75" fmla="*/ 2603 h 56"/>
                  <a:gd name="T76" fmla="+- 0 7881 7873"/>
                  <a:gd name="T77" fmla="*/ T76 w 35"/>
                  <a:gd name="T78" fmla="+- 0 2597 2560"/>
                  <a:gd name="T79" fmla="*/ 2597 h 56"/>
                  <a:gd name="T80" fmla="+- 0 7890 7873"/>
                  <a:gd name="T81" fmla="*/ T80 w 35"/>
                  <a:gd name="T82" fmla="+- 0 2563 2560"/>
                  <a:gd name="T83" fmla="*/ 2563 h 56"/>
                  <a:gd name="T84" fmla="+- 0 7899 7873"/>
                  <a:gd name="T85" fmla="*/ T84 w 35"/>
                  <a:gd name="T86" fmla="+- 0 2563 2560"/>
                  <a:gd name="T87" fmla="*/ 2563 h 56"/>
                  <a:gd name="T88" fmla="+- 0 7898 7873"/>
                  <a:gd name="T89" fmla="*/ T88 w 35"/>
                  <a:gd name="T90" fmla="+- 0 2562 2560"/>
                  <a:gd name="T91" fmla="*/ 2562 h 56"/>
                  <a:gd name="T92" fmla="+- 0 7895 7873"/>
                  <a:gd name="T93" fmla="*/ T92 w 35"/>
                  <a:gd name="T94" fmla="+- 0 2560 2560"/>
                  <a:gd name="T95"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3"/>
                    </a:lnTo>
                    <a:lnTo>
                      <a:pt x="12" y="56"/>
                    </a:lnTo>
                    <a:lnTo>
                      <a:pt x="20" y="56"/>
                    </a:lnTo>
                    <a:lnTo>
                      <a:pt x="22" y="55"/>
                    </a:lnTo>
                    <a:lnTo>
                      <a:pt x="25"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51" name="Freeform 5140">
                <a:extLst>
                  <a:ext uri="{FF2B5EF4-FFF2-40B4-BE49-F238E27FC236}">
                    <a16:creationId xmlns:a16="http://schemas.microsoft.com/office/drawing/2014/main" id="{2BB8D2CC-830A-9588-7BB5-71B42C479536}"/>
                  </a:ext>
                </a:extLst>
              </p:cNvPr>
              <p:cNvSpPr>
                <a:spLocks/>
              </p:cNvSpPr>
              <p:nvPr/>
            </p:nvSpPr>
            <p:spPr bwMode="auto">
              <a:xfrm>
                <a:off x="7873" y="2560"/>
                <a:ext cx="35" cy="56"/>
              </a:xfrm>
              <a:custGeom>
                <a:avLst/>
                <a:gdLst>
                  <a:gd name="T0" fmla="+- 0 7899 7873"/>
                  <a:gd name="T1" fmla="*/ T0 w 35"/>
                  <a:gd name="T2" fmla="+- 0 2563 2560"/>
                  <a:gd name="T3" fmla="*/ 2563 h 56"/>
                  <a:gd name="T4" fmla="+- 0 7890 7873"/>
                  <a:gd name="T5" fmla="*/ T4 w 35"/>
                  <a:gd name="T6" fmla="+- 0 2563 2560"/>
                  <a:gd name="T7" fmla="*/ 2563 h 56"/>
                  <a:gd name="T8" fmla="+- 0 7894 7873"/>
                  <a:gd name="T9" fmla="*/ T8 w 35"/>
                  <a:gd name="T10" fmla="+- 0 2564 2560"/>
                  <a:gd name="T11" fmla="*/ 2564 h 56"/>
                  <a:gd name="T12" fmla="+- 0 7896 7873"/>
                  <a:gd name="T13" fmla="*/ T12 w 35"/>
                  <a:gd name="T14" fmla="+- 0 2565 2560"/>
                  <a:gd name="T15" fmla="*/ 2565 h 56"/>
                  <a:gd name="T16" fmla="+- 0 7897 7873"/>
                  <a:gd name="T17" fmla="*/ T16 w 35"/>
                  <a:gd name="T18" fmla="+- 0 2567 2560"/>
                  <a:gd name="T19" fmla="*/ 2567 h 56"/>
                  <a:gd name="T20" fmla="+- 0 7899 7873"/>
                  <a:gd name="T21" fmla="*/ T20 w 35"/>
                  <a:gd name="T22" fmla="+- 0 2575 2560"/>
                  <a:gd name="T23" fmla="*/ 2575 h 56"/>
                  <a:gd name="T24" fmla="+- 0 7900 7873"/>
                  <a:gd name="T25" fmla="*/ T24 w 35"/>
                  <a:gd name="T26" fmla="+- 0 2577 2560"/>
                  <a:gd name="T27" fmla="*/ 2577 h 56"/>
                  <a:gd name="T28" fmla="+- 0 7900 7873"/>
                  <a:gd name="T29" fmla="*/ T28 w 35"/>
                  <a:gd name="T30" fmla="+- 0 2595 2560"/>
                  <a:gd name="T31" fmla="*/ 2595 h 56"/>
                  <a:gd name="T32" fmla="+- 0 7899 7873"/>
                  <a:gd name="T33" fmla="*/ T32 w 35"/>
                  <a:gd name="T34" fmla="+- 0 2600 2560"/>
                  <a:gd name="T35" fmla="*/ 2600 h 56"/>
                  <a:gd name="T36" fmla="+- 0 7897 7873"/>
                  <a:gd name="T37" fmla="*/ T36 w 35"/>
                  <a:gd name="T38" fmla="+- 0 2608 2560"/>
                  <a:gd name="T39" fmla="*/ 2608 h 56"/>
                  <a:gd name="T40" fmla="+- 0 7896 7873"/>
                  <a:gd name="T41" fmla="*/ T40 w 35"/>
                  <a:gd name="T42" fmla="+- 0 2610 2560"/>
                  <a:gd name="T43" fmla="*/ 2610 h 56"/>
                  <a:gd name="T44" fmla="+- 0 7895 7873"/>
                  <a:gd name="T45" fmla="*/ T44 w 35"/>
                  <a:gd name="T46" fmla="+- 0 2611 2560"/>
                  <a:gd name="T47" fmla="*/ 2611 h 56"/>
                  <a:gd name="T48" fmla="+- 0 7890 7873"/>
                  <a:gd name="T49" fmla="*/ T48 w 35"/>
                  <a:gd name="T50" fmla="+- 0 2613 2560"/>
                  <a:gd name="T51" fmla="*/ 2613 h 56"/>
                  <a:gd name="T52" fmla="+- 0 7898 7873"/>
                  <a:gd name="T53" fmla="*/ T52 w 35"/>
                  <a:gd name="T54" fmla="+- 0 2613 2560"/>
                  <a:gd name="T55" fmla="*/ 2613 h 56"/>
                  <a:gd name="T56" fmla="+- 0 7908 7873"/>
                  <a:gd name="T57" fmla="*/ T56 w 35"/>
                  <a:gd name="T58" fmla="+- 0 2579 2560"/>
                  <a:gd name="T59" fmla="*/ 2579 h 56"/>
                  <a:gd name="T60" fmla="+- 0 7906 7873"/>
                  <a:gd name="T61" fmla="*/ T60 w 35"/>
                  <a:gd name="T62" fmla="+- 0 2572 2560"/>
                  <a:gd name="T63" fmla="*/ 2572 h 56"/>
                  <a:gd name="T64" fmla="+- 0 7899 7873"/>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2" name="Group 281">
              <a:extLst>
                <a:ext uri="{FF2B5EF4-FFF2-40B4-BE49-F238E27FC236}">
                  <a16:creationId xmlns:a16="http://schemas.microsoft.com/office/drawing/2014/main" id="{C431A07F-2AAC-A8C3-479D-6D95834699F2}"/>
                </a:ext>
              </a:extLst>
            </p:cNvPr>
            <p:cNvGrpSpPr>
              <a:grpSpLocks/>
            </p:cNvGrpSpPr>
            <p:nvPr/>
          </p:nvGrpSpPr>
          <p:grpSpPr bwMode="auto">
            <a:xfrm>
              <a:off x="8329" y="2560"/>
              <a:ext cx="35" cy="56"/>
              <a:chOff x="8329" y="2560"/>
              <a:chExt cx="35" cy="56"/>
            </a:xfrm>
          </p:grpSpPr>
          <p:sp>
            <p:nvSpPr>
              <p:cNvPr id="1148" name="Freeform 5142">
                <a:extLst>
                  <a:ext uri="{FF2B5EF4-FFF2-40B4-BE49-F238E27FC236}">
                    <a16:creationId xmlns:a16="http://schemas.microsoft.com/office/drawing/2014/main" id="{9BFF7E52-BF8B-7602-5B40-B9C5D55FF244}"/>
                  </a:ext>
                </a:extLst>
              </p:cNvPr>
              <p:cNvSpPr>
                <a:spLocks/>
              </p:cNvSpPr>
              <p:nvPr/>
            </p:nvSpPr>
            <p:spPr bwMode="auto">
              <a:xfrm>
                <a:off x="8329" y="2560"/>
                <a:ext cx="35" cy="56"/>
              </a:xfrm>
              <a:custGeom>
                <a:avLst/>
                <a:gdLst>
                  <a:gd name="T0" fmla="+- 0 8351 8329"/>
                  <a:gd name="T1" fmla="*/ T0 w 35"/>
                  <a:gd name="T2" fmla="+- 0 2560 2560"/>
                  <a:gd name="T3" fmla="*/ 2560 h 56"/>
                  <a:gd name="T4" fmla="+- 0 8344 8329"/>
                  <a:gd name="T5" fmla="*/ T4 w 35"/>
                  <a:gd name="T6" fmla="+- 0 2560 2560"/>
                  <a:gd name="T7" fmla="*/ 2560 h 56"/>
                  <a:gd name="T8" fmla="+- 0 8342 8329"/>
                  <a:gd name="T9" fmla="*/ T8 w 35"/>
                  <a:gd name="T10" fmla="+- 0 2561 2560"/>
                  <a:gd name="T11" fmla="*/ 2561 h 56"/>
                  <a:gd name="T12" fmla="+- 0 8339 8329"/>
                  <a:gd name="T13" fmla="*/ T12 w 35"/>
                  <a:gd name="T14" fmla="+- 0 2563 2560"/>
                  <a:gd name="T15" fmla="*/ 2563 h 56"/>
                  <a:gd name="T16" fmla="+- 0 8336 8329"/>
                  <a:gd name="T17" fmla="*/ T16 w 35"/>
                  <a:gd name="T18" fmla="+- 0 2565 2560"/>
                  <a:gd name="T19" fmla="*/ 2565 h 56"/>
                  <a:gd name="T20" fmla="+- 0 8334 8329"/>
                  <a:gd name="T21" fmla="*/ T20 w 35"/>
                  <a:gd name="T22" fmla="+- 0 2568 2560"/>
                  <a:gd name="T23" fmla="*/ 2568 h 56"/>
                  <a:gd name="T24" fmla="+- 0 8330 8329"/>
                  <a:gd name="T25" fmla="*/ T24 w 35"/>
                  <a:gd name="T26" fmla="+- 0 2577 2560"/>
                  <a:gd name="T27" fmla="*/ 2577 h 56"/>
                  <a:gd name="T28" fmla="+- 0 8329 8329"/>
                  <a:gd name="T29" fmla="*/ T28 w 35"/>
                  <a:gd name="T30" fmla="+- 0 2582 2560"/>
                  <a:gd name="T31" fmla="*/ 2582 h 56"/>
                  <a:gd name="T32" fmla="+- 0 8329 8329"/>
                  <a:gd name="T33" fmla="*/ T32 w 35"/>
                  <a:gd name="T34" fmla="+- 0 2595 2560"/>
                  <a:gd name="T35" fmla="*/ 2595 h 56"/>
                  <a:gd name="T36" fmla="+- 0 8331 8329"/>
                  <a:gd name="T37" fmla="*/ T36 w 35"/>
                  <a:gd name="T38" fmla="+- 0 2601 2560"/>
                  <a:gd name="T39" fmla="*/ 2601 h 56"/>
                  <a:gd name="T40" fmla="+- 0 8337 8329"/>
                  <a:gd name="T41" fmla="*/ T40 w 35"/>
                  <a:gd name="T42" fmla="+- 0 2613 2560"/>
                  <a:gd name="T43" fmla="*/ 2613 h 56"/>
                  <a:gd name="T44" fmla="+- 0 8341 8329"/>
                  <a:gd name="T45" fmla="*/ T44 w 35"/>
                  <a:gd name="T46" fmla="+- 0 2616 2560"/>
                  <a:gd name="T47" fmla="*/ 2616 h 56"/>
                  <a:gd name="T48" fmla="+- 0 8349 8329"/>
                  <a:gd name="T49" fmla="*/ T48 w 35"/>
                  <a:gd name="T50" fmla="+- 0 2616 2560"/>
                  <a:gd name="T51" fmla="*/ 2616 h 56"/>
                  <a:gd name="T52" fmla="+- 0 8352 8329"/>
                  <a:gd name="T53" fmla="*/ T52 w 35"/>
                  <a:gd name="T54" fmla="+- 0 2615 2560"/>
                  <a:gd name="T55" fmla="*/ 2615 h 56"/>
                  <a:gd name="T56" fmla="+- 0 8354 8329"/>
                  <a:gd name="T57" fmla="*/ T56 w 35"/>
                  <a:gd name="T58" fmla="+- 0 2613 2560"/>
                  <a:gd name="T59" fmla="*/ 2613 h 56"/>
                  <a:gd name="T60" fmla="+- 0 8344 8329"/>
                  <a:gd name="T61" fmla="*/ T60 w 35"/>
                  <a:gd name="T62" fmla="+- 0 2613 2560"/>
                  <a:gd name="T63" fmla="*/ 2613 h 56"/>
                  <a:gd name="T64" fmla="+- 0 8341 8329"/>
                  <a:gd name="T65" fmla="*/ T64 w 35"/>
                  <a:gd name="T66" fmla="+- 0 2611 2560"/>
                  <a:gd name="T67" fmla="*/ 2611 h 56"/>
                  <a:gd name="T68" fmla="+- 0 8340 8329"/>
                  <a:gd name="T69" fmla="*/ T68 w 35"/>
                  <a:gd name="T70" fmla="+- 0 2607 2560"/>
                  <a:gd name="T71" fmla="*/ 2607 h 56"/>
                  <a:gd name="T72" fmla="+- 0 8338 8329"/>
                  <a:gd name="T73" fmla="*/ T72 w 35"/>
                  <a:gd name="T74" fmla="+- 0 2603 2560"/>
                  <a:gd name="T75" fmla="*/ 2603 h 56"/>
                  <a:gd name="T76" fmla="+- 0 8337 8329"/>
                  <a:gd name="T77" fmla="*/ T76 w 35"/>
                  <a:gd name="T78" fmla="+- 0 2597 2560"/>
                  <a:gd name="T79" fmla="*/ 2597 h 56"/>
                  <a:gd name="T80" fmla="+- 0 8347 8329"/>
                  <a:gd name="T81" fmla="*/ T80 w 35"/>
                  <a:gd name="T82" fmla="+- 0 2563 2560"/>
                  <a:gd name="T83" fmla="*/ 2563 h 56"/>
                  <a:gd name="T84" fmla="+- 0 8355 8329"/>
                  <a:gd name="T85" fmla="*/ T84 w 35"/>
                  <a:gd name="T86" fmla="+- 0 2563 2560"/>
                  <a:gd name="T87" fmla="*/ 2563 h 56"/>
                  <a:gd name="T88" fmla="+- 0 8355 8329"/>
                  <a:gd name="T89" fmla="*/ T88 w 35"/>
                  <a:gd name="T90" fmla="+- 0 2562 2560"/>
                  <a:gd name="T91" fmla="*/ 2562 h 56"/>
                  <a:gd name="T92" fmla="+- 0 8351 8329"/>
                  <a:gd name="T93" fmla="*/ T92 w 35"/>
                  <a:gd name="T94" fmla="+- 0 2560 2560"/>
                  <a:gd name="T95"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49" name="Freeform 5143">
                <a:extLst>
                  <a:ext uri="{FF2B5EF4-FFF2-40B4-BE49-F238E27FC236}">
                    <a16:creationId xmlns:a16="http://schemas.microsoft.com/office/drawing/2014/main" id="{4F5BC655-19FA-8F11-2D3B-E9CB84E3BE1E}"/>
                  </a:ext>
                </a:extLst>
              </p:cNvPr>
              <p:cNvSpPr>
                <a:spLocks/>
              </p:cNvSpPr>
              <p:nvPr/>
            </p:nvSpPr>
            <p:spPr bwMode="auto">
              <a:xfrm>
                <a:off x="8329" y="2560"/>
                <a:ext cx="35" cy="56"/>
              </a:xfrm>
              <a:custGeom>
                <a:avLst/>
                <a:gdLst>
                  <a:gd name="T0" fmla="+- 0 8355 8329"/>
                  <a:gd name="T1" fmla="*/ T0 w 35"/>
                  <a:gd name="T2" fmla="+- 0 2563 2560"/>
                  <a:gd name="T3" fmla="*/ 2563 h 56"/>
                  <a:gd name="T4" fmla="+- 0 8347 8329"/>
                  <a:gd name="T5" fmla="*/ T4 w 35"/>
                  <a:gd name="T6" fmla="+- 0 2563 2560"/>
                  <a:gd name="T7" fmla="*/ 2563 h 56"/>
                  <a:gd name="T8" fmla="+- 0 8351 8329"/>
                  <a:gd name="T9" fmla="*/ T8 w 35"/>
                  <a:gd name="T10" fmla="+- 0 2564 2560"/>
                  <a:gd name="T11" fmla="*/ 2564 h 56"/>
                  <a:gd name="T12" fmla="+- 0 8352 8329"/>
                  <a:gd name="T13" fmla="*/ T12 w 35"/>
                  <a:gd name="T14" fmla="+- 0 2565 2560"/>
                  <a:gd name="T15" fmla="*/ 2565 h 56"/>
                  <a:gd name="T16" fmla="+- 0 8353 8329"/>
                  <a:gd name="T17" fmla="*/ T16 w 35"/>
                  <a:gd name="T18" fmla="+- 0 2567 2560"/>
                  <a:gd name="T19" fmla="*/ 2567 h 56"/>
                  <a:gd name="T20" fmla="+- 0 8356 8329"/>
                  <a:gd name="T21" fmla="*/ T20 w 35"/>
                  <a:gd name="T22" fmla="+- 0 2575 2560"/>
                  <a:gd name="T23" fmla="*/ 2575 h 56"/>
                  <a:gd name="T24" fmla="+- 0 8356 8329"/>
                  <a:gd name="T25" fmla="*/ T24 w 35"/>
                  <a:gd name="T26" fmla="+- 0 2577 2560"/>
                  <a:gd name="T27" fmla="*/ 2577 h 56"/>
                  <a:gd name="T28" fmla="+- 0 8356 8329"/>
                  <a:gd name="T29" fmla="*/ T28 w 35"/>
                  <a:gd name="T30" fmla="+- 0 2595 2560"/>
                  <a:gd name="T31" fmla="*/ 2595 h 56"/>
                  <a:gd name="T32" fmla="+- 0 8356 8329"/>
                  <a:gd name="T33" fmla="*/ T32 w 35"/>
                  <a:gd name="T34" fmla="+- 0 2600 2560"/>
                  <a:gd name="T35" fmla="*/ 2600 h 56"/>
                  <a:gd name="T36" fmla="+- 0 8354 8329"/>
                  <a:gd name="T37" fmla="*/ T36 w 35"/>
                  <a:gd name="T38" fmla="+- 0 2608 2560"/>
                  <a:gd name="T39" fmla="*/ 2608 h 56"/>
                  <a:gd name="T40" fmla="+- 0 8352 8329"/>
                  <a:gd name="T41" fmla="*/ T40 w 35"/>
                  <a:gd name="T42" fmla="+- 0 2610 2560"/>
                  <a:gd name="T43" fmla="*/ 2610 h 56"/>
                  <a:gd name="T44" fmla="+- 0 8351 8329"/>
                  <a:gd name="T45" fmla="*/ T44 w 35"/>
                  <a:gd name="T46" fmla="+- 0 2611 2560"/>
                  <a:gd name="T47" fmla="*/ 2611 h 56"/>
                  <a:gd name="T48" fmla="+- 0 8346 8329"/>
                  <a:gd name="T49" fmla="*/ T48 w 35"/>
                  <a:gd name="T50" fmla="+- 0 2613 2560"/>
                  <a:gd name="T51" fmla="*/ 2613 h 56"/>
                  <a:gd name="T52" fmla="+- 0 8354 8329"/>
                  <a:gd name="T53" fmla="*/ T52 w 35"/>
                  <a:gd name="T54" fmla="+- 0 2613 2560"/>
                  <a:gd name="T55" fmla="*/ 2613 h 56"/>
                  <a:gd name="T56" fmla="+- 0 8364 8329"/>
                  <a:gd name="T57" fmla="*/ T56 w 35"/>
                  <a:gd name="T58" fmla="+- 0 2579 2560"/>
                  <a:gd name="T59" fmla="*/ 2579 h 56"/>
                  <a:gd name="T60" fmla="+- 0 8362 8329"/>
                  <a:gd name="T61" fmla="*/ T60 w 35"/>
                  <a:gd name="T62" fmla="+- 0 2572 2560"/>
                  <a:gd name="T63" fmla="*/ 2572 h 56"/>
                  <a:gd name="T64" fmla="+- 0 8355 8329"/>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3" name="Group 282">
              <a:extLst>
                <a:ext uri="{FF2B5EF4-FFF2-40B4-BE49-F238E27FC236}">
                  <a16:creationId xmlns:a16="http://schemas.microsoft.com/office/drawing/2014/main" id="{40D0670B-7112-F1D2-9E10-783A538B689C}"/>
                </a:ext>
              </a:extLst>
            </p:cNvPr>
            <p:cNvGrpSpPr>
              <a:grpSpLocks/>
            </p:cNvGrpSpPr>
            <p:nvPr/>
          </p:nvGrpSpPr>
          <p:grpSpPr bwMode="auto">
            <a:xfrm>
              <a:off x="8786" y="2560"/>
              <a:ext cx="35" cy="56"/>
              <a:chOff x="8786" y="2560"/>
              <a:chExt cx="35" cy="56"/>
            </a:xfrm>
          </p:grpSpPr>
          <p:sp>
            <p:nvSpPr>
              <p:cNvPr id="1146" name="Freeform 5145">
                <a:extLst>
                  <a:ext uri="{FF2B5EF4-FFF2-40B4-BE49-F238E27FC236}">
                    <a16:creationId xmlns:a16="http://schemas.microsoft.com/office/drawing/2014/main" id="{00A97D7B-4E9C-C940-8F30-A97E00D2002A}"/>
                  </a:ext>
                </a:extLst>
              </p:cNvPr>
              <p:cNvSpPr>
                <a:spLocks/>
              </p:cNvSpPr>
              <p:nvPr/>
            </p:nvSpPr>
            <p:spPr bwMode="auto">
              <a:xfrm>
                <a:off x="8786" y="2560"/>
                <a:ext cx="35" cy="56"/>
              </a:xfrm>
              <a:custGeom>
                <a:avLst/>
                <a:gdLst>
                  <a:gd name="T0" fmla="+- 0 8807 8786"/>
                  <a:gd name="T1" fmla="*/ T0 w 35"/>
                  <a:gd name="T2" fmla="+- 0 2560 2560"/>
                  <a:gd name="T3" fmla="*/ 2560 h 56"/>
                  <a:gd name="T4" fmla="+- 0 8801 8786"/>
                  <a:gd name="T5" fmla="*/ T4 w 35"/>
                  <a:gd name="T6" fmla="+- 0 2560 2560"/>
                  <a:gd name="T7" fmla="*/ 2560 h 56"/>
                  <a:gd name="T8" fmla="+- 0 8798 8786"/>
                  <a:gd name="T9" fmla="*/ T8 w 35"/>
                  <a:gd name="T10" fmla="+- 0 2561 2560"/>
                  <a:gd name="T11" fmla="*/ 2561 h 56"/>
                  <a:gd name="T12" fmla="+- 0 8793 8786"/>
                  <a:gd name="T13" fmla="*/ T12 w 35"/>
                  <a:gd name="T14" fmla="+- 0 2565 2560"/>
                  <a:gd name="T15" fmla="*/ 2565 h 56"/>
                  <a:gd name="T16" fmla="+- 0 8790 8786"/>
                  <a:gd name="T17" fmla="*/ T16 w 35"/>
                  <a:gd name="T18" fmla="+- 0 2568 2560"/>
                  <a:gd name="T19" fmla="*/ 2568 h 56"/>
                  <a:gd name="T20" fmla="+- 0 8787 8786"/>
                  <a:gd name="T21" fmla="*/ T20 w 35"/>
                  <a:gd name="T22" fmla="+- 0 2577 2560"/>
                  <a:gd name="T23" fmla="*/ 2577 h 56"/>
                  <a:gd name="T24" fmla="+- 0 8786 8786"/>
                  <a:gd name="T25" fmla="*/ T24 w 35"/>
                  <a:gd name="T26" fmla="+- 0 2582 2560"/>
                  <a:gd name="T27" fmla="*/ 2582 h 56"/>
                  <a:gd name="T28" fmla="+- 0 8786 8786"/>
                  <a:gd name="T29" fmla="*/ T28 w 35"/>
                  <a:gd name="T30" fmla="+- 0 2595 2560"/>
                  <a:gd name="T31" fmla="*/ 2595 h 56"/>
                  <a:gd name="T32" fmla="+- 0 8787 8786"/>
                  <a:gd name="T33" fmla="*/ T32 w 35"/>
                  <a:gd name="T34" fmla="+- 0 2601 2560"/>
                  <a:gd name="T35" fmla="*/ 2601 h 56"/>
                  <a:gd name="T36" fmla="+- 0 8793 8786"/>
                  <a:gd name="T37" fmla="*/ T36 w 35"/>
                  <a:gd name="T38" fmla="+- 0 2613 2560"/>
                  <a:gd name="T39" fmla="*/ 2613 h 56"/>
                  <a:gd name="T40" fmla="+- 0 8798 8786"/>
                  <a:gd name="T41" fmla="*/ T40 w 35"/>
                  <a:gd name="T42" fmla="+- 0 2616 2560"/>
                  <a:gd name="T43" fmla="*/ 2616 h 56"/>
                  <a:gd name="T44" fmla="+- 0 8805 8786"/>
                  <a:gd name="T45" fmla="*/ T44 w 35"/>
                  <a:gd name="T46" fmla="+- 0 2616 2560"/>
                  <a:gd name="T47" fmla="*/ 2616 h 56"/>
                  <a:gd name="T48" fmla="+- 0 8808 8786"/>
                  <a:gd name="T49" fmla="*/ T48 w 35"/>
                  <a:gd name="T50" fmla="+- 0 2615 2560"/>
                  <a:gd name="T51" fmla="*/ 2615 h 56"/>
                  <a:gd name="T52" fmla="+- 0 8810 8786"/>
                  <a:gd name="T53" fmla="*/ T52 w 35"/>
                  <a:gd name="T54" fmla="+- 0 2613 2560"/>
                  <a:gd name="T55" fmla="*/ 2613 h 56"/>
                  <a:gd name="T56" fmla="+- 0 8800 8786"/>
                  <a:gd name="T57" fmla="*/ T56 w 35"/>
                  <a:gd name="T58" fmla="+- 0 2613 2560"/>
                  <a:gd name="T59" fmla="*/ 2613 h 56"/>
                  <a:gd name="T60" fmla="+- 0 8798 8786"/>
                  <a:gd name="T61" fmla="*/ T60 w 35"/>
                  <a:gd name="T62" fmla="+- 0 2611 2560"/>
                  <a:gd name="T63" fmla="*/ 2611 h 56"/>
                  <a:gd name="T64" fmla="+- 0 8794 8786"/>
                  <a:gd name="T65" fmla="*/ T64 w 35"/>
                  <a:gd name="T66" fmla="+- 0 2603 2560"/>
                  <a:gd name="T67" fmla="*/ 2603 h 56"/>
                  <a:gd name="T68" fmla="+- 0 8794 8786"/>
                  <a:gd name="T69" fmla="*/ T68 w 35"/>
                  <a:gd name="T70" fmla="+- 0 2597 2560"/>
                  <a:gd name="T71" fmla="*/ 2597 h 56"/>
                  <a:gd name="T72" fmla="+- 0 8794 8786"/>
                  <a:gd name="T73" fmla="*/ T72 w 35"/>
                  <a:gd name="T74" fmla="+- 0 2582 2560"/>
                  <a:gd name="T75" fmla="*/ 2582 h 56"/>
                  <a:gd name="T76" fmla="+- 0 8803 8786"/>
                  <a:gd name="T77" fmla="*/ T76 w 35"/>
                  <a:gd name="T78" fmla="+- 0 2563 2560"/>
                  <a:gd name="T79" fmla="*/ 2563 h 56"/>
                  <a:gd name="T80" fmla="+- 0 8811 8786"/>
                  <a:gd name="T81" fmla="*/ T80 w 35"/>
                  <a:gd name="T82" fmla="+- 0 2563 2560"/>
                  <a:gd name="T83" fmla="*/ 2563 h 56"/>
                  <a:gd name="T84" fmla="+- 0 8811 8786"/>
                  <a:gd name="T85" fmla="*/ T84 w 35"/>
                  <a:gd name="T86" fmla="+- 0 2562 2560"/>
                  <a:gd name="T87" fmla="*/ 2562 h 56"/>
                  <a:gd name="T88" fmla="+- 0 8807 8786"/>
                  <a:gd name="T89" fmla="*/ T88 w 35"/>
                  <a:gd name="T90" fmla="+- 0 2560 2560"/>
                  <a:gd name="T91" fmla="*/ 256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47" name="Freeform 5146">
                <a:extLst>
                  <a:ext uri="{FF2B5EF4-FFF2-40B4-BE49-F238E27FC236}">
                    <a16:creationId xmlns:a16="http://schemas.microsoft.com/office/drawing/2014/main" id="{E90ED889-B09F-ABD7-7F99-FA92DE3F5B79}"/>
                  </a:ext>
                </a:extLst>
              </p:cNvPr>
              <p:cNvSpPr>
                <a:spLocks/>
              </p:cNvSpPr>
              <p:nvPr/>
            </p:nvSpPr>
            <p:spPr bwMode="auto">
              <a:xfrm>
                <a:off x="8786" y="2560"/>
                <a:ext cx="35" cy="56"/>
              </a:xfrm>
              <a:custGeom>
                <a:avLst/>
                <a:gdLst>
                  <a:gd name="T0" fmla="+- 0 8811 8786"/>
                  <a:gd name="T1" fmla="*/ T0 w 35"/>
                  <a:gd name="T2" fmla="+- 0 2563 2560"/>
                  <a:gd name="T3" fmla="*/ 2563 h 56"/>
                  <a:gd name="T4" fmla="+- 0 8803 8786"/>
                  <a:gd name="T5" fmla="*/ T4 w 35"/>
                  <a:gd name="T6" fmla="+- 0 2563 2560"/>
                  <a:gd name="T7" fmla="*/ 2563 h 56"/>
                  <a:gd name="T8" fmla="+- 0 8807 8786"/>
                  <a:gd name="T9" fmla="*/ T8 w 35"/>
                  <a:gd name="T10" fmla="+- 0 2564 2560"/>
                  <a:gd name="T11" fmla="*/ 2564 h 56"/>
                  <a:gd name="T12" fmla="+- 0 8809 8786"/>
                  <a:gd name="T13" fmla="*/ T12 w 35"/>
                  <a:gd name="T14" fmla="+- 0 2565 2560"/>
                  <a:gd name="T15" fmla="*/ 2565 h 56"/>
                  <a:gd name="T16" fmla="+- 0 8810 8786"/>
                  <a:gd name="T17" fmla="*/ T16 w 35"/>
                  <a:gd name="T18" fmla="+- 0 2567 2560"/>
                  <a:gd name="T19" fmla="*/ 2567 h 56"/>
                  <a:gd name="T20" fmla="+- 0 8812 8786"/>
                  <a:gd name="T21" fmla="*/ T20 w 35"/>
                  <a:gd name="T22" fmla="+- 0 2575 2560"/>
                  <a:gd name="T23" fmla="*/ 2575 h 56"/>
                  <a:gd name="T24" fmla="+- 0 8812 8786"/>
                  <a:gd name="T25" fmla="*/ T24 w 35"/>
                  <a:gd name="T26" fmla="+- 0 2577 2560"/>
                  <a:gd name="T27" fmla="*/ 2577 h 56"/>
                  <a:gd name="T28" fmla="+- 0 8812 8786"/>
                  <a:gd name="T29" fmla="*/ T28 w 35"/>
                  <a:gd name="T30" fmla="+- 0 2595 2560"/>
                  <a:gd name="T31" fmla="*/ 2595 h 56"/>
                  <a:gd name="T32" fmla="+- 0 8812 8786"/>
                  <a:gd name="T33" fmla="*/ T32 w 35"/>
                  <a:gd name="T34" fmla="+- 0 2600 2560"/>
                  <a:gd name="T35" fmla="*/ 2600 h 56"/>
                  <a:gd name="T36" fmla="+- 0 8810 8786"/>
                  <a:gd name="T37" fmla="*/ T36 w 35"/>
                  <a:gd name="T38" fmla="+- 0 2608 2560"/>
                  <a:gd name="T39" fmla="*/ 2608 h 56"/>
                  <a:gd name="T40" fmla="+- 0 8809 8786"/>
                  <a:gd name="T41" fmla="*/ T40 w 35"/>
                  <a:gd name="T42" fmla="+- 0 2610 2560"/>
                  <a:gd name="T43" fmla="*/ 2610 h 56"/>
                  <a:gd name="T44" fmla="+- 0 8807 8786"/>
                  <a:gd name="T45" fmla="*/ T44 w 35"/>
                  <a:gd name="T46" fmla="+- 0 2611 2560"/>
                  <a:gd name="T47" fmla="*/ 2611 h 56"/>
                  <a:gd name="T48" fmla="+- 0 8803 8786"/>
                  <a:gd name="T49" fmla="*/ T48 w 35"/>
                  <a:gd name="T50" fmla="+- 0 2613 2560"/>
                  <a:gd name="T51" fmla="*/ 2613 h 56"/>
                  <a:gd name="T52" fmla="+- 0 8810 8786"/>
                  <a:gd name="T53" fmla="*/ T52 w 35"/>
                  <a:gd name="T54" fmla="+- 0 2613 2560"/>
                  <a:gd name="T55" fmla="*/ 2613 h 56"/>
                  <a:gd name="T56" fmla="+- 0 8820 8786"/>
                  <a:gd name="T57" fmla="*/ T56 w 35"/>
                  <a:gd name="T58" fmla="+- 0 2579 2560"/>
                  <a:gd name="T59" fmla="*/ 2579 h 56"/>
                  <a:gd name="T60" fmla="+- 0 8818 8786"/>
                  <a:gd name="T61" fmla="*/ T60 w 35"/>
                  <a:gd name="T62" fmla="+- 0 2572 2560"/>
                  <a:gd name="T63" fmla="*/ 2572 h 56"/>
                  <a:gd name="T64" fmla="+- 0 8811 8786"/>
                  <a:gd name="T65" fmla="*/ T64 w 35"/>
                  <a:gd name="T66" fmla="+- 0 2563 2560"/>
                  <a:gd name="T67" fmla="*/ 25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4" name="Group 283">
              <a:extLst>
                <a:ext uri="{FF2B5EF4-FFF2-40B4-BE49-F238E27FC236}">
                  <a16:creationId xmlns:a16="http://schemas.microsoft.com/office/drawing/2014/main" id="{6AD6E874-0CE2-238F-767C-DB7DA9BF2EEF}"/>
                </a:ext>
              </a:extLst>
            </p:cNvPr>
            <p:cNvGrpSpPr>
              <a:grpSpLocks/>
            </p:cNvGrpSpPr>
            <p:nvPr/>
          </p:nvGrpSpPr>
          <p:grpSpPr bwMode="auto">
            <a:xfrm>
              <a:off x="140" y="2560"/>
              <a:ext cx="9130" cy="356"/>
              <a:chOff x="140" y="2560"/>
              <a:chExt cx="9130" cy="356"/>
            </a:xfrm>
          </p:grpSpPr>
          <p:sp>
            <p:nvSpPr>
              <p:cNvPr id="1143" name="Freeform 5148">
                <a:extLst>
                  <a:ext uri="{FF2B5EF4-FFF2-40B4-BE49-F238E27FC236}">
                    <a16:creationId xmlns:a16="http://schemas.microsoft.com/office/drawing/2014/main" id="{8BA06FA6-3EF3-EED8-15EF-08A4654227F4}"/>
                  </a:ext>
                </a:extLst>
              </p:cNvPr>
              <p:cNvSpPr>
                <a:spLocks/>
              </p:cNvSpPr>
              <p:nvPr/>
            </p:nvSpPr>
            <p:spPr bwMode="auto">
              <a:xfrm>
                <a:off x="9249" y="2560"/>
                <a:ext cx="21" cy="55"/>
              </a:xfrm>
              <a:custGeom>
                <a:avLst/>
                <a:gdLst>
                  <a:gd name="T0" fmla="+- 0 9263 9249"/>
                  <a:gd name="T1" fmla="*/ T0 w 21"/>
                  <a:gd name="T2" fmla="+- 0 2567 2560"/>
                  <a:gd name="T3" fmla="*/ 2567 h 55"/>
                  <a:gd name="T4" fmla="+- 0 9253 9249"/>
                  <a:gd name="T5" fmla="*/ T4 w 21"/>
                  <a:gd name="T6" fmla="+- 0 2567 2560"/>
                  <a:gd name="T7" fmla="*/ 2567 h 55"/>
                  <a:gd name="T8" fmla="+- 0 9255 9249"/>
                  <a:gd name="T9" fmla="*/ T8 w 21"/>
                  <a:gd name="T10" fmla="+- 0 2567 2560"/>
                  <a:gd name="T11" fmla="*/ 2567 h 55"/>
                  <a:gd name="T12" fmla="+- 0 9256 9249"/>
                  <a:gd name="T13" fmla="*/ T12 w 21"/>
                  <a:gd name="T14" fmla="+- 0 2569 2560"/>
                  <a:gd name="T15" fmla="*/ 2569 h 55"/>
                  <a:gd name="T16" fmla="+- 0 9256 9249"/>
                  <a:gd name="T17" fmla="*/ T16 w 21"/>
                  <a:gd name="T18" fmla="+- 0 2570 2560"/>
                  <a:gd name="T19" fmla="*/ 2570 h 55"/>
                  <a:gd name="T20" fmla="+- 0 9256 9249"/>
                  <a:gd name="T21" fmla="*/ T20 w 21"/>
                  <a:gd name="T22" fmla="+- 0 2610 2560"/>
                  <a:gd name="T23" fmla="*/ 2610 h 55"/>
                  <a:gd name="T24" fmla="+- 0 9256 9249"/>
                  <a:gd name="T25" fmla="*/ T24 w 21"/>
                  <a:gd name="T26" fmla="+- 0 2611 2560"/>
                  <a:gd name="T27" fmla="*/ 2611 h 55"/>
                  <a:gd name="T28" fmla="+- 0 9254 9249"/>
                  <a:gd name="T29" fmla="*/ T28 w 21"/>
                  <a:gd name="T30" fmla="+- 0 2613 2560"/>
                  <a:gd name="T31" fmla="*/ 2613 h 55"/>
                  <a:gd name="T32" fmla="+- 0 9254 9249"/>
                  <a:gd name="T33" fmla="*/ T32 w 21"/>
                  <a:gd name="T34" fmla="+- 0 2613 2560"/>
                  <a:gd name="T35" fmla="*/ 2613 h 55"/>
                  <a:gd name="T36" fmla="+- 0 9252 9249"/>
                  <a:gd name="T37" fmla="*/ T36 w 21"/>
                  <a:gd name="T38" fmla="+- 0 2613 2560"/>
                  <a:gd name="T39" fmla="*/ 2613 h 55"/>
                  <a:gd name="T40" fmla="+- 0 9249 9249"/>
                  <a:gd name="T41" fmla="*/ T40 w 21"/>
                  <a:gd name="T42" fmla="+- 0 2613 2560"/>
                  <a:gd name="T43" fmla="*/ 2613 h 55"/>
                  <a:gd name="T44" fmla="+- 0 9249 9249"/>
                  <a:gd name="T45" fmla="*/ T44 w 21"/>
                  <a:gd name="T46" fmla="+- 0 2615 2560"/>
                  <a:gd name="T47" fmla="*/ 2615 h 55"/>
                  <a:gd name="T48" fmla="+- 0 9270 9249"/>
                  <a:gd name="T49" fmla="*/ T48 w 21"/>
                  <a:gd name="T50" fmla="+- 0 2615 2560"/>
                  <a:gd name="T51" fmla="*/ 2615 h 55"/>
                  <a:gd name="T52" fmla="+- 0 9270 9249"/>
                  <a:gd name="T53" fmla="*/ T52 w 21"/>
                  <a:gd name="T54" fmla="+- 0 2613 2560"/>
                  <a:gd name="T55" fmla="*/ 2613 h 55"/>
                  <a:gd name="T56" fmla="+- 0 9267 9249"/>
                  <a:gd name="T57" fmla="*/ T56 w 21"/>
                  <a:gd name="T58" fmla="+- 0 2613 2560"/>
                  <a:gd name="T59" fmla="*/ 2613 h 55"/>
                  <a:gd name="T60" fmla="+- 0 9265 9249"/>
                  <a:gd name="T61" fmla="*/ T60 w 21"/>
                  <a:gd name="T62" fmla="+- 0 2613 2560"/>
                  <a:gd name="T63" fmla="*/ 2613 h 55"/>
                  <a:gd name="T64" fmla="+- 0 9265 9249"/>
                  <a:gd name="T65" fmla="*/ T64 w 21"/>
                  <a:gd name="T66" fmla="+- 0 2612 2560"/>
                  <a:gd name="T67" fmla="*/ 2612 h 55"/>
                  <a:gd name="T68" fmla="+- 0 9263 9249"/>
                  <a:gd name="T69" fmla="*/ T68 w 21"/>
                  <a:gd name="T70" fmla="+- 0 2611 2560"/>
                  <a:gd name="T71" fmla="*/ 2611 h 55"/>
                  <a:gd name="T72" fmla="+- 0 9263 9249"/>
                  <a:gd name="T73" fmla="*/ T72 w 21"/>
                  <a:gd name="T74" fmla="+- 0 2610 2560"/>
                  <a:gd name="T75" fmla="*/ 2610 h 55"/>
                  <a:gd name="T76" fmla="+- 0 9263 9249"/>
                  <a:gd name="T77" fmla="*/ T76 w 21"/>
                  <a:gd name="T78" fmla="+- 0 2567 2560"/>
                  <a:gd name="T79" fmla="*/ 256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7"/>
                    </a:moveTo>
                    <a:lnTo>
                      <a:pt x="4" y="7"/>
                    </a:lnTo>
                    <a:lnTo>
                      <a:pt x="6" y="7"/>
                    </a:lnTo>
                    <a:lnTo>
                      <a:pt x="7" y="9"/>
                    </a:lnTo>
                    <a:lnTo>
                      <a:pt x="7" y="10"/>
                    </a:lnTo>
                    <a:lnTo>
                      <a:pt x="7" y="50"/>
                    </a:lnTo>
                    <a:lnTo>
                      <a:pt x="7" y="51"/>
                    </a:lnTo>
                    <a:lnTo>
                      <a:pt x="5" y="53"/>
                    </a:lnTo>
                    <a:lnTo>
                      <a:pt x="3" y="53"/>
                    </a:lnTo>
                    <a:lnTo>
                      <a:pt x="0" y="53"/>
                    </a:lnTo>
                    <a:lnTo>
                      <a:pt x="0" y="55"/>
                    </a:lnTo>
                    <a:lnTo>
                      <a:pt x="21" y="55"/>
                    </a:lnTo>
                    <a:lnTo>
                      <a:pt x="21" y="53"/>
                    </a:lnTo>
                    <a:lnTo>
                      <a:pt x="18" y="53"/>
                    </a:lnTo>
                    <a:lnTo>
                      <a:pt x="16" y="53"/>
                    </a:lnTo>
                    <a:lnTo>
                      <a:pt x="16" y="52"/>
                    </a:lnTo>
                    <a:lnTo>
                      <a:pt x="14"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44" name="Freeform 5149">
                <a:extLst>
                  <a:ext uri="{FF2B5EF4-FFF2-40B4-BE49-F238E27FC236}">
                    <a16:creationId xmlns:a16="http://schemas.microsoft.com/office/drawing/2014/main" id="{0C2E540E-3BFC-186B-72B7-7E9BABBA61C9}"/>
                  </a:ext>
                </a:extLst>
              </p:cNvPr>
              <p:cNvSpPr>
                <a:spLocks/>
              </p:cNvSpPr>
              <p:nvPr/>
            </p:nvSpPr>
            <p:spPr bwMode="auto">
              <a:xfrm>
                <a:off x="9249" y="2560"/>
                <a:ext cx="21" cy="55"/>
              </a:xfrm>
              <a:custGeom>
                <a:avLst/>
                <a:gdLst>
                  <a:gd name="T0" fmla="+- 0 9263 9249"/>
                  <a:gd name="T1" fmla="*/ T0 w 21"/>
                  <a:gd name="T2" fmla="+- 0 2560 2560"/>
                  <a:gd name="T3" fmla="*/ 2560 h 55"/>
                  <a:gd name="T4" fmla="+- 0 9261 9249"/>
                  <a:gd name="T5" fmla="*/ T4 w 21"/>
                  <a:gd name="T6" fmla="+- 0 2560 2560"/>
                  <a:gd name="T7" fmla="*/ 2560 h 55"/>
                  <a:gd name="T8" fmla="+- 0 9249 9249"/>
                  <a:gd name="T9" fmla="*/ T8 w 21"/>
                  <a:gd name="T10" fmla="+- 0 2567 2560"/>
                  <a:gd name="T11" fmla="*/ 2567 h 55"/>
                  <a:gd name="T12" fmla="+- 0 9249 9249"/>
                  <a:gd name="T13" fmla="*/ T12 w 21"/>
                  <a:gd name="T14" fmla="+- 0 2568 2560"/>
                  <a:gd name="T15" fmla="*/ 2568 h 55"/>
                  <a:gd name="T16" fmla="+- 0 9253 9249"/>
                  <a:gd name="T17" fmla="*/ T16 w 21"/>
                  <a:gd name="T18" fmla="+- 0 2567 2560"/>
                  <a:gd name="T19" fmla="*/ 2567 h 55"/>
                  <a:gd name="T20" fmla="+- 0 9263 9249"/>
                  <a:gd name="T21" fmla="*/ T20 w 21"/>
                  <a:gd name="T22" fmla="+- 0 2567 2560"/>
                  <a:gd name="T23" fmla="*/ 2567 h 55"/>
                  <a:gd name="T24" fmla="+- 0 9263 9249"/>
                  <a:gd name="T25" fmla="*/ T24 w 21"/>
                  <a:gd name="T26" fmla="+- 0 2560 2560"/>
                  <a:gd name="T27" fmla="*/ 256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2"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145" name="Picture 1144">
                <a:extLst>
                  <a:ext uri="{FF2B5EF4-FFF2-40B4-BE49-F238E27FC236}">
                    <a16:creationId xmlns:a16="http://schemas.microsoft.com/office/drawing/2014/main" id="{66AE18F5-83F4-4F96-6BDE-A0A01F3126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 y="2823"/>
                <a:ext cx="462"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5" name="Group 284">
              <a:extLst>
                <a:ext uri="{FF2B5EF4-FFF2-40B4-BE49-F238E27FC236}">
                  <a16:creationId xmlns:a16="http://schemas.microsoft.com/office/drawing/2014/main" id="{E13CED79-B94F-8A3E-C42D-20284FF94733}"/>
                </a:ext>
              </a:extLst>
            </p:cNvPr>
            <p:cNvGrpSpPr>
              <a:grpSpLocks/>
            </p:cNvGrpSpPr>
            <p:nvPr/>
          </p:nvGrpSpPr>
          <p:grpSpPr bwMode="auto">
            <a:xfrm>
              <a:off x="1028" y="3000"/>
              <a:ext cx="35" cy="56"/>
              <a:chOff x="1028" y="3000"/>
              <a:chExt cx="35" cy="56"/>
            </a:xfrm>
          </p:grpSpPr>
          <p:sp>
            <p:nvSpPr>
              <p:cNvPr id="1141" name="Freeform 5152">
                <a:extLst>
                  <a:ext uri="{FF2B5EF4-FFF2-40B4-BE49-F238E27FC236}">
                    <a16:creationId xmlns:a16="http://schemas.microsoft.com/office/drawing/2014/main" id="{43D67FFD-F20E-6D30-8A7A-954697B4E69D}"/>
                  </a:ext>
                </a:extLst>
              </p:cNvPr>
              <p:cNvSpPr>
                <a:spLocks/>
              </p:cNvSpPr>
              <p:nvPr/>
            </p:nvSpPr>
            <p:spPr bwMode="auto">
              <a:xfrm>
                <a:off x="1028" y="3000"/>
                <a:ext cx="35" cy="56"/>
              </a:xfrm>
              <a:custGeom>
                <a:avLst/>
                <a:gdLst>
                  <a:gd name="T0" fmla="+- 0 1050 1028"/>
                  <a:gd name="T1" fmla="*/ T0 w 35"/>
                  <a:gd name="T2" fmla="+- 0 3000 3000"/>
                  <a:gd name="T3" fmla="*/ 3000 h 56"/>
                  <a:gd name="T4" fmla="+- 0 1043 1028"/>
                  <a:gd name="T5" fmla="*/ T4 w 35"/>
                  <a:gd name="T6" fmla="+- 0 3000 3000"/>
                  <a:gd name="T7" fmla="*/ 3000 h 56"/>
                  <a:gd name="T8" fmla="+- 0 1041 1028"/>
                  <a:gd name="T9" fmla="*/ T8 w 35"/>
                  <a:gd name="T10" fmla="+- 0 3001 3000"/>
                  <a:gd name="T11" fmla="*/ 3001 h 56"/>
                  <a:gd name="T12" fmla="+- 0 1035 1028"/>
                  <a:gd name="T13" fmla="*/ T12 w 35"/>
                  <a:gd name="T14" fmla="+- 0 3005 3000"/>
                  <a:gd name="T15" fmla="*/ 3005 h 56"/>
                  <a:gd name="T16" fmla="+- 0 1033 1028"/>
                  <a:gd name="T17" fmla="*/ T16 w 35"/>
                  <a:gd name="T18" fmla="+- 0 3008 3000"/>
                  <a:gd name="T19" fmla="*/ 3008 h 56"/>
                  <a:gd name="T20" fmla="+- 0 1029 1028"/>
                  <a:gd name="T21" fmla="*/ T20 w 35"/>
                  <a:gd name="T22" fmla="+- 0 3017 3000"/>
                  <a:gd name="T23" fmla="*/ 3017 h 56"/>
                  <a:gd name="T24" fmla="+- 0 1028 1028"/>
                  <a:gd name="T25" fmla="*/ T24 w 35"/>
                  <a:gd name="T26" fmla="+- 0 3022 3000"/>
                  <a:gd name="T27" fmla="*/ 3022 h 56"/>
                  <a:gd name="T28" fmla="+- 0 1028 1028"/>
                  <a:gd name="T29" fmla="*/ T28 w 35"/>
                  <a:gd name="T30" fmla="+- 0 3036 3000"/>
                  <a:gd name="T31" fmla="*/ 3036 h 56"/>
                  <a:gd name="T32" fmla="+- 0 1030 1028"/>
                  <a:gd name="T33" fmla="*/ T32 w 35"/>
                  <a:gd name="T34" fmla="+- 0 3042 3000"/>
                  <a:gd name="T35" fmla="*/ 3042 h 56"/>
                  <a:gd name="T36" fmla="+- 0 1036 1028"/>
                  <a:gd name="T37" fmla="*/ T36 w 35"/>
                  <a:gd name="T38" fmla="+- 0 3053 3000"/>
                  <a:gd name="T39" fmla="*/ 3053 h 56"/>
                  <a:gd name="T40" fmla="+- 0 1040 1028"/>
                  <a:gd name="T41" fmla="*/ T40 w 35"/>
                  <a:gd name="T42" fmla="+- 0 3056 3000"/>
                  <a:gd name="T43" fmla="*/ 3056 h 56"/>
                  <a:gd name="T44" fmla="+- 0 1048 1028"/>
                  <a:gd name="T45" fmla="*/ T44 w 35"/>
                  <a:gd name="T46" fmla="+- 0 3056 3000"/>
                  <a:gd name="T47" fmla="*/ 3056 h 56"/>
                  <a:gd name="T48" fmla="+- 0 1050 1028"/>
                  <a:gd name="T49" fmla="*/ T48 w 35"/>
                  <a:gd name="T50" fmla="+- 0 3055 3000"/>
                  <a:gd name="T51" fmla="*/ 3055 h 56"/>
                  <a:gd name="T52" fmla="+- 0 1053 1028"/>
                  <a:gd name="T53" fmla="*/ T52 w 35"/>
                  <a:gd name="T54" fmla="+- 0 3053 3000"/>
                  <a:gd name="T55" fmla="*/ 3053 h 56"/>
                  <a:gd name="T56" fmla="+- 0 1042 1028"/>
                  <a:gd name="T57" fmla="*/ T56 w 35"/>
                  <a:gd name="T58" fmla="+- 0 3053 3000"/>
                  <a:gd name="T59" fmla="*/ 3053 h 56"/>
                  <a:gd name="T60" fmla="+- 0 1040 1028"/>
                  <a:gd name="T61" fmla="*/ T60 w 35"/>
                  <a:gd name="T62" fmla="+- 0 3051 3000"/>
                  <a:gd name="T63" fmla="*/ 3051 h 56"/>
                  <a:gd name="T64" fmla="+- 0 1039 1028"/>
                  <a:gd name="T65" fmla="*/ T64 w 35"/>
                  <a:gd name="T66" fmla="+- 0 3047 3000"/>
                  <a:gd name="T67" fmla="*/ 3047 h 56"/>
                  <a:gd name="T68" fmla="+- 0 1037 1028"/>
                  <a:gd name="T69" fmla="*/ T68 w 35"/>
                  <a:gd name="T70" fmla="+- 0 3043 3000"/>
                  <a:gd name="T71" fmla="*/ 3043 h 56"/>
                  <a:gd name="T72" fmla="+- 0 1036 1028"/>
                  <a:gd name="T73" fmla="*/ T72 w 35"/>
                  <a:gd name="T74" fmla="+- 0 3037 3000"/>
                  <a:gd name="T75" fmla="*/ 3037 h 56"/>
                  <a:gd name="T76" fmla="+- 0 1046 1028"/>
                  <a:gd name="T77" fmla="*/ T76 w 35"/>
                  <a:gd name="T78" fmla="+- 0 3003 3000"/>
                  <a:gd name="T79" fmla="*/ 3003 h 56"/>
                  <a:gd name="T80" fmla="+- 0 1054 1028"/>
                  <a:gd name="T81" fmla="*/ T80 w 35"/>
                  <a:gd name="T82" fmla="+- 0 3003 3000"/>
                  <a:gd name="T83" fmla="*/ 3003 h 56"/>
                  <a:gd name="T84" fmla="+- 0 1053 1028"/>
                  <a:gd name="T85" fmla="*/ T84 w 35"/>
                  <a:gd name="T86" fmla="+- 0 3002 3000"/>
                  <a:gd name="T87" fmla="*/ 3002 h 56"/>
                  <a:gd name="T88" fmla="+- 0 1050 1028"/>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42" name="Freeform 5153">
                <a:extLst>
                  <a:ext uri="{FF2B5EF4-FFF2-40B4-BE49-F238E27FC236}">
                    <a16:creationId xmlns:a16="http://schemas.microsoft.com/office/drawing/2014/main" id="{A205DFEA-4665-0986-176D-9EE8692601E8}"/>
                  </a:ext>
                </a:extLst>
              </p:cNvPr>
              <p:cNvSpPr>
                <a:spLocks/>
              </p:cNvSpPr>
              <p:nvPr/>
            </p:nvSpPr>
            <p:spPr bwMode="auto">
              <a:xfrm>
                <a:off x="1028" y="3000"/>
                <a:ext cx="35" cy="56"/>
              </a:xfrm>
              <a:custGeom>
                <a:avLst/>
                <a:gdLst>
                  <a:gd name="T0" fmla="+- 0 1054 1028"/>
                  <a:gd name="T1" fmla="*/ T0 w 35"/>
                  <a:gd name="T2" fmla="+- 0 3003 3000"/>
                  <a:gd name="T3" fmla="*/ 3003 h 56"/>
                  <a:gd name="T4" fmla="+- 0 1046 1028"/>
                  <a:gd name="T5" fmla="*/ T4 w 35"/>
                  <a:gd name="T6" fmla="+- 0 3003 3000"/>
                  <a:gd name="T7" fmla="*/ 3003 h 56"/>
                  <a:gd name="T8" fmla="+- 0 1050 1028"/>
                  <a:gd name="T9" fmla="*/ T8 w 35"/>
                  <a:gd name="T10" fmla="+- 0 3004 3000"/>
                  <a:gd name="T11" fmla="*/ 3004 h 56"/>
                  <a:gd name="T12" fmla="+- 0 1051 1028"/>
                  <a:gd name="T13" fmla="*/ T12 w 35"/>
                  <a:gd name="T14" fmla="+- 0 3006 3000"/>
                  <a:gd name="T15" fmla="*/ 3006 h 56"/>
                  <a:gd name="T16" fmla="+- 0 1052 1028"/>
                  <a:gd name="T17" fmla="*/ T16 w 35"/>
                  <a:gd name="T18" fmla="+- 0 3008 3000"/>
                  <a:gd name="T19" fmla="*/ 3008 h 56"/>
                  <a:gd name="T20" fmla="+- 0 1054 1028"/>
                  <a:gd name="T21" fmla="*/ T20 w 35"/>
                  <a:gd name="T22" fmla="+- 0 3015 3000"/>
                  <a:gd name="T23" fmla="*/ 3015 h 56"/>
                  <a:gd name="T24" fmla="+- 0 1055 1028"/>
                  <a:gd name="T25" fmla="*/ T24 w 35"/>
                  <a:gd name="T26" fmla="+- 0 3017 3000"/>
                  <a:gd name="T27" fmla="*/ 3017 h 56"/>
                  <a:gd name="T28" fmla="+- 0 1055 1028"/>
                  <a:gd name="T29" fmla="*/ T28 w 35"/>
                  <a:gd name="T30" fmla="+- 0 3036 3000"/>
                  <a:gd name="T31" fmla="*/ 3036 h 56"/>
                  <a:gd name="T32" fmla="+- 0 1054 1028"/>
                  <a:gd name="T33" fmla="*/ T32 w 35"/>
                  <a:gd name="T34" fmla="+- 0 3040 3000"/>
                  <a:gd name="T35" fmla="*/ 3040 h 56"/>
                  <a:gd name="T36" fmla="+- 0 1052 1028"/>
                  <a:gd name="T37" fmla="*/ T36 w 35"/>
                  <a:gd name="T38" fmla="+- 0 3048 3000"/>
                  <a:gd name="T39" fmla="*/ 3048 h 56"/>
                  <a:gd name="T40" fmla="+- 0 1051 1028"/>
                  <a:gd name="T41" fmla="*/ T40 w 35"/>
                  <a:gd name="T42" fmla="+- 0 3050 3000"/>
                  <a:gd name="T43" fmla="*/ 3050 h 56"/>
                  <a:gd name="T44" fmla="+- 0 1050 1028"/>
                  <a:gd name="T45" fmla="*/ T44 w 35"/>
                  <a:gd name="T46" fmla="+- 0 3051 3000"/>
                  <a:gd name="T47" fmla="*/ 3051 h 56"/>
                  <a:gd name="T48" fmla="+- 0 1045 1028"/>
                  <a:gd name="T49" fmla="*/ T48 w 35"/>
                  <a:gd name="T50" fmla="+- 0 3053 3000"/>
                  <a:gd name="T51" fmla="*/ 3053 h 56"/>
                  <a:gd name="T52" fmla="+- 0 1053 1028"/>
                  <a:gd name="T53" fmla="*/ T52 w 35"/>
                  <a:gd name="T54" fmla="+- 0 3053 3000"/>
                  <a:gd name="T55" fmla="*/ 3053 h 56"/>
                  <a:gd name="T56" fmla="+- 0 1063 1028"/>
                  <a:gd name="T57" fmla="*/ T56 w 35"/>
                  <a:gd name="T58" fmla="+- 0 3019 3000"/>
                  <a:gd name="T59" fmla="*/ 3019 h 56"/>
                  <a:gd name="T60" fmla="+- 0 1061 1028"/>
                  <a:gd name="T61" fmla="*/ T60 w 35"/>
                  <a:gd name="T62" fmla="+- 0 3012 3000"/>
                  <a:gd name="T63" fmla="*/ 3012 h 56"/>
                  <a:gd name="T64" fmla="+- 0 1054 1028"/>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6" y="15"/>
                    </a:lnTo>
                    <a:lnTo>
                      <a:pt x="27" y="17"/>
                    </a:lnTo>
                    <a:lnTo>
                      <a:pt x="27" y="36"/>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6" name="Group 285">
              <a:extLst>
                <a:ext uri="{FF2B5EF4-FFF2-40B4-BE49-F238E27FC236}">
                  <a16:creationId xmlns:a16="http://schemas.microsoft.com/office/drawing/2014/main" id="{9CCD2FEE-9A27-3C42-8F2E-94AF4BFB4739}"/>
                </a:ext>
              </a:extLst>
            </p:cNvPr>
            <p:cNvGrpSpPr>
              <a:grpSpLocks/>
            </p:cNvGrpSpPr>
            <p:nvPr/>
          </p:nvGrpSpPr>
          <p:grpSpPr bwMode="auto">
            <a:xfrm>
              <a:off x="1485" y="3000"/>
              <a:ext cx="35" cy="56"/>
              <a:chOff x="1485" y="3000"/>
              <a:chExt cx="35" cy="56"/>
            </a:xfrm>
          </p:grpSpPr>
          <p:sp>
            <p:nvSpPr>
              <p:cNvPr id="1139" name="Freeform 5155">
                <a:extLst>
                  <a:ext uri="{FF2B5EF4-FFF2-40B4-BE49-F238E27FC236}">
                    <a16:creationId xmlns:a16="http://schemas.microsoft.com/office/drawing/2014/main" id="{64AA826A-69F6-A570-1217-8CE889952133}"/>
                  </a:ext>
                </a:extLst>
              </p:cNvPr>
              <p:cNvSpPr>
                <a:spLocks/>
              </p:cNvSpPr>
              <p:nvPr/>
            </p:nvSpPr>
            <p:spPr bwMode="auto">
              <a:xfrm>
                <a:off x="1485" y="3000"/>
                <a:ext cx="35" cy="56"/>
              </a:xfrm>
              <a:custGeom>
                <a:avLst/>
                <a:gdLst>
                  <a:gd name="T0" fmla="+- 0 1506 1485"/>
                  <a:gd name="T1" fmla="*/ T0 w 35"/>
                  <a:gd name="T2" fmla="+- 0 3000 3000"/>
                  <a:gd name="T3" fmla="*/ 3000 h 56"/>
                  <a:gd name="T4" fmla="+- 0 1500 1485"/>
                  <a:gd name="T5" fmla="*/ T4 w 35"/>
                  <a:gd name="T6" fmla="+- 0 3000 3000"/>
                  <a:gd name="T7" fmla="*/ 3000 h 56"/>
                  <a:gd name="T8" fmla="+- 0 1497 1485"/>
                  <a:gd name="T9" fmla="*/ T8 w 35"/>
                  <a:gd name="T10" fmla="+- 0 3001 3000"/>
                  <a:gd name="T11" fmla="*/ 3001 h 56"/>
                  <a:gd name="T12" fmla="+- 0 1495 1485"/>
                  <a:gd name="T13" fmla="*/ T12 w 35"/>
                  <a:gd name="T14" fmla="+- 0 3003 3000"/>
                  <a:gd name="T15" fmla="*/ 3003 h 56"/>
                  <a:gd name="T16" fmla="+- 0 1492 1485"/>
                  <a:gd name="T17" fmla="*/ T16 w 35"/>
                  <a:gd name="T18" fmla="+- 0 3005 3000"/>
                  <a:gd name="T19" fmla="*/ 3005 h 56"/>
                  <a:gd name="T20" fmla="+- 0 1489 1485"/>
                  <a:gd name="T21" fmla="*/ T20 w 35"/>
                  <a:gd name="T22" fmla="+- 0 3008 3000"/>
                  <a:gd name="T23" fmla="*/ 3008 h 56"/>
                  <a:gd name="T24" fmla="+- 0 1486 1485"/>
                  <a:gd name="T25" fmla="*/ T24 w 35"/>
                  <a:gd name="T26" fmla="+- 0 3017 3000"/>
                  <a:gd name="T27" fmla="*/ 3017 h 56"/>
                  <a:gd name="T28" fmla="+- 0 1485 1485"/>
                  <a:gd name="T29" fmla="*/ T28 w 35"/>
                  <a:gd name="T30" fmla="+- 0 3022 3000"/>
                  <a:gd name="T31" fmla="*/ 3022 h 56"/>
                  <a:gd name="T32" fmla="+- 0 1485 1485"/>
                  <a:gd name="T33" fmla="*/ T32 w 35"/>
                  <a:gd name="T34" fmla="+- 0 3036 3000"/>
                  <a:gd name="T35" fmla="*/ 3036 h 56"/>
                  <a:gd name="T36" fmla="+- 0 1486 1485"/>
                  <a:gd name="T37" fmla="*/ T36 w 35"/>
                  <a:gd name="T38" fmla="+- 0 3042 3000"/>
                  <a:gd name="T39" fmla="*/ 3042 h 56"/>
                  <a:gd name="T40" fmla="+- 0 1492 1485"/>
                  <a:gd name="T41" fmla="*/ T40 w 35"/>
                  <a:gd name="T42" fmla="+- 0 3053 3000"/>
                  <a:gd name="T43" fmla="*/ 3053 h 56"/>
                  <a:gd name="T44" fmla="+- 0 1497 1485"/>
                  <a:gd name="T45" fmla="*/ T44 w 35"/>
                  <a:gd name="T46" fmla="+- 0 3056 3000"/>
                  <a:gd name="T47" fmla="*/ 3056 h 56"/>
                  <a:gd name="T48" fmla="+- 0 1504 1485"/>
                  <a:gd name="T49" fmla="*/ T48 w 35"/>
                  <a:gd name="T50" fmla="+- 0 3056 3000"/>
                  <a:gd name="T51" fmla="*/ 3056 h 56"/>
                  <a:gd name="T52" fmla="+- 0 1507 1485"/>
                  <a:gd name="T53" fmla="*/ T52 w 35"/>
                  <a:gd name="T54" fmla="+- 0 3055 3000"/>
                  <a:gd name="T55" fmla="*/ 3055 h 56"/>
                  <a:gd name="T56" fmla="+- 0 1509 1485"/>
                  <a:gd name="T57" fmla="*/ T56 w 35"/>
                  <a:gd name="T58" fmla="+- 0 3053 3000"/>
                  <a:gd name="T59" fmla="*/ 3053 h 56"/>
                  <a:gd name="T60" fmla="+- 0 1499 1485"/>
                  <a:gd name="T61" fmla="*/ T60 w 35"/>
                  <a:gd name="T62" fmla="+- 0 3053 3000"/>
                  <a:gd name="T63" fmla="*/ 3053 h 56"/>
                  <a:gd name="T64" fmla="+- 0 1497 1485"/>
                  <a:gd name="T65" fmla="*/ T64 w 35"/>
                  <a:gd name="T66" fmla="+- 0 3051 3000"/>
                  <a:gd name="T67" fmla="*/ 3051 h 56"/>
                  <a:gd name="T68" fmla="+- 0 1493 1485"/>
                  <a:gd name="T69" fmla="*/ T68 w 35"/>
                  <a:gd name="T70" fmla="+- 0 3043 3000"/>
                  <a:gd name="T71" fmla="*/ 3043 h 56"/>
                  <a:gd name="T72" fmla="+- 0 1492 1485"/>
                  <a:gd name="T73" fmla="*/ T72 w 35"/>
                  <a:gd name="T74" fmla="+- 0 3037 3000"/>
                  <a:gd name="T75" fmla="*/ 3037 h 56"/>
                  <a:gd name="T76" fmla="+- 0 1493 1485"/>
                  <a:gd name="T77" fmla="*/ T76 w 35"/>
                  <a:gd name="T78" fmla="+- 0 3022 3000"/>
                  <a:gd name="T79" fmla="*/ 3022 h 56"/>
                  <a:gd name="T80" fmla="+- 0 1502 1485"/>
                  <a:gd name="T81" fmla="*/ T80 w 35"/>
                  <a:gd name="T82" fmla="+- 0 3003 3000"/>
                  <a:gd name="T83" fmla="*/ 3003 h 56"/>
                  <a:gd name="T84" fmla="+- 0 1510 1485"/>
                  <a:gd name="T85" fmla="*/ T84 w 35"/>
                  <a:gd name="T86" fmla="+- 0 3003 3000"/>
                  <a:gd name="T87" fmla="*/ 3003 h 56"/>
                  <a:gd name="T88" fmla="+- 0 1510 1485"/>
                  <a:gd name="T89" fmla="*/ T88 w 35"/>
                  <a:gd name="T90" fmla="+- 0 3002 3000"/>
                  <a:gd name="T91" fmla="*/ 3002 h 56"/>
                  <a:gd name="T92" fmla="+- 0 1506 1485"/>
                  <a:gd name="T93" fmla="*/ T92 w 35"/>
                  <a:gd name="T94" fmla="+- 0 3000 3000"/>
                  <a:gd name="T95"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40" name="Freeform 5156">
                <a:extLst>
                  <a:ext uri="{FF2B5EF4-FFF2-40B4-BE49-F238E27FC236}">
                    <a16:creationId xmlns:a16="http://schemas.microsoft.com/office/drawing/2014/main" id="{BD2FAB61-2350-DB9C-647F-3BABB5AF5341}"/>
                  </a:ext>
                </a:extLst>
              </p:cNvPr>
              <p:cNvSpPr>
                <a:spLocks/>
              </p:cNvSpPr>
              <p:nvPr/>
            </p:nvSpPr>
            <p:spPr bwMode="auto">
              <a:xfrm>
                <a:off x="1485" y="3000"/>
                <a:ext cx="35" cy="56"/>
              </a:xfrm>
              <a:custGeom>
                <a:avLst/>
                <a:gdLst>
                  <a:gd name="T0" fmla="+- 0 1510 1485"/>
                  <a:gd name="T1" fmla="*/ T0 w 35"/>
                  <a:gd name="T2" fmla="+- 0 3003 3000"/>
                  <a:gd name="T3" fmla="*/ 3003 h 56"/>
                  <a:gd name="T4" fmla="+- 0 1502 1485"/>
                  <a:gd name="T5" fmla="*/ T4 w 35"/>
                  <a:gd name="T6" fmla="+- 0 3003 3000"/>
                  <a:gd name="T7" fmla="*/ 3003 h 56"/>
                  <a:gd name="T8" fmla="+- 0 1506 1485"/>
                  <a:gd name="T9" fmla="*/ T8 w 35"/>
                  <a:gd name="T10" fmla="+- 0 3004 3000"/>
                  <a:gd name="T11" fmla="*/ 3004 h 56"/>
                  <a:gd name="T12" fmla="+- 0 1507 1485"/>
                  <a:gd name="T13" fmla="*/ T12 w 35"/>
                  <a:gd name="T14" fmla="+- 0 3006 3000"/>
                  <a:gd name="T15" fmla="*/ 3006 h 56"/>
                  <a:gd name="T16" fmla="+- 0 1509 1485"/>
                  <a:gd name="T17" fmla="*/ T16 w 35"/>
                  <a:gd name="T18" fmla="+- 0 3008 3000"/>
                  <a:gd name="T19" fmla="*/ 3008 h 56"/>
                  <a:gd name="T20" fmla="+- 0 1511 1485"/>
                  <a:gd name="T21" fmla="*/ T20 w 35"/>
                  <a:gd name="T22" fmla="+- 0 3015 3000"/>
                  <a:gd name="T23" fmla="*/ 3015 h 56"/>
                  <a:gd name="T24" fmla="+- 0 1511 1485"/>
                  <a:gd name="T25" fmla="*/ T24 w 35"/>
                  <a:gd name="T26" fmla="+- 0 3017 3000"/>
                  <a:gd name="T27" fmla="*/ 3017 h 56"/>
                  <a:gd name="T28" fmla="+- 0 1511 1485"/>
                  <a:gd name="T29" fmla="*/ T28 w 35"/>
                  <a:gd name="T30" fmla="+- 0 3036 3000"/>
                  <a:gd name="T31" fmla="*/ 3036 h 56"/>
                  <a:gd name="T32" fmla="+- 0 1511 1485"/>
                  <a:gd name="T33" fmla="*/ T32 w 35"/>
                  <a:gd name="T34" fmla="+- 0 3040 3000"/>
                  <a:gd name="T35" fmla="*/ 3040 h 56"/>
                  <a:gd name="T36" fmla="+- 0 1509 1485"/>
                  <a:gd name="T37" fmla="*/ T36 w 35"/>
                  <a:gd name="T38" fmla="+- 0 3048 3000"/>
                  <a:gd name="T39" fmla="*/ 3048 h 56"/>
                  <a:gd name="T40" fmla="+- 0 1508 1485"/>
                  <a:gd name="T41" fmla="*/ T40 w 35"/>
                  <a:gd name="T42" fmla="+- 0 3050 3000"/>
                  <a:gd name="T43" fmla="*/ 3050 h 56"/>
                  <a:gd name="T44" fmla="+- 0 1506 1485"/>
                  <a:gd name="T45" fmla="*/ T44 w 35"/>
                  <a:gd name="T46" fmla="+- 0 3051 3000"/>
                  <a:gd name="T47" fmla="*/ 3051 h 56"/>
                  <a:gd name="T48" fmla="+- 0 1502 1485"/>
                  <a:gd name="T49" fmla="*/ T48 w 35"/>
                  <a:gd name="T50" fmla="+- 0 3053 3000"/>
                  <a:gd name="T51" fmla="*/ 3053 h 56"/>
                  <a:gd name="T52" fmla="+- 0 1509 1485"/>
                  <a:gd name="T53" fmla="*/ T52 w 35"/>
                  <a:gd name="T54" fmla="+- 0 3053 3000"/>
                  <a:gd name="T55" fmla="*/ 3053 h 56"/>
                  <a:gd name="T56" fmla="+- 0 1519 1485"/>
                  <a:gd name="T57" fmla="*/ T56 w 35"/>
                  <a:gd name="T58" fmla="+- 0 3019 3000"/>
                  <a:gd name="T59" fmla="*/ 3019 h 56"/>
                  <a:gd name="T60" fmla="+- 0 1517 1485"/>
                  <a:gd name="T61" fmla="*/ T60 w 35"/>
                  <a:gd name="T62" fmla="+- 0 3012 3000"/>
                  <a:gd name="T63" fmla="*/ 3012 h 56"/>
                  <a:gd name="T64" fmla="+- 0 1510 1485"/>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7" name="Group 286">
              <a:extLst>
                <a:ext uri="{FF2B5EF4-FFF2-40B4-BE49-F238E27FC236}">
                  <a16:creationId xmlns:a16="http://schemas.microsoft.com/office/drawing/2014/main" id="{4E33C2EA-F5CA-1EC4-CDF0-49D48EEED2C8}"/>
                </a:ext>
              </a:extLst>
            </p:cNvPr>
            <p:cNvGrpSpPr>
              <a:grpSpLocks/>
            </p:cNvGrpSpPr>
            <p:nvPr/>
          </p:nvGrpSpPr>
          <p:grpSpPr bwMode="auto">
            <a:xfrm>
              <a:off x="1940" y="3000"/>
              <a:ext cx="36" cy="55"/>
              <a:chOff x="1940" y="3000"/>
              <a:chExt cx="36" cy="55"/>
            </a:xfrm>
          </p:grpSpPr>
          <p:sp>
            <p:nvSpPr>
              <p:cNvPr id="1136" name="Freeform 5158">
                <a:extLst>
                  <a:ext uri="{FF2B5EF4-FFF2-40B4-BE49-F238E27FC236}">
                    <a16:creationId xmlns:a16="http://schemas.microsoft.com/office/drawing/2014/main" id="{A279F658-4D0C-A146-E89A-86A01BD216E1}"/>
                  </a:ext>
                </a:extLst>
              </p:cNvPr>
              <p:cNvSpPr>
                <a:spLocks/>
              </p:cNvSpPr>
              <p:nvPr/>
            </p:nvSpPr>
            <p:spPr bwMode="auto">
              <a:xfrm>
                <a:off x="1940" y="3000"/>
                <a:ext cx="36" cy="55"/>
              </a:xfrm>
              <a:custGeom>
                <a:avLst/>
                <a:gdLst>
                  <a:gd name="T0" fmla="+- 0 1969 1940"/>
                  <a:gd name="T1" fmla="*/ T0 w 36"/>
                  <a:gd name="T2" fmla="+- 0 3006 3000"/>
                  <a:gd name="T3" fmla="*/ 3006 h 55"/>
                  <a:gd name="T4" fmla="+- 0 1957 1940"/>
                  <a:gd name="T5" fmla="*/ T4 w 36"/>
                  <a:gd name="T6" fmla="+- 0 3006 3000"/>
                  <a:gd name="T7" fmla="*/ 3006 h 55"/>
                  <a:gd name="T8" fmla="+- 0 1960 1940"/>
                  <a:gd name="T9" fmla="*/ T8 w 36"/>
                  <a:gd name="T10" fmla="+- 0 3007 3000"/>
                  <a:gd name="T11" fmla="*/ 3007 h 55"/>
                  <a:gd name="T12" fmla="+- 0 1964 1940"/>
                  <a:gd name="T13" fmla="*/ T12 w 36"/>
                  <a:gd name="T14" fmla="+- 0 3012 3000"/>
                  <a:gd name="T15" fmla="*/ 3012 h 55"/>
                  <a:gd name="T16" fmla="+- 0 1965 1940"/>
                  <a:gd name="T17" fmla="*/ T16 w 36"/>
                  <a:gd name="T18" fmla="+- 0 3015 3000"/>
                  <a:gd name="T19" fmla="*/ 3015 h 55"/>
                  <a:gd name="T20" fmla="+- 0 1965 1940"/>
                  <a:gd name="T21" fmla="*/ T20 w 36"/>
                  <a:gd name="T22" fmla="+- 0 3022 3000"/>
                  <a:gd name="T23" fmla="*/ 3022 h 55"/>
                  <a:gd name="T24" fmla="+- 0 1963 1940"/>
                  <a:gd name="T25" fmla="*/ T24 w 36"/>
                  <a:gd name="T26" fmla="+- 0 3027 3000"/>
                  <a:gd name="T27" fmla="*/ 3027 h 55"/>
                  <a:gd name="T28" fmla="+- 0 1955 1940"/>
                  <a:gd name="T29" fmla="*/ T28 w 36"/>
                  <a:gd name="T30" fmla="+- 0 3038 3000"/>
                  <a:gd name="T31" fmla="*/ 3038 h 55"/>
                  <a:gd name="T32" fmla="+- 0 1949 1940"/>
                  <a:gd name="T33" fmla="*/ T32 w 36"/>
                  <a:gd name="T34" fmla="+- 0 3045 3000"/>
                  <a:gd name="T35" fmla="*/ 3045 h 55"/>
                  <a:gd name="T36" fmla="+- 0 1940 1940"/>
                  <a:gd name="T37" fmla="*/ T36 w 36"/>
                  <a:gd name="T38" fmla="+- 0 3053 3000"/>
                  <a:gd name="T39" fmla="*/ 3053 h 55"/>
                  <a:gd name="T40" fmla="+- 0 1940 1940"/>
                  <a:gd name="T41" fmla="*/ T40 w 36"/>
                  <a:gd name="T42" fmla="+- 0 3055 3000"/>
                  <a:gd name="T43" fmla="*/ 3055 h 55"/>
                  <a:gd name="T44" fmla="+- 0 1971 1940"/>
                  <a:gd name="T45" fmla="*/ T44 w 36"/>
                  <a:gd name="T46" fmla="+- 0 3055 3000"/>
                  <a:gd name="T47" fmla="*/ 3055 h 55"/>
                  <a:gd name="T48" fmla="+- 0 1973 1940"/>
                  <a:gd name="T49" fmla="*/ T48 w 36"/>
                  <a:gd name="T50" fmla="+- 0 3049 3000"/>
                  <a:gd name="T51" fmla="*/ 3049 h 55"/>
                  <a:gd name="T52" fmla="+- 0 1948 1940"/>
                  <a:gd name="T53" fmla="*/ T52 w 36"/>
                  <a:gd name="T54" fmla="+- 0 3049 3000"/>
                  <a:gd name="T55" fmla="*/ 3049 h 55"/>
                  <a:gd name="T56" fmla="+- 0 1950 1940"/>
                  <a:gd name="T57" fmla="*/ T56 w 36"/>
                  <a:gd name="T58" fmla="+- 0 3047 3000"/>
                  <a:gd name="T59" fmla="*/ 3047 h 55"/>
                  <a:gd name="T60" fmla="+- 0 1954 1940"/>
                  <a:gd name="T61" fmla="*/ T60 w 36"/>
                  <a:gd name="T62" fmla="+- 0 3043 3000"/>
                  <a:gd name="T63" fmla="*/ 3043 h 55"/>
                  <a:gd name="T64" fmla="+- 0 1965 1940"/>
                  <a:gd name="T65" fmla="*/ T64 w 36"/>
                  <a:gd name="T66" fmla="+- 0 3031 3000"/>
                  <a:gd name="T67" fmla="*/ 3031 h 55"/>
                  <a:gd name="T68" fmla="+- 0 1968 1940"/>
                  <a:gd name="T69" fmla="*/ T68 w 36"/>
                  <a:gd name="T70" fmla="+- 0 3027 3000"/>
                  <a:gd name="T71" fmla="*/ 3027 h 55"/>
                  <a:gd name="T72" fmla="+- 0 1970 1940"/>
                  <a:gd name="T73" fmla="*/ T72 w 36"/>
                  <a:gd name="T74" fmla="+- 0 3022 3000"/>
                  <a:gd name="T75" fmla="*/ 3022 h 55"/>
                  <a:gd name="T76" fmla="+- 0 1971 1940"/>
                  <a:gd name="T77" fmla="*/ T76 w 36"/>
                  <a:gd name="T78" fmla="+- 0 3020 3000"/>
                  <a:gd name="T79" fmla="*/ 3020 h 55"/>
                  <a:gd name="T80" fmla="+- 0 1972 1940"/>
                  <a:gd name="T81" fmla="*/ T80 w 36"/>
                  <a:gd name="T82" fmla="+- 0 3017 3000"/>
                  <a:gd name="T83" fmla="*/ 3017 h 55"/>
                  <a:gd name="T84" fmla="+- 0 1971 1940"/>
                  <a:gd name="T85" fmla="*/ T84 w 36"/>
                  <a:gd name="T86" fmla="+- 0 3010 3000"/>
                  <a:gd name="T87" fmla="*/ 3010 h 55"/>
                  <a:gd name="T88" fmla="+- 0 1970 1940"/>
                  <a:gd name="T89" fmla="*/ T88 w 36"/>
                  <a:gd name="T90" fmla="+- 0 3007 3000"/>
                  <a:gd name="T91" fmla="*/ 3007 h 55"/>
                  <a:gd name="T92" fmla="+- 0 1969 1940"/>
                  <a:gd name="T93" fmla="*/ T92 w 36"/>
                  <a:gd name="T94" fmla="+- 0 3006 3000"/>
                  <a:gd name="T95" fmla="*/ 300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2"/>
                    </a:lnTo>
                    <a:lnTo>
                      <a:pt x="25" y="15"/>
                    </a:lnTo>
                    <a:lnTo>
                      <a:pt x="25" y="22"/>
                    </a:lnTo>
                    <a:lnTo>
                      <a:pt x="23" y="27"/>
                    </a:lnTo>
                    <a:lnTo>
                      <a:pt x="15" y="38"/>
                    </a:lnTo>
                    <a:lnTo>
                      <a:pt x="9" y="45"/>
                    </a:lnTo>
                    <a:lnTo>
                      <a:pt x="0" y="53"/>
                    </a:lnTo>
                    <a:lnTo>
                      <a:pt x="0" y="55"/>
                    </a:lnTo>
                    <a:lnTo>
                      <a:pt x="31" y="55"/>
                    </a:lnTo>
                    <a:lnTo>
                      <a:pt x="33" y="49"/>
                    </a:lnTo>
                    <a:lnTo>
                      <a:pt x="8" y="49"/>
                    </a:lnTo>
                    <a:lnTo>
                      <a:pt x="10" y="47"/>
                    </a:lnTo>
                    <a:lnTo>
                      <a:pt x="14" y="43"/>
                    </a:lnTo>
                    <a:lnTo>
                      <a:pt x="25" y="31"/>
                    </a:lnTo>
                    <a:lnTo>
                      <a:pt x="28" y="27"/>
                    </a:lnTo>
                    <a:lnTo>
                      <a:pt x="30" y="22"/>
                    </a:lnTo>
                    <a:lnTo>
                      <a:pt x="31" y="20"/>
                    </a:lnTo>
                    <a:lnTo>
                      <a:pt x="32" y="17"/>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7" name="Freeform 5159">
                <a:extLst>
                  <a:ext uri="{FF2B5EF4-FFF2-40B4-BE49-F238E27FC236}">
                    <a16:creationId xmlns:a16="http://schemas.microsoft.com/office/drawing/2014/main" id="{923E3F2E-DFC6-B5F5-4874-5AAF564505AF}"/>
                  </a:ext>
                </a:extLst>
              </p:cNvPr>
              <p:cNvSpPr>
                <a:spLocks/>
              </p:cNvSpPr>
              <p:nvPr/>
            </p:nvSpPr>
            <p:spPr bwMode="auto">
              <a:xfrm>
                <a:off x="1940" y="3000"/>
                <a:ext cx="36" cy="55"/>
              </a:xfrm>
              <a:custGeom>
                <a:avLst/>
                <a:gdLst>
                  <a:gd name="T0" fmla="+- 0 1975 1940"/>
                  <a:gd name="T1" fmla="*/ T0 w 36"/>
                  <a:gd name="T2" fmla="+- 0 3045 3000"/>
                  <a:gd name="T3" fmla="*/ 3045 h 55"/>
                  <a:gd name="T4" fmla="+- 0 1973 1940"/>
                  <a:gd name="T5" fmla="*/ T4 w 36"/>
                  <a:gd name="T6" fmla="+- 0 3045 3000"/>
                  <a:gd name="T7" fmla="*/ 3045 h 55"/>
                  <a:gd name="T8" fmla="+- 0 1971 1940"/>
                  <a:gd name="T9" fmla="*/ T8 w 36"/>
                  <a:gd name="T10" fmla="+- 0 3047 3000"/>
                  <a:gd name="T11" fmla="*/ 3047 h 55"/>
                  <a:gd name="T12" fmla="+- 0 1968 1940"/>
                  <a:gd name="T13" fmla="*/ T12 w 36"/>
                  <a:gd name="T14" fmla="+- 0 3049 3000"/>
                  <a:gd name="T15" fmla="*/ 3049 h 55"/>
                  <a:gd name="T16" fmla="+- 0 1965 1940"/>
                  <a:gd name="T17" fmla="*/ T16 w 36"/>
                  <a:gd name="T18" fmla="+- 0 3049 3000"/>
                  <a:gd name="T19" fmla="*/ 3049 h 55"/>
                  <a:gd name="T20" fmla="+- 0 1973 1940"/>
                  <a:gd name="T21" fmla="*/ T20 w 36"/>
                  <a:gd name="T22" fmla="+- 0 3049 3000"/>
                  <a:gd name="T23" fmla="*/ 3049 h 55"/>
                  <a:gd name="T24" fmla="+- 0 1975 1940"/>
                  <a:gd name="T25" fmla="*/ T24 w 36"/>
                  <a:gd name="T26" fmla="+- 0 3045 3000"/>
                  <a:gd name="T27" fmla="*/ 304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5"/>
                    </a:moveTo>
                    <a:lnTo>
                      <a:pt x="33" y="45"/>
                    </a:lnTo>
                    <a:lnTo>
                      <a:pt x="31" y="47"/>
                    </a:lnTo>
                    <a:lnTo>
                      <a:pt x="28" y="49"/>
                    </a:lnTo>
                    <a:lnTo>
                      <a:pt x="25" y="49"/>
                    </a:lnTo>
                    <a:lnTo>
                      <a:pt x="33" y="49"/>
                    </a:lnTo>
                    <a:lnTo>
                      <a:pt x="3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8" name="Freeform 5160">
                <a:extLst>
                  <a:ext uri="{FF2B5EF4-FFF2-40B4-BE49-F238E27FC236}">
                    <a16:creationId xmlns:a16="http://schemas.microsoft.com/office/drawing/2014/main" id="{82382580-B235-0BFD-4211-C61AE6BDECCC}"/>
                  </a:ext>
                </a:extLst>
              </p:cNvPr>
              <p:cNvSpPr>
                <a:spLocks/>
              </p:cNvSpPr>
              <p:nvPr/>
            </p:nvSpPr>
            <p:spPr bwMode="auto">
              <a:xfrm>
                <a:off x="1940" y="3000"/>
                <a:ext cx="36" cy="55"/>
              </a:xfrm>
              <a:custGeom>
                <a:avLst/>
                <a:gdLst>
                  <a:gd name="T0" fmla="+- 0 1961 1940"/>
                  <a:gd name="T1" fmla="*/ T0 w 36"/>
                  <a:gd name="T2" fmla="+- 0 3000 3000"/>
                  <a:gd name="T3" fmla="*/ 3000 h 55"/>
                  <a:gd name="T4" fmla="+- 0 1952 1940"/>
                  <a:gd name="T5" fmla="*/ T4 w 36"/>
                  <a:gd name="T6" fmla="+- 0 3000 3000"/>
                  <a:gd name="T7" fmla="*/ 3000 h 55"/>
                  <a:gd name="T8" fmla="+- 0 1949 1940"/>
                  <a:gd name="T9" fmla="*/ T8 w 36"/>
                  <a:gd name="T10" fmla="+- 0 3002 3000"/>
                  <a:gd name="T11" fmla="*/ 3002 h 55"/>
                  <a:gd name="T12" fmla="+- 0 1944 1940"/>
                  <a:gd name="T13" fmla="*/ T12 w 36"/>
                  <a:gd name="T14" fmla="+- 0 3007 3000"/>
                  <a:gd name="T15" fmla="*/ 3007 h 55"/>
                  <a:gd name="T16" fmla="+- 0 1942 1940"/>
                  <a:gd name="T17" fmla="*/ T16 w 36"/>
                  <a:gd name="T18" fmla="+- 0 3011 3000"/>
                  <a:gd name="T19" fmla="*/ 3011 h 55"/>
                  <a:gd name="T20" fmla="+- 0 1941 1940"/>
                  <a:gd name="T21" fmla="*/ T20 w 36"/>
                  <a:gd name="T22" fmla="+- 0 3015 3000"/>
                  <a:gd name="T23" fmla="*/ 3015 h 55"/>
                  <a:gd name="T24" fmla="+- 0 1943 1940"/>
                  <a:gd name="T25" fmla="*/ T24 w 36"/>
                  <a:gd name="T26" fmla="+- 0 3015 3000"/>
                  <a:gd name="T27" fmla="*/ 3015 h 55"/>
                  <a:gd name="T28" fmla="+- 0 1944 1940"/>
                  <a:gd name="T29" fmla="*/ T28 w 36"/>
                  <a:gd name="T30" fmla="+- 0 3012 3000"/>
                  <a:gd name="T31" fmla="*/ 3012 h 55"/>
                  <a:gd name="T32" fmla="+- 0 1945 1940"/>
                  <a:gd name="T33" fmla="*/ T32 w 36"/>
                  <a:gd name="T34" fmla="+- 0 3010 3000"/>
                  <a:gd name="T35" fmla="*/ 3010 h 55"/>
                  <a:gd name="T36" fmla="+- 0 1949 1940"/>
                  <a:gd name="T37" fmla="*/ T36 w 36"/>
                  <a:gd name="T38" fmla="+- 0 3007 3000"/>
                  <a:gd name="T39" fmla="*/ 3007 h 55"/>
                  <a:gd name="T40" fmla="+- 0 1952 1940"/>
                  <a:gd name="T41" fmla="*/ T40 w 36"/>
                  <a:gd name="T42" fmla="+- 0 3006 3000"/>
                  <a:gd name="T43" fmla="*/ 3006 h 55"/>
                  <a:gd name="T44" fmla="+- 0 1969 1940"/>
                  <a:gd name="T45" fmla="*/ T44 w 36"/>
                  <a:gd name="T46" fmla="+- 0 3006 3000"/>
                  <a:gd name="T47" fmla="*/ 3006 h 55"/>
                  <a:gd name="T48" fmla="+- 0 1964 1940"/>
                  <a:gd name="T49" fmla="*/ T48 w 36"/>
                  <a:gd name="T50" fmla="+- 0 3002 3000"/>
                  <a:gd name="T51" fmla="*/ 3002 h 55"/>
                  <a:gd name="T52" fmla="+- 0 1961 1940"/>
                  <a:gd name="T53" fmla="*/ T52 w 36"/>
                  <a:gd name="T54" fmla="+- 0 3000 3000"/>
                  <a:gd name="T55" fmla="*/ 300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2"/>
                    </a:lnTo>
                    <a:lnTo>
                      <a:pt x="4" y="7"/>
                    </a:lnTo>
                    <a:lnTo>
                      <a:pt x="2" y="11"/>
                    </a:lnTo>
                    <a:lnTo>
                      <a:pt x="1" y="15"/>
                    </a:lnTo>
                    <a:lnTo>
                      <a:pt x="3" y="15"/>
                    </a:lnTo>
                    <a:lnTo>
                      <a:pt x="4" y="12"/>
                    </a:lnTo>
                    <a:lnTo>
                      <a:pt x="5" y="10"/>
                    </a:lnTo>
                    <a:lnTo>
                      <a:pt x="9" y="7"/>
                    </a:lnTo>
                    <a:lnTo>
                      <a:pt x="12" y="6"/>
                    </a:lnTo>
                    <a:lnTo>
                      <a:pt x="29" y="6"/>
                    </a:lnTo>
                    <a:lnTo>
                      <a:pt x="24"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8" name="Group 287">
              <a:extLst>
                <a:ext uri="{FF2B5EF4-FFF2-40B4-BE49-F238E27FC236}">
                  <a16:creationId xmlns:a16="http://schemas.microsoft.com/office/drawing/2014/main" id="{BE76F7F9-5CD9-BFEA-B75E-181C6A07DD41}"/>
                </a:ext>
              </a:extLst>
            </p:cNvPr>
            <p:cNvGrpSpPr>
              <a:grpSpLocks/>
            </p:cNvGrpSpPr>
            <p:nvPr/>
          </p:nvGrpSpPr>
          <p:grpSpPr bwMode="auto">
            <a:xfrm>
              <a:off x="2397" y="3000"/>
              <a:ext cx="35" cy="56"/>
              <a:chOff x="2397" y="3000"/>
              <a:chExt cx="35" cy="56"/>
            </a:xfrm>
          </p:grpSpPr>
          <p:sp>
            <p:nvSpPr>
              <p:cNvPr id="1134" name="Freeform 5162">
                <a:extLst>
                  <a:ext uri="{FF2B5EF4-FFF2-40B4-BE49-F238E27FC236}">
                    <a16:creationId xmlns:a16="http://schemas.microsoft.com/office/drawing/2014/main" id="{80617C91-79F9-5225-BD73-843E6B7C66A5}"/>
                  </a:ext>
                </a:extLst>
              </p:cNvPr>
              <p:cNvSpPr>
                <a:spLocks/>
              </p:cNvSpPr>
              <p:nvPr/>
            </p:nvSpPr>
            <p:spPr bwMode="auto">
              <a:xfrm>
                <a:off x="2397" y="3000"/>
                <a:ext cx="35" cy="56"/>
              </a:xfrm>
              <a:custGeom>
                <a:avLst/>
                <a:gdLst>
                  <a:gd name="T0" fmla="+- 0 2419 2397"/>
                  <a:gd name="T1" fmla="*/ T0 w 35"/>
                  <a:gd name="T2" fmla="+- 0 3000 3000"/>
                  <a:gd name="T3" fmla="*/ 3000 h 56"/>
                  <a:gd name="T4" fmla="+- 0 2412 2397"/>
                  <a:gd name="T5" fmla="*/ T4 w 35"/>
                  <a:gd name="T6" fmla="+- 0 3000 3000"/>
                  <a:gd name="T7" fmla="*/ 3000 h 56"/>
                  <a:gd name="T8" fmla="+- 0 2410 2397"/>
                  <a:gd name="T9" fmla="*/ T8 w 35"/>
                  <a:gd name="T10" fmla="+- 0 3001 3000"/>
                  <a:gd name="T11" fmla="*/ 3001 h 56"/>
                  <a:gd name="T12" fmla="+- 0 2404 2397"/>
                  <a:gd name="T13" fmla="*/ T12 w 35"/>
                  <a:gd name="T14" fmla="+- 0 3005 3000"/>
                  <a:gd name="T15" fmla="*/ 3005 h 56"/>
                  <a:gd name="T16" fmla="+- 0 2402 2397"/>
                  <a:gd name="T17" fmla="*/ T16 w 35"/>
                  <a:gd name="T18" fmla="+- 0 3008 3000"/>
                  <a:gd name="T19" fmla="*/ 3008 h 56"/>
                  <a:gd name="T20" fmla="+- 0 2398 2397"/>
                  <a:gd name="T21" fmla="*/ T20 w 35"/>
                  <a:gd name="T22" fmla="+- 0 3017 3000"/>
                  <a:gd name="T23" fmla="*/ 3017 h 56"/>
                  <a:gd name="T24" fmla="+- 0 2397 2397"/>
                  <a:gd name="T25" fmla="*/ T24 w 35"/>
                  <a:gd name="T26" fmla="+- 0 3022 3000"/>
                  <a:gd name="T27" fmla="*/ 3022 h 56"/>
                  <a:gd name="T28" fmla="+- 0 2397 2397"/>
                  <a:gd name="T29" fmla="*/ T28 w 35"/>
                  <a:gd name="T30" fmla="+- 0 3036 3000"/>
                  <a:gd name="T31" fmla="*/ 3036 h 56"/>
                  <a:gd name="T32" fmla="+- 0 2399 2397"/>
                  <a:gd name="T33" fmla="*/ T32 w 35"/>
                  <a:gd name="T34" fmla="+- 0 3042 3000"/>
                  <a:gd name="T35" fmla="*/ 3042 h 56"/>
                  <a:gd name="T36" fmla="+- 0 2405 2397"/>
                  <a:gd name="T37" fmla="*/ T36 w 35"/>
                  <a:gd name="T38" fmla="+- 0 3053 3000"/>
                  <a:gd name="T39" fmla="*/ 3053 h 56"/>
                  <a:gd name="T40" fmla="+- 0 2409 2397"/>
                  <a:gd name="T41" fmla="*/ T40 w 35"/>
                  <a:gd name="T42" fmla="+- 0 3056 3000"/>
                  <a:gd name="T43" fmla="*/ 3056 h 56"/>
                  <a:gd name="T44" fmla="+- 0 2417 2397"/>
                  <a:gd name="T45" fmla="*/ T44 w 35"/>
                  <a:gd name="T46" fmla="+- 0 3056 3000"/>
                  <a:gd name="T47" fmla="*/ 3056 h 56"/>
                  <a:gd name="T48" fmla="+- 0 2420 2397"/>
                  <a:gd name="T49" fmla="*/ T48 w 35"/>
                  <a:gd name="T50" fmla="+- 0 3055 3000"/>
                  <a:gd name="T51" fmla="*/ 3055 h 56"/>
                  <a:gd name="T52" fmla="+- 0 2422 2397"/>
                  <a:gd name="T53" fmla="*/ T52 w 35"/>
                  <a:gd name="T54" fmla="+- 0 3053 3000"/>
                  <a:gd name="T55" fmla="*/ 3053 h 56"/>
                  <a:gd name="T56" fmla="+- 0 2411 2397"/>
                  <a:gd name="T57" fmla="*/ T56 w 35"/>
                  <a:gd name="T58" fmla="+- 0 3053 3000"/>
                  <a:gd name="T59" fmla="*/ 3053 h 56"/>
                  <a:gd name="T60" fmla="+- 0 2409 2397"/>
                  <a:gd name="T61" fmla="*/ T60 w 35"/>
                  <a:gd name="T62" fmla="+- 0 3051 3000"/>
                  <a:gd name="T63" fmla="*/ 3051 h 56"/>
                  <a:gd name="T64" fmla="+- 0 2406 2397"/>
                  <a:gd name="T65" fmla="*/ T64 w 35"/>
                  <a:gd name="T66" fmla="+- 0 3043 3000"/>
                  <a:gd name="T67" fmla="*/ 3043 h 56"/>
                  <a:gd name="T68" fmla="+- 0 2405 2397"/>
                  <a:gd name="T69" fmla="*/ T68 w 35"/>
                  <a:gd name="T70" fmla="+- 0 3037 3000"/>
                  <a:gd name="T71" fmla="*/ 3037 h 56"/>
                  <a:gd name="T72" fmla="+- 0 2405 2397"/>
                  <a:gd name="T73" fmla="*/ T72 w 35"/>
                  <a:gd name="T74" fmla="+- 0 3022 3000"/>
                  <a:gd name="T75" fmla="*/ 3022 h 56"/>
                  <a:gd name="T76" fmla="+- 0 2415 2397"/>
                  <a:gd name="T77" fmla="*/ T76 w 35"/>
                  <a:gd name="T78" fmla="+- 0 3003 3000"/>
                  <a:gd name="T79" fmla="*/ 3003 h 56"/>
                  <a:gd name="T80" fmla="+- 0 2423 2397"/>
                  <a:gd name="T81" fmla="*/ T80 w 35"/>
                  <a:gd name="T82" fmla="+- 0 3003 3000"/>
                  <a:gd name="T83" fmla="*/ 3003 h 56"/>
                  <a:gd name="T84" fmla="+- 0 2422 2397"/>
                  <a:gd name="T85" fmla="*/ T84 w 35"/>
                  <a:gd name="T86" fmla="+- 0 3002 3000"/>
                  <a:gd name="T87" fmla="*/ 3002 h 56"/>
                  <a:gd name="T88" fmla="+- 0 2419 2397"/>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5" name="Freeform 5163">
                <a:extLst>
                  <a:ext uri="{FF2B5EF4-FFF2-40B4-BE49-F238E27FC236}">
                    <a16:creationId xmlns:a16="http://schemas.microsoft.com/office/drawing/2014/main" id="{7857B6F7-544B-808E-9307-B655ED43568C}"/>
                  </a:ext>
                </a:extLst>
              </p:cNvPr>
              <p:cNvSpPr>
                <a:spLocks/>
              </p:cNvSpPr>
              <p:nvPr/>
            </p:nvSpPr>
            <p:spPr bwMode="auto">
              <a:xfrm>
                <a:off x="2397" y="3000"/>
                <a:ext cx="35" cy="56"/>
              </a:xfrm>
              <a:custGeom>
                <a:avLst/>
                <a:gdLst>
                  <a:gd name="T0" fmla="+- 0 2423 2397"/>
                  <a:gd name="T1" fmla="*/ T0 w 35"/>
                  <a:gd name="T2" fmla="+- 0 3003 3000"/>
                  <a:gd name="T3" fmla="*/ 3003 h 56"/>
                  <a:gd name="T4" fmla="+- 0 2415 2397"/>
                  <a:gd name="T5" fmla="*/ T4 w 35"/>
                  <a:gd name="T6" fmla="+- 0 3003 3000"/>
                  <a:gd name="T7" fmla="*/ 3003 h 56"/>
                  <a:gd name="T8" fmla="+- 0 2419 2397"/>
                  <a:gd name="T9" fmla="*/ T8 w 35"/>
                  <a:gd name="T10" fmla="+- 0 3004 3000"/>
                  <a:gd name="T11" fmla="*/ 3004 h 56"/>
                  <a:gd name="T12" fmla="+- 0 2420 2397"/>
                  <a:gd name="T13" fmla="*/ T12 w 35"/>
                  <a:gd name="T14" fmla="+- 0 3006 3000"/>
                  <a:gd name="T15" fmla="*/ 3006 h 56"/>
                  <a:gd name="T16" fmla="+- 0 2421 2397"/>
                  <a:gd name="T17" fmla="*/ T16 w 35"/>
                  <a:gd name="T18" fmla="+- 0 3008 3000"/>
                  <a:gd name="T19" fmla="*/ 3008 h 56"/>
                  <a:gd name="T20" fmla="+- 0 2423 2397"/>
                  <a:gd name="T21" fmla="*/ T20 w 35"/>
                  <a:gd name="T22" fmla="+- 0 3015 3000"/>
                  <a:gd name="T23" fmla="*/ 3015 h 56"/>
                  <a:gd name="T24" fmla="+- 0 2424 2397"/>
                  <a:gd name="T25" fmla="*/ T24 w 35"/>
                  <a:gd name="T26" fmla="+- 0 3017 3000"/>
                  <a:gd name="T27" fmla="*/ 3017 h 56"/>
                  <a:gd name="T28" fmla="+- 0 2424 2397"/>
                  <a:gd name="T29" fmla="*/ T28 w 35"/>
                  <a:gd name="T30" fmla="+- 0 3036 3000"/>
                  <a:gd name="T31" fmla="*/ 3036 h 56"/>
                  <a:gd name="T32" fmla="+- 0 2424 2397"/>
                  <a:gd name="T33" fmla="*/ T32 w 35"/>
                  <a:gd name="T34" fmla="+- 0 3040 3000"/>
                  <a:gd name="T35" fmla="*/ 3040 h 56"/>
                  <a:gd name="T36" fmla="+- 0 2422 2397"/>
                  <a:gd name="T37" fmla="*/ T36 w 35"/>
                  <a:gd name="T38" fmla="+- 0 3048 3000"/>
                  <a:gd name="T39" fmla="*/ 3048 h 56"/>
                  <a:gd name="T40" fmla="+- 0 2420 2397"/>
                  <a:gd name="T41" fmla="*/ T40 w 35"/>
                  <a:gd name="T42" fmla="+- 0 3050 3000"/>
                  <a:gd name="T43" fmla="*/ 3050 h 56"/>
                  <a:gd name="T44" fmla="+- 0 2419 2397"/>
                  <a:gd name="T45" fmla="*/ T44 w 35"/>
                  <a:gd name="T46" fmla="+- 0 3051 3000"/>
                  <a:gd name="T47" fmla="*/ 3051 h 56"/>
                  <a:gd name="T48" fmla="+- 0 2414 2397"/>
                  <a:gd name="T49" fmla="*/ T48 w 35"/>
                  <a:gd name="T50" fmla="+- 0 3053 3000"/>
                  <a:gd name="T51" fmla="*/ 3053 h 56"/>
                  <a:gd name="T52" fmla="+- 0 2422 2397"/>
                  <a:gd name="T53" fmla="*/ T52 w 35"/>
                  <a:gd name="T54" fmla="+- 0 3053 3000"/>
                  <a:gd name="T55" fmla="*/ 3053 h 56"/>
                  <a:gd name="T56" fmla="+- 0 2432 2397"/>
                  <a:gd name="T57" fmla="*/ T56 w 35"/>
                  <a:gd name="T58" fmla="+- 0 3019 3000"/>
                  <a:gd name="T59" fmla="*/ 3019 h 56"/>
                  <a:gd name="T60" fmla="+- 0 2430 2397"/>
                  <a:gd name="T61" fmla="*/ T60 w 35"/>
                  <a:gd name="T62" fmla="+- 0 3012 3000"/>
                  <a:gd name="T63" fmla="*/ 3012 h 56"/>
                  <a:gd name="T64" fmla="+- 0 2423 2397"/>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6" y="15"/>
                    </a:lnTo>
                    <a:lnTo>
                      <a:pt x="27" y="17"/>
                    </a:lnTo>
                    <a:lnTo>
                      <a:pt x="27" y="36"/>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89" name="Group 288">
              <a:extLst>
                <a:ext uri="{FF2B5EF4-FFF2-40B4-BE49-F238E27FC236}">
                  <a16:creationId xmlns:a16="http://schemas.microsoft.com/office/drawing/2014/main" id="{8CE91425-30BF-CF9E-665E-5E4771130621}"/>
                </a:ext>
              </a:extLst>
            </p:cNvPr>
            <p:cNvGrpSpPr>
              <a:grpSpLocks/>
            </p:cNvGrpSpPr>
            <p:nvPr/>
          </p:nvGrpSpPr>
          <p:grpSpPr bwMode="auto">
            <a:xfrm>
              <a:off x="2854" y="3000"/>
              <a:ext cx="35" cy="56"/>
              <a:chOff x="2854" y="3000"/>
              <a:chExt cx="35" cy="56"/>
            </a:xfrm>
          </p:grpSpPr>
          <p:sp>
            <p:nvSpPr>
              <p:cNvPr id="1132" name="Freeform 5165">
                <a:extLst>
                  <a:ext uri="{FF2B5EF4-FFF2-40B4-BE49-F238E27FC236}">
                    <a16:creationId xmlns:a16="http://schemas.microsoft.com/office/drawing/2014/main" id="{679582BC-5B34-BB4D-6769-DA005771AF2A}"/>
                  </a:ext>
                </a:extLst>
              </p:cNvPr>
              <p:cNvSpPr>
                <a:spLocks/>
              </p:cNvSpPr>
              <p:nvPr/>
            </p:nvSpPr>
            <p:spPr bwMode="auto">
              <a:xfrm>
                <a:off x="2854" y="3000"/>
                <a:ext cx="35" cy="56"/>
              </a:xfrm>
              <a:custGeom>
                <a:avLst/>
                <a:gdLst>
                  <a:gd name="T0" fmla="+- 0 2875 2854"/>
                  <a:gd name="T1" fmla="*/ T0 w 35"/>
                  <a:gd name="T2" fmla="+- 0 3000 3000"/>
                  <a:gd name="T3" fmla="*/ 3000 h 56"/>
                  <a:gd name="T4" fmla="+- 0 2868 2854"/>
                  <a:gd name="T5" fmla="*/ T4 w 35"/>
                  <a:gd name="T6" fmla="+- 0 3000 3000"/>
                  <a:gd name="T7" fmla="*/ 3000 h 56"/>
                  <a:gd name="T8" fmla="+- 0 2866 2854"/>
                  <a:gd name="T9" fmla="*/ T8 w 35"/>
                  <a:gd name="T10" fmla="+- 0 3001 3000"/>
                  <a:gd name="T11" fmla="*/ 3001 h 56"/>
                  <a:gd name="T12" fmla="+- 0 2861 2854"/>
                  <a:gd name="T13" fmla="*/ T12 w 35"/>
                  <a:gd name="T14" fmla="+- 0 3005 3000"/>
                  <a:gd name="T15" fmla="*/ 3005 h 56"/>
                  <a:gd name="T16" fmla="+- 0 2858 2854"/>
                  <a:gd name="T17" fmla="*/ T16 w 35"/>
                  <a:gd name="T18" fmla="+- 0 3008 3000"/>
                  <a:gd name="T19" fmla="*/ 3008 h 56"/>
                  <a:gd name="T20" fmla="+- 0 2855 2854"/>
                  <a:gd name="T21" fmla="*/ T20 w 35"/>
                  <a:gd name="T22" fmla="+- 0 3017 3000"/>
                  <a:gd name="T23" fmla="*/ 3017 h 56"/>
                  <a:gd name="T24" fmla="+- 0 2854 2854"/>
                  <a:gd name="T25" fmla="*/ T24 w 35"/>
                  <a:gd name="T26" fmla="+- 0 3022 3000"/>
                  <a:gd name="T27" fmla="*/ 3022 h 56"/>
                  <a:gd name="T28" fmla="+- 0 2854 2854"/>
                  <a:gd name="T29" fmla="*/ T28 w 35"/>
                  <a:gd name="T30" fmla="+- 0 3036 3000"/>
                  <a:gd name="T31" fmla="*/ 3036 h 56"/>
                  <a:gd name="T32" fmla="+- 0 2855 2854"/>
                  <a:gd name="T33" fmla="*/ T32 w 35"/>
                  <a:gd name="T34" fmla="+- 0 3042 3000"/>
                  <a:gd name="T35" fmla="*/ 3042 h 56"/>
                  <a:gd name="T36" fmla="+- 0 2861 2854"/>
                  <a:gd name="T37" fmla="*/ T36 w 35"/>
                  <a:gd name="T38" fmla="+- 0 3053 3000"/>
                  <a:gd name="T39" fmla="*/ 3053 h 56"/>
                  <a:gd name="T40" fmla="+- 0 2866 2854"/>
                  <a:gd name="T41" fmla="*/ T40 w 35"/>
                  <a:gd name="T42" fmla="+- 0 3056 3000"/>
                  <a:gd name="T43" fmla="*/ 3056 h 56"/>
                  <a:gd name="T44" fmla="+- 0 2873 2854"/>
                  <a:gd name="T45" fmla="*/ T44 w 35"/>
                  <a:gd name="T46" fmla="+- 0 3056 3000"/>
                  <a:gd name="T47" fmla="*/ 3056 h 56"/>
                  <a:gd name="T48" fmla="+- 0 2876 2854"/>
                  <a:gd name="T49" fmla="*/ T48 w 35"/>
                  <a:gd name="T50" fmla="+- 0 3055 3000"/>
                  <a:gd name="T51" fmla="*/ 3055 h 56"/>
                  <a:gd name="T52" fmla="+- 0 2878 2854"/>
                  <a:gd name="T53" fmla="*/ T52 w 35"/>
                  <a:gd name="T54" fmla="+- 0 3053 3000"/>
                  <a:gd name="T55" fmla="*/ 3053 h 56"/>
                  <a:gd name="T56" fmla="+- 0 2868 2854"/>
                  <a:gd name="T57" fmla="*/ T56 w 35"/>
                  <a:gd name="T58" fmla="+- 0 3053 3000"/>
                  <a:gd name="T59" fmla="*/ 3053 h 56"/>
                  <a:gd name="T60" fmla="+- 0 2866 2854"/>
                  <a:gd name="T61" fmla="*/ T60 w 35"/>
                  <a:gd name="T62" fmla="+- 0 3051 3000"/>
                  <a:gd name="T63" fmla="*/ 3051 h 56"/>
                  <a:gd name="T64" fmla="+- 0 2864 2854"/>
                  <a:gd name="T65" fmla="*/ T64 w 35"/>
                  <a:gd name="T66" fmla="+- 0 3047 3000"/>
                  <a:gd name="T67" fmla="*/ 3047 h 56"/>
                  <a:gd name="T68" fmla="+- 0 2862 2854"/>
                  <a:gd name="T69" fmla="*/ T68 w 35"/>
                  <a:gd name="T70" fmla="+- 0 3043 3000"/>
                  <a:gd name="T71" fmla="*/ 3043 h 56"/>
                  <a:gd name="T72" fmla="+- 0 2861 2854"/>
                  <a:gd name="T73" fmla="*/ T72 w 35"/>
                  <a:gd name="T74" fmla="+- 0 3037 3000"/>
                  <a:gd name="T75" fmla="*/ 3037 h 56"/>
                  <a:gd name="T76" fmla="+- 0 2871 2854"/>
                  <a:gd name="T77" fmla="*/ T76 w 35"/>
                  <a:gd name="T78" fmla="+- 0 3003 3000"/>
                  <a:gd name="T79" fmla="*/ 3003 h 56"/>
                  <a:gd name="T80" fmla="+- 0 2879 2854"/>
                  <a:gd name="T81" fmla="*/ T80 w 35"/>
                  <a:gd name="T82" fmla="+- 0 3003 3000"/>
                  <a:gd name="T83" fmla="*/ 3003 h 56"/>
                  <a:gd name="T84" fmla="+- 0 2879 2854"/>
                  <a:gd name="T85" fmla="*/ T84 w 35"/>
                  <a:gd name="T86" fmla="+- 0 3002 3000"/>
                  <a:gd name="T87" fmla="*/ 3002 h 56"/>
                  <a:gd name="T88" fmla="+- 0 2875 2854"/>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3" name="Freeform 5166">
                <a:extLst>
                  <a:ext uri="{FF2B5EF4-FFF2-40B4-BE49-F238E27FC236}">
                    <a16:creationId xmlns:a16="http://schemas.microsoft.com/office/drawing/2014/main" id="{8E860DB2-EC3D-A79C-7D4E-C1B0017E3512}"/>
                  </a:ext>
                </a:extLst>
              </p:cNvPr>
              <p:cNvSpPr>
                <a:spLocks/>
              </p:cNvSpPr>
              <p:nvPr/>
            </p:nvSpPr>
            <p:spPr bwMode="auto">
              <a:xfrm>
                <a:off x="2854" y="3000"/>
                <a:ext cx="35" cy="56"/>
              </a:xfrm>
              <a:custGeom>
                <a:avLst/>
                <a:gdLst>
                  <a:gd name="T0" fmla="+- 0 2879 2854"/>
                  <a:gd name="T1" fmla="*/ T0 w 35"/>
                  <a:gd name="T2" fmla="+- 0 3003 3000"/>
                  <a:gd name="T3" fmla="*/ 3003 h 56"/>
                  <a:gd name="T4" fmla="+- 0 2871 2854"/>
                  <a:gd name="T5" fmla="*/ T4 w 35"/>
                  <a:gd name="T6" fmla="+- 0 3003 3000"/>
                  <a:gd name="T7" fmla="*/ 3003 h 56"/>
                  <a:gd name="T8" fmla="+- 0 2875 2854"/>
                  <a:gd name="T9" fmla="*/ T8 w 35"/>
                  <a:gd name="T10" fmla="+- 0 3004 3000"/>
                  <a:gd name="T11" fmla="*/ 3004 h 56"/>
                  <a:gd name="T12" fmla="+- 0 2876 2854"/>
                  <a:gd name="T13" fmla="*/ T12 w 35"/>
                  <a:gd name="T14" fmla="+- 0 3006 3000"/>
                  <a:gd name="T15" fmla="*/ 3006 h 56"/>
                  <a:gd name="T16" fmla="+- 0 2878 2854"/>
                  <a:gd name="T17" fmla="*/ T16 w 35"/>
                  <a:gd name="T18" fmla="+- 0 3008 3000"/>
                  <a:gd name="T19" fmla="*/ 3008 h 56"/>
                  <a:gd name="T20" fmla="+- 0 2880 2854"/>
                  <a:gd name="T21" fmla="*/ T20 w 35"/>
                  <a:gd name="T22" fmla="+- 0 3015 3000"/>
                  <a:gd name="T23" fmla="*/ 3015 h 56"/>
                  <a:gd name="T24" fmla="+- 0 2880 2854"/>
                  <a:gd name="T25" fmla="*/ T24 w 35"/>
                  <a:gd name="T26" fmla="+- 0 3017 3000"/>
                  <a:gd name="T27" fmla="*/ 3017 h 56"/>
                  <a:gd name="T28" fmla="+- 0 2880 2854"/>
                  <a:gd name="T29" fmla="*/ T28 w 35"/>
                  <a:gd name="T30" fmla="+- 0 3036 3000"/>
                  <a:gd name="T31" fmla="*/ 3036 h 56"/>
                  <a:gd name="T32" fmla="+- 0 2880 2854"/>
                  <a:gd name="T33" fmla="*/ T32 w 35"/>
                  <a:gd name="T34" fmla="+- 0 3040 3000"/>
                  <a:gd name="T35" fmla="*/ 3040 h 56"/>
                  <a:gd name="T36" fmla="+- 0 2878 2854"/>
                  <a:gd name="T37" fmla="*/ T36 w 35"/>
                  <a:gd name="T38" fmla="+- 0 3048 3000"/>
                  <a:gd name="T39" fmla="*/ 3048 h 56"/>
                  <a:gd name="T40" fmla="+- 0 2877 2854"/>
                  <a:gd name="T41" fmla="*/ T40 w 35"/>
                  <a:gd name="T42" fmla="+- 0 3050 3000"/>
                  <a:gd name="T43" fmla="*/ 3050 h 56"/>
                  <a:gd name="T44" fmla="+- 0 2875 2854"/>
                  <a:gd name="T45" fmla="*/ T44 w 35"/>
                  <a:gd name="T46" fmla="+- 0 3051 3000"/>
                  <a:gd name="T47" fmla="*/ 3051 h 56"/>
                  <a:gd name="T48" fmla="+- 0 2871 2854"/>
                  <a:gd name="T49" fmla="*/ T48 w 35"/>
                  <a:gd name="T50" fmla="+- 0 3053 3000"/>
                  <a:gd name="T51" fmla="*/ 3053 h 56"/>
                  <a:gd name="T52" fmla="+- 0 2878 2854"/>
                  <a:gd name="T53" fmla="*/ T52 w 35"/>
                  <a:gd name="T54" fmla="+- 0 3053 3000"/>
                  <a:gd name="T55" fmla="*/ 3053 h 56"/>
                  <a:gd name="T56" fmla="+- 0 2888 2854"/>
                  <a:gd name="T57" fmla="*/ T56 w 35"/>
                  <a:gd name="T58" fmla="+- 0 3019 3000"/>
                  <a:gd name="T59" fmla="*/ 3019 h 56"/>
                  <a:gd name="T60" fmla="+- 0 2886 2854"/>
                  <a:gd name="T61" fmla="*/ T60 w 35"/>
                  <a:gd name="T62" fmla="+- 0 3012 3000"/>
                  <a:gd name="T63" fmla="*/ 3012 h 56"/>
                  <a:gd name="T64" fmla="+- 0 2879 2854"/>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0" name="Group 289">
              <a:extLst>
                <a:ext uri="{FF2B5EF4-FFF2-40B4-BE49-F238E27FC236}">
                  <a16:creationId xmlns:a16="http://schemas.microsoft.com/office/drawing/2014/main" id="{2D77AF9D-1921-4436-C7C3-4E5F4A6B3AC0}"/>
                </a:ext>
              </a:extLst>
            </p:cNvPr>
            <p:cNvGrpSpPr>
              <a:grpSpLocks/>
            </p:cNvGrpSpPr>
            <p:nvPr/>
          </p:nvGrpSpPr>
          <p:grpSpPr bwMode="auto">
            <a:xfrm>
              <a:off x="3310" y="3000"/>
              <a:ext cx="31" cy="56"/>
              <a:chOff x="3310" y="3000"/>
              <a:chExt cx="31" cy="56"/>
            </a:xfrm>
          </p:grpSpPr>
          <p:sp>
            <p:nvSpPr>
              <p:cNvPr id="1129" name="Freeform 5168">
                <a:extLst>
                  <a:ext uri="{FF2B5EF4-FFF2-40B4-BE49-F238E27FC236}">
                    <a16:creationId xmlns:a16="http://schemas.microsoft.com/office/drawing/2014/main" id="{29BD8D34-3ECD-AD16-4CAC-6E71093C9196}"/>
                  </a:ext>
                </a:extLst>
              </p:cNvPr>
              <p:cNvSpPr>
                <a:spLocks/>
              </p:cNvSpPr>
              <p:nvPr/>
            </p:nvSpPr>
            <p:spPr bwMode="auto">
              <a:xfrm>
                <a:off x="3310" y="3000"/>
                <a:ext cx="31" cy="56"/>
              </a:xfrm>
              <a:custGeom>
                <a:avLst/>
                <a:gdLst>
                  <a:gd name="T0" fmla="+- 0 3314 3310"/>
                  <a:gd name="T1" fmla="*/ T0 w 31"/>
                  <a:gd name="T2" fmla="+- 0 3049 3000"/>
                  <a:gd name="T3" fmla="*/ 3049 h 56"/>
                  <a:gd name="T4" fmla="+- 0 3311 3310"/>
                  <a:gd name="T5" fmla="*/ T4 w 31"/>
                  <a:gd name="T6" fmla="+- 0 3050 3000"/>
                  <a:gd name="T7" fmla="*/ 3050 h 56"/>
                  <a:gd name="T8" fmla="+- 0 3310 3310"/>
                  <a:gd name="T9" fmla="*/ T8 w 31"/>
                  <a:gd name="T10" fmla="+- 0 3052 3000"/>
                  <a:gd name="T11" fmla="*/ 3052 h 56"/>
                  <a:gd name="T12" fmla="+- 0 3312 3310"/>
                  <a:gd name="T13" fmla="*/ T12 w 31"/>
                  <a:gd name="T14" fmla="+- 0 3054 3000"/>
                  <a:gd name="T15" fmla="*/ 3054 h 56"/>
                  <a:gd name="T16" fmla="+- 0 3314 3310"/>
                  <a:gd name="T17" fmla="*/ T16 w 31"/>
                  <a:gd name="T18" fmla="+- 0 3055 3000"/>
                  <a:gd name="T19" fmla="*/ 3055 h 56"/>
                  <a:gd name="T20" fmla="+- 0 3316 3310"/>
                  <a:gd name="T21" fmla="*/ T20 w 31"/>
                  <a:gd name="T22" fmla="+- 0 3056 3000"/>
                  <a:gd name="T23" fmla="*/ 3056 h 56"/>
                  <a:gd name="T24" fmla="+- 0 3327 3310"/>
                  <a:gd name="T25" fmla="*/ T24 w 31"/>
                  <a:gd name="T26" fmla="+- 0 3056 3000"/>
                  <a:gd name="T27" fmla="*/ 3056 h 56"/>
                  <a:gd name="T28" fmla="+- 0 3332 3310"/>
                  <a:gd name="T29" fmla="*/ T28 w 31"/>
                  <a:gd name="T30" fmla="+- 0 3054 3000"/>
                  <a:gd name="T31" fmla="*/ 3054 h 56"/>
                  <a:gd name="T32" fmla="+- 0 3334 3310"/>
                  <a:gd name="T33" fmla="*/ T32 w 31"/>
                  <a:gd name="T34" fmla="+- 0 3052 3000"/>
                  <a:gd name="T35" fmla="*/ 3052 h 56"/>
                  <a:gd name="T36" fmla="+- 0 3325 3310"/>
                  <a:gd name="T37" fmla="*/ T36 w 31"/>
                  <a:gd name="T38" fmla="+- 0 3052 3000"/>
                  <a:gd name="T39" fmla="*/ 3052 h 56"/>
                  <a:gd name="T40" fmla="+- 0 3322 3310"/>
                  <a:gd name="T41" fmla="*/ T40 w 31"/>
                  <a:gd name="T42" fmla="+- 0 3052 3000"/>
                  <a:gd name="T43" fmla="*/ 3052 h 56"/>
                  <a:gd name="T44" fmla="+- 0 3319 3310"/>
                  <a:gd name="T45" fmla="*/ T44 w 31"/>
                  <a:gd name="T46" fmla="+- 0 3050 3000"/>
                  <a:gd name="T47" fmla="*/ 3050 h 56"/>
                  <a:gd name="T48" fmla="+- 0 3316 3310"/>
                  <a:gd name="T49" fmla="*/ T48 w 31"/>
                  <a:gd name="T50" fmla="+- 0 3049 3000"/>
                  <a:gd name="T51" fmla="*/ 3049 h 56"/>
                  <a:gd name="T52" fmla="+- 0 3314 3310"/>
                  <a:gd name="T53" fmla="*/ T52 w 31"/>
                  <a:gd name="T54" fmla="+- 0 3049 3000"/>
                  <a:gd name="T55" fmla="*/ 304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1" h="56">
                    <a:moveTo>
                      <a:pt x="4" y="49"/>
                    </a:moveTo>
                    <a:lnTo>
                      <a:pt x="1" y="50"/>
                    </a:lnTo>
                    <a:lnTo>
                      <a:pt x="0" y="52"/>
                    </a:lnTo>
                    <a:lnTo>
                      <a:pt x="2" y="54"/>
                    </a:lnTo>
                    <a:lnTo>
                      <a:pt x="4" y="55"/>
                    </a:lnTo>
                    <a:lnTo>
                      <a:pt x="6" y="56"/>
                    </a:lnTo>
                    <a:lnTo>
                      <a:pt x="17" y="56"/>
                    </a:lnTo>
                    <a:lnTo>
                      <a:pt x="22" y="54"/>
                    </a:lnTo>
                    <a:lnTo>
                      <a:pt x="24" y="52"/>
                    </a:lnTo>
                    <a:lnTo>
                      <a:pt x="15" y="52"/>
                    </a:lnTo>
                    <a:lnTo>
                      <a:pt x="12" y="52"/>
                    </a:lnTo>
                    <a:lnTo>
                      <a:pt x="9" y="50"/>
                    </a:lnTo>
                    <a:lnTo>
                      <a:pt x="6" y="49"/>
                    </a:lnTo>
                    <a:lnTo>
                      <a:pt x="4"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0" name="Freeform 5169">
                <a:extLst>
                  <a:ext uri="{FF2B5EF4-FFF2-40B4-BE49-F238E27FC236}">
                    <a16:creationId xmlns:a16="http://schemas.microsoft.com/office/drawing/2014/main" id="{EF6E57C7-BABD-25C2-48DC-EFEF7E7A834D}"/>
                  </a:ext>
                </a:extLst>
              </p:cNvPr>
              <p:cNvSpPr>
                <a:spLocks/>
              </p:cNvSpPr>
              <p:nvPr/>
            </p:nvSpPr>
            <p:spPr bwMode="auto">
              <a:xfrm>
                <a:off x="3310" y="3000"/>
                <a:ext cx="31" cy="56"/>
              </a:xfrm>
              <a:custGeom>
                <a:avLst/>
                <a:gdLst>
                  <a:gd name="T0" fmla="+- 0 3336 3310"/>
                  <a:gd name="T1" fmla="*/ T0 w 31"/>
                  <a:gd name="T2" fmla="+- 0 3006 3000"/>
                  <a:gd name="T3" fmla="*/ 3006 h 56"/>
                  <a:gd name="T4" fmla="+- 0 3325 3310"/>
                  <a:gd name="T5" fmla="*/ T4 w 31"/>
                  <a:gd name="T6" fmla="+- 0 3006 3000"/>
                  <a:gd name="T7" fmla="*/ 3006 h 56"/>
                  <a:gd name="T8" fmla="+- 0 3327 3310"/>
                  <a:gd name="T9" fmla="*/ T8 w 31"/>
                  <a:gd name="T10" fmla="+- 0 3007 3000"/>
                  <a:gd name="T11" fmla="*/ 3007 h 56"/>
                  <a:gd name="T12" fmla="+- 0 3331 3310"/>
                  <a:gd name="T13" fmla="*/ T12 w 31"/>
                  <a:gd name="T14" fmla="+- 0 3010 3000"/>
                  <a:gd name="T15" fmla="*/ 3010 h 56"/>
                  <a:gd name="T16" fmla="+- 0 3331 3310"/>
                  <a:gd name="T17" fmla="*/ T16 w 31"/>
                  <a:gd name="T18" fmla="+- 0 3012 3000"/>
                  <a:gd name="T19" fmla="*/ 3012 h 56"/>
                  <a:gd name="T20" fmla="+- 0 3332 3310"/>
                  <a:gd name="T21" fmla="*/ T20 w 31"/>
                  <a:gd name="T22" fmla="+- 0 3017 3000"/>
                  <a:gd name="T23" fmla="*/ 3017 h 56"/>
                  <a:gd name="T24" fmla="+- 0 3331 3310"/>
                  <a:gd name="T25" fmla="*/ T24 w 31"/>
                  <a:gd name="T26" fmla="+- 0 3019 3000"/>
                  <a:gd name="T27" fmla="*/ 3019 h 56"/>
                  <a:gd name="T28" fmla="+- 0 3319 3310"/>
                  <a:gd name="T29" fmla="*/ T28 w 31"/>
                  <a:gd name="T30" fmla="+- 0 3027 3000"/>
                  <a:gd name="T31" fmla="*/ 3027 h 56"/>
                  <a:gd name="T32" fmla="+- 0 3319 3310"/>
                  <a:gd name="T33" fmla="*/ T32 w 31"/>
                  <a:gd name="T34" fmla="+- 0 3028 3000"/>
                  <a:gd name="T35" fmla="*/ 3028 h 56"/>
                  <a:gd name="T36" fmla="+- 0 3323 3310"/>
                  <a:gd name="T37" fmla="*/ T36 w 31"/>
                  <a:gd name="T38" fmla="+- 0 3028 3000"/>
                  <a:gd name="T39" fmla="*/ 3028 h 56"/>
                  <a:gd name="T40" fmla="+- 0 3325 3310"/>
                  <a:gd name="T41" fmla="*/ T40 w 31"/>
                  <a:gd name="T42" fmla="+- 0 3029 3000"/>
                  <a:gd name="T43" fmla="*/ 3029 h 56"/>
                  <a:gd name="T44" fmla="+- 0 3335 3310"/>
                  <a:gd name="T45" fmla="*/ T44 w 31"/>
                  <a:gd name="T46" fmla="+- 0 3040 3000"/>
                  <a:gd name="T47" fmla="*/ 3040 h 56"/>
                  <a:gd name="T48" fmla="+- 0 3335 3310"/>
                  <a:gd name="T49" fmla="*/ T48 w 31"/>
                  <a:gd name="T50" fmla="+- 0 3045 3000"/>
                  <a:gd name="T51" fmla="*/ 3045 h 56"/>
                  <a:gd name="T52" fmla="+- 0 3334 3310"/>
                  <a:gd name="T53" fmla="*/ T52 w 31"/>
                  <a:gd name="T54" fmla="+- 0 3047 3000"/>
                  <a:gd name="T55" fmla="*/ 3047 h 56"/>
                  <a:gd name="T56" fmla="+- 0 3330 3310"/>
                  <a:gd name="T57" fmla="*/ T56 w 31"/>
                  <a:gd name="T58" fmla="+- 0 3051 3000"/>
                  <a:gd name="T59" fmla="*/ 3051 h 56"/>
                  <a:gd name="T60" fmla="+- 0 3328 3310"/>
                  <a:gd name="T61" fmla="*/ T60 w 31"/>
                  <a:gd name="T62" fmla="+- 0 3052 3000"/>
                  <a:gd name="T63" fmla="*/ 3052 h 56"/>
                  <a:gd name="T64" fmla="+- 0 3334 3310"/>
                  <a:gd name="T65" fmla="*/ T64 w 31"/>
                  <a:gd name="T66" fmla="+- 0 3052 3000"/>
                  <a:gd name="T67" fmla="*/ 3052 h 56"/>
                  <a:gd name="T68" fmla="+- 0 3339 3310"/>
                  <a:gd name="T69" fmla="*/ T68 w 31"/>
                  <a:gd name="T70" fmla="+- 0 3046 3000"/>
                  <a:gd name="T71" fmla="*/ 3046 h 56"/>
                  <a:gd name="T72" fmla="+- 0 3341 3310"/>
                  <a:gd name="T73" fmla="*/ T72 w 31"/>
                  <a:gd name="T74" fmla="+- 0 3042 3000"/>
                  <a:gd name="T75" fmla="*/ 3042 h 56"/>
                  <a:gd name="T76" fmla="+- 0 3341 3310"/>
                  <a:gd name="T77" fmla="*/ T76 w 31"/>
                  <a:gd name="T78" fmla="+- 0 3034 3000"/>
                  <a:gd name="T79" fmla="*/ 3034 h 56"/>
                  <a:gd name="T80" fmla="+- 0 3340 3310"/>
                  <a:gd name="T81" fmla="*/ T80 w 31"/>
                  <a:gd name="T82" fmla="+- 0 3031 3000"/>
                  <a:gd name="T83" fmla="*/ 3031 h 56"/>
                  <a:gd name="T84" fmla="+- 0 3336 3310"/>
                  <a:gd name="T85" fmla="*/ T84 w 31"/>
                  <a:gd name="T86" fmla="+- 0 3026 3000"/>
                  <a:gd name="T87" fmla="*/ 3026 h 56"/>
                  <a:gd name="T88" fmla="+- 0 3334 3310"/>
                  <a:gd name="T89" fmla="*/ T88 w 31"/>
                  <a:gd name="T90" fmla="+- 0 3025 3000"/>
                  <a:gd name="T91" fmla="*/ 3025 h 56"/>
                  <a:gd name="T92" fmla="+- 0 3331 3310"/>
                  <a:gd name="T93" fmla="*/ T92 w 31"/>
                  <a:gd name="T94" fmla="+- 0 3023 3000"/>
                  <a:gd name="T95" fmla="*/ 3023 h 56"/>
                  <a:gd name="T96" fmla="+- 0 3336 3310"/>
                  <a:gd name="T97" fmla="*/ T96 w 31"/>
                  <a:gd name="T98" fmla="+- 0 3019 3000"/>
                  <a:gd name="T99" fmla="*/ 3019 h 56"/>
                  <a:gd name="T100" fmla="+- 0 3338 3310"/>
                  <a:gd name="T101" fmla="*/ T100 w 31"/>
                  <a:gd name="T102" fmla="+- 0 3015 3000"/>
                  <a:gd name="T103" fmla="*/ 3015 h 56"/>
                  <a:gd name="T104" fmla="+- 0 3338 3310"/>
                  <a:gd name="T105" fmla="*/ T104 w 31"/>
                  <a:gd name="T106" fmla="+- 0 3009 3000"/>
                  <a:gd name="T107" fmla="*/ 3009 h 56"/>
                  <a:gd name="T108" fmla="+- 0 3337 3310"/>
                  <a:gd name="T109" fmla="*/ T108 w 31"/>
                  <a:gd name="T110" fmla="+- 0 3007 3000"/>
                  <a:gd name="T111" fmla="*/ 3007 h 56"/>
                  <a:gd name="T112" fmla="+- 0 3336 3310"/>
                  <a:gd name="T113" fmla="*/ T112 w 31"/>
                  <a:gd name="T114" fmla="+- 0 3006 3000"/>
                  <a:gd name="T115" fmla="*/ 300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6"/>
                    </a:moveTo>
                    <a:lnTo>
                      <a:pt x="15" y="6"/>
                    </a:lnTo>
                    <a:lnTo>
                      <a:pt x="17" y="7"/>
                    </a:lnTo>
                    <a:lnTo>
                      <a:pt x="21" y="10"/>
                    </a:lnTo>
                    <a:lnTo>
                      <a:pt x="21" y="12"/>
                    </a:lnTo>
                    <a:lnTo>
                      <a:pt x="22" y="17"/>
                    </a:lnTo>
                    <a:lnTo>
                      <a:pt x="21" y="19"/>
                    </a:lnTo>
                    <a:lnTo>
                      <a:pt x="9" y="27"/>
                    </a:lnTo>
                    <a:lnTo>
                      <a:pt x="9" y="28"/>
                    </a:lnTo>
                    <a:lnTo>
                      <a:pt x="13" y="28"/>
                    </a:lnTo>
                    <a:lnTo>
                      <a:pt x="15" y="29"/>
                    </a:lnTo>
                    <a:lnTo>
                      <a:pt x="25" y="40"/>
                    </a:lnTo>
                    <a:lnTo>
                      <a:pt x="25" y="45"/>
                    </a:lnTo>
                    <a:lnTo>
                      <a:pt x="24" y="47"/>
                    </a:lnTo>
                    <a:lnTo>
                      <a:pt x="20" y="51"/>
                    </a:lnTo>
                    <a:lnTo>
                      <a:pt x="18" y="52"/>
                    </a:lnTo>
                    <a:lnTo>
                      <a:pt x="24" y="52"/>
                    </a:lnTo>
                    <a:lnTo>
                      <a:pt x="29" y="46"/>
                    </a:lnTo>
                    <a:lnTo>
                      <a:pt x="31" y="42"/>
                    </a:lnTo>
                    <a:lnTo>
                      <a:pt x="31" y="34"/>
                    </a:lnTo>
                    <a:lnTo>
                      <a:pt x="30" y="31"/>
                    </a:lnTo>
                    <a:lnTo>
                      <a:pt x="26" y="26"/>
                    </a:lnTo>
                    <a:lnTo>
                      <a:pt x="24" y="25"/>
                    </a:lnTo>
                    <a:lnTo>
                      <a:pt x="21" y="23"/>
                    </a:lnTo>
                    <a:lnTo>
                      <a:pt x="26" y="19"/>
                    </a:lnTo>
                    <a:lnTo>
                      <a:pt x="28" y="15"/>
                    </a:lnTo>
                    <a:lnTo>
                      <a:pt x="28" y="9"/>
                    </a:lnTo>
                    <a:lnTo>
                      <a:pt x="27" y="7"/>
                    </a:lnTo>
                    <a:lnTo>
                      <a:pt x="2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31" name="Freeform 5170">
                <a:extLst>
                  <a:ext uri="{FF2B5EF4-FFF2-40B4-BE49-F238E27FC236}">
                    <a16:creationId xmlns:a16="http://schemas.microsoft.com/office/drawing/2014/main" id="{8B0850E2-921D-706C-154A-446B8268DAB7}"/>
                  </a:ext>
                </a:extLst>
              </p:cNvPr>
              <p:cNvSpPr>
                <a:spLocks/>
              </p:cNvSpPr>
              <p:nvPr/>
            </p:nvSpPr>
            <p:spPr bwMode="auto">
              <a:xfrm>
                <a:off x="3310" y="3000"/>
                <a:ext cx="31" cy="56"/>
              </a:xfrm>
              <a:custGeom>
                <a:avLst/>
                <a:gdLst>
                  <a:gd name="T0" fmla="+- 0 3330 3310"/>
                  <a:gd name="T1" fmla="*/ T0 w 31"/>
                  <a:gd name="T2" fmla="+- 0 3000 3000"/>
                  <a:gd name="T3" fmla="*/ 3000 h 56"/>
                  <a:gd name="T4" fmla="+- 0 3322 3310"/>
                  <a:gd name="T5" fmla="*/ T4 w 31"/>
                  <a:gd name="T6" fmla="+- 0 3000 3000"/>
                  <a:gd name="T7" fmla="*/ 3000 h 56"/>
                  <a:gd name="T8" fmla="+- 0 3319 3310"/>
                  <a:gd name="T9" fmla="*/ T8 w 31"/>
                  <a:gd name="T10" fmla="+- 0 3001 3000"/>
                  <a:gd name="T11" fmla="*/ 3001 h 56"/>
                  <a:gd name="T12" fmla="+- 0 3315 3310"/>
                  <a:gd name="T13" fmla="*/ T12 w 31"/>
                  <a:gd name="T14" fmla="+- 0 3005 3000"/>
                  <a:gd name="T15" fmla="*/ 3005 h 56"/>
                  <a:gd name="T16" fmla="+- 0 3313 3310"/>
                  <a:gd name="T17" fmla="*/ T16 w 31"/>
                  <a:gd name="T18" fmla="+- 0 3008 3000"/>
                  <a:gd name="T19" fmla="*/ 3008 h 56"/>
                  <a:gd name="T20" fmla="+- 0 3311 3310"/>
                  <a:gd name="T21" fmla="*/ T20 w 31"/>
                  <a:gd name="T22" fmla="+- 0 3012 3000"/>
                  <a:gd name="T23" fmla="*/ 3012 h 56"/>
                  <a:gd name="T24" fmla="+- 0 3313 3310"/>
                  <a:gd name="T25" fmla="*/ T24 w 31"/>
                  <a:gd name="T26" fmla="+- 0 3012 3000"/>
                  <a:gd name="T27" fmla="*/ 3012 h 56"/>
                  <a:gd name="T28" fmla="+- 0 3315 3310"/>
                  <a:gd name="T29" fmla="*/ T28 w 31"/>
                  <a:gd name="T30" fmla="+- 0 3008 3000"/>
                  <a:gd name="T31" fmla="*/ 3008 h 56"/>
                  <a:gd name="T32" fmla="+- 0 3319 3310"/>
                  <a:gd name="T33" fmla="*/ T32 w 31"/>
                  <a:gd name="T34" fmla="+- 0 3006 3000"/>
                  <a:gd name="T35" fmla="*/ 3006 h 56"/>
                  <a:gd name="T36" fmla="+- 0 3336 3310"/>
                  <a:gd name="T37" fmla="*/ T36 w 31"/>
                  <a:gd name="T38" fmla="+- 0 3006 3000"/>
                  <a:gd name="T39" fmla="*/ 3006 h 56"/>
                  <a:gd name="T40" fmla="+- 0 3333 3310"/>
                  <a:gd name="T41" fmla="*/ T40 w 31"/>
                  <a:gd name="T42" fmla="+- 0 3002 3000"/>
                  <a:gd name="T43" fmla="*/ 3002 h 56"/>
                  <a:gd name="T44" fmla="+- 0 3330 3310"/>
                  <a:gd name="T45" fmla="*/ T44 w 31"/>
                  <a:gd name="T46" fmla="+- 0 3000 3000"/>
                  <a:gd name="T47"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20" y="0"/>
                    </a:moveTo>
                    <a:lnTo>
                      <a:pt x="12" y="0"/>
                    </a:lnTo>
                    <a:lnTo>
                      <a:pt x="9" y="1"/>
                    </a:lnTo>
                    <a:lnTo>
                      <a:pt x="5" y="5"/>
                    </a:lnTo>
                    <a:lnTo>
                      <a:pt x="3" y="8"/>
                    </a:lnTo>
                    <a:lnTo>
                      <a:pt x="1" y="12"/>
                    </a:lnTo>
                    <a:lnTo>
                      <a:pt x="3" y="12"/>
                    </a:lnTo>
                    <a:lnTo>
                      <a:pt x="5" y="8"/>
                    </a:lnTo>
                    <a:lnTo>
                      <a:pt x="9" y="6"/>
                    </a:lnTo>
                    <a:lnTo>
                      <a:pt x="26" y="6"/>
                    </a:lnTo>
                    <a:lnTo>
                      <a:pt x="23" y="2"/>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1" name="Group 290">
              <a:extLst>
                <a:ext uri="{FF2B5EF4-FFF2-40B4-BE49-F238E27FC236}">
                  <a16:creationId xmlns:a16="http://schemas.microsoft.com/office/drawing/2014/main" id="{40CFC265-4ADF-AABD-CA0F-BEB5B9076039}"/>
                </a:ext>
              </a:extLst>
            </p:cNvPr>
            <p:cNvGrpSpPr>
              <a:grpSpLocks/>
            </p:cNvGrpSpPr>
            <p:nvPr/>
          </p:nvGrpSpPr>
          <p:grpSpPr bwMode="auto">
            <a:xfrm>
              <a:off x="3729" y="3000"/>
              <a:ext cx="70" cy="56"/>
              <a:chOff x="3729" y="3000"/>
              <a:chExt cx="70" cy="56"/>
            </a:xfrm>
          </p:grpSpPr>
          <p:sp>
            <p:nvSpPr>
              <p:cNvPr id="1124" name="Freeform 5172">
                <a:extLst>
                  <a:ext uri="{FF2B5EF4-FFF2-40B4-BE49-F238E27FC236}">
                    <a16:creationId xmlns:a16="http://schemas.microsoft.com/office/drawing/2014/main" id="{3401EBBE-9061-8154-B0B1-CED9FC72294A}"/>
                  </a:ext>
                </a:extLst>
              </p:cNvPr>
              <p:cNvSpPr>
                <a:spLocks/>
              </p:cNvSpPr>
              <p:nvPr/>
            </p:nvSpPr>
            <p:spPr bwMode="auto">
              <a:xfrm>
                <a:off x="3729" y="3000"/>
                <a:ext cx="70" cy="56"/>
              </a:xfrm>
              <a:custGeom>
                <a:avLst/>
                <a:gdLst>
                  <a:gd name="T0" fmla="+- 0 3762 3729"/>
                  <a:gd name="T1" fmla="*/ T0 w 70"/>
                  <a:gd name="T2" fmla="+- 0 3031 3000"/>
                  <a:gd name="T3" fmla="*/ 3031 h 56"/>
                  <a:gd name="T4" fmla="+- 0 3754 3729"/>
                  <a:gd name="T5" fmla="*/ T4 w 70"/>
                  <a:gd name="T6" fmla="+- 0 3031 3000"/>
                  <a:gd name="T7" fmla="*/ 3031 h 56"/>
                  <a:gd name="T8" fmla="+- 0 3753 3729"/>
                  <a:gd name="T9" fmla="*/ T8 w 70"/>
                  <a:gd name="T10" fmla="+- 0 3036 3000"/>
                  <a:gd name="T11" fmla="*/ 3036 h 56"/>
                  <a:gd name="T12" fmla="+- 0 3751 3729"/>
                  <a:gd name="T13" fmla="*/ T12 w 70"/>
                  <a:gd name="T14" fmla="+- 0 3040 3000"/>
                  <a:gd name="T15" fmla="*/ 3040 h 56"/>
                  <a:gd name="T16" fmla="+- 0 3730 3729"/>
                  <a:gd name="T17" fmla="*/ T16 w 70"/>
                  <a:gd name="T18" fmla="+- 0 3054 3000"/>
                  <a:gd name="T19" fmla="*/ 3054 h 56"/>
                  <a:gd name="T20" fmla="+- 0 3730 3729"/>
                  <a:gd name="T21" fmla="*/ T20 w 70"/>
                  <a:gd name="T22" fmla="+- 0 3056 3000"/>
                  <a:gd name="T23" fmla="*/ 3056 h 56"/>
                  <a:gd name="T24" fmla="+- 0 3737 3729"/>
                  <a:gd name="T25" fmla="*/ T24 w 70"/>
                  <a:gd name="T26" fmla="+- 0 3056 3000"/>
                  <a:gd name="T27" fmla="*/ 3056 h 56"/>
                  <a:gd name="T28" fmla="+- 0 3742 3729"/>
                  <a:gd name="T29" fmla="*/ T28 w 70"/>
                  <a:gd name="T30" fmla="+- 0 3055 3000"/>
                  <a:gd name="T31" fmla="*/ 3055 h 56"/>
                  <a:gd name="T32" fmla="+- 0 3746 3729"/>
                  <a:gd name="T33" fmla="*/ T32 w 70"/>
                  <a:gd name="T34" fmla="+- 0 3052 3000"/>
                  <a:gd name="T35" fmla="*/ 3052 h 56"/>
                  <a:gd name="T36" fmla="+- 0 3751 3729"/>
                  <a:gd name="T37" fmla="*/ T36 w 70"/>
                  <a:gd name="T38" fmla="+- 0 3048 3000"/>
                  <a:gd name="T39" fmla="*/ 3048 h 56"/>
                  <a:gd name="T40" fmla="+- 0 3755 3729"/>
                  <a:gd name="T41" fmla="*/ T40 w 70"/>
                  <a:gd name="T42" fmla="+- 0 3044 3000"/>
                  <a:gd name="T43" fmla="*/ 3044 h 56"/>
                  <a:gd name="T44" fmla="+- 0 3761 3729"/>
                  <a:gd name="T45" fmla="*/ T44 w 70"/>
                  <a:gd name="T46" fmla="+- 0 3034 3000"/>
                  <a:gd name="T47" fmla="*/ 3034 h 56"/>
                  <a:gd name="T48" fmla="+- 0 3762 3729"/>
                  <a:gd name="T49" fmla="*/ T48 w 70"/>
                  <a:gd name="T50" fmla="+- 0 3031 3000"/>
                  <a:gd name="T51" fmla="*/ 303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70" h="56">
                    <a:moveTo>
                      <a:pt x="33" y="31"/>
                    </a:moveTo>
                    <a:lnTo>
                      <a:pt x="25" y="31"/>
                    </a:lnTo>
                    <a:lnTo>
                      <a:pt x="24" y="36"/>
                    </a:lnTo>
                    <a:lnTo>
                      <a:pt x="22" y="40"/>
                    </a:lnTo>
                    <a:lnTo>
                      <a:pt x="1" y="54"/>
                    </a:lnTo>
                    <a:lnTo>
                      <a:pt x="1" y="56"/>
                    </a:lnTo>
                    <a:lnTo>
                      <a:pt x="8" y="56"/>
                    </a:lnTo>
                    <a:lnTo>
                      <a:pt x="13" y="55"/>
                    </a:lnTo>
                    <a:lnTo>
                      <a:pt x="17" y="52"/>
                    </a:lnTo>
                    <a:lnTo>
                      <a:pt x="22" y="48"/>
                    </a:lnTo>
                    <a:lnTo>
                      <a:pt x="26" y="44"/>
                    </a:lnTo>
                    <a:lnTo>
                      <a:pt x="32" y="34"/>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5" name="Freeform 5173">
                <a:extLst>
                  <a:ext uri="{FF2B5EF4-FFF2-40B4-BE49-F238E27FC236}">
                    <a16:creationId xmlns:a16="http://schemas.microsoft.com/office/drawing/2014/main" id="{B90D808F-14B3-2E82-B31F-940A3E05C98B}"/>
                  </a:ext>
                </a:extLst>
              </p:cNvPr>
              <p:cNvSpPr>
                <a:spLocks/>
              </p:cNvSpPr>
              <p:nvPr/>
            </p:nvSpPr>
            <p:spPr bwMode="auto">
              <a:xfrm>
                <a:off x="3729" y="3000"/>
                <a:ext cx="70" cy="56"/>
              </a:xfrm>
              <a:custGeom>
                <a:avLst/>
                <a:gdLst>
                  <a:gd name="T0" fmla="+- 0 3750 3729"/>
                  <a:gd name="T1" fmla="*/ T0 w 70"/>
                  <a:gd name="T2" fmla="+- 0 3000 3000"/>
                  <a:gd name="T3" fmla="*/ 3000 h 56"/>
                  <a:gd name="T4" fmla="+- 0 3740 3729"/>
                  <a:gd name="T5" fmla="*/ T4 w 70"/>
                  <a:gd name="T6" fmla="+- 0 3000 3000"/>
                  <a:gd name="T7" fmla="*/ 3000 h 56"/>
                  <a:gd name="T8" fmla="+- 0 3736 3729"/>
                  <a:gd name="T9" fmla="*/ T8 w 70"/>
                  <a:gd name="T10" fmla="+- 0 3003 3000"/>
                  <a:gd name="T11" fmla="*/ 3003 h 56"/>
                  <a:gd name="T12" fmla="+- 0 3730 3729"/>
                  <a:gd name="T13" fmla="*/ T12 w 70"/>
                  <a:gd name="T14" fmla="+- 0 3011 3000"/>
                  <a:gd name="T15" fmla="*/ 3011 h 56"/>
                  <a:gd name="T16" fmla="+- 0 3729 3729"/>
                  <a:gd name="T17" fmla="*/ T16 w 70"/>
                  <a:gd name="T18" fmla="+- 0 3015 3000"/>
                  <a:gd name="T19" fmla="*/ 3015 h 56"/>
                  <a:gd name="T20" fmla="+- 0 3729 3729"/>
                  <a:gd name="T21" fmla="*/ T20 w 70"/>
                  <a:gd name="T22" fmla="+- 0 3024 3000"/>
                  <a:gd name="T23" fmla="*/ 3024 h 56"/>
                  <a:gd name="T24" fmla="+- 0 3730 3729"/>
                  <a:gd name="T25" fmla="*/ T24 w 70"/>
                  <a:gd name="T26" fmla="+- 0 3028 3000"/>
                  <a:gd name="T27" fmla="*/ 3028 h 56"/>
                  <a:gd name="T28" fmla="+- 0 3736 3729"/>
                  <a:gd name="T29" fmla="*/ T28 w 70"/>
                  <a:gd name="T30" fmla="+- 0 3034 3000"/>
                  <a:gd name="T31" fmla="*/ 3034 h 56"/>
                  <a:gd name="T32" fmla="+- 0 3739 3729"/>
                  <a:gd name="T33" fmla="*/ T32 w 70"/>
                  <a:gd name="T34" fmla="+- 0 3035 3000"/>
                  <a:gd name="T35" fmla="*/ 3035 h 56"/>
                  <a:gd name="T36" fmla="+- 0 3746 3729"/>
                  <a:gd name="T37" fmla="*/ T36 w 70"/>
                  <a:gd name="T38" fmla="+- 0 3035 3000"/>
                  <a:gd name="T39" fmla="*/ 3035 h 56"/>
                  <a:gd name="T40" fmla="+- 0 3750 3729"/>
                  <a:gd name="T41" fmla="*/ T40 w 70"/>
                  <a:gd name="T42" fmla="+- 0 3034 3000"/>
                  <a:gd name="T43" fmla="*/ 3034 h 56"/>
                  <a:gd name="T44" fmla="+- 0 3753 3729"/>
                  <a:gd name="T45" fmla="*/ T44 w 70"/>
                  <a:gd name="T46" fmla="+- 0 3032 3000"/>
                  <a:gd name="T47" fmla="*/ 3032 h 56"/>
                  <a:gd name="T48" fmla="+- 0 3743 3729"/>
                  <a:gd name="T49" fmla="*/ T48 w 70"/>
                  <a:gd name="T50" fmla="+- 0 3032 3000"/>
                  <a:gd name="T51" fmla="*/ 3032 h 56"/>
                  <a:gd name="T52" fmla="+- 0 3741 3729"/>
                  <a:gd name="T53" fmla="*/ T52 w 70"/>
                  <a:gd name="T54" fmla="+- 0 3031 3000"/>
                  <a:gd name="T55" fmla="*/ 3031 h 56"/>
                  <a:gd name="T56" fmla="+- 0 3739 3729"/>
                  <a:gd name="T57" fmla="*/ T56 w 70"/>
                  <a:gd name="T58" fmla="+- 0 3028 3000"/>
                  <a:gd name="T59" fmla="*/ 3028 h 56"/>
                  <a:gd name="T60" fmla="+- 0 3737 3729"/>
                  <a:gd name="T61" fmla="*/ T60 w 70"/>
                  <a:gd name="T62" fmla="+- 0 3025 3000"/>
                  <a:gd name="T63" fmla="*/ 3025 h 56"/>
                  <a:gd name="T64" fmla="+- 0 3736 3729"/>
                  <a:gd name="T65" fmla="*/ T64 w 70"/>
                  <a:gd name="T66" fmla="+- 0 3021 3000"/>
                  <a:gd name="T67" fmla="*/ 3021 h 56"/>
                  <a:gd name="T68" fmla="+- 0 3736 3729"/>
                  <a:gd name="T69" fmla="*/ T68 w 70"/>
                  <a:gd name="T70" fmla="+- 0 3011 3000"/>
                  <a:gd name="T71" fmla="*/ 3011 h 56"/>
                  <a:gd name="T72" fmla="+- 0 3737 3729"/>
                  <a:gd name="T73" fmla="*/ T72 w 70"/>
                  <a:gd name="T74" fmla="+- 0 3008 3000"/>
                  <a:gd name="T75" fmla="*/ 3008 h 56"/>
                  <a:gd name="T76" fmla="+- 0 3740 3729"/>
                  <a:gd name="T77" fmla="*/ T76 w 70"/>
                  <a:gd name="T78" fmla="+- 0 3004 3000"/>
                  <a:gd name="T79" fmla="*/ 3004 h 56"/>
                  <a:gd name="T80" fmla="+- 0 3742 3729"/>
                  <a:gd name="T81" fmla="*/ T80 w 70"/>
                  <a:gd name="T82" fmla="+- 0 3003 3000"/>
                  <a:gd name="T83" fmla="*/ 3003 h 56"/>
                  <a:gd name="T84" fmla="+- 0 3754 3729"/>
                  <a:gd name="T85" fmla="*/ T84 w 70"/>
                  <a:gd name="T86" fmla="+- 0 3003 3000"/>
                  <a:gd name="T87" fmla="*/ 3003 h 56"/>
                  <a:gd name="T88" fmla="+- 0 3754 3729"/>
                  <a:gd name="T89" fmla="*/ T88 w 70"/>
                  <a:gd name="T90" fmla="+- 0 3002 3000"/>
                  <a:gd name="T91" fmla="*/ 3002 h 56"/>
                  <a:gd name="T92" fmla="+- 0 3750 3729"/>
                  <a:gd name="T93" fmla="*/ T92 w 70"/>
                  <a:gd name="T94" fmla="+- 0 3000 3000"/>
                  <a:gd name="T95"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0" h="56">
                    <a:moveTo>
                      <a:pt x="21" y="0"/>
                    </a:moveTo>
                    <a:lnTo>
                      <a:pt x="11" y="0"/>
                    </a:lnTo>
                    <a:lnTo>
                      <a:pt x="7" y="3"/>
                    </a:lnTo>
                    <a:lnTo>
                      <a:pt x="1" y="11"/>
                    </a:lnTo>
                    <a:lnTo>
                      <a:pt x="0" y="15"/>
                    </a:lnTo>
                    <a:lnTo>
                      <a:pt x="0" y="24"/>
                    </a:lnTo>
                    <a:lnTo>
                      <a:pt x="1" y="28"/>
                    </a:lnTo>
                    <a:lnTo>
                      <a:pt x="7" y="34"/>
                    </a:lnTo>
                    <a:lnTo>
                      <a:pt x="10" y="35"/>
                    </a:lnTo>
                    <a:lnTo>
                      <a:pt x="17" y="35"/>
                    </a:lnTo>
                    <a:lnTo>
                      <a:pt x="21" y="34"/>
                    </a:lnTo>
                    <a:lnTo>
                      <a:pt x="24" y="32"/>
                    </a:lnTo>
                    <a:lnTo>
                      <a:pt x="14" y="32"/>
                    </a:lnTo>
                    <a:lnTo>
                      <a:pt x="12" y="31"/>
                    </a:lnTo>
                    <a:lnTo>
                      <a:pt x="10" y="28"/>
                    </a:lnTo>
                    <a:lnTo>
                      <a:pt x="8" y="25"/>
                    </a:lnTo>
                    <a:lnTo>
                      <a:pt x="7" y="21"/>
                    </a:lnTo>
                    <a:lnTo>
                      <a:pt x="7" y="11"/>
                    </a:lnTo>
                    <a:lnTo>
                      <a:pt x="8" y="8"/>
                    </a:lnTo>
                    <a:lnTo>
                      <a:pt x="11" y="4"/>
                    </a:lnTo>
                    <a:lnTo>
                      <a:pt x="13"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6" name="Freeform 5174">
                <a:extLst>
                  <a:ext uri="{FF2B5EF4-FFF2-40B4-BE49-F238E27FC236}">
                    <a16:creationId xmlns:a16="http://schemas.microsoft.com/office/drawing/2014/main" id="{0C01FAC7-0644-9982-08EF-20703F63BD8D}"/>
                  </a:ext>
                </a:extLst>
              </p:cNvPr>
              <p:cNvSpPr>
                <a:spLocks/>
              </p:cNvSpPr>
              <p:nvPr/>
            </p:nvSpPr>
            <p:spPr bwMode="auto">
              <a:xfrm>
                <a:off x="3729" y="3000"/>
                <a:ext cx="70" cy="56"/>
              </a:xfrm>
              <a:custGeom>
                <a:avLst/>
                <a:gdLst>
                  <a:gd name="T0" fmla="+- 0 3754 3729"/>
                  <a:gd name="T1" fmla="*/ T0 w 70"/>
                  <a:gd name="T2" fmla="+- 0 3003 3000"/>
                  <a:gd name="T3" fmla="*/ 3003 h 56"/>
                  <a:gd name="T4" fmla="+- 0 3747 3729"/>
                  <a:gd name="T5" fmla="*/ T4 w 70"/>
                  <a:gd name="T6" fmla="+- 0 3003 3000"/>
                  <a:gd name="T7" fmla="*/ 3003 h 56"/>
                  <a:gd name="T8" fmla="+- 0 3749 3729"/>
                  <a:gd name="T9" fmla="*/ T8 w 70"/>
                  <a:gd name="T10" fmla="+- 0 3004 3000"/>
                  <a:gd name="T11" fmla="*/ 3004 h 56"/>
                  <a:gd name="T12" fmla="+- 0 3752 3729"/>
                  <a:gd name="T13" fmla="*/ T12 w 70"/>
                  <a:gd name="T14" fmla="+- 0 3007 3000"/>
                  <a:gd name="T15" fmla="*/ 3007 h 56"/>
                  <a:gd name="T16" fmla="+- 0 3753 3729"/>
                  <a:gd name="T17" fmla="*/ T16 w 70"/>
                  <a:gd name="T18" fmla="+- 0 3009 3000"/>
                  <a:gd name="T19" fmla="*/ 3009 h 56"/>
                  <a:gd name="T20" fmla="+- 0 3755 3729"/>
                  <a:gd name="T21" fmla="*/ T20 w 70"/>
                  <a:gd name="T22" fmla="+- 0 3015 3000"/>
                  <a:gd name="T23" fmla="*/ 3015 h 56"/>
                  <a:gd name="T24" fmla="+- 0 3755 3729"/>
                  <a:gd name="T25" fmla="*/ T24 w 70"/>
                  <a:gd name="T26" fmla="+- 0 3016 3000"/>
                  <a:gd name="T27" fmla="*/ 3016 h 56"/>
                  <a:gd name="T28" fmla="+- 0 3755 3729"/>
                  <a:gd name="T29" fmla="*/ T28 w 70"/>
                  <a:gd name="T30" fmla="+- 0 3024 3000"/>
                  <a:gd name="T31" fmla="*/ 3024 h 56"/>
                  <a:gd name="T32" fmla="+- 0 3755 3729"/>
                  <a:gd name="T33" fmla="*/ T32 w 70"/>
                  <a:gd name="T34" fmla="+- 0 3025 3000"/>
                  <a:gd name="T35" fmla="*/ 3025 h 56"/>
                  <a:gd name="T36" fmla="+- 0 3754 3729"/>
                  <a:gd name="T37" fmla="*/ T36 w 70"/>
                  <a:gd name="T38" fmla="+- 0 3029 3000"/>
                  <a:gd name="T39" fmla="*/ 3029 h 56"/>
                  <a:gd name="T40" fmla="+- 0 3750 3729"/>
                  <a:gd name="T41" fmla="*/ T40 w 70"/>
                  <a:gd name="T42" fmla="+- 0 3031 3000"/>
                  <a:gd name="T43" fmla="*/ 3031 h 56"/>
                  <a:gd name="T44" fmla="+- 0 3746 3729"/>
                  <a:gd name="T45" fmla="*/ T44 w 70"/>
                  <a:gd name="T46" fmla="+- 0 3032 3000"/>
                  <a:gd name="T47" fmla="*/ 3032 h 56"/>
                  <a:gd name="T48" fmla="+- 0 3753 3729"/>
                  <a:gd name="T49" fmla="*/ T48 w 70"/>
                  <a:gd name="T50" fmla="+- 0 3032 3000"/>
                  <a:gd name="T51" fmla="*/ 3032 h 56"/>
                  <a:gd name="T52" fmla="+- 0 3754 3729"/>
                  <a:gd name="T53" fmla="*/ T52 w 70"/>
                  <a:gd name="T54" fmla="+- 0 3031 3000"/>
                  <a:gd name="T55" fmla="*/ 3031 h 56"/>
                  <a:gd name="T56" fmla="+- 0 3762 3729"/>
                  <a:gd name="T57" fmla="*/ T56 w 70"/>
                  <a:gd name="T58" fmla="+- 0 3031 3000"/>
                  <a:gd name="T59" fmla="*/ 3031 h 56"/>
                  <a:gd name="T60" fmla="+- 0 3763 3729"/>
                  <a:gd name="T61" fmla="*/ T60 w 70"/>
                  <a:gd name="T62" fmla="+- 0 3029 3000"/>
                  <a:gd name="T63" fmla="*/ 3029 h 56"/>
                  <a:gd name="T64" fmla="+- 0 3763 3729"/>
                  <a:gd name="T65" fmla="*/ T64 w 70"/>
                  <a:gd name="T66" fmla="+- 0 3016 3000"/>
                  <a:gd name="T67" fmla="*/ 3016 h 56"/>
                  <a:gd name="T68" fmla="+- 0 3761 3729"/>
                  <a:gd name="T69" fmla="*/ T68 w 70"/>
                  <a:gd name="T70" fmla="+- 0 3010 3000"/>
                  <a:gd name="T71" fmla="*/ 3010 h 56"/>
                  <a:gd name="T72" fmla="+- 0 3754 3729"/>
                  <a:gd name="T73" fmla="*/ T72 w 70"/>
                  <a:gd name="T74" fmla="+- 0 3003 3000"/>
                  <a:gd name="T75"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0" h="56">
                    <a:moveTo>
                      <a:pt x="25" y="3"/>
                    </a:moveTo>
                    <a:lnTo>
                      <a:pt x="18" y="3"/>
                    </a:lnTo>
                    <a:lnTo>
                      <a:pt x="20" y="4"/>
                    </a:lnTo>
                    <a:lnTo>
                      <a:pt x="23" y="7"/>
                    </a:lnTo>
                    <a:lnTo>
                      <a:pt x="24" y="9"/>
                    </a:lnTo>
                    <a:lnTo>
                      <a:pt x="26" y="15"/>
                    </a:lnTo>
                    <a:lnTo>
                      <a:pt x="26" y="16"/>
                    </a:lnTo>
                    <a:lnTo>
                      <a:pt x="26" y="24"/>
                    </a:lnTo>
                    <a:lnTo>
                      <a:pt x="26" y="25"/>
                    </a:lnTo>
                    <a:lnTo>
                      <a:pt x="25" y="29"/>
                    </a:lnTo>
                    <a:lnTo>
                      <a:pt x="21" y="31"/>
                    </a:lnTo>
                    <a:lnTo>
                      <a:pt x="17" y="32"/>
                    </a:lnTo>
                    <a:lnTo>
                      <a:pt x="24" y="32"/>
                    </a:lnTo>
                    <a:lnTo>
                      <a:pt x="25" y="31"/>
                    </a:lnTo>
                    <a:lnTo>
                      <a:pt x="33" y="31"/>
                    </a:lnTo>
                    <a:lnTo>
                      <a:pt x="34" y="29"/>
                    </a:lnTo>
                    <a:lnTo>
                      <a:pt x="34" y="16"/>
                    </a:lnTo>
                    <a:lnTo>
                      <a:pt x="32" y="10"/>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7" name="Freeform 5175">
                <a:extLst>
                  <a:ext uri="{FF2B5EF4-FFF2-40B4-BE49-F238E27FC236}">
                    <a16:creationId xmlns:a16="http://schemas.microsoft.com/office/drawing/2014/main" id="{8F87864A-B899-C97F-4EB9-DBC9B350569A}"/>
                  </a:ext>
                </a:extLst>
              </p:cNvPr>
              <p:cNvSpPr>
                <a:spLocks/>
              </p:cNvSpPr>
              <p:nvPr/>
            </p:nvSpPr>
            <p:spPr bwMode="auto">
              <a:xfrm>
                <a:off x="3729" y="3000"/>
                <a:ext cx="70" cy="56"/>
              </a:xfrm>
              <a:custGeom>
                <a:avLst/>
                <a:gdLst>
                  <a:gd name="T0" fmla="+- 0 3770 3729"/>
                  <a:gd name="T1" fmla="*/ T0 w 70"/>
                  <a:gd name="T2" fmla="+- 0 3048 3000"/>
                  <a:gd name="T3" fmla="*/ 3048 h 56"/>
                  <a:gd name="T4" fmla="+- 0 3768 3729"/>
                  <a:gd name="T5" fmla="*/ T4 w 70"/>
                  <a:gd name="T6" fmla="+- 0 3049 3000"/>
                  <a:gd name="T7" fmla="*/ 3049 h 56"/>
                  <a:gd name="T8" fmla="+- 0 3767 3729"/>
                  <a:gd name="T9" fmla="*/ T8 w 70"/>
                  <a:gd name="T10" fmla="+- 0 3051 3000"/>
                  <a:gd name="T11" fmla="*/ 3051 h 56"/>
                  <a:gd name="T12" fmla="+- 0 3769 3729"/>
                  <a:gd name="T13" fmla="*/ T12 w 70"/>
                  <a:gd name="T14" fmla="+- 0 3054 3000"/>
                  <a:gd name="T15" fmla="*/ 3054 h 56"/>
                  <a:gd name="T16" fmla="+- 0 3771 3729"/>
                  <a:gd name="T17" fmla="*/ T16 w 70"/>
                  <a:gd name="T18" fmla="+- 0 3055 3000"/>
                  <a:gd name="T19" fmla="*/ 3055 h 56"/>
                  <a:gd name="T20" fmla="+- 0 3773 3729"/>
                  <a:gd name="T21" fmla="*/ T20 w 70"/>
                  <a:gd name="T22" fmla="+- 0 3056 3000"/>
                  <a:gd name="T23" fmla="*/ 3056 h 56"/>
                  <a:gd name="T24" fmla="+- 0 3780 3729"/>
                  <a:gd name="T25" fmla="*/ T24 w 70"/>
                  <a:gd name="T26" fmla="+- 0 3056 3000"/>
                  <a:gd name="T27" fmla="*/ 3056 h 56"/>
                  <a:gd name="T28" fmla="+- 0 3783 3729"/>
                  <a:gd name="T29" fmla="*/ T28 w 70"/>
                  <a:gd name="T30" fmla="+- 0 3055 3000"/>
                  <a:gd name="T31" fmla="*/ 3055 h 56"/>
                  <a:gd name="T32" fmla="+- 0 3788 3729"/>
                  <a:gd name="T33" fmla="*/ T32 w 70"/>
                  <a:gd name="T34" fmla="+- 0 3053 3000"/>
                  <a:gd name="T35" fmla="*/ 3053 h 56"/>
                  <a:gd name="T36" fmla="+- 0 3789 3729"/>
                  <a:gd name="T37" fmla="*/ T36 w 70"/>
                  <a:gd name="T38" fmla="+- 0 3052 3000"/>
                  <a:gd name="T39" fmla="*/ 3052 h 56"/>
                  <a:gd name="T40" fmla="+- 0 3779 3729"/>
                  <a:gd name="T41" fmla="*/ T40 w 70"/>
                  <a:gd name="T42" fmla="+- 0 3052 3000"/>
                  <a:gd name="T43" fmla="*/ 3052 h 56"/>
                  <a:gd name="T44" fmla="+- 0 3777 3729"/>
                  <a:gd name="T45" fmla="*/ T44 w 70"/>
                  <a:gd name="T46" fmla="+- 0 3051 3000"/>
                  <a:gd name="T47" fmla="*/ 3051 h 56"/>
                  <a:gd name="T48" fmla="+- 0 3775 3729"/>
                  <a:gd name="T49" fmla="*/ T48 w 70"/>
                  <a:gd name="T50" fmla="+- 0 3050 3000"/>
                  <a:gd name="T51" fmla="*/ 3050 h 56"/>
                  <a:gd name="T52" fmla="+- 0 3772 3729"/>
                  <a:gd name="T53" fmla="*/ T52 w 70"/>
                  <a:gd name="T54" fmla="+- 0 3048 3000"/>
                  <a:gd name="T55" fmla="*/ 3048 h 56"/>
                  <a:gd name="T56" fmla="+- 0 3770 3729"/>
                  <a:gd name="T57" fmla="*/ T56 w 70"/>
                  <a:gd name="T58" fmla="+- 0 3048 3000"/>
                  <a:gd name="T59" fmla="*/ 304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0" h="56">
                    <a:moveTo>
                      <a:pt x="41" y="48"/>
                    </a:moveTo>
                    <a:lnTo>
                      <a:pt x="39" y="49"/>
                    </a:lnTo>
                    <a:lnTo>
                      <a:pt x="38" y="51"/>
                    </a:lnTo>
                    <a:lnTo>
                      <a:pt x="40" y="54"/>
                    </a:lnTo>
                    <a:lnTo>
                      <a:pt x="42" y="55"/>
                    </a:lnTo>
                    <a:lnTo>
                      <a:pt x="44" y="56"/>
                    </a:lnTo>
                    <a:lnTo>
                      <a:pt x="51" y="56"/>
                    </a:lnTo>
                    <a:lnTo>
                      <a:pt x="54" y="55"/>
                    </a:lnTo>
                    <a:lnTo>
                      <a:pt x="59" y="53"/>
                    </a:lnTo>
                    <a:lnTo>
                      <a:pt x="60" y="52"/>
                    </a:lnTo>
                    <a:lnTo>
                      <a:pt x="50" y="52"/>
                    </a:lnTo>
                    <a:lnTo>
                      <a:pt x="48" y="51"/>
                    </a:lnTo>
                    <a:lnTo>
                      <a:pt x="46" y="50"/>
                    </a:lnTo>
                    <a:lnTo>
                      <a:pt x="43" y="48"/>
                    </a:lnTo>
                    <a:lnTo>
                      <a:pt x="41"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8" name="Freeform 5176">
                <a:extLst>
                  <a:ext uri="{FF2B5EF4-FFF2-40B4-BE49-F238E27FC236}">
                    <a16:creationId xmlns:a16="http://schemas.microsoft.com/office/drawing/2014/main" id="{88F4606A-1792-1695-D770-B67EE9737B17}"/>
                  </a:ext>
                </a:extLst>
              </p:cNvPr>
              <p:cNvSpPr>
                <a:spLocks/>
              </p:cNvSpPr>
              <p:nvPr/>
            </p:nvSpPr>
            <p:spPr bwMode="auto">
              <a:xfrm>
                <a:off x="3729" y="3000"/>
                <a:ext cx="70" cy="56"/>
              </a:xfrm>
              <a:custGeom>
                <a:avLst/>
                <a:gdLst>
                  <a:gd name="T0" fmla="+- 0 3798 3729"/>
                  <a:gd name="T1" fmla="*/ T0 w 70"/>
                  <a:gd name="T2" fmla="+- 0 3002 3000"/>
                  <a:gd name="T3" fmla="*/ 3002 h 56"/>
                  <a:gd name="T4" fmla="+- 0 3779 3729"/>
                  <a:gd name="T5" fmla="*/ T4 w 70"/>
                  <a:gd name="T6" fmla="+- 0 3002 3000"/>
                  <a:gd name="T7" fmla="*/ 3002 h 56"/>
                  <a:gd name="T8" fmla="+- 0 3769 3729"/>
                  <a:gd name="T9" fmla="*/ T8 w 70"/>
                  <a:gd name="T10" fmla="+- 0 3022 3000"/>
                  <a:gd name="T11" fmla="*/ 3022 h 56"/>
                  <a:gd name="T12" fmla="+- 0 3774 3729"/>
                  <a:gd name="T13" fmla="*/ T12 w 70"/>
                  <a:gd name="T14" fmla="+- 0 3022 3000"/>
                  <a:gd name="T15" fmla="*/ 3022 h 56"/>
                  <a:gd name="T16" fmla="+- 0 3778 3729"/>
                  <a:gd name="T17" fmla="*/ T16 w 70"/>
                  <a:gd name="T18" fmla="+- 0 3023 3000"/>
                  <a:gd name="T19" fmla="*/ 3023 h 56"/>
                  <a:gd name="T20" fmla="+- 0 3784 3729"/>
                  <a:gd name="T21" fmla="*/ T20 w 70"/>
                  <a:gd name="T22" fmla="+- 0 3026 3000"/>
                  <a:gd name="T23" fmla="*/ 3026 h 56"/>
                  <a:gd name="T24" fmla="+- 0 3787 3729"/>
                  <a:gd name="T25" fmla="*/ T24 w 70"/>
                  <a:gd name="T26" fmla="+- 0 3028 3000"/>
                  <a:gd name="T27" fmla="*/ 3028 h 56"/>
                  <a:gd name="T28" fmla="+- 0 3791 3729"/>
                  <a:gd name="T29" fmla="*/ T28 w 70"/>
                  <a:gd name="T30" fmla="+- 0 3034 3000"/>
                  <a:gd name="T31" fmla="*/ 3034 h 56"/>
                  <a:gd name="T32" fmla="+- 0 3792 3729"/>
                  <a:gd name="T33" fmla="*/ T32 w 70"/>
                  <a:gd name="T34" fmla="+- 0 3037 3000"/>
                  <a:gd name="T35" fmla="*/ 3037 h 56"/>
                  <a:gd name="T36" fmla="+- 0 3792 3729"/>
                  <a:gd name="T37" fmla="*/ T36 w 70"/>
                  <a:gd name="T38" fmla="+- 0 3043 3000"/>
                  <a:gd name="T39" fmla="*/ 3043 h 56"/>
                  <a:gd name="T40" fmla="+- 0 3791 3729"/>
                  <a:gd name="T41" fmla="*/ T40 w 70"/>
                  <a:gd name="T42" fmla="+- 0 3046 3000"/>
                  <a:gd name="T43" fmla="*/ 3046 h 56"/>
                  <a:gd name="T44" fmla="+- 0 3786 3729"/>
                  <a:gd name="T45" fmla="*/ T44 w 70"/>
                  <a:gd name="T46" fmla="+- 0 3051 3000"/>
                  <a:gd name="T47" fmla="*/ 3051 h 56"/>
                  <a:gd name="T48" fmla="+- 0 3784 3729"/>
                  <a:gd name="T49" fmla="*/ T48 w 70"/>
                  <a:gd name="T50" fmla="+- 0 3052 3000"/>
                  <a:gd name="T51" fmla="*/ 3052 h 56"/>
                  <a:gd name="T52" fmla="+- 0 3789 3729"/>
                  <a:gd name="T53" fmla="*/ T52 w 70"/>
                  <a:gd name="T54" fmla="+- 0 3052 3000"/>
                  <a:gd name="T55" fmla="*/ 3052 h 56"/>
                  <a:gd name="T56" fmla="+- 0 3797 3729"/>
                  <a:gd name="T57" fmla="*/ T56 w 70"/>
                  <a:gd name="T58" fmla="+- 0 3038 3000"/>
                  <a:gd name="T59" fmla="*/ 3038 h 56"/>
                  <a:gd name="T60" fmla="+- 0 3797 3729"/>
                  <a:gd name="T61" fmla="*/ T60 w 70"/>
                  <a:gd name="T62" fmla="+- 0 3031 3000"/>
                  <a:gd name="T63" fmla="*/ 3031 h 56"/>
                  <a:gd name="T64" fmla="+- 0 3796 3729"/>
                  <a:gd name="T65" fmla="*/ T64 w 70"/>
                  <a:gd name="T66" fmla="+- 0 3027 3000"/>
                  <a:gd name="T67" fmla="*/ 3027 h 56"/>
                  <a:gd name="T68" fmla="+- 0 3788 3729"/>
                  <a:gd name="T69" fmla="*/ T68 w 70"/>
                  <a:gd name="T70" fmla="+- 0 3019 3000"/>
                  <a:gd name="T71" fmla="*/ 3019 h 56"/>
                  <a:gd name="T72" fmla="+- 0 3783 3729"/>
                  <a:gd name="T73" fmla="*/ T72 w 70"/>
                  <a:gd name="T74" fmla="+- 0 3016 3000"/>
                  <a:gd name="T75" fmla="*/ 3016 h 56"/>
                  <a:gd name="T76" fmla="+- 0 3776 3729"/>
                  <a:gd name="T77" fmla="*/ T76 w 70"/>
                  <a:gd name="T78" fmla="+- 0 3015 3000"/>
                  <a:gd name="T79" fmla="*/ 3015 h 56"/>
                  <a:gd name="T80" fmla="+- 0 3779 3729"/>
                  <a:gd name="T81" fmla="*/ T80 w 70"/>
                  <a:gd name="T82" fmla="+- 0 3008 3000"/>
                  <a:gd name="T83" fmla="*/ 3008 h 56"/>
                  <a:gd name="T84" fmla="+- 0 3795 3729"/>
                  <a:gd name="T85" fmla="*/ T84 w 70"/>
                  <a:gd name="T86" fmla="+- 0 3008 3000"/>
                  <a:gd name="T87" fmla="*/ 3008 h 56"/>
                  <a:gd name="T88" fmla="+- 0 3798 3729"/>
                  <a:gd name="T89" fmla="*/ T88 w 70"/>
                  <a:gd name="T90" fmla="+- 0 3002 3000"/>
                  <a:gd name="T91" fmla="*/ 30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70" h="56">
                    <a:moveTo>
                      <a:pt x="69" y="2"/>
                    </a:moveTo>
                    <a:lnTo>
                      <a:pt x="50" y="2"/>
                    </a:lnTo>
                    <a:lnTo>
                      <a:pt x="40" y="22"/>
                    </a:lnTo>
                    <a:lnTo>
                      <a:pt x="45" y="22"/>
                    </a:lnTo>
                    <a:lnTo>
                      <a:pt x="49" y="23"/>
                    </a:lnTo>
                    <a:lnTo>
                      <a:pt x="55" y="26"/>
                    </a:lnTo>
                    <a:lnTo>
                      <a:pt x="58" y="28"/>
                    </a:lnTo>
                    <a:lnTo>
                      <a:pt x="62" y="34"/>
                    </a:lnTo>
                    <a:lnTo>
                      <a:pt x="63" y="37"/>
                    </a:lnTo>
                    <a:lnTo>
                      <a:pt x="63" y="43"/>
                    </a:lnTo>
                    <a:lnTo>
                      <a:pt x="62" y="46"/>
                    </a:lnTo>
                    <a:lnTo>
                      <a:pt x="57" y="51"/>
                    </a:lnTo>
                    <a:lnTo>
                      <a:pt x="55" y="52"/>
                    </a:lnTo>
                    <a:lnTo>
                      <a:pt x="60" y="52"/>
                    </a:lnTo>
                    <a:lnTo>
                      <a:pt x="68" y="38"/>
                    </a:lnTo>
                    <a:lnTo>
                      <a:pt x="68" y="31"/>
                    </a:lnTo>
                    <a:lnTo>
                      <a:pt x="67" y="27"/>
                    </a:lnTo>
                    <a:lnTo>
                      <a:pt x="59" y="19"/>
                    </a:lnTo>
                    <a:lnTo>
                      <a:pt x="54" y="16"/>
                    </a:lnTo>
                    <a:lnTo>
                      <a:pt x="47" y="15"/>
                    </a:lnTo>
                    <a:lnTo>
                      <a:pt x="50" y="8"/>
                    </a:lnTo>
                    <a:lnTo>
                      <a:pt x="66" y="8"/>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2" name="Group 291">
              <a:extLst>
                <a:ext uri="{FF2B5EF4-FFF2-40B4-BE49-F238E27FC236}">
                  <a16:creationId xmlns:a16="http://schemas.microsoft.com/office/drawing/2014/main" id="{2F999C79-73D4-1B15-BCA3-BABC78ED3C16}"/>
                </a:ext>
              </a:extLst>
            </p:cNvPr>
            <p:cNvGrpSpPr>
              <a:grpSpLocks/>
            </p:cNvGrpSpPr>
            <p:nvPr/>
          </p:nvGrpSpPr>
          <p:grpSpPr bwMode="auto">
            <a:xfrm>
              <a:off x="4229" y="3000"/>
              <a:ext cx="21" cy="55"/>
              <a:chOff x="4229" y="3000"/>
              <a:chExt cx="21" cy="55"/>
            </a:xfrm>
          </p:grpSpPr>
          <p:sp>
            <p:nvSpPr>
              <p:cNvPr id="1122" name="Freeform 5178">
                <a:extLst>
                  <a:ext uri="{FF2B5EF4-FFF2-40B4-BE49-F238E27FC236}">
                    <a16:creationId xmlns:a16="http://schemas.microsoft.com/office/drawing/2014/main" id="{99C2DD3D-1F6F-2A3E-82EA-9EF44FEF238A}"/>
                  </a:ext>
                </a:extLst>
              </p:cNvPr>
              <p:cNvSpPr>
                <a:spLocks/>
              </p:cNvSpPr>
              <p:nvPr/>
            </p:nvSpPr>
            <p:spPr bwMode="auto">
              <a:xfrm>
                <a:off x="4229" y="3000"/>
                <a:ext cx="21" cy="55"/>
              </a:xfrm>
              <a:custGeom>
                <a:avLst/>
                <a:gdLst>
                  <a:gd name="T0" fmla="+- 0 4243 4229"/>
                  <a:gd name="T1" fmla="*/ T0 w 21"/>
                  <a:gd name="T2" fmla="+- 0 3007 3000"/>
                  <a:gd name="T3" fmla="*/ 3007 h 55"/>
                  <a:gd name="T4" fmla="+- 0 4234 4229"/>
                  <a:gd name="T5" fmla="*/ T4 w 21"/>
                  <a:gd name="T6" fmla="+- 0 3007 3000"/>
                  <a:gd name="T7" fmla="*/ 3007 h 55"/>
                  <a:gd name="T8" fmla="+- 0 4235 4229"/>
                  <a:gd name="T9" fmla="*/ T8 w 21"/>
                  <a:gd name="T10" fmla="+- 0 3007 3000"/>
                  <a:gd name="T11" fmla="*/ 3007 h 55"/>
                  <a:gd name="T12" fmla="+- 0 4236 4229"/>
                  <a:gd name="T13" fmla="*/ T12 w 21"/>
                  <a:gd name="T14" fmla="+- 0 3009 3000"/>
                  <a:gd name="T15" fmla="*/ 3009 h 55"/>
                  <a:gd name="T16" fmla="+- 0 4237 4229"/>
                  <a:gd name="T17" fmla="*/ T16 w 21"/>
                  <a:gd name="T18" fmla="+- 0 3010 3000"/>
                  <a:gd name="T19" fmla="*/ 3010 h 55"/>
                  <a:gd name="T20" fmla="+- 0 4237 4229"/>
                  <a:gd name="T21" fmla="*/ T20 w 21"/>
                  <a:gd name="T22" fmla="+- 0 3051 3000"/>
                  <a:gd name="T23" fmla="*/ 3051 h 55"/>
                  <a:gd name="T24" fmla="+- 0 4230 4229"/>
                  <a:gd name="T25" fmla="*/ T24 w 21"/>
                  <a:gd name="T26" fmla="+- 0 3053 3000"/>
                  <a:gd name="T27" fmla="*/ 3053 h 55"/>
                  <a:gd name="T28" fmla="+- 0 4230 4229"/>
                  <a:gd name="T29" fmla="*/ T28 w 21"/>
                  <a:gd name="T30" fmla="+- 0 3055 3000"/>
                  <a:gd name="T31" fmla="*/ 3055 h 55"/>
                  <a:gd name="T32" fmla="+- 0 4250 4229"/>
                  <a:gd name="T33" fmla="*/ T32 w 21"/>
                  <a:gd name="T34" fmla="+- 0 3055 3000"/>
                  <a:gd name="T35" fmla="*/ 3055 h 55"/>
                  <a:gd name="T36" fmla="+- 0 4250 4229"/>
                  <a:gd name="T37" fmla="*/ T36 w 21"/>
                  <a:gd name="T38" fmla="+- 0 3053 3000"/>
                  <a:gd name="T39" fmla="*/ 3053 h 55"/>
                  <a:gd name="T40" fmla="+- 0 4248 4229"/>
                  <a:gd name="T41" fmla="*/ T40 w 21"/>
                  <a:gd name="T42" fmla="+- 0 3053 3000"/>
                  <a:gd name="T43" fmla="*/ 3053 h 55"/>
                  <a:gd name="T44" fmla="+- 0 4246 4229"/>
                  <a:gd name="T45" fmla="*/ T44 w 21"/>
                  <a:gd name="T46" fmla="+- 0 3053 3000"/>
                  <a:gd name="T47" fmla="*/ 3053 h 55"/>
                  <a:gd name="T48" fmla="+- 0 4245 4229"/>
                  <a:gd name="T49" fmla="*/ T48 w 21"/>
                  <a:gd name="T50" fmla="+- 0 3053 3000"/>
                  <a:gd name="T51" fmla="*/ 3053 h 55"/>
                  <a:gd name="T52" fmla="+- 0 4244 4229"/>
                  <a:gd name="T53" fmla="*/ T52 w 21"/>
                  <a:gd name="T54" fmla="+- 0 3051 3000"/>
                  <a:gd name="T55" fmla="*/ 3051 h 55"/>
                  <a:gd name="T56" fmla="+- 0 4244 4229"/>
                  <a:gd name="T57" fmla="*/ T56 w 21"/>
                  <a:gd name="T58" fmla="+- 0 3051 3000"/>
                  <a:gd name="T59" fmla="*/ 3051 h 55"/>
                  <a:gd name="T60" fmla="+- 0 4243 4229"/>
                  <a:gd name="T61" fmla="*/ T60 w 21"/>
                  <a:gd name="T62" fmla="+- 0 3007 3000"/>
                  <a:gd name="T63" fmla="*/ 300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5" y="7"/>
                    </a:lnTo>
                    <a:lnTo>
                      <a:pt x="6" y="7"/>
                    </a:lnTo>
                    <a:lnTo>
                      <a:pt x="7" y="9"/>
                    </a:lnTo>
                    <a:lnTo>
                      <a:pt x="8" y="10"/>
                    </a:lnTo>
                    <a:lnTo>
                      <a:pt x="8" y="51"/>
                    </a:lnTo>
                    <a:lnTo>
                      <a:pt x="1" y="53"/>
                    </a:lnTo>
                    <a:lnTo>
                      <a:pt x="1" y="55"/>
                    </a:lnTo>
                    <a:lnTo>
                      <a:pt x="21" y="55"/>
                    </a:lnTo>
                    <a:lnTo>
                      <a:pt x="21" y="53"/>
                    </a:lnTo>
                    <a:lnTo>
                      <a:pt x="19" y="53"/>
                    </a:lnTo>
                    <a:lnTo>
                      <a:pt x="17" y="53"/>
                    </a:lnTo>
                    <a:lnTo>
                      <a:pt x="16" y="53"/>
                    </a:lnTo>
                    <a:lnTo>
                      <a:pt x="15" y="51"/>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3" name="Freeform 5179">
                <a:extLst>
                  <a:ext uri="{FF2B5EF4-FFF2-40B4-BE49-F238E27FC236}">
                    <a16:creationId xmlns:a16="http://schemas.microsoft.com/office/drawing/2014/main" id="{88E39E36-6414-1E8B-1C87-D331ABF8BC91}"/>
                  </a:ext>
                </a:extLst>
              </p:cNvPr>
              <p:cNvSpPr>
                <a:spLocks/>
              </p:cNvSpPr>
              <p:nvPr/>
            </p:nvSpPr>
            <p:spPr bwMode="auto">
              <a:xfrm>
                <a:off x="4229" y="3000"/>
                <a:ext cx="21" cy="55"/>
              </a:xfrm>
              <a:custGeom>
                <a:avLst/>
                <a:gdLst>
                  <a:gd name="T0" fmla="+- 0 4243 4229"/>
                  <a:gd name="T1" fmla="*/ T0 w 21"/>
                  <a:gd name="T2" fmla="+- 0 3000 3000"/>
                  <a:gd name="T3" fmla="*/ 3000 h 55"/>
                  <a:gd name="T4" fmla="+- 0 4242 4229"/>
                  <a:gd name="T5" fmla="*/ T4 w 21"/>
                  <a:gd name="T6" fmla="+- 0 3000 3000"/>
                  <a:gd name="T7" fmla="*/ 3000 h 55"/>
                  <a:gd name="T8" fmla="+- 0 4229 4229"/>
                  <a:gd name="T9" fmla="*/ T8 w 21"/>
                  <a:gd name="T10" fmla="+- 0 3007 3000"/>
                  <a:gd name="T11" fmla="*/ 3007 h 55"/>
                  <a:gd name="T12" fmla="+- 0 4230 4229"/>
                  <a:gd name="T13" fmla="*/ T12 w 21"/>
                  <a:gd name="T14" fmla="+- 0 3008 3000"/>
                  <a:gd name="T15" fmla="*/ 3008 h 55"/>
                  <a:gd name="T16" fmla="+- 0 4234 4229"/>
                  <a:gd name="T17" fmla="*/ T16 w 21"/>
                  <a:gd name="T18" fmla="+- 0 3007 3000"/>
                  <a:gd name="T19" fmla="*/ 3007 h 55"/>
                  <a:gd name="T20" fmla="+- 0 4243 4229"/>
                  <a:gd name="T21" fmla="*/ T20 w 21"/>
                  <a:gd name="T22" fmla="+- 0 3007 3000"/>
                  <a:gd name="T23" fmla="*/ 3007 h 55"/>
                  <a:gd name="T24" fmla="+- 0 4243 4229"/>
                  <a:gd name="T25" fmla="*/ T24 w 21"/>
                  <a:gd name="T26" fmla="+- 0 3000 3000"/>
                  <a:gd name="T27" fmla="*/ 300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1" y="8"/>
                    </a:lnTo>
                    <a:lnTo>
                      <a:pt x="5"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3" name="Group 292">
              <a:extLst>
                <a:ext uri="{FF2B5EF4-FFF2-40B4-BE49-F238E27FC236}">
                  <a16:creationId xmlns:a16="http://schemas.microsoft.com/office/drawing/2014/main" id="{EB6FAC2B-F007-DB3B-82C2-C3DFE19DC966}"/>
                </a:ext>
              </a:extLst>
            </p:cNvPr>
            <p:cNvGrpSpPr>
              <a:grpSpLocks/>
            </p:cNvGrpSpPr>
            <p:nvPr/>
          </p:nvGrpSpPr>
          <p:grpSpPr bwMode="auto">
            <a:xfrm>
              <a:off x="4679" y="3000"/>
              <a:ext cx="35" cy="56"/>
              <a:chOff x="4679" y="3000"/>
              <a:chExt cx="35" cy="56"/>
            </a:xfrm>
          </p:grpSpPr>
          <p:sp>
            <p:nvSpPr>
              <p:cNvPr id="1120" name="Freeform 5181">
                <a:extLst>
                  <a:ext uri="{FF2B5EF4-FFF2-40B4-BE49-F238E27FC236}">
                    <a16:creationId xmlns:a16="http://schemas.microsoft.com/office/drawing/2014/main" id="{B6D85B3D-5543-673A-720A-FB6243EA7121}"/>
                  </a:ext>
                </a:extLst>
              </p:cNvPr>
              <p:cNvSpPr>
                <a:spLocks/>
              </p:cNvSpPr>
              <p:nvPr/>
            </p:nvSpPr>
            <p:spPr bwMode="auto">
              <a:xfrm>
                <a:off x="4679" y="3000"/>
                <a:ext cx="35" cy="56"/>
              </a:xfrm>
              <a:custGeom>
                <a:avLst/>
                <a:gdLst>
                  <a:gd name="T0" fmla="+- 0 4700 4679"/>
                  <a:gd name="T1" fmla="*/ T0 w 35"/>
                  <a:gd name="T2" fmla="+- 0 3000 3000"/>
                  <a:gd name="T3" fmla="*/ 3000 h 56"/>
                  <a:gd name="T4" fmla="+- 0 4694 4679"/>
                  <a:gd name="T5" fmla="*/ T4 w 35"/>
                  <a:gd name="T6" fmla="+- 0 3000 3000"/>
                  <a:gd name="T7" fmla="*/ 3000 h 56"/>
                  <a:gd name="T8" fmla="+- 0 4691 4679"/>
                  <a:gd name="T9" fmla="*/ T8 w 35"/>
                  <a:gd name="T10" fmla="+- 0 3001 3000"/>
                  <a:gd name="T11" fmla="*/ 3001 h 56"/>
                  <a:gd name="T12" fmla="+- 0 4686 4679"/>
                  <a:gd name="T13" fmla="*/ T12 w 35"/>
                  <a:gd name="T14" fmla="+- 0 3005 3000"/>
                  <a:gd name="T15" fmla="*/ 3005 h 56"/>
                  <a:gd name="T16" fmla="+- 0 4684 4679"/>
                  <a:gd name="T17" fmla="*/ T16 w 35"/>
                  <a:gd name="T18" fmla="+- 0 3008 3000"/>
                  <a:gd name="T19" fmla="*/ 3008 h 56"/>
                  <a:gd name="T20" fmla="+- 0 4680 4679"/>
                  <a:gd name="T21" fmla="*/ T20 w 35"/>
                  <a:gd name="T22" fmla="+- 0 3017 3000"/>
                  <a:gd name="T23" fmla="*/ 3017 h 56"/>
                  <a:gd name="T24" fmla="+- 0 4679 4679"/>
                  <a:gd name="T25" fmla="*/ T24 w 35"/>
                  <a:gd name="T26" fmla="+- 0 3022 3000"/>
                  <a:gd name="T27" fmla="*/ 3022 h 56"/>
                  <a:gd name="T28" fmla="+- 0 4679 4679"/>
                  <a:gd name="T29" fmla="*/ T28 w 35"/>
                  <a:gd name="T30" fmla="+- 0 3036 3000"/>
                  <a:gd name="T31" fmla="*/ 3036 h 56"/>
                  <a:gd name="T32" fmla="+- 0 4680 4679"/>
                  <a:gd name="T33" fmla="*/ T32 w 35"/>
                  <a:gd name="T34" fmla="+- 0 3042 3000"/>
                  <a:gd name="T35" fmla="*/ 3042 h 56"/>
                  <a:gd name="T36" fmla="+- 0 4687 4679"/>
                  <a:gd name="T37" fmla="*/ T36 w 35"/>
                  <a:gd name="T38" fmla="+- 0 3053 3000"/>
                  <a:gd name="T39" fmla="*/ 3053 h 56"/>
                  <a:gd name="T40" fmla="+- 0 4691 4679"/>
                  <a:gd name="T41" fmla="*/ T40 w 35"/>
                  <a:gd name="T42" fmla="+- 0 3056 3000"/>
                  <a:gd name="T43" fmla="*/ 3056 h 56"/>
                  <a:gd name="T44" fmla="+- 0 4698 4679"/>
                  <a:gd name="T45" fmla="*/ T44 w 35"/>
                  <a:gd name="T46" fmla="+- 0 3056 3000"/>
                  <a:gd name="T47" fmla="*/ 3056 h 56"/>
                  <a:gd name="T48" fmla="+- 0 4701 4679"/>
                  <a:gd name="T49" fmla="*/ T48 w 35"/>
                  <a:gd name="T50" fmla="+- 0 3055 3000"/>
                  <a:gd name="T51" fmla="*/ 3055 h 56"/>
                  <a:gd name="T52" fmla="+- 0 4703 4679"/>
                  <a:gd name="T53" fmla="*/ T52 w 35"/>
                  <a:gd name="T54" fmla="+- 0 3053 3000"/>
                  <a:gd name="T55" fmla="*/ 3053 h 56"/>
                  <a:gd name="T56" fmla="+- 0 4693 4679"/>
                  <a:gd name="T57" fmla="*/ T56 w 35"/>
                  <a:gd name="T58" fmla="+- 0 3053 3000"/>
                  <a:gd name="T59" fmla="*/ 3053 h 56"/>
                  <a:gd name="T60" fmla="+- 0 4691 4679"/>
                  <a:gd name="T61" fmla="*/ T60 w 35"/>
                  <a:gd name="T62" fmla="+- 0 3051 3000"/>
                  <a:gd name="T63" fmla="*/ 3051 h 56"/>
                  <a:gd name="T64" fmla="+- 0 4688 4679"/>
                  <a:gd name="T65" fmla="*/ T64 w 35"/>
                  <a:gd name="T66" fmla="+- 0 3043 3000"/>
                  <a:gd name="T67" fmla="*/ 3043 h 56"/>
                  <a:gd name="T68" fmla="+- 0 4687 4679"/>
                  <a:gd name="T69" fmla="*/ T68 w 35"/>
                  <a:gd name="T70" fmla="+- 0 3037 3000"/>
                  <a:gd name="T71" fmla="*/ 3037 h 56"/>
                  <a:gd name="T72" fmla="+- 0 4687 4679"/>
                  <a:gd name="T73" fmla="*/ T72 w 35"/>
                  <a:gd name="T74" fmla="+- 0 3022 3000"/>
                  <a:gd name="T75" fmla="*/ 3022 h 56"/>
                  <a:gd name="T76" fmla="+- 0 4696 4679"/>
                  <a:gd name="T77" fmla="*/ T76 w 35"/>
                  <a:gd name="T78" fmla="+- 0 3003 3000"/>
                  <a:gd name="T79" fmla="*/ 3003 h 56"/>
                  <a:gd name="T80" fmla="+- 0 4704 4679"/>
                  <a:gd name="T81" fmla="*/ T80 w 35"/>
                  <a:gd name="T82" fmla="+- 0 3003 3000"/>
                  <a:gd name="T83" fmla="*/ 3003 h 56"/>
                  <a:gd name="T84" fmla="+- 0 4704 4679"/>
                  <a:gd name="T85" fmla="*/ T84 w 35"/>
                  <a:gd name="T86" fmla="+- 0 3002 3000"/>
                  <a:gd name="T87" fmla="*/ 3002 h 56"/>
                  <a:gd name="T88" fmla="+- 0 4700 4679"/>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21" name="Freeform 5182">
                <a:extLst>
                  <a:ext uri="{FF2B5EF4-FFF2-40B4-BE49-F238E27FC236}">
                    <a16:creationId xmlns:a16="http://schemas.microsoft.com/office/drawing/2014/main" id="{9C8ADD5C-1F19-175B-7966-D6C890F9EA69}"/>
                  </a:ext>
                </a:extLst>
              </p:cNvPr>
              <p:cNvSpPr>
                <a:spLocks/>
              </p:cNvSpPr>
              <p:nvPr/>
            </p:nvSpPr>
            <p:spPr bwMode="auto">
              <a:xfrm>
                <a:off x="4679" y="3000"/>
                <a:ext cx="35" cy="56"/>
              </a:xfrm>
              <a:custGeom>
                <a:avLst/>
                <a:gdLst>
                  <a:gd name="T0" fmla="+- 0 4704 4679"/>
                  <a:gd name="T1" fmla="*/ T0 w 35"/>
                  <a:gd name="T2" fmla="+- 0 3003 3000"/>
                  <a:gd name="T3" fmla="*/ 3003 h 56"/>
                  <a:gd name="T4" fmla="+- 0 4696 4679"/>
                  <a:gd name="T5" fmla="*/ T4 w 35"/>
                  <a:gd name="T6" fmla="+- 0 3003 3000"/>
                  <a:gd name="T7" fmla="*/ 3003 h 56"/>
                  <a:gd name="T8" fmla="+- 0 4700 4679"/>
                  <a:gd name="T9" fmla="*/ T8 w 35"/>
                  <a:gd name="T10" fmla="+- 0 3004 3000"/>
                  <a:gd name="T11" fmla="*/ 3004 h 56"/>
                  <a:gd name="T12" fmla="+- 0 4702 4679"/>
                  <a:gd name="T13" fmla="*/ T12 w 35"/>
                  <a:gd name="T14" fmla="+- 0 3006 3000"/>
                  <a:gd name="T15" fmla="*/ 3006 h 56"/>
                  <a:gd name="T16" fmla="+- 0 4703 4679"/>
                  <a:gd name="T17" fmla="*/ T16 w 35"/>
                  <a:gd name="T18" fmla="+- 0 3008 3000"/>
                  <a:gd name="T19" fmla="*/ 3008 h 56"/>
                  <a:gd name="T20" fmla="+- 0 4705 4679"/>
                  <a:gd name="T21" fmla="*/ T20 w 35"/>
                  <a:gd name="T22" fmla="+- 0 3015 3000"/>
                  <a:gd name="T23" fmla="*/ 3015 h 56"/>
                  <a:gd name="T24" fmla="+- 0 4705 4679"/>
                  <a:gd name="T25" fmla="*/ T24 w 35"/>
                  <a:gd name="T26" fmla="+- 0 3017 3000"/>
                  <a:gd name="T27" fmla="*/ 3017 h 56"/>
                  <a:gd name="T28" fmla="+- 0 4706 4679"/>
                  <a:gd name="T29" fmla="*/ T28 w 35"/>
                  <a:gd name="T30" fmla="+- 0 3036 3000"/>
                  <a:gd name="T31" fmla="*/ 3036 h 56"/>
                  <a:gd name="T32" fmla="+- 0 4705 4679"/>
                  <a:gd name="T33" fmla="*/ T32 w 35"/>
                  <a:gd name="T34" fmla="+- 0 3040 3000"/>
                  <a:gd name="T35" fmla="*/ 3040 h 56"/>
                  <a:gd name="T36" fmla="+- 0 4703 4679"/>
                  <a:gd name="T37" fmla="*/ T36 w 35"/>
                  <a:gd name="T38" fmla="+- 0 3048 3000"/>
                  <a:gd name="T39" fmla="*/ 3048 h 56"/>
                  <a:gd name="T40" fmla="+- 0 4702 4679"/>
                  <a:gd name="T41" fmla="*/ T40 w 35"/>
                  <a:gd name="T42" fmla="+- 0 3050 3000"/>
                  <a:gd name="T43" fmla="*/ 3050 h 56"/>
                  <a:gd name="T44" fmla="+- 0 4700 4679"/>
                  <a:gd name="T45" fmla="*/ T44 w 35"/>
                  <a:gd name="T46" fmla="+- 0 3051 3000"/>
                  <a:gd name="T47" fmla="*/ 3051 h 56"/>
                  <a:gd name="T48" fmla="+- 0 4696 4679"/>
                  <a:gd name="T49" fmla="*/ T48 w 35"/>
                  <a:gd name="T50" fmla="+- 0 3053 3000"/>
                  <a:gd name="T51" fmla="*/ 3053 h 56"/>
                  <a:gd name="T52" fmla="+- 0 4703 4679"/>
                  <a:gd name="T53" fmla="*/ T52 w 35"/>
                  <a:gd name="T54" fmla="+- 0 3053 3000"/>
                  <a:gd name="T55" fmla="*/ 3053 h 56"/>
                  <a:gd name="T56" fmla="+- 0 4713 4679"/>
                  <a:gd name="T57" fmla="*/ T56 w 35"/>
                  <a:gd name="T58" fmla="+- 0 3019 3000"/>
                  <a:gd name="T59" fmla="*/ 3019 h 56"/>
                  <a:gd name="T60" fmla="+- 0 4711 4679"/>
                  <a:gd name="T61" fmla="*/ T60 w 35"/>
                  <a:gd name="T62" fmla="+- 0 3012 3000"/>
                  <a:gd name="T63" fmla="*/ 3012 h 56"/>
                  <a:gd name="T64" fmla="+- 0 4704 4679"/>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4" name="Group 293">
              <a:extLst>
                <a:ext uri="{FF2B5EF4-FFF2-40B4-BE49-F238E27FC236}">
                  <a16:creationId xmlns:a16="http://schemas.microsoft.com/office/drawing/2014/main" id="{FC0F6BEF-3C73-B46A-8210-27B6623870AB}"/>
                </a:ext>
              </a:extLst>
            </p:cNvPr>
            <p:cNvGrpSpPr>
              <a:grpSpLocks/>
            </p:cNvGrpSpPr>
            <p:nvPr/>
          </p:nvGrpSpPr>
          <p:grpSpPr bwMode="auto">
            <a:xfrm>
              <a:off x="5142" y="3000"/>
              <a:ext cx="21" cy="55"/>
              <a:chOff x="5142" y="3000"/>
              <a:chExt cx="21" cy="55"/>
            </a:xfrm>
          </p:grpSpPr>
          <p:sp>
            <p:nvSpPr>
              <p:cNvPr id="1118" name="Freeform 5184">
                <a:extLst>
                  <a:ext uri="{FF2B5EF4-FFF2-40B4-BE49-F238E27FC236}">
                    <a16:creationId xmlns:a16="http://schemas.microsoft.com/office/drawing/2014/main" id="{93535F2C-1D6C-F475-CC0E-7C5FD6E68FEC}"/>
                  </a:ext>
                </a:extLst>
              </p:cNvPr>
              <p:cNvSpPr>
                <a:spLocks/>
              </p:cNvSpPr>
              <p:nvPr/>
            </p:nvSpPr>
            <p:spPr bwMode="auto">
              <a:xfrm>
                <a:off x="5142" y="3000"/>
                <a:ext cx="21" cy="55"/>
              </a:xfrm>
              <a:custGeom>
                <a:avLst/>
                <a:gdLst>
                  <a:gd name="T0" fmla="+- 0 5156 5142"/>
                  <a:gd name="T1" fmla="*/ T0 w 21"/>
                  <a:gd name="T2" fmla="+- 0 3007 3000"/>
                  <a:gd name="T3" fmla="*/ 3007 h 55"/>
                  <a:gd name="T4" fmla="+- 0 5146 5142"/>
                  <a:gd name="T5" fmla="*/ T4 w 21"/>
                  <a:gd name="T6" fmla="+- 0 3007 3000"/>
                  <a:gd name="T7" fmla="*/ 3007 h 55"/>
                  <a:gd name="T8" fmla="+- 0 5148 5142"/>
                  <a:gd name="T9" fmla="*/ T8 w 21"/>
                  <a:gd name="T10" fmla="+- 0 3007 3000"/>
                  <a:gd name="T11" fmla="*/ 3007 h 55"/>
                  <a:gd name="T12" fmla="+- 0 5149 5142"/>
                  <a:gd name="T13" fmla="*/ T12 w 21"/>
                  <a:gd name="T14" fmla="+- 0 3009 3000"/>
                  <a:gd name="T15" fmla="*/ 3009 h 55"/>
                  <a:gd name="T16" fmla="+- 0 5149 5142"/>
                  <a:gd name="T17" fmla="*/ T16 w 21"/>
                  <a:gd name="T18" fmla="+- 0 3010 3000"/>
                  <a:gd name="T19" fmla="*/ 3010 h 55"/>
                  <a:gd name="T20" fmla="+- 0 5149 5142"/>
                  <a:gd name="T21" fmla="*/ T20 w 21"/>
                  <a:gd name="T22" fmla="+- 0 3051 3000"/>
                  <a:gd name="T23" fmla="*/ 3051 h 55"/>
                  <a:gd name="T24" fmla="+- 0 5143 5142"/>
                  <a:gd name="T25" fmla="*/ T24 w 21"/>
                  <a:gd name="T26" fmla="+- 0 3053 3000"/>
                  <a:gd name="T27" fmla="*/ 3053 h 55"/>
                  <a:gd name="T28" fmla="+- 0 5143 5142"/>
                  <a:gd name="T29" fmla="*/ T28 w 21"/>
                  <a:gd name="T30" fmla="+- 0 3055 3000"/>
                  <a:gd name="T31" fmla="*/ 3055 h 55"/>
                  <a:gd name="T32" fmla="+- 0 5163 5142"/>
                  <a:gd name="T33" fmla="*/ T32 w 21"/>
                  <a:gd name="T34" fmla="+- 0 3055 3000"/>
                  <a:gd name="T35" fmla="*/ 3055 h 55"/>
                  <a:gd name="T36" fmla="+- 0 5163 5142"/>
                  <a:gd name="T37" fmla="*/ T36 w 21"/>
                  <a:gd name="T38" fmla="+- 0 3053 3000"/>
                  <a:gd name="T39" fmla="*/ 3053 h 55"/>
                  <a:gd name="T40" fmla="+- 0 5160 5142"/>
                  <a:gd name="T41" fmla="*/ T40 w 21"/>
                  <a:gd name="T42" fmla="+- 0 3053 3000"/>
                  <a:gd name="T43" fmla="*/ 3053 h 55"/>
                  <a:gd name="T44" fmla="+- 0 5159 5142"/>
                  <a:gd name="T45" fmla="*/ T44 w 21"/>
                  <a:gd name="T46" fmla="+- 0 3053 3000"/>
                  <a:gd name="T47" fmla="*/ 3053 h 55"/>
                  <a:gd name="T48" fmla="+- 0 5158 5142"/>
                  <a:gd name="T49" fmla="*/ T48 w 21"/>
                  <a:gd name="T50" fmla="+- 0 3053 3000"/>
                  <a:gd name="T51" fmla="*/ 3053 h 55"/>
                  <a:gd name="T52" fmla="+- 0 5156 5142"/>
                  <a:gd name="T53" fmla="*/ T52 w 21"/>
                  <a:gd name="T54" fmla="+- 0 3051 3000"/>
                  <a:gd name="T55" fmla="*/ 3051 h 55"/>
                  <a:gd name="T56" fmla="+- 0 5156 5142"/>
                  <a:gd name="T57" fmla="*/ T56 w 21"/>
                  <a:gd name="T58" fmla="+- 0 3051 3000"/>
                  <a:gd name="T59" fmla="*/ 3051 h 55"/>
                  <a:gd name="T60" fmla="+- 0 5156 5142"/>
                  <a:gd name="T61" fmla="*/ T60 w 21"/>
                  <a:gd name="T62" fmla="+- 0 3007 3000"/>
                  <a:gd name="T63" fmla="*/ 300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4" y="7"/>
                    </a:lnTo>
                    <a:lnTo>
                      <a:pt x="6" y="7"/>
                    </a:lnTo>
                    <a:lnTo>
                      <a:pt x="7" y="9"/>
                    </a:lnTo>
                    <a:lnTo>
                      <a:pt x="7" y="10"/>
                    </a:lnTo>
                    <a:lnTo>
                      <a:pt x="7" y="51"/>
                    </a:lnTo>
                    <a:lnTo>
                      <a:pt x="1" y="53"/>
                    </a:lnTo>
                    <a:lnTo>
                      <a:pt x="1" y="55"/>
                    </a:lnTo>
                    <a:lnTo>
                      <a:pt x="21" y="55"/>
                    </a:lnTo>
                    <a:lnTo>
                      <a:pt x="21" y="53"/>
                    </a:lnTo>
                    <a:lnTo>
                      <a:pt x="18" y="53"/>
                    </a:lnTo>
                    <a:lnTo>
                      <a:pt x="17" y="53"/>
                    </a:lnTo>
                    <a:lnTo>
                      <a:pt x="16" y="53"/>
                    </a:lnTo>
                    <a:lnTo>
                      <a:pt x="14" y="51"/>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19" name="Freeform 5185">
                <a:extLst>
                  <a:ext uri="{FF2B5EF4-FFF2-40B4-BE49-F238E27FC236}">
                    <a16:creationId xmlns:a16="http://schemas.microsoft.com/office/drawing/2014/main" id="{8458E1D1-D638-0983-0128-58C95CFFAE36}"/>
                  </a:ext>
                </a:extLst>
              </p:cNvPr>
              <p:cNvSpPr>
                <a:spLocks/>
              </p:cNvSpPr>
              <p:nvPr/>
            </p:nvSpPr>
            <p:spPr bwMode="auto">
              <a:xfrm>
                <a:off x="5142" y="3000"/>
                <a:ext cx="21" cy="55"/>
              </a:xfrm>
              <a:custGeom>
                <a:avLst/>
                <a:gdLst>
                  <a:gd name="T0" fmla="+- 0 5156 5142"/>
                  <a:gd name="T1" fmla="*/ T0 w 21"/>
                  <a:gd name="T2" fmla="+- 0 3000 3000"/>
                  <a:gd name="T3" fmla="*/ 3000 h 55"/>
                  <a:gd name="T4" fmla="+- 0 5155 5142"/>
                  <a:gd name="T5" fmla="*/ T4 w 21"/>
                  <a:gd name="T6" fmla="+- 0 3000 3000"/>
                  <a:gd name="T7" fmla="*/ 3000 h 55"/>
                  <a:gd name="T8" fmla="+- 0 5142 5142"/>
                  <a:gd name="T9" fmla="*/ T8 w 21"/>
                  <a:gd name="T10" fmla="+- 0 3007 3000"/>
                  <a:gd name="T11" fmla="*/ 3007 h 55"/>
                  <a:gd name="T12" fmla="+- 0 5142 5142"/>
                  <a:gd name="T13" fmla="*/ T12 w 21"/>
                  <a:gd name="T14" fmla="+- 0 3008 3000"/>
                  <a:gd name="T15" fmla="*/ 3008 h 55"/>
                  <a:gd name="T16" fmla="+- 0 5146 5142"/>
                  <a:gd name="T17" fmla="*/ T16 w 21"/>
                  <a:gd name="T18" fmla="+- 0 3007 3000"/>
                  <a:gd name="T19" fmla="*/ 3007 h 55"/>
                  <a:gd name="T20" fmla="+- 0 5156 5142"/>
                  <a:gd name="T21" fmla="*/ T20 w 21"/>
                  <a:gd name="T22" fmla="+- 0 3007 3000"/>
                  <a:gd name="T23" fmla="*/ 3007 h 55"/>
                  <a:gd name="T24" fmla="+- 0 5156 5142"/>
                  <a:gd name="T25" fmla="*/ T24 w 21"/>
                  <a:gd name="T26" fmla="+- 0 3000 3000"/>
                  <a:gd name="T27" fmla="*/ 300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5" name="Group 294">
              <a:extLst>
                <a:ext uri="{FF2B5EF4-FFF2-40B4-BE49-F238E27FC236}">
                  <a16:creationId xmlns:a16="http://schemas.microsoft.com/office/drawing/2014/main" id="{EDAE7A77-7809-18B1-2718-E918AC6D8129}"/>
                </a:ext>
              </a:extLst>
            </p:cNvPr>
            <p:cNvGrpSpPr>
              <a:grpSpLocks/>
            </p:cNvGrpSpPr>
            <p:nvPr/>
          </p:nvGrpSpPr>
          <p:grpSpPr bwMode="auto">
            <a:xfrm>
              <a:off x="5592" y="3000"/>
              <a:ext cx="35" cy="56"/>
              <a:chOff x="5592" y="3000"/>
              <a:chExt cx="35" cy="56"/>
            </a:xfrm>
          </p:grpSpPr>
          <p:sp>
            <p:nvSpPr>
              <p:cNvPr id="1116" name="Freeform 5187">
                <a:extLst>
                  <a:ext uri="{FF2B5EF4-FFF2-40B4-BE49-F238E27FC236}">
                    <a16:creationId xmlns:a16="http://schemas.microsoft.com/office/drawing/2014/main" id="{2D743210-65E8-48BC-FAE3-DE7336A9D0C2}"/>
                  </a:ext>
                </a:extLst>
              </p:cNvPr>
              <p:cNvSpPr>
                <a:spLocks/>
              </p:cNvSpPr>
              <p:nvPr/>
            </p:nvSpPr>
            <p:spPr bwMode="auto">
              <a:xfrm>
                <a:off x="5592" y="3000"/>
                <a:ext cx="35" cy="56"/>
              </a:xfrm>
              <a:custGeom>
                <a:avLst/>
                <a:gdLst>
                  <a:gd name="T0" fmla="+- 0 5613 5592"/>
                  <a:gd name="T1" fmla="*/ T0 w 35"/>
                  <a:gd name="T2" fmla="+- 0 3000 3000"/>
                  <a:gd name="T3" fmla="*/ 3000 h 56"/>
                  <a:gd name="T4" fmla="+- 0 5606 5592"/>
                  <a:gd name="T5" fmla="*/ T4 w 35"/>
                  <a:gd name="T6" fmla="+- 0 3000 3000"/>
                  <a:gd name="T7" fmla="*/ 3000 h 56"/>
                  <a:gd name="T8" fmla="+- 0 5604 5592"/>
                  <a:gd name="T9" fmla="*/ T8 w 35"/>
                  <a:gd name="T10" fmla="+- 0 3001 3000"/>
                  <a:gd name="T11" fmla="*/ 3001 h 56"/>
                  <a:gd name="T12" fmla="+- 0 5602 5592"/>
                  <a:gd name="T13" fmla="*/ T12 w 35"/>
                  <a:gd name="T14" fmla="+- 0 3003 3000"/>
                  <a:gd name="T15" fmla="*/ 3003 h 56"/>
                  <a:gd name="T16" fmla="+- 0 5599 5592"/>
                  <a:gd name="T17" fmla="*/ T16 w 35"/>
                  <a:gd name="T18" fmla="+- 0 3005 3000"/>
                  <a:gd name="T19" fmla="*/ 3005 h 56"/>
                  <a:gd name="T20" fmla="+- 0 5596 5592"/>
                  <a:gd name="T21" fmla="*/ T20 w 35"/>
                  <a:gd name="T22" fmla="+- 0 3008 3000"/>
                  <a:gd name="T23" fmla="*/ 3008 h 56"/>
                  <a:gd name="T24" fmla="+- 0 5592 5592"/>
                  <a:gd name="T25" fmla="*/ T24 w 35"/>
                  <a:gd name="T26" fmla="+- 0 3017 3000"/>
                  <a:gd name="T27" fmla="*/ 3017 h 56"/>
                  <a:gd name="T28" fmla="+- 0 5592 5592"/>
                  <a:gd name="T29" fmla="*/ T28 w 35"/>
                  <a:gd name="T30" fmla="+- 0 3022 3000"/>
                  <a:gd name="T31" fmla="*/ 3022 h 56"/>
                  <a:gd name="T32" fmla="+- 0 5592 5592"/>
                  <a:gd name="T33" fmla="*/ T32 w 35"/>
                  <a:gd name="T34" fmla="+- 0 3036 3000"/>
                  <a:gd name="T35" fmla="*/ 3036 h 56"/>
                  <a:gd name="T36" fmla="+- 0 5593 5592"/>
                  <a:gd name="T37" fmla="*/ T36 w 35"/>
                  <a:gd name="T38" fmla="+- 0 3042 3000"/>
                  <a:gd name="T39" fmla="*/ 3042 h 56"/>
                  <a:gd name="T40" fmla="+- 0 5599 5592"/>
                  <a:gd name="T41" fmla="*/ T40 w 35"/>
                  <a:gd name="T42" fmla="+- 0 3053 3000"/>
                  <a:gd name="T43" fmla="*/ 3053 h 56"/>
                  <a:gd name="T44" fmla="+- 0 5603 5592"/>
                  <a:gd name="T45" fmla="*/ T44 w 35"/>
                  <a:gd name="T46" fmla="+- 0 3056 3000"/>
                  <a:gd name="T47" fmla="*/ 3056 h 56"/>
                  <a:gd name="T48" fmla="+- 0 5611 5592"/>
                  <a:gd name="T49" fmla="*/ T48 w 35"/>
                  <a:gd name="T50" fmla="+- 0 3056 3000"/>
                  <a:gd name="T51" fmla="*/ 3056 h 56"/>
                  <a:gd name="T52" fmla="+- 0 5614 5592"/>
                  <a:gd name="T53" fmla="*/ T52 w 35"/>
                  <a:gd name="T54" fmla="+- 0 3055 3000"/>
                  <a:gd name="T55" fmla="*/ 3055 h 56"/>
                  <a:gd name="T56" fmla="+- 0 5616 5592"/>
                  <a:gd name="T57" fmla="*/ T56 w 35"/>
                  <a:gd name="T58" fmla="+- 0 3053 3000"/>
                  <a:gd name="T59" fmla="*/ 3053 h 56"/>
                  <a:gd name="T60" fmla="+- 0 5606 5592"/>
                  <a:gd name="T61" fmla="*/ T60 w 35"/>
                  <a:gd name="T62" fmla="+- 0 3053 3000"/>
                  <a:gd name="T63" fmla="*/ 3053 h 56"/>
                  <a:gd name="T64" fmla="+- 0 5603 5592"/>
                  <a:gd name="T65" fmla="*/ T64 w 35"/>
                  <a:gd name="T66" fmla="+- 0 3051 3000"/>
                  <a:gd name="T67" fmla="*/ 3051 h 56"/>
                  <a:gd name="T68" fmla="+- 0 5602 5592"/>
                  <a:gd name="T69" fmla="*/ T68 w 35"/>
                  <a:gd name="T70" fmla="+- 0 3047 3000"/>
                  <a:gd name="T71" fmla="*/ 3047 h 56"/>
                  <a:gd name="T72" fmla="+- 0 5600 5592"/>
                  <a:gd name="T73" fmla="*/ T72 w 35"/>
                  <a:gd name="T74" fmla="+- 0 3043 3000"/>
                  <a:gd name="T75" fmla="*/ 3043 h 56"/>
                  <a:gd name="T76" fmla="+- 0 5599 5592"/>
                  <a:gd name="T77" fmla="*/ T76 w 35"/>
                  <a:gd name="T78" fmla="+- 0 3037 3000"/>
                  <a:gd name="T79" fmla="*/ 3037 h 56"/>
                  <a:gd name="T80" fmla="+- 0 5609 5592"/>
                  <a:gd name="T81" fmla="*/ T80 w 35"/>
                  <a:gd name="T82" fmla="+- 0 3003 3000"/>
                  <a:gd name="T83" fmla="*/ 3003 h 56"/>
                  <a:gd name="T84" fmla="+- 0 5617 5592"/>
                  <a:gd name="T85" fmla="*/ T84 w 35"/>
                  <a:gd name="T86" fmla="+- 0 3003 3000"/>
                  <a:gd name="T87" fmla="*/ 3003 h 56"/>
                  <a:gd name="T88" fmla="+- 0 5617 5592"/>
                  <a:gd name="T89" fmla="*/ T88 w 35"/>
                  <a:gd name="T90" fmla="+- 0 3002 3000"/>
                  <a:gd name="T91" fmla="*/ 3002 h 56"/>
                  <a:gd name="T92" fmla="+- 0 5613 5592"/>
                  <a:gd name="T93" fmla="*/ T92 w 35"/>
                  <a:gd name="T94" fmla="+- 0 3000 3000"/>
                  <a:gd name="T95"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6"/>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17" name="Freeform 5188">
                <a:extLst>
                  <a:ext uri="{FF2B5EF4-FFF2-40B4-BE49-F238E27FC236}">
                    <a16:creationId xmlns:a16="http://schemas.microsoft.com/office/drawing/2014/main" id="{AAAAA8C2-9479-B3F4-440F-BBBB305B0667}"/>
                  </a:ext>
                </a:extLst>
              </p:cNvPr>
              <p:cNvSpPr>
                <a:spLocks/>
              </p:cNvSpPr>
              <p:nvPr/>
            </p:nvSpPr>
            <p:spPr bwMode="auto">
              <a:xfrm>
                <a:off x="5592" y="3000"/>
                <a:ext cx="35" cy="56"/>
              </a:xfrm>
              <a:custGeom>
                <a:avLst/>
                <a:gdLst>
                  <a:gd name="T0" fmla="+- 0 5617 5592"/>
                  <a:gd name="T1" fmla="*/ T0 w 35"/>
                  <a:gd name="T2" fmla="+- 0 3003 3000"/>
                  <a:gd name="T3" fmla="*/ 3003 h 56"/>
                  <a:gd name="T4" fmla="+- 0 5609 5592"/>
                  <a:gd name="T5" fmla="*/ T4 w 35"/>
                  <a:gd name="T6" fmla="+- 0 3003 3000"/>
                  <a:gd name="T7" fmla="*/ 3003 h 56"/>
                  <a:gd name="T8" fmla="+- 0 5613 5592"/>
                  <a:gd name="T9" fmla="*/ T8 w 35"/>
                  <a:gd name="T10" fmla="+- 0 3004 3000"/>
                  <a:gd name="T11" fmla="*/ 3004 h 56"/>
                  <a:gd name="T12" fmla="+- 0 5614 5592"/>
                  <a:gd name="T13" fmla="*/ T12 w 35"/>
                  <a:gd name="T14" fmla="+- 0 3006 3000"/>
                  <a:gd name="T15" fmla="*/ 3006 h 56"/>
                  <a:gd name="T16" fmla="+- 0 5615 5592"/>
                  <a:gd name="T17" fmla="*/ T16 w 35"/>
                  <a:gd name="T18" fmla="+- 0 3008 3000"/>
                  <a:gd name="T19" fmla="*/ 3008 h 56"/>
                  <a:gd name="T20" fmla="+- 0 5618 5592"/>
                  <a:gd name="T21" fmla="*/ T20 w 35"/>
                  <a:gd name="T22" fmla="+- 0 3015 3000"/>
                  <a:gd name="T23" fmla="*/ 3015 h 56"/>
                  <a:gd name="T24" fmla="+- 0 5618 5592"/>
                  <a:gd name="T25" fmla="*/ T24 w 35"/>
                  <a:gd name="T26" fmla="+- 0 3017 3000"/>
                  <a:gd name="T27" fmla="*/ 3017 h 56"/>
                  <a:gd name="T28" fmla="+- 0 5618 5592"/>
                  <a:gd name="T29" fmla="*/ T28 w 35"/>
                  <a:gd name="T30" fmla="+- 0 3036 3000"/>
                  <a:gd name="T31" fmla="*/ 3036 h 56"/>
                  <a:gd name="T32" fmla="+- 0 5618 5592"/>
                  <a:gd name="T33" fmla="*/ T32 w 35"/>
                  <a:gd name="T34" fmla="+- 0 3040 3000"/>
                  <a:gd name="T35" fmla="*/ 3040 h 56"/>
                  <a:gd name="T36" fmla="+- 0 5616 5592"/>
                  <a:gd name="T37" fmla="*/ T36 w 35"/>
                  <a:gd name="T38" fmla="+- 0 3048 3000"/>
                  <a:gd name="T39" fmla="*/ 3048 h 56"/>
                  <a:gd name="T40" fmla="+- 0 5615 5592"/>
                  <a:gd name="T41" fmla="*/ T40 w 35"/>
                  <a:gd name="T42" fmla="+- 0 3050 3000"/>
                  <a:gd name="T43" fmla="*/ 3050 h 56"/>
                  <a:gd name="T44" fmla="+- 0 5613 5592"/>
                  <a:gd name="T45" fmla="*/ T44 w 35"/>
                  <a:gd name="T46" fmla="+- 0 3051 3000"/>
                  <a:gd name="T47" fmla="*/ 3051 h 56"/>
                  <a:gd name="T48" fmla="+- 0 5609 5592"/>
                  <a:gd name="T49" fmla="*/ T48 w 35"/>
                  <a:gd name="T50" fmla="+- 0 3053 3000"/>
                  <a:gd name="T51" fmla="*/ 3053 h 56"/>
                  <a:gd name="T52" fmla="+- 0 5616 5592"/>
                  <a:gd name="T53" fmla="*/ T52 w 35"/>
                  <a:gd name="T54" fmla="+- 0 3053 3000"/>
                  <a:gd name="T55" fmla="*/ 3053 h 56"/>
                  <a:gd name="T56" fmla="+- 0 5626 5592"/>
                  <a:gd name="T57" fmla="*/ T56 w 35"/>
                  <a:gd name="T58" fmla="+- 0 3019 3000"/>
                  <a:gd name="T59" fmla="*/ 3019 h 56"/>
                  <a:gd name="T60" fmla="+- 0 5624 5592"/>
                  <a:gd name="T61" fmla="*/ T60 w 35"/>
                  <a:gd name="T62" fmla="+- 0 3012 3000"/>
                  <a:gd name="T63" fmla="*/ 3012 h 56"/>
                  <a:gd name="T64" fmla="+- 0 5617 5592"/>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3"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6" name="Group 295">
              <a:extLst>
                <a:ext uri="{FF2B5EF4-FFF2-40B4-BE49-F238E27FC236}">
                  <a16:creationId xmlns:a16="http://schemas.microsoft.com/office/drawing/2014/main" id="{36A8D028-0C82-5EC3-A8B9-7F8BB6A0C6C8}"/>
                </a:ext>
              </a:extLst>
            </p:cNvPr>
            <p:cNvGrpSpPr>
              <a:grpSpLocks/>
            </p:cNvGrpSpPr>
            <p:nvPr/>
          </p:nvGrpSpPr>
          <p:grpSpPr bwMode="auto">
            <a:xfrm>
              <a:off x="6048" y="3000"/>
              <a:ext cx="35" cy="56"/>
              <a:chOff x="6048" y="3000"/>
              <a:chExt cx="35" cy="56"/>
            </a:xfrm>
          </p:grpSpPr>
          <p:sp>
            <p:nvSpPr>
              <p:cNvPr id="1114" name="Freeform 5190">
                <a:extLst>
                  <a:ext uri="{FF2B5EF4-FFF2-40B4-BE49-F238E27FC236}">
                    <a16:creationId xmlns:a16="http://schemas.microsoft.com/office/drawing/2014/main" id="{4C9D20AB-AB2E-892D-2315-1C302806B713}"/>
                  </a:ext>
                </a:extLst>
              </p:cNvPr>
              <p:cNvSpPr>
                <a:spLocks/>
              </p:cNvSpPr>
              <p:nvPr/>
            </p:nvSpPr>
            <p:spPr bwMode="auto">
              <a:xfrm>
                <a:off x="6048" y="3000"/>
                <a:ext cx="35" cy="56"/>
              </a:xfrm>
              <a:custGeom>
                <a:avLst/>
                <a:gdLst>
                  <a:gd name="T0" fmla="+- 0 6069 6048"/>
                  <a:gd name="T1" fmla="*/ T0 w 35"/>
                  <a:gd name="T2" fmla="+- 0 3000 3000"/>
                  <a:gd name="T3" fmla="*/ 3000 h 56"/>
                  <a:gd name="T4" fmla="+- 0 6063 6048"/>
                  <a:gd name="T5" fmla="*/ T4 w 35"/>
                  <a:gd name="T6" fmla="+- 0 3000 3000"/>
                  <a:gd name="T7" fmla="*/ 3000 h 56"/>
                  <a:gd name="T8" fmla="+- 0 6060 6048"/>
                  <a:gd name="T9" fmla="*/ T8 w 35"/>
                  <a:gd name="T10" fmla="+- 0 3001 3000"/>
                  <a:gd name="T11" fmla="*/ 3001 h 56"/>
                  <a:gd name="T12" fmla="+- 0 6055 6048"/>
                  <a:gd name="T13" fmla="*/ T12 w 35"/>
                  <a:gd name="T14" fmla="+- 0 3005 3000"/>
                  <a:gd name="T15" fmla="*/ 3005 h 56"/>
                  <a:gd name="T16" fmla="+- 0 6052 6048"/>
                  <a:gd name="T17" fmla="*/ T16 w 35"/>
                  <a:gd name="T18" fmla="+- 0 3008 3000"/>
                  <a:gd name="T19" fmla="*/ 3008 h 56"/>
                  <a:gd name="T20" fmla="+- 0 6049 6048"/>
                  <a:gd name="T21" fmla="*/ T20 w 35"/>
                  <a:gd name="T22" fmla="+- 0 3017 3000"/>
                  <a:gd name="T23" fmla="*/ 3017 h 56"/>
                  <a:gd name="T24" fmla="+- 0 6048 6048"/>
                  <a:gd name="T25" fmla="*/ T24 w 35"/>
                  <a:gd name="T26" fmla="+- 0 3022 3000"/>
                  <a:gd name="T27" fmla="*/ 3022 h 56"/>
                  <a:gd name="T28" fmla="+- 0 6048 6048"/>
                  <a:gd name="T29" fmla="*/ T28 w 35"/>
                  <a:gd name="T30" fmla="+- 0 3036 3000"/>
                  <a:gd name="T31" fmla="*/ 3036 h 56"/>
                  <a:gd name="T32" fmla="+- 0 6049 6048"/>
                  <a:gd name="T33" fmla="*/ T32 w 35"/>
                  <a:gd name="T34" fmla="+- 0 3042 3000"/>
                  <a:gd name="T35" fmla="*/ 3042 h 56"/>
                  <a:gd name="T36" fmla="+- 0 6055 6048"/>
                  <a:gd name="T37" fmla="*/ T36 w 35"/>
                  <a:gd name="T38" fmla="+- 0 3053 3000"/>
                  <a:gd name="T39" fmla="*/ 3053 h 56"/>
                  <a:gd name="T40" fmla="+- 0 6060 6048"/>
                  <a:gd name="T41" fmla="*/ T40 w 35"/>
                  <a:gd name="T42" fmla="+- 0 3056 3000"/>
                  <a:gd name="T43" fmla="*/ 3056 h 56"/>
                  <a:gd name="T44" fmla="+- 0 6067 6048"/>
                  <a:gd name="T45" fmla="*/ T44 w 35"/>
                  <a:gd name="T46" fmla="+- 0 3056 3000"/>
                  <a:gd name="T47" fmla="*/ 3056 h 56"/>
                  <a:gd name="T48" fmla="+- 0 6070 6048"/>
                  <a:gd name="T49" fmla="*/ T48 w 35"/>
                  <a:gd name="T50" fmla="+- 0 3055 3000"/>
                  <a:gd name="T51" fmla="*/ 3055 h 56"/>
                  <a:gd name="T52" fmla="+- 0 6072 6048"/>
                  <a:gd name="T53" fmla="*/ T52 w 35"/>
                  <a:gd name="T54" fmla="+- 0 3053 3000"/>
                  <a:gd name="T55" fmla="*/ 3053 h 56"/>
                  <a:gd name="T56" fmla="+- 0 6062 6048"/>
                  <a:gd name="T57" fmla="*/ T56 w 35"/>
                  <a:gd name="T58" fmla="+- 0 3053 3000"/>
                  <a:gd name="T59" fmla="*/ 3053 h 56"/>
                  <a:gd name="T60" fmla="+- 0 6060 6048"/>
                  <a:gd name="T61" fmla="*/ T60 w 35"/>
                  <a:gd name="T62" fmla="+- 0 3051 3000"/>
                  <a:gd name="T63" fmla="*/ 3051 h 56"/>
                  <a:gd name="T64" fmla="+- 0 6058 6048"/>
                  <a:gd name="T65" fmla="*/ T64 w 35"/>
                  <a:gd name="T66" fmla="+- 0 3047 3000"/>
                  <a:gd name="T67" fmla="*/ 3047 h 56"/>
                  <a:gd name="T68" fmla="+- 0 6056 6048"/>
                  <a:gd name="T69" fmla="*/ T68 w 35"/>
                  <a:gd name="T70" fmla="+- 0 3043 3000"/>
                  <a:gd name="T71" fmla="*/ 3043 h 56"/>
                  <a:gd name="T72" fmla="+- 0 6055 6048"/>
                  <a:gd name="T73" fmla="*/ T72 w 35"/>
                  <a:gd name="T74" fmla="+- 0 3037 3000"/>
                  <a:gd name="T75" fmla="*/ 3037 h 56"/>
                  <a:gd name="T76" fmla="+- 0 6065 6048"/>
                  <a:gd name="T77" fmla="*/ T76 w 35"/>
                  <a:gd name="T78" fmla="+- 0 3003 3000"/>
                  <a:gd name="T79" fmla="*/ 3003 h 56"/>
                  <a:gd name="T80" fmla="+- 0 6073 6048"/>
                  <a:gd name="T81" fmla="*/ T80 w 35"/>
                  <a:gd name="T82" fmla="+- 0 3003 3000"/>
                  <a:gd name="T83" fmla="*/ 3003 h 56"/>
                  <a:gd name="T84" fmla="+- 0 6073 6048"/>
                  <a:gd name="T85" fmla="*/ T84 w 35"/>
                  <a:gd name="T86" fmla="+- 0 3002 3000"/>
                  <a:gd name="T87" fmla="*/ 3002 h 56"/>
                  <a:gd name="T88" fmla="+- 0 6069 6048"/>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15" name="Freeform 5191">
                <a:extLst>
                  <a:ext uri="{FF2B5EF4-FFF2-40B4-BE49-F238E27FC236}">
                    <a16:creationId xmlns:a16="http://schemas.microsoft.com/office/drawing/2014/main" id="{2B48D4DB-D0AA-D3D2-00E9-7DB68F2D0815}"/>
                  </a:ext>
                </a:extLst>
              </p:cNvPr>
              <p:cNvSpPr>
                <a:spLocks/>
              </p:cNvSpPr>
              <p:nvPr/>
            </p:nvSpPr>
            <p:spPr bwMode="auto">
              <a:xfrm>
                <a:off x="6048" y="3000"/>
                <a:ext cx="35" cy="56"/>
              </a:xfrm>
              <a:custGeom>
                <a:avLst/>
                <a:gdLst>
                  <a:gd name="T0" fmla="+- 0 6073 6048"/>
                  <a:gd name="T1" fmla="*/ T0 w 35"/>
                  <a:gd name="T2" fmla="+- 0 3003 3000"/>
                  <a:gd name="T3" fmla="*/ 3003 h 56"/>
                  <a:gd name="T4" fmla="+- 0 6065 6048"/>
                  <a:gd name="T5" fmla="*/ T4 w 35"/>
                  <a:gd name="T6" fmla="+- 0 3003 3000"/>
                  <a:gd name="T7" fmla="*/ 3003 h 56"/>
                  <a:gd name="T8" fmla="+- 0 6069 6048"/>
                  <a:gd name="T9" fmla="*/ T8 w 35"/>
                  <a:gd name="T10" fmla="+- 0 3004 3000"/>
                  <a:gd name="T11" fmla="*/ 3004 h 56"/>
                  <a:gd name="T12" fmla="+- 0 6070 6048"/>
                  <a:gd name="T13" fmla="*/ T12 w 35"/>
                  <a:gd name="T14" fmla="+- 0 3006 3000"/>
                  <a:gd name="T15" fmla="*/ 3006 h 56"/>
                  <a:gd name="T16" fmla="+- 0 6072 6048"/>
                  <a:gd name="T17" fmla="*/ T16 w 35"/>
                  <a:gd name="T18" fmla="+- 0 3008 3000"/>
                  <a:gd name="T19" fmla="*/ 3008 h 56"/>
                  <a:gd name="T20" fmla="+- 0 6074 6048"/>
                  <a:gd name="T21" fmla="*/ T20 w 35"/>
                  <a:gd name="T22" fmla="+- 0 3015 3000"/>
                  <a:gd name="T23" fmla="*/ 3015 h 56"/>
                  <a:gd name="T24" fmla="+- 0 6074 6048"/>
                  <a:gd name="T25" fmla="*/ T24 w 35"/>
                  <a:gd name="T26" fmla="+- 0 3017 3000"/>
                  <a:gd name="T27" fmla="*/ 3017 h 56"/>
                  <a:gd name="T28" fmla="+- 0 6074 6048"/>
                  <a:gd name="T29" fmla="*/ T28 w 35"/>
                  <a:gd name="T30" fmla="+- 0 3036 3000"/>
                  <a:gd name="T31" fmla="*/ 3036 h 56"/>
                  <a:gd name="T32" fmla="+- 0 6074 6048"/>
                  <a:gd name="T33" fmla="*/ T32 w 35"/>
                  <a:gd name="T34" fmla="+- 0 3040 3000"/>
                  <a:gd name="T35" fmla="*/ 3040 h 56"/>
                  <a:gd name="T36" fmla="+- 0 6072 6048"/>
                  <a:gd name="T37" fmla="*/ T36 w 35"/>
                  <a:gd name="T38" fmla="+- 0 3048 3000"/>
                  <a:gd name="T39" fmla="*/ 3048 h 56"/>
                  <a:gd name="T40" fmla="+- 0 6071 6048"/>
                  <a:gd name="T41" fmla="*/ T40 w 35"/>
                  <a:gd name="T42" fmla="+- 0 3050 3000"/>
                  <a:gd name="T43" fmla="*/ 3050 h 56"/>
                  <a:gd name="T44" fmla="+- 0 6069 6048"/>
                  <a:gd name="T45" fmla="*/ T44 w 35"/>
                  <a:gd name="T46" fmla="+- 0 3051 3000"/>
                  <a:gd name="T47" fmla="*/ 3051 h 56"/>
                  <a:gd name="T48" fmla="+- 0 6065 6048"/>
                  <a:gd name="T49" fmla="*/ T48 w 35"/>
                  <a:gd name="T50" fmla="+- 0 3053 3000"/>
                  <a:gd name="T51" fmla="*/ 3053 h 56"/>
                  <a:gd name="T52" fmla="+- 0 6072 6048"/>
                  <a:gd name="T53" fmla="*/ T52 w 35"/>
                  <a:gd name="T54" fmla="+- 0 3053 3000"/>
                  <a:gd name="T55" fmla="*/ 3053 h 56"/>
                  <a:gd name="T56" fmla="+- 0 6082 6048"/>
                  <a:gd name="T57" fmla="*/ T56 w 35"/>
                  <a:gd name="T58" fmla="+- 0 3019 3000"/>
                  <a:gd name="T59" fmla="*/ 3019 h 56"/>
                  <a:gd name="T60" fmla="+- 0 6080 6048"/>
                  <a:gd name="T61" fmla="*/ T60 w 35"/>
                  <a:gd name="T62" fmla="+- 0 3012 3000"/>
                  <a:gd name="T63" fmla="*/ 3012 h 56"/>
                  <a:gd name="T64" fmla="+- 0 6073 6048"/>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7" name="Group 296">
              <a:extLst>
                <a:ext uri="{FF2B5EF4-FFF2-40B4-BE49-F238E27FC236}">
                  <a16:creationId xmlns:a16="http://schemas.microsoft.com/office/drawing/2014/main" id="{1D6268E9-AF6E-334A-9737-45EF060F453B}"/>
                </a:ext>
              </a:extLst>
            </p:cNvPr>
            <p:cNvGrpSpPr>
              <a:grpSpLocks/>
            </p:cNvGrpSpPr>
            <p:nvPr/>
          </p:nvGrpSpPr>
          <p:grpSpPr bwMode="auto">
            <a:xfrm>
              <a:off x="6511" y="3000"/>
              <a:ext cx="21" cy="55"/>
              <a:chOff x="6511" y="3000"/>
              <a:chExt cx="21" cy="55"/>
            </a:xfrm>
          </p:grpSpPr>
          <p:sp>
            <p:nvSpPr>
              <p:cNvPr id="1112" name="Freeform 5193">
                <a:extLst>
                  <a:ext uri="{FF2B5EF4-FFF2-40B4-BE49-F238E27FC236}">
                    <a16:creationId xmlns:a16="http://schemas.microsoft.com/office/drawing/2014/main" id="{CA382DFF-16C2-3CA4-7DAE-F0B502B8A64A}"/>
                  </a:ext>
                </a:extLst>
              </p:cNvPr>
              <p:cNvSpPr>
                <a:spLocks/>
              </p:cNvSpPr>
              <p:nvPr/>
            </p:nvSpPr>
            <p:spPr bwMode="auto">
              <a:xfrm>
                <a:off x="6511" y="3000"/>
                <a:ext cx="21" cy="55"/>
              </a:xfrm>
              <a:custGeom>
                <a:avLst/>
                <a:gdLst>
                  <a:gd name="T0" fmla="+- 0 6525 6511"/>
                  <a:gd name="T1" fmla="*/ T0 w 21"/>
                  <a:gd name="T2" fmla="+- 0 3007 3000"/>
                  <a:gd name="T3" fmla="*/ 3007 h 55"/>
                  <a:gd name="T4" fmla="+- 0 6515 6511"/>
                  <a:gd name="T5" fmla="*/ T4 w 21"/>
                  <a:gd name="T6" fmla="+- 0 3007 3000"/>
                  <a:gd name="T7" fmla="*/ 3007 h 55"/>
                  <a:gd name="T8" fmla="+- 0 6517 6511"/>
                  <a:gd name="T9" fmla="*/ T8 w 21"/>
                  <a:gd name="T10" fmla="+- 0 3007 3000"/>
                  <a:gd name="T11" fmla="*/ 3007 h 55"/>
                  <a:gd name="T12" fmla="+- 0 6518 6511"/>
                  <a:gd name="T13" fmla="*/ T12 w 21"/>
                  <a:gd name="T14" fmla="+- 0 3009 3000"/>
                  <a:gd name="T15" fmla="*/ 3009 h 55"/>
                  <a:gd name="T16" fmla="+- 0 6518 6511"/>
                  <a:gd name="T17" fmla="*/ T16 w 21"/>
                  <a:gd name="T18" fmla="+- 0 3010 3000"/>
                  <a:gd name="T19" fmla="*/ 3010 h 55"/>
                  <a:gd name="T20" fmla="+- 0 6518 6511"/>
                  <a:gd name="T21" fmla="*/ T20 w 21"/>
                  <a:gd name="T22" fmla="+- 0 3051 3000"/>
                  <a:gd name="T23" fmla="*/ 3051 h 55"/>
                  <a:gd name="T24" fmla="+- 0 6512 6511"/>
                  <a:gd name="T25" fmla="*/ T24 w 21"/>
                  <a:gd name="T26" fmla="+- 0 3053 3000"/>
                  <a:gd name="T27" fmla="*/ 3053 h 55"/>
                  <a:gd name="T28" fmla="+- 0 6512 6511"/>
                  <a:gd name="T29" fmla="*/ T28 w 21"/>
                  <a:gd name="T30" fmla="+- 0 3055 3000"/>
                  <a:gd name="T31" fmla="*/ 3055 h 55"/>
                  <a:gd name="T32" fmla="+- 0 6532 6511"/>
                  <a:gd name="T33" fmla="*/ T32 w 21"/>
                  <a:gd name="T34" fmla="+- 0 3055 3000"/>
                  <a:gd name="T35" fmla="*/ 3055 h 55"/>
                  <a:gd name="T36" fmla="+- 0 6532 6511"/>
                  <a:gd name="T37" fmla="*/ T36 w 21"/>
                  <a:gd name="T38" fmla="+- 0 3053 3000"/>
                  <a:gd name="T39" fmla="*/ 3053 h 55"/>
                  <a:gd name="T40" fmla="+- 0 6529 6511"/>
                  <a:gd name="T41" fmla="*/ T40 w 21"/>
                  <a:gd name="T42" fmla="+- 0 3053 3000"/>
                  <a:gd name="T43" fmla="*/ 3053 h 55"/>
                  <a:gd name="T44" fmla="+- 0 6528 6511"/>
                  <a:gd name="T45" fmla="*/ T44 w 21"/>
                  <a:gd name="T46" fmla="+- 0 3053 3000"/>
                  <a:gd name="T47" fmla="*/ 3053 h 55"/>
                  <a:gd name="T48" fmla="+- 0 6527 6511"/>
                  <a:gd name="T49" fmla="*/ T48 w 21"/>
                  <a:gd name="T50" fmla="+- 0 3053 3000"/>
                  <a:gd name="T51" fmla="*/ 3053 h 55"/>
                  <a:gd name="T52" fmla="+- 0 6525 6511"/>
                  <a:gd name="T53" fmla="*/ T52 w 21"/>
                  <a:gd name="T54" fmla="+- 0 3051 3000"/>
                  <a:gd name="T55" fmla="*/ 3051 h 55"/>
                  <a:gd name="T56" fmla="+- 0 6525 6511"/>
                  <a:gd name="T57" fmla="*/ T56 w 21"/>
                  <a:gd name="T58" fmla="+- 0 3051 3000"/>
                  <a:gd name="T59" fmla="*/ 3051 h 55"/>
                  <a:gd name="T60" fmla="+- 0 6525 6511"/>
                  <a:gd name="T61" fmla="*/ T60 w 21"/>
                  <a:gd name="T62" fmla="+- 0 3007 3000"/>
                  <a:gd name="T63" fmla="*/ 300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4" y="7"/>
                    </a:lnTo>
                    <a:lnTo>
                      <a:pt x="6" y="7"/>
                    </a:lnTo>
                    <a:lnTo>
                      <a:pt x="7" y="9"/>
                    </a:lnTo>
                    <a:lnTo>
                      <a:pt x="7" y="10"/>
                    </a:lnTo>
                    <a:lnTo>
                      <a:pt x="7" y="51"/>
                    </a:lnTo>
                    <a:lnTo>
                      <a:pt x="1" y="53"/>
                    </a:lnTo>
                    <a:lnTo>
                      <a:pt x="1" y="55"/>
                    </a:lnTo>
                    <a:lnTo>
                      <a:pt x="21" y="55"/>
                    </a:lnTo>
                    <a:lnTo>
                      <a:pt x="21" y="53"/>
                    </a:lnTo>
                    <a:lnTo>
                      <a:pt x="18" y="53"/>
                    </a:lnTo>
                    <a:lnTo>
                      <a:pt x="17" y="53"/>
                    </a:lnTo>
                    <a:lnTo>
                      <a:pt x="16" y="53"/>
                    </a:lnTo>
                    <a:lnTo>
                      <a:pt x="14" y="51"/>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13" name="Freeform 5194">
                <a:extLst>
                  <a:ext uri="{FF2B5EF4-FFF2-40B4-BE49-F238E27FC236}">
                    <a16:creationId xmlns:a16="http://schemas.microsoft.com/office/drawing/2014/main" id="{EA5EFB0B-941E-7854-7F7A-14DBF5A9E22F}"/>
                  </a:ext>
                </a:extLst>
              </p:cNvPr>
              <p:cNvSpPr>
                <a:spLocks/>
              </p:cNvSpPr>
              <p:nvPr/>
            </p:nvSpPr>
            <p:spPr bwMode="auto">
              <a:xfrm>
                <a:off x="6511" y="3000"/>
                <a:ext cx="21" cy="55"/>
              </a:xfrm>
              <a:custGeom>
                <a:avLst/>
                <a:gdLst>
                  <a:gd name="T0" fmla="+- 0 6525 6511"/>
                  <a:gd name="T1" fmla="*/ T0 w 21"/>
                  <a:gd name="T2" fmla="+- 0 3000 3000"/>
                  <a:gd name="T3" fmla="*/ 3000 h 55"/>
                  <a:gd name="T4" fmla="+- 0 6524 6511"/>
                  <a:gd name="T5" fmla="*/ T4 w 21"/>
                  <a:gd name="T6" fmla="+- 0 3000 3000"/>
                  <a:gd name="T7" fmla="*/ 3000 h 55"/>
                  <a:gd name="T8" fmla="+- 0 6511 6511"/>
                  <a:gd name="T9" fmla="*/ T8 w 21"/>
                  <a:gd name="T10" fmla="+- 0 3007 3000"/>
                  <a:gd name="T11" fmla="*/ 3007 h 55"/>
                  <a:gd name="T12" fmla="+- 0 6511 6511"/>
                  <a:gd name="T13" fmla="*/ T12 w 21"/>
                  <a:gd name="T14" fmla="+- 0 3008 3000"/>
                  <a:gd name="T15" fmla="*/ 3008 h 55"/>
                  <a:gd name="T16" fmla="+- 0 6515 6511"/>
                  <a:gd name="T17" fmla="*/ T16 w 21"/>
                  <a:gd name="T18" fmla="+- 0 3007 3000"/>
                  <a:gd name="T19" fmla="*/ 3007 h 55"/>
                  <a:gd name="T20" fmla="+- 0 6525 6511"/>
                  <a:gd name="T21" fmla="*/ T20 w 21"/>
                  <a:gd name="T22" fmla="+- 0 3007 3000"/>
                  <a:gd name="T23" fmla="*/ 3007 h 55"/>
                  <a:gd name="T24" fmla="+- 0 6525 6511"/>
                  <a:gd name="T25" fmla="*/ T24 w 21"/>
                  <a:gd name="T26" fmla="+- 0 3000 3000"/>
                  <a:gd name="T27" fmla="*/ 3000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8" name="Group 297">
              <a:extLst>
                <a:ext uri="{FF2B5EF4-FFF2-40B4-BE49-F238E27FC236}">
                  <a16:creationId xmlns:a16="http://schemas.microsoft.com/office/drawing/2014/main" id="{C785CEB4-475B-B674-5B17-B4DCF017F811}"/>
                </a:ext>
              </a:extLst>
            </p:cNvPr>
            <p:cNvGrpSpPr>
              <a:grpSpLocks/>
            </p:cNvGrpSpPr>
            <p:nvPr/>
          </p:nvGrpSpPr>
          <p:grpSpPr bwMode="auto">
            <a:xfrm>
              <a:off x="6960" y="3000"/>
              <a:ext cx="35" cy="56"/>
              <a:chOff x="6960" y="3000"/>
              <a:chExt cx="35" cy="56"/>
            </a:xfrm>
          </p:grpSpPr>
          <p:sp>
            <p:nvSpPr>
              <p:cNvPr id="1110" name="Freeform 5196">
                <a:extLst>
                  <a:ext uri="{FF2B5EF4-FFF2-40B4-BE49-F238E27FC236}">
                    <a16:creationId xmlns:a16="http://schemas.microsoft.com/office/drawing/2014/main" id="{4D5D12E5-2BEC-B50B-0B0E-A64BF0DAC4A3}"/>
                  </a:ext>
                </a:extLst>
              </p:cNvPr>
              <p:cNvSpPr>
                <a:spLocks/>
              </p:cNvSpPr>
              <p:nvPr/>
            </p:nvSpPr>
            <p:spPr bwMode="auto">
              <a:xfrm>
                <a:off x="6960" y="3000"/>
                <a:ext cx="35" cy="56"/>
              </a:xfrm>
              <a:custGeom>
                <a:avLst/>
                <a:gdLst>
                  <a:gd name="T0" fmla="+- 0 6982 6960"/>
                  <a:gd name="T1" fmla="*/ T0 w 35"/>
                  <a:gd name="T2" fmla="+- 0 3000 3000"/>
                  <a:gd name="T3" fmla="*/ 3000 h 56"/>
                  <a:gd name="T4" fmla="+- 0 6975 6960"/>
                  <a:gd name="T5" fmla="*/ T4 w 35"/>
                  <a:gd name="T6" fmla="+- 0 3000 3000"/>
                  <a:gd name="T7" fmla="*/ 3000 h 56"/>
                  <a:gd name="T8" fmla="+- 0 6973 6960"/>
                  <a:gd name="T9" fmla="*/ T8 w 35"/>
                  <a:gd name="T10" fmla="+- 0 3001 3000"/>
                  <a:gd name="T11" fmla="*/ 3001 h 56"/>
                  <a:gd name="T12" fmla="+- 0 6970 6960"/>
                  <a:gd name="T13" fmla="*/ T12 w 35"/>
                  <a:gd name="T14" fmla="+- 0 3003 3000"/>
                  <a:gd name="T15" fmla="*/ 3003 h 56"/>
                  <a:gd name="T16" fmla="+- 0 6967 6960"/>
                  <a:gd name="T17" fmla="*/ T16 w 35"/>
                  <a:gd name="T18" fmla="+- 0 3005 3000"/>
                  <a:gd name="T19" fmla="*/ 3005 h 56"/>
                  <a:gd name="T20" fmla="+- 0 6965 6960"/>
                  <a:gd name="T21" fmla="*/ T20 w 35"/>
                  <a:gd name="T22" fmla="+- 0 3008 3000"/>
                  <a:gd name="T23" fmla="*/ 3008 h 56"/>
                  <a:gd name="T24" fmla="+- 0 6961 6960"/>
                  <a:gd name="T25" fmla="*/ T24 w 35"/>
                  <a:gd name="T26" fmla="+- 0 3017 3000"/>
                  <a:gd name="T27" fmla="*/ 3017 h 56"/>
                  <a:gd name="T28" fmla="+- 0 6960 6960"/>
                  <a:gd name="T29" fmla="*/ T28 w 35"/>
                  <a:gd name="T30" fmla="+- 0 3022 3000"/>
                  <a:gd name="T31" fmla="*/ 3022 h 56"/>
                  <a:gd name="T32" fmla="+- 0 6960 6960"/>
                  <a:gd name="T33" fmla="*/ T32 w 35"/>
                  <a:gd name="T34" fmla="+- 0 3036 3000"/>
                  <a:gd name="T35" fmla="*/ 3036 h 56"/>
                  <a:gd name="T36" fmla="+- 0 6962 6960"/>
                  <a:gd name="T37" fmla="*/ T36 w 35"/>
                  <a:gd name="T38" fmla="+- 0 3042 3000"/>
                  <a:gd name="T39" fmla="*/ 3042 h 56"/>
                  <a:gd name="T40" fmla="+- 0 6968 6960"/>
                  <a:gd name="T41" fmla="*/ T40 w 35"/>
                  <a:gd name="T42" fmla="+- 0 3053 3000"/>
                  <a:gd name="T43" fmla="*/ 3053 h 56"/>
                  <a:gd name="T44" fmla="+- 0 6972 6960"/>
                  <a:gd name="T45" fmla="*/ T44 w 35"/>
                  <a:gd name="T46" fmla="+- 0 3056 3000"/>
                  <a:gd name="T47" fmla="*/ 3056 h 56"/>
                  <a:gd name="T48" fmla="+- 0 6980 6960"/>
                  <a:gd name="T49" fmla="*/ T48 w 35"/>
                  <a:gd name="T50" fmla="+- 0 3056 3000"/>
                  <a:gd name="T51" fmla="*/ 3056 h 56"/>
                  <a:gd name="T52" fmla="+- 0 6983 6960"/>
                  <a:gd name="T53" fmla="*/ T52 w 35"/>
                  <a:gd name="T54" fmla="+- 0 3055 3000"/>
                  <a:gd name="T55" fmla="*/ 3055 h 56"/>
                  <a:gd name="T56" fmla="+- 0 6985 6960"/>
                  <a:gd name="T57" fmla="*/ T56 w 35"/>
                  <a:gd name="T58" fmla="+- 0 3053 3000"/>
                  <a:gd name="T59" fmla="*/ 3053 h 56"/>
                  <a:gd name="T60" fmla="+- 0 6975 6960"/>
                  <a:gd name="T61" fmla="*/ T60 w 35"/>
                  <a:gd name="T62" fmla="+- 0 3053 3000"/>
                  <a:gd name="T63" fmla="*/ 3053 h 56"/>
                  <a:gd name="T64" fmla="+- 0 6972 6960"/>
                  <a:gd name="T65" fmla="*/ T64 w 35"/>
                  <a:gd name="T66" fmla="+- 0 3051 3000"/>
                  <a:gd name="T67" fmla="*/ 3051 h 56"/>
                  <a:gd name="T68" fmla="+- 0 6971 6960"/>
                  <a:gd name="T69" fmla="*/ T68 w 35"/>
                  <a:gd name="T70" fmla="+- 0 3047 3000"/>
                  <a:gd name="T71" fmla="*/ 3047 h 56"/>
                  <a:gd name="T72" fmla="+- 0 6969 6960"/>
                  <a:gd name="T73" fmla="*/ T72 w 35"/>
                  <a:gd name="T74" fmla="+- 0 3043 3000"/>
                  <a:gd name="T75" fmla="*/ 3043 h 56"/>
                  <a:gd name="T76" fmla="+- 0 6968 6960"/>
                  <a:gd name="T77" fmla="*/ T76 w 35"/>
                  <a:gd name="T78" fmla="+- 0 3037 3000"/>
                  <a:gd name="T79" fmla="*/ 3037 h 56"/>
                  <a:gd name="T80" fmla="+- 0 6978 6960"/>
                  <a:gd name="T81" fmla="*/ T80 w 35"/>
                  <a:gd name="T82" fmla="+- 0 3003 3000"/>
                  <a:gd name="T83" fmla="*/ 3003 h 56"/>
                  <a:gd name="T84" fmla="+- 0 6986 6960"/>
                  <a:gd name="T85" fmla="*/ T84 w 35"/>
                  <a:gd name="T86" fmla="+- 0 3003 3000"/>
                  <a:gd name="T87" fmla="*/ 3003 h 56"/>
                  <a:gd name="T88" fmla="+- 0 6986 6960"/>
                  <a:gd name="T89" fmla="*/ T88 w 35"/>
                  <a:gd name="T90" fmla="+- 0 3002 3000"/>
                  <a:gd name="T91" fmla="*/ 3002 h 56"/>
                  <a:gd name="T92" fmla="+- 0 6982 6960"/>
                  <a:gd name="T93" fmla="*/ T92 w 35"/>
                  <a:gd name="T94" fmla="+- 0 3000 3000"/>
                  <a:gd name="T95"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11" name="Freeform 5197">
                <a:extLst>
                  <a:ext uri="{FF2B5EF4-FFF2-40B4-BE49-F238E27FC236}">
                    <a16:creationId xmlns:a16="http://schemas.microsoft.com/office/drawing/2014/main" id="{4AEE97F7-8D2F-358E-0B01-085B9B89B8BB}"/>
                  </a:ext>
                </a:extLst>
              </p:cNvPr>
              <p:cNvSpPr>
                <a:spLocks/>
              </p:cNvSpPr>
              <p:nvPr/>
            </p:nvSpPr>
            <p:spPr bwMode="auto">
              <a:xfrm>
                <a:off x="6960" y="3000"/>
                <a:ext cx="35" cy="56"/>
              </a:xfrm>
              <a:custGeom>
                <a:avLst/>
                <a:gdLst>
                  <a:gd name="T0" fmla="+- 0 6986 6960"/>
                  <a:gd name="T1" fmla="*/ T0 w 35"/>
                  <a:gd name="T2" fmla="+- 0 3003 3000"/>
                  <a:gd name="T3" fmla="*/ 3003 h 56"/>
                  <a:gd name="T4" fmla="+- 0 6978 6960"/>
                  <a:gd name="T5" fmla="*/ T4 w 35"/>
                  <a:gd name="T6" fmla="+- 0 3003 3000"/>
                  <a:gd name="T7" fmla="*/ 3003 h 56"/>
                  <a:gd name="T8" fmla="+- 0 6982 6960"/>
                  <a:gd name="T9" fmla="*/ T8 w 35"/>
                  <a:gd name="T10" fmla="+- 0 3004 3000"/>
                  <a:gd name="T11" fmla="*/ 3004 h 56"/>
                  <a:gd name="T12" fmla="+- 0 6983 6960"/>
                  <a:gd name="T13" fmla="*/ T12 w 35"/>
                  <a:gd name="T14" fmla="+- 0 3006 3000"/>
                  <a:gd name="T15" fmla="*/ 3006 h 56"/>
                  <a:gd name="T16" fmla="+- 0 6984 6960"/>
                  <a:gd name="T17" fmla="*/ T16 w 35"/>
                  <a:gd name="T18" fmla="+- 0 3008 3000"/>
                  <a:gd name="T19" fmla="*/ 3008 h 56"/>
                  <a:gd name="T20" fmla="+- 0 6987 6960"/>
                  <a:gd name="T21" fmla="*/ T20 w 35"/>
                  <a:gd name="T22" fmla="+- 0 3015 3000"/>
                  <a:gd name="T23" fmla="*/ 3015 h 56"/>
                  <a:gd name="T24" fmla="+- 0 6987 6960"/>
                  <a:gd name="T25" fmla="*/ T24 w 35"/>
                  <a:gd name="T26" fmla="+- 0 3017 3000"/>
                  <a:gd name="T27" fmla="*/ 3017 h 56"/>
                  <a:gd name="T28" fmla="+- 0 6987 6960"/>
                  <a:gd name="T29" fmla="*/ T28 w 35"/>
                  <a:gd name="T30" fmla="+- 0 3036 3000"/>
                  <a:gd name="T31" fmla="*/ 3036 h 56"/>
                  <a:gd name="T32" fmla="+- 0 6987 6960"/>
                  <a:gd name="T33" fmla="*/ T32 w 35"/>
                  <a:gd name="T34" fmla="+- 0 3040 3000"/>
                  <a:gd name="T35" fmla="*/ 3040 h 56"/>
                  <a:gd name="T36" fmla="+- 0 6985 6960"/>
                  <a:gd name="T37" fmla="*/ T36 w 35"/>
                  <a:gd name="T38" fmla="+- 0 3048 3000"/>
                  <a:gd name="T39" fmla="*/ 3048 h 56"/>
                  <a:gd name="T40" fmla="+- 0 6983 6960"/>
                  <a:gd name="T41" fmla="*/ T40 w 35"/>
                  <a:gd name="T42" fmla="+- 0 3050 3000"/>
                  <a:gd name="T43" fmla="*/ 3050 h 56"/>
                  <a:gd name="T44" fmla="+- 0 6982 6960"/>
                  <a:gd name="T45" fmla="*/ T44 w 35"/>
                  <a:gd name="T46" fmla="+- 0 3051 3000"/>
                  <a:gd name="T47" fmla="*/ 3051 h 56"/>
                  <a:gd name="T48" fmla="+- 0 6978 6960"/>
                  <a:gd name="T49" fmla="*/ T48 w 35"/>
                  <a:gd name="T50" fmla="+- 0 3053 3000"/>
                  <a:gd name="T51" fmla="*/ 3053 h 56"/>
                  <a:gd name="T52" fmla="+- 0 6985 6960"/>
                  <a:gd name="T53" fmla="*/ T52 w 35"/>
                  <a:gd name="T54" fmla="+- 0 3053 3000"/>
                  <a:gd name="T55" fmla="*/ 3053 h 56"/>
                  <a:gd name="T56" fmla="+- 0 6995 6960"/>
                  <a:gd name="T57" fmla="*/ T56 w 35"/>
                  <a:gd name="T58" fmla="+- 0 3019 3000"/>
                  <a:gd name="T59" fmla="*/ 3019 h 56"/>
                  <a:gd name="T60" fmla="+- 0 6993 6960"/>
                  <a:gd name="T61" fmla="*/ T60 w 35"/>
                  <a:gd name="T62" fmla="+- 0 3012 3000"/>
                  <a:gd name="T63" fmla="*/ 3012 h 56"/>
                  <a:gd name="T64" fmla="+- 0 6986 6960"/>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0"/>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299" name="Group 298">
              <a:extLst>
                <a:ext uri="{FF2B5EF4-FFF2-40B4-BE49-F238E27FC236}">
                  <a16:creationId xmlns:a16="http://schemas.microsoft.com/office/drawing/2014/main" id="{B47F242A-0C08-FC7B-592A-DD681EC90485}"/>
                </a:ext>
              </a:extLst>
            </p:cNvPr>
            <p:cNvGrpSpPr>
              <a:grpSpLocks/>
            </p:cNvGrpSpPr>
            <p:nvPr/>
          </p:nvGrpSpPr>
          <p:grpSpPr bwMode="auto">
            <a:xfrm>
              <a:off x="7417" y="3000"/>
              <a:ext cx="35" cy="56"/>
              <a:chOff x="7417" y="3000"/>
              <a:chExt cx="35" cy="56"/>
            </a:xfrm>
          </p:grpSpPr>
          <p:sp>
            <p:nvSpPr>
              <p:cNvPr id="1108" name="Freeform 5199">
                <a:extLst>
                  <a:ext uri="{FF2B5EF4-FFF2-40B4-BE49-F238E27FC236}">
                    <a16:creationId xmlns:a16="http://schemas.microsoft.com/office/drawing/2014/main" id="{C74BC0E8-AE91-7EB6-ACE1-DD62549C15F0}"/>
                  </a:ext>
                </a:extLst>
              </p:cNvPr>
              <p:cNvSpPr>
                <a:spLocks/>
              </p:cNvSpPr>
              <p:nvPr/>
            </p:nvSpPr>
            <p:spPr bwMode="auto">
              <a:xfrm>
                <a:off x="7417" y="3000"/>
                <a:ext cx="35" cy="56"/>
              </a:xfrm>
              <a:custGeom>
                <a:avLst/>
                <a:gdLst>
                  <a:gd name="T0" fmla="+- 0 7438 7417"/>
                  <a:gd name="T1" fmla="*/ T0 w 35"/>
                  <a:gd name="T2" fmla="+- 0 3000 3000"/>
                  <a:gd name="T3" fmla="*/ 3000 h 56"/>
                  <a:gd name="T4" fmla="+- 0 7432 7417"/>
                  <a:gd name="T5" fmla="*/ T4 w 35"/>
                  <a:gd name="T6" fmla="+- 0 3000 3000"/>
                  <a:gd name="T7" fmla="*/ 3000 h 56"/>
                  <a:gd name="T8" fmla="+- 0 7429 7417"/>
                  <a:gd name="T9" fmla="*/ T8 w 35"/>
                  <a:gd name="T10" fmla="+- 0 3001 3000"/>
                  <a:gd name="T11" fmla="*/ 3001 h 56"/>
                  <a:gd name="T12" fmla="+- 0 7424 7417"/>
                  <a:gd name="T13" fmla="*/ T12 w 35"/>
                  <a:gd name="T14" fmla="+- 0 3005 3000"/>
                  <a:gd name="T15" fmla="*/ 3005 h 56"/>
                  <a:gd name="T16" fmla="+- 0 7421 7417"/>
                  <a:gd name="T17" fmla="*/ T16 w 35"/>
                  <a:gd name="T18" fmla="+- 0 3008 3000"/>
                  <a:gd name="T19" fmla="*/ 3008 h 56"/>
                  <a:gd name="T20" fmla="+- 0 7418 7417"/>
                  <a:gd name="T21" fmla="*/ T20 w 35"/>
                  <a:gd name="T22" fmla="+- 0 3017 3000"/>
                  <a:gd name="T23" fmla="*/ 3017 h 56"/>
                  <a:gd name="T24" fmla="+- 0 7417 7417"/>
                  <a:gd name="T25" fmla="*/ T24 w 35"/>
                  <a:gd name="T26" fmla="+- 0 3022 3000"/>
                  <a:gd name="T27" fmla="*/ 3022 h 56"/>
                  <a:gd name="T28" fmla="+- 0 7417 7417"/>
                  <a:gd name="T29" fmla="*/ T28 w 35"/>
                  <a:gd name="T30" fmla="+- 0 3036 3000"/>
                  <a:gd name="T31" fmla="*/ 3036 h 56"/>
                  <a:gd name="T32" fmla="+- 0 7418 7417"/>
                  <a:gd name="T33" fmla="*/ T32 w 35"/>
                  <a:gd name="T34" fmla="+- 0 3042 3000"/>
                  <a:gd name="T35" fmla="*/ 3042 h 56"/>
                  <a:gd name="T36" fmla="+- 0 7425 7417"/>
                  <a:gd name="T37" fmla="*/ T36 w 35"/>
                  <a:gd name="T38" fmla="+- 0 3053 3000"/>
                  <a:gd name="T39" fmla="*/ 3053 h 56"/>
                  <a:gd name="T40" fmla="+- 0 7429 7417"/>
                  <a:gd name="T41" fmla="*/ T40 w 35"/>
                  <a:gd name="T42" fmla="+- 0 3056 3000"/>
                  <a:gd name="T43" fmla="*/ 3056 h 56"/>
                  <a:gd name="T44" fmla="+- 0 7436 7417"/>
                  <a:gd name="T45" fmla="*/ T44 w 35"/>
                  <a:gd name="T46" fmla="+- 0 3056 3000"/>
                  <a:gd name="T47" fmla="*/ 3056 h 56"/>
                  <a:gd name="T48" fmla="+- 0 7439 7417"/>
                  <a:gd name="T49" fmla="*/ T48 w 35"/>
                  <a:gd name="T50" fmla="+- 0 3055 3000"/>
                  <a:gd name="T51" fmla="*/ 3055 h 56"/>
                  <a:gd name="T52" fmla="+- 0 7441 7417"/>
                  <a:gd name="T53" fmla="*/ T52 w 35"/>
                  <a:gd name="T54" fmla="+- 0 3053 3000"/>
                  <a:gd name="T55" fmla="*/ 3053 h 56"/>
                  <a:gd name="T56" fmla="+- 0 7431 7417"/>
                  <a:gd name="T57" fmla="*/ T56 w 35"/>
                  <a:gd name="T58" fmla="+- 0 3053 3000"/>
                  <a:gd name="T59" fmla="*/ 3053 h 56"/>
                  <a:gd name="T60" fmla="+- 0 7429 7417"/>
                  <a:gd name="T61" fmla="*/ T60 w 35"/>
                  <a:gd name="T62" fmla="+- 0 3051 3000"/>
                  <a:gd name="T63" fmla="*/ 3051 h 56"/>
                  <a:gd name="T64" fmla="+- 0 7426 7417"/>
                  <a:gd name="T65" fmla="*/ T64 w 35"/>
                  <a:gd name="T66" fmla="+- 0 3043 3000"/>
                  <a:gd name="T67" fmla="*/ 3043 h 56"/>
                  <a:gd name="T68" fmla="+- 0 7425 7417"/>
                  <a:gd name="T69" fmla="*/ T68 w 35"/>
                  <a:gd name="T70" fmla="+- 0 3037 3000"/>
                  <a:gd name="T71" fmla="*/ 3037 h 56"/>
                  <a:gd name="T72" fmla="+- 0 7425 7417"/>
                  <a:gd name="T73" fmla="*/ T72 w 35"/>
                  <a:gd name="T74" fmla="+- 0 3022 3000"/>
                  <a:gd name="T75" fmla="*/ 3022 h 56"/>
                  <a:gd name="T76" fmla="+- 0 7434 7417"/>
                  <a:gd name="T77" fmla="*/ T76 w 35"/>
                  <a:gd name="T78" fmla="+- 0 3003 3000"/>
                  <a:gd name="T79" fmla="*/ 3003 h 56"/>
                  <a:gd name="T80" fmla="+- 0 7442 7417"/>
                  <a:gd name="T81" fmla="*/ T80 w 35"/>
                  <a:gd name="T82" fmla="+- 0 3003 3000"/>
                  <a:gd name="T83" fmla="*/ 3003 h 56"/>
                  <a:gd name="T84" fmla="+- 0 7442 7417"/>
                  <a:gd name="T85" fmla="*/ T84 w 35"/>
                  <a:gd name="T86" fmla="+- 0 3002 3000"/>
                  <a:gd name="T87" fmla="*/ 3002 h 56"/>
                  <a:gd name="T88" fmla="+- 0 7438 7417"/>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09" name="Freeform 5200">
                <a:extLst>
                  <a:ext uri="{FF2B5EF4-FFF2-40B4-BE49-F238E27FC236}">
                    <a16:creationId xmlns:a16="http://schemas.microsoft.com/office/drawing/2014/main" id="{986459CA-BDE2-F1FB-F918-DAC3BF4B9EE7}"/>
                  </a:ext>
                </a:extLst>
              </p:cNvPr>
              <p:cNvSpPr>
                <a:spLocks/>
              </p:cNvSpPr>
              <p:nvPr/>
            </p:nvSpPr>
            <p:spPr bwMode="auto">
              <a:xfrm>
                <a:off x="7417" y="3000"/>
                <a:ext cx="35" cy="56"/>
              </a:xfrm>
              <a:custGeom>
                <a:avLst/>
                <a:gdLst>
                  <a:gd name="T0" fmla="+- 0 7442 7417"/>
                  <a:gd name="T1" fmla="*/ T0 w 35"/>
                  <a:gd name="T2" fmla="+- 0 3003 3000"/>
                  <a:gd name="T3" fmla="*/ 3003 h 56"/>
                  <a:gd name="T4" fmla="+- 0 7434 7417"/>
                  <a:gd name="T5" fmla="*/ T4 w 35"/>
                  <a:gd name="T6" fmla="+- 0 3003 3000"/>
                  <a:gd name="T7" fmla="*/ 3003 h 56"/>
                  <a:gd name="T8" fmla="+- 0 7438 7417"/>
                  <a:gd name="T9" fmla="*/ T8 w 35"/>
                  <a:gd name="T10" fmla="+- 0 3004 3000"/>
                  <a:gd name="T11" fmla="*/ 3004 h 56"/>
                  <a:gd name="T12" fmla="+- 0 7440 7417"/>
                  <a:gd name="T13" fmla="*/ T12 w 35"/>
                  <a:gd name="T14" fmla="+- 0 3006 3000"/>
                  <a:gd name="T15" fmla="*/ 3006 h 56"/>
                  <a:gd name="T16" fmla="+- 0 7441 7417"/>
                  <a:gd name="T17" fmla="*/ T16 w 35"/>
                  <a:gd name="T18" fmla="+- 0 3008 3000"/>
                  <a:gd name="T19" fmla="*/ 3008 h 56"/>
                  <a:gd name="T20" fmla="+- 0 7443 7417"/>
                  <a:gd name="T21" fmla="*/ T20 w 35"/>
                  <a:gd name="T22" fmla="+- 0 3015 3000"/>
                  <a:gd name="T23" fmla="*/ 3015 h 56"/>
                  <a:gd name="T24" fmla="+- 0 7443 7417"/>
                  <a:gd name="T25" fmla="*/ T24 w 35"/>
                  <a:gd name="T26" fmla="+- 0 3017 3000"/>
                  <a:gd name="T27" fmla="*/ 3017 h 56"/>
                  <a:gd name="T28" fmla="+- 0 7444 7417"/>
                  <a:gd name="T29" fmla="*/ T28 w 35"/>
                  <a:gd name="T30" fmla="+- 0 3036 3000"/>
                  <a:gd name="T31" fmla="*/ 3036 h 56"/>
                  <a:gd name="T32" fmla="+- 0 7443 7417"/>
                  <a:gd name="T33" fmla="*/ T32 w 35"/>
                  <a:gd name="T34" fmla="+- 0 3040 3000"/>
                  <a:gd name="T35" fmla="*/ 3040 h 56"/>
                  <a:gd name="T36" fmla="+- 0 7441 7417"/>
                  <a:gd name="T37" fmla="*/ T36 w 35"/>
                  <a:gd name="T38" fmla="+- 0 3048 3000"/>
                  <a:gd name="T39" fmla="*/ 3048 h 56"/>
                  <a:gd name="T40" fmla="+- 0 7440 7417"/>
                  <a:gd name="T41" fmla="*/ T40 w 35"/>
                  <a:gd name="T42" fmla="+- 0 3050 3000"/>
                  <a:gd name="T43" fmla="*/ 3050 h 56"/>
                  <a:gd name="T44" fmla="+- 0 7438 7417"/>
                  <a:gd name="T45" fmla="*/ T44 w 35"/>
                  <a:gd name="T46" fmla="+- 0 3051 3000"/>
                  <a:gd name="T47" fmla="*/ 3051 h 56"/>
                  <a:gd name="T48" fmla="+- 0 7434 7417"/>
                  <a:gd name="T49" fmla="*/ T48 w 35"/>
                  <a:gd name="T50" fmla="+- 0 3053 3000"/>
                  <a:gd name="T51" fmla="*/ 3053 h 56"/>
                  <a:gd name="T52" fmla="+- 0 7441 7417"/>
                  <a:gd name="T53" fmla="*/ T52 w 35"/>
                  <a:gd name="T54" fmla="+- 0 3053 3000"/>
                  <a:gd name="T55" fmla="*/ 3053 h 56"/>
                  <a:gd name="T56" fmla="+- 0 7451 7417"/>
                  <a:gd name="T57" fmla="*/ T56 w 35"/>
                  <a:gd name="T58" fmla="+- 0 3019 3000"/>
                  <a:gd name="T59" fmla="*/ 3019 h 56"/>
                  <a:gd name="T60" fmla="+- 0 7449 7417"/>
                  <a:gd name="T61" fmla="*/ T60 w 35"/>
                  <a:gd name="T62" fmla="+- 0 3012 3000"/>
                  <a:gd name="T63" fmla="*/ 3012 h 56"/>
                  <a:gd name="T64" fmla="+- 0 7442 7417"/>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0" name="Group 299">
              <a:extLst>
                <a:ext uri="{FF2B5EF4-FFF2-40B4-BE49-F238E27FC236}">
                  <a16:creationId xmlns:a16="http://schemas.microsoft.com/office/drawing/2014/main" id="{0A2A9ECB-8AD9-7687-4F28-4BEB2F67B4BF}"/>
                </a:ext>
              </a:extLst>
            </p:cNvPr>
            <p:cNvGrpSpPr>
              <a:grpSpLocks/>
            </p:cNvGrpSpPr>
            <p:nvPr/>
          </p:nvGrpSpPr>
          <p:grpSpPr bwMode="auto">
            <a:xfrm>
              <a:off x="7872" y="3000"/>
              <a:ext cx="36" cy="55"/>
              <a:chOff x="7872" y="3000"/>
              <a:chExt cx="36" cy="55"/>
            </a:xfrm>
          </p:grpSpPr>
          <p:sp>
            <p:nvSpPr>
              <p:cNvPr id="1105" name="Freeform 5202">
                <a:extLst>
                  <a:ext uri="{FF2B5EF4-FFF2-40B4-BE49-F238E27FC236}">
                    <a16:creationId xmlns:a16="http://schemas.microsoft.com/office/drawing/2014/main" id="{F82402A4-E29E-316C-9D79-55029D710D38}"/>
                  </a:ext>
                </a:extLst>
              </p:cNvPr>
              <p:cNvSpPr>
                <a:spLocks/>
              </p:cNvSpPr>
              <p:nvPr/>
            </p:nvSpPr>
            <p:spPr bwMode="auto">
              <a:xfrm>
                <a:off x="7872" y="3000"/>
                <a:ext cx="36" cy="55"/>
              </a:xfrm>
              <a:custGeom>
                <a:avLst/>
                <a:gdLst>
                  <a:gd name="T0" fmla="+- 0 7901 7872"/>
                  <a:gd name="T1" fmla="*/ T0 w 36"/>
                  <a:gd name="T2" fmla="+- 0 3006 3000"/>
                  <a:gd name="T3" fmla="*/ 3006 h 55"/>
                  <a:gd name="T4" fmla="+- 0 7890 7872"/>
                  <a:gd name="T5" fmla="*/ T4 w 36"/>
                  <a:gd name="T6" fmla="+- 0 3006 3000"/>
                  <a:gd name="T7" fmla="*/ 3006 h 55"/>
                  <a:gd name="T8" fmla="+- 0 7892 7872"/>
                  <a:gd name="T9" fmla="*/ T8 w 36"/>
                  <a:gd name="T10" fmla="+- 0 3007 3000"/>
                  <a:gd name="T11" fmla="*/ 3007 h 55"/>
                  <a:gd name="T12" fmla="+- 0 7896 7872"/>
                  <a:gd name="T13" fmla="*/ T12 w 36"/>
                  <a:gd name="T14" fmla="+- 0 3012 3000"/>
                  <a:gd name="T15" fmla="*/ 3012 h 55"/>
                  <a:gd name="T16" fmla="+- 0 7897 7872"/>
                  <a:gd name="T17" fmla="*/ T16 w 36"/>
                  <a:gd name="T18" fmla="+- 0 3015 3000"/>
                  <a:gd name="T19" fmla="*/ 3015 h 55"/>
                  <a:gd name="T20" fmla="+- 0 7897 7872"/>
                  <a:gd name="T21" fmla="*/ T20 w 36"/>
                  <a:gd name="T22" fmla="+- 0 3022 3000"/>
                  <a:gd name="T23" fmla="*/ 3022 h 55"/>
                  <a:gd name="T24" fmla="+- 0 7895 7872"/>
                  <a:gd name="T25" fmla="*/ T24 w 36"/>
                  <a:gd name="T26" fmla="+- 0 3027 3000"/>
                  <a:gd name="T27" fmla="*/ 3027 h 55"/>
                  <a:gd name="T28" fmla="+- 0 7888 7872"/>
                  <a:gd name="T29" fmla="*/ T28 w 36"/>
                  <a:gd name="T30" fmla="+- 0 3038 3000"/>
                  <a:gd name="T31" fmla="*/ 3038 h 55"/>
                  <a:gd name="T32" fmla="+- 0 7881 7872"/>
                  <a:gd name="T33" fmla="*/ T32 w 36"/>
                  <a:gd name="T34" fmla="+- 0 3045 3000"/>
                  <a:gd name="T35" fmla="*/ 3045 h 55"/>
                  <a:gd name="T36" fmla="+- 0 7872 7872"/>
                  <a:gd name="T37" fmla="*/ T36 w 36"/>
                  <a:gd name="T38" fmla="+- 0 3053 3000"/>
                  <a:gd name="T39" fmla="*/ 3053 h 55"/>
                  <a:gd name="T40" fmla="+- 0 7872 7872"/>
                  <a:gd name="T41" fmla="*/ T40 w 36"/>
                  <a:gd name="T42" fmla="+- 0 3055 3000"/>
                  <a:gd name="T43" fmla="*/ 3055 h 55"/>
                  <a:gd name="T44" fmla="+- 0 7903 7872"/>
                  <a:gd name="T45" fmla="*/ T44 w 36"/>
                  <a:gd name="T46" fmla="+- 0 3055 3000"/>
                  <a:gd name="T47" fmla="*/ 3055 h 55"/>
                  <a:gd name="T48" fmla="+- 0 7906 7872"/>
                  <a:gd name="T49" fmla="*/ T48 w 36"/>
                  <a:gd name="T50" fmla="+- 0 3049 3000"/>
                  <a:gd name="T51" fmla="*/ 3049 h 55"/>
                  <a:gd name="T52" fmla="+- 0 7880 7872"/>
                  <a:gd name="T53" fmla="*/ T52 w 36"/>
                  <a:gd name="T54" fmla="+- 0 3049 3000"/>
                  <a:gd name="T55" fmla="*/ 3049 h 55"/>
                  <a:gd name="T56" fmla="+- 0 7882 7872"/>
                  <a:gd name="T57" fmla="*/ T56 w 36"/>
                  <a:gd name="T58" fmla="+- 0 3047 3000"/>
                  <a:gd name="T59" fmla="*/ 3047 h 55"/>
                  <a:gd name="T60" fmla="+- 0 7904 7872"/>
                  <a:gd name="T61" fmla="*/ T60 w 36"/>
                  <a:gd name="T62" fmla="+- 0 3017 3000"/>
                  <a:gd name="T63" fmla="*/ 3017 h 55"/>
                  <a:gd name="T64" fmla="+- 0 7904 7872"/>
                  <a:gd name="T65" fmla="*/ T64 w 36"/>
                  <a:gd name="T66" fmla="+- 0 3010 3000"/>
                  <a:gd name="T67" fmla="*/ 3010 h 55"/>
                  <a:gd name="T68" fmla="+- 0 7902 7872"/>
                  <a:gd name="T69" fmla="*/ T68 w 36"/>
                  <a:gd name="T70" fmla="+- 0 3007 3000"/>
                  <a:gd name="T71" fmla="*/ 3007 h 55"/>
                  <a:gd name="T72" fmla="+- 0 7901 7872"/>
                  <a:gd name="T73" fmla="*/ T72 w 36"/>
                  <a:gd name="T74" fmla="+- 0 3006 3000"/>
                  <a:gd name="T75" fmla="*/ 3006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8" y="6"/>
                    </a:lnTo>
                    <a:lnTo>
                      <a:pt x="20" y="7"/>
                    </a:lnTo>
                    <a:lnTo>
                      <a:pt x="24" y="12"/>
                    </a:lnTo>
                    <a:lnTo>
                      <a:pt x="25" y="15"/>
                    </a:lnTo>
                    <a:lnTo>
                      <a:pt x="25" y="22"/>
                    </a:lnTo>
                    <a:lnTo>
                      <a:pt x="23" y="27"/>
                    </a:lnTo>
                    <a:lnTo>
                      <a:pt x="16" y="38"/>
                    </a:lnTo>
                    <a:lnTo>
                      <a:pt x="9" y="45"/>
                    </a:lnTo>
                    <a:lnTo>
                      <a:pt x="0" y="53"/>
                    </a:lnTo>
                    <a:lnTo>
                      <a:pt x="0" y="55"/>
                    </a:lnTo>
                    <a:lnTo>
                      <a:pt x="31" y="55"/>
                    </a:lnTo>
                    <a:lnTo>
                      <a:pt x="34" y="49"/>
                    </a:lnTo>
                    <a:lnTo>
                      <a:pt x="8" y="49"/>
                    </a:lnTo>
                    <a:lnTo>
                      <a:pt x="10" y="47"/>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06" name="Freeform 5203">
                <a:extLst>
                  <a:ext uri="{FF2B5EF4-FFF2-40B4-BE49-F238E27FC236}">
                    <a16:creationId xmlns:a16="http://schemas.microsoft.com/office/drawing/2014/main" id="{EB034953-C992-A18D-2CA3-DF6E234F4815}"/>
                  </a:ext>
                </a:extLst>
              </p:cNvPr>
              <p:cNvSpPr>
                <a:spLocks/>
              </p:cNvSpPr>
              <p:nvPr/>
            </p:nvSpPr>
            <p:spPr bwMode="auto">
              <a:xfrm>
                <a:off x="7872" y="3000"/>
                <a:ext cx="36" cy="55"/>
              </a:xfrm>
              <a:custGeom>
                <a:avLst/>
                <a:gdLst>
                  <a:gd name="T0" fmla="+- 0 7907 7872"/>
                  <a:gd name="T1" fmla="*/ T0 w 36"/>
                  <a:gd name="T2" fmla="+- 0 3045 3000"/>
                  <a:gd name="T3" fmla="*/ 3045 h 55"/>
                  <a:gd name="T4" fmla="+- 0 7906 7872"/>
                  <a:gd name="T5" fmla="*/ T4 w 36"/>
                  <a:gd name="T6" fmla="+- 0 3045 3000"/>
                  <a:gd name="T7" fmla="*/ 3045 h 55"/>
                  <a:gd name="T8" fmla="+- 0 7903 7872"/>
                  <a:gd name="T9" fmla="*/ T8 w 36"/>
                  <a:gd name="T10" fmla="+- 0 3047 3000"/>
                  <a:gd name="T11" fmla="*/ 3047 h 55"/>
                  <a:gd name="T12" fmla="+- 0 7900 7872"/>
                  <a:gd name="T13" fmla="*/ T12 w 36"/>
                  <a:gd name="T14" fmla="+- 0 3049 3000"/>
                  <a:gd name="T15" fmla="*/ 3049 h 55"/>
                  <a:gd name="T16" fmla="+- 0 7897 7872"/>
                  <a:gd name="T17" fmla="*/ T16 w 36"/>
                  <a:gd name="T18" fmla="+- 0 3049 3000"/>
                  <a:gd name="T19" fmla="*/ 3049 h 55"/>
                  <a:gd name="T20" fmla="+- 0 7906 7872"/>
                  <a:gd name="T21" fmla="*/ T20 w 36"/>
                  <a:gd name="T22" fmla="+- 0 3049 3000"/>
                  <a:gd name="T23" fmla="*/ 3049 h 55"/>
                  <a:gd name="T24" fmla="+- 0 7907 7872"/>
                  <a:gd name="T25" fmla="*/ T24 w 36"/>
                  <a:gd name="T26" fmla="+- 0 3045 3000"/>
                  <a:gd name="T27" fmla="*/ 304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5"/>
                    </a:moveTo>
                    <a:lnTo>
                      <a:pt x="34" y="45"/>
                    </a:lnTo>
                    <a:lnTo>
                      <a:pt x="31" y="47"/>
                    </a:lnTo>
                    <a:lnTo>
                      <a:pt x="28" y="49"/>
                    </a:lnTo>
                    <a:lnTo>
                      <a:pt x="25" y="49"/>
                    </a:lnTo>
                    <a:lnTo>
                      <a:pt x="34" y="49"/>
                    </a:lnTo>
                    <a:lnTo>
                      <a:pt x="3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07" name="Freeform 5204">
                <a:extLst>
                  <a:ext uri="{FF2B5EF4-FFF2-40B4-BE49-F238E27FC236}">
                    <a16:creationId xmlns:a16="http://schemas.microsoft.com/office/drawing/2014/main" id="{95D48BF4-47B2-C221-24FC-784D6D970677}"/>
                  </a:ext>
                </a:extLst>
              </p:cNvPr>
              <p:cNvSpPr>
                <a:spLocks/>
              </p:cNvSpPr>
              <p:nvPr/>
            </p:nvSpPr>
            <p:spPr bwMode="auto">
              <a:xfrm>
                <a:off x="7872" y="3000"/>
                <a:ext cx="36" cy="55"/>
              </a:xfrm>
              <a:custGeom>
                <a:avLst/>
                <a:gdLst>
                  <a:gd name="T0" fmla="+- 0 7893 7872"/>
                  <a:gd name="T1" fmla="*/ T0 w 36"/>
                  <a:gd name="T2" fmla="+- 0 3000 3000"/>
                  <a:gd name="T3" fmla="*/ 3000 h 55"/>
                  <a:gd name="T4" fmla="+- 0 7885 7872"/>
                  <a:gd name="T5" fmla="*/ T4 w 36"/>
                  <a:gd name="T6" fmla="+- 0 3000 3000"/>
                  <a:gd name="T7" fmla="*/ 3000 h 55"/>
                  <a:gd name="T8" fmla="+- 0 7881 7872"/>
                  <a:gd name="T9" fmla="*/ T8 w 36"/>
                  <a:gd name="T10" fmla="+- 0 3002 3000"/>
                  <a:gd name="T11" fmla="*/ 3002 h 55"/>
                  <a:gd name="T12" fmla="+- 0 7876 7872"/>
                  <a:gd name="T13" fmla="*/ T12 w 36"/>
                  <a:gd name="T14" fmla="+- 0 3007 3000"/>
                  <a:gd name="T15" fmla="*/ 3007 h 55"/>
                  <a:gd name="T16" fmla="+- 0 7874 7872"/>
                  <a:gd name="T17" fmla="*/ T16 w 36"/>
                  <a:gd name="T18" fmla="+- 0 3011 3000"/>
                  <a:gd name="T19" fmla="*/ 3011 h 55"/>
                  <a:gd name="T20" fmla="+- 0 7874 7872"/>
                  <a:gd name="T21" fmla="*/ T20 w 36"/>
                  <a:gd name="T22" fmla="+- 0 3015 3000"/>
                  <a:gd name="T23" fmla="*/ 3015 h 55"/>
                  <a:gd name="T24" fmla="+- 0 7875 7872"/>
                  <a:gd name="T25" fmla="*/ T24 w 36"/>
                  <a:gd name="T26" fmla="+- 0 3015 3000"/>
                  <a:gd name="T27" fmla="*/ 3015 h 55"/>
                  <a:gd name="T28" fmla="+- 0 7876 7872"/>
                  <a:gd name="T29" fmla="*/ T28 w 36"/>
                  <a:gd name="T30" fmla="+- 0 3012 3000"/>
                  <a:gd name="T31" fmla="*/ 3012 h 55"/>
                  <a:gd name="T32" fmla="+- 0 7878 7872"/>
                  <a:gd name="T33" fmla="*/ T32 w 36"/>
                  <a:gd name="T34" fmla="+- 0 3010 3000"/>
                  <a:gd name="T35" fmla="*/ 3010 h 55"/>
                  <a:gd name="T36" fmla="+- 0 7882 7872"/>
                  <a:gd name="T37" fmla="*/ T36 w 36"/>
                  <a:gd name="T38" fmla="+- 0 3007 3000"/>
                  <a:gd name="T39" fmla="*/ 3007 h 55"/>
                  <a:gd name="T40" fmla="+- 0 7884 7872"/>
                  <a:gd name="T41" fmla="*/ T40 w 36"/>
                  <a:gd name="T42" fmla="+- 0 3006 3000"/>
                  <a:gd name="T43" fmla="*/ 3006 h 55"/>
                  <a:gd name="T44" fmla="+- 0 7901 7872"/>
                  <a:gd name="T45" fmla="*/ T44 w 36"/>
                  <a:gd name="T46" fmla="+- 0 3006 3000"/>
                  <a:gd name="T47" fmla="*/ 3006 h 55"/>
                  <a:gd name="T48" fmla="+- 0 7897 7872"/>
                  <a:gd name="T49" fmla="*/ T48 w 36"/>
                  <a:gd name="T50" fmla="+- 0 3002 3000"/>
                  <a:gd name="T51" fmla="*/ 3002 h 55"/>
                  <a:gd name="T52" fmla="+- 0 7893 7872"/>
                  <a:gd name="T53" fmla="*/ T52 w 36"/>
                  <a:gd name="T54" fmla="+- 0 3000 3000"/>
                  <a:gd name="T55" fmla="*/ 300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2"/>
                    </a:lnTo>
                    <a:lnTo>
                      <a:pt x="4" y="7"/>
                    </a:lnTo>
                    <a:lnTo>
                      <a:pt x="2" y="11"/>
                    </a:lnTo>
                    <a:lnTo>
                      <a:pt x="2" y="15"/>
                    </a:lnTo>
                    <a:lnTo>
                      <a:pt x="3" y="15"/>
                    </a:lnTo>
                    <a:lnTo>
                      <a:pt x="4" y="12"/>
                    </a:lnTo>
                    <a:lnTo>
                      <a:pt x="6" y="10"/>
                    </a:lnTo>
                    <a:lnTo>
                      <a:pt x="10" y="7"/>
                    </a:lnTo>
                    <a:lnTo>
                      <a:pt x="12" y="6"/>
                    </a:lnTo>
                    <a:lnTo>
                      <a:pt x="29"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1" name="Group 300">
              <a:extLst>
                <a:ext uri="{FF2B5EF4-FFF2-40B4-BE49-F238E27FC236}">
                  <a16:creationId xmlns:a16="http://schemas.microsoft.com/office/drawing/2014/main" id="{A9AC319B-5610-F2E2-156D-703C9BBD552B}"/>
                </a:ext>
              </a:extLst>
            </p:cNvPr>
            <p:cNvGrpSpPr>
              <a:grpSpLocks/>
            </p:cNvGrpSpPr>
            <p:nvPr/>
          </p:nvGrpSpPr>
          <p:grpSpPr bwMode="auto">
            <a:xfrm>
              <a:off x="8329" y="3000"/>
              <a:ext cx="35" cy="56"/>
              <a:chOff x="8329" y="3000"/>
              <a:chExt cx="35" cy="56"/>
            </a:xfrm>
          </p:grpSpPr>
          <p:sp>
            <p:nvSpPr>
              <p:cNvPr id="1103" name="Freeform 5206">
                <a:extLst>
                  <a:ext uri="{FF2B5EF4-FFF2-40B4-BE49-F238E27FC236}">
                    <a16:creationId xmlns:a16="http://schemas.microsoft.com/office/drawing/2014/main" id="{931FA6E2-7D4E-1220-96EF-64092DD1B58D}"/>
                  </a:ext>
                </a:extLst>
              </p:cNvPr>
              <p:cNvSpPr>
                <a:spLocks/>
              </p:cNvSpPr>
              <p:nvPr/>
            </p:nvSpPr>
            <p:spPr bwMode="auto">
              <a:xfrm>
                <a:off x="8329" y="3000"/>
                <a:ext cx="35" cy="56"/>
              </a:xfrm>
              <a:custGeom>
                <a:avLst/>
                <a:gdLst>
                  <a:gd name="T0" fmla="+- 0 8351 8329"/>
                  <a:gd name="T1" fmla="*/ T0 w 35"/>
                  <a:gd name="T2" fmla="+- 0 3000 3000"/>
                  <a:gd name="T3" fmla="*/ 3000 h 56"/>
                  <a:gd name="T4" fmla="+- 0 8344 8329"/>
                  <a:gd name="T5" fmla="*/ T4 w 35"/>
                  <a:gd name="T6" fmla="+- 0 3000 3000"/>
                  <a:gd name="T7" fmla="*/ 3000 h 56"/>
                  <a:gd name="T8" fmla="+- 0 8342 8329"/>
                  <a:gd name="T9" fmla="*/ T8 w 35"/>
                  <a:gd name="T10" fmla="+- 0 3001 3000"/>
                  <a:gd name="T11" fmla="*/ 3001 h 56"/>
                  <a:gd name="T12" fmla="+- 0 8339 8329"/>
                  <a:gd name="T13" fmla="*/ T12 w 35"/>
                  <a:gd name="T14" fmla="+- 0 3003 3000"/>
                  <a:gd name="T15" fmla="*/ 3003 h 56"/>
                  <a:gd name="T16" fmla="+- 0 8336 8329"/>
                  <a:gd name="T17" fmla="*/ T16 w 35"/>
                  <a:gd name="T18" fmla="+- 0 3005 3000"/>
                  <a:gd name="T19" fmla="*/ 3005 h 56"/>
                  <a:gd name="T20" fmla="+- 0 8334 8329"/>
                  <a:gd name="T21" fmla="*/ T20 w 35"/>
                  <a:gd name="T22" fmla="+- 0 3008 3000"/>
                  <a:gd name="T23" fmla="*/ 3008 h 56"/>
                  <a:gd name="T24" fmla="+- 0 8330 8329"/>
                  <a:gd name="T25" fmla="*/ T24 w 35"/>
                  <a:gd name="T26" fmla="+- 0 3017 3000"/>
                  <a:gd name="T27" fmla="*/ 3017 h 56"/>
                  <a:gd name="T28" fmla="+- 0 8329 8329"/>
                  <a:gd name="T29" fmla="*/ T28 w 35"/>
                  <a:gd name="T30" fmla="+- 0 3022 3000"/>
                  <a:gd name="T31" fmla="*/ 3022 h 56"/>
                  <a:gd name="T32" fmla="+- 0 8329 8329"/>
                  <a:gd name="T33" fmla="*/ T32 w 35"/>
                  <a:gd name="T34" fmla="+- 0 3036 3000"/>
                  <a:gd name="T35" fmla="*/ 3036 h 56"/>
                  <a:gd name="T36" fmla="+- 0 8331 8329"/>
                  <a:gd name="T37" fmla="*/ T36 w 35"/>
                  <a:gd name="T38" fmla="+- 0 3042 3000"/>
                  <a:gd name="T39" fmla="*/ 3042 h 56"/>
                  <a:gd name="T40" fmla="+- 0 8337 8329"/>
                  <a:gd name="T41" fmla="*/ T40 w 35"/>
                  <a:gd name="T42" fmla="+- 0 3053 3000"/>
                  <a:gd name="T43" fmla="*/ 3053 h 56"/>
                  <a:gd name="T44" fmla="+- 0 8341 8329"/>
                  <a:gd name="T45" fmla="*/ T44 w 35"/>
                  <a:gd name="T46" fmla="+- 0 3056 3000"/>
                  <a:gd name="T47" fmla="*/ 3056 h 56"/>
                  <a:gd name="T48" fmla="+- 0 8349 8329"/>
                  <a:gd name="T49" fmla="*/ T48 w 35"/>
                  <a:gd name="T50" fmla="+- 0 3056 3000"/>
                  <a:gd name="T51" fmla="*/ 3056 h 56"/>
                  <a:gd name="T52" fmla="+- 0 8352 8329"/>
                  <a:gd name="T53" fmla="*/ T52 w 35"/>
                  <a:gd name="T54" fmla="+- 0 3055 3000"/>
                  <a:gd name="T55" fmla="*/ 3055 h 56"/>
                  <a:gd name="T56" fmla="+- 0 8354 8329"/>
                  <a:gd name="T57" fmla="*/ T56 w 35"/>
                  <a:gd name="T58" fmla="+- 0 3053 3000"/>
                  <a:gd name="T59" fmla="*/ 3053 h 56"/>
                  <a:gd name="T60" fmla="+- 0 8344 8329"/>
                  <a:gd name="T61" fmla="*/ T60 w 35"/>
                  <a:gd name="T62" fmla="+- 0 3053 3000"/>
                  <a:gd name="T63" fmla="*/ 3053 h 56"/>
                  <a:gd name="T64" fmla="+- 0 8341 8329"/>
                  <a:gd name="T65" fmla="*/ T64 w 35"/>
                  <a:gd name="T66" fmla="+- 0 3051 3000"/>
                  <a:gd name="T67" fmla="*/ 3051 h 56"/>
                  <a:gd name="T68" fmla="+- 0 8340 8329"/>
                  <a:gd name="T69" fmla="*/ T68 w 35"/>
                  <a:gd name="T70" fmla="+- 0 3047 3000"/>
                  <a:gd name="T71" fmla="*/ 3047 h 56"/>
                  <a:gd name="T72" fmla="+- 0 8338 8329"/>
                  <a:gd name="T73" fmla="*/ T72 w 35"/>
                  <a:gd name="T74" fmla="+- 0 3043 3000"/>
                  <a:gd name="T75" fmla="*/ 3043 h 56"/>
                  <a:gd name="T76" fmla="+- 0 8337 8329"/>
                  <a:gd name="T77" fmla="*/ T76 w 35"/>
                  <a:gd name="T78" fmla="+- 0 3037 3000"/>
                  <a:gd name="T79" fmla="*/ 3037 h 56"/>
                  <a:gd name="T80" fmla="+- 0 8347 8329"/>
                  <a:gd name="T81" fmla="*/ T80 w 35"/>
                  <a:gd name="T82" fmla="+- 0 3003 3000"/>
                  <a:gd name="T83" fmla="*/ 3003 h 56"/>
                  <a:gd name="T84" fmla="+- 0 8355 8329"/>
                  <a:gd name="T85" fmla="*/ T84 w 35"/>
                  <a:gd name="T86" fmla="+- 0 3003 3000"/>
                  <a:gd name="T87" fmla="*/ 3003 h 56"/>
                  <a:gd name="T88" fmla="+- 0 8355 8329"/>
                  <a:gd name="T89" fmla="*/ T88 w 35"/>
                  <a:gd name="T90" fmla="+- 0 3002 3000"/>
                  <a:gd name="T91" fmla="*/ 3002 h 56"/>
                  <a:gd name="T92" fmla="+- 0 8351 8329"/>
                  <a:gd name="T93" fmla="*/ T92 w 35"/>
                  <a:gd name="T94" fmla="+- 0 3000 3000"/>
                  <a:gd name="T95"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04" name="Freeform 5207">
                <a:extLst>
                  <a:ext uri="{FF2B5EF4-FFF2-40B4-BE49-F238E27FC236}">
                    <a16:creationId xmlns:a16="http://schemas.microsoft.com/office/drawing/2014/main" id="{5F9FD800-00D6-82F4-45F2-7206AF687602}"/>
                  </a:ext>
                </a:extLst>
              </p:cNvPr>
              <p:cNvSpPr>
                <a:spLocks/>
              </p:cNvSpPr>
              <p:nvPr/>
            </p:nvSpPr>
            <p:spPr bwMode="auto">
              <a:xfrm>
                <a:off x="8329" y="3000"/>
                <a:ext cx="35" cy="56"/>
              </a:xfrm>
              <a:custGeom>
                <a:avLst/>
                <a:gdLst>
                  <a:gd name="T0" fmla="+- 0 8355 8329"/>
                  <a:gd name="T1" fmla="*/ T0 w 35"/>
                  <a:gd name="T2" fmla="+- 0 3003 3000"/>
                  <a:gd name="T3" fmla="*/ 3003 h 56"/>
                  <a:gd name="T4" fmla="+- 0 8347 8329"/>
                  <a:gd name="T5" fmla="*/ T4 w 35"/>
                  <a:gd name="T6" fmla="+- 0 3003 3000"/>
                  <a:gd name="T7" fmla="*/ 3003 h 56"/>
                  <a:gd name="T8" fmla="+- 0 8351 8329"/>
                  <a:gd name="T9" fmla="*/ T8 w 35"/>
                  <a:gd name="T10" fmla="+- 0 3004 3000"/>
                  <a:gd name="T11" fmla="*/ 3004 h 56"/>
                  <a:gd name="T12" fmla="+- 0 8352 8329"/>
                  <a:gd name="T13" fmla="*/ T12 w 35"/>
                  <a:gd name="T14" fmla="+- 0 3006 3000"/>
                  <a:gd name="T15" fmla="*/ 3006 h 56"/>
                  <a:gd name="T16" fmla="+- 0 8353 8329"/>
                  <a:gd name="T17" fmla="*/ T16 w 35"/>
                  <a:gd name="T18" fmla="+- 0 3008 3000"/>
                  <a:gd name="T19" fmla="*/ 3008 h 56"/>
                  <a:gd name="T20" fmla="+- 0 8356 8329"/>
                  <a:gd name="T21" fmla="*/ T20 w 35"/>
                  <a:gd name="T22" fmla="+- 0 3015 3000"/>
                  <a:gd name="T23" fmla="*/ 3015 h 56"/>
                  <a:gd name="T24" fmla="+- 0 8356 8329"/>
                  <a:gd name="T25" fmla="*/ T24 w 35"/>
                  <a:gd name="T26" fmla="+- 0 3017 3000"/>
                  <a:gd name="T27" fmla="*/ 3017 h 56"/>
                  <a:gd name="T28" fmla="+- 0 8356 8329"/>
                  <a:gd name="T29" fmla="*/ T28 w 35"/>
                  <a:gd name="T30" fmla="+- 0 3036 3000"/>
                  <a:gd name="T31" fmla="*/ 3036 h 56"/>
                  <a:gd name="T32" fmla="+- 0 8356 8329"/>
                  <a:gd name="T33" fmla="*/ T32 w 35"/>
                  <a:gd name="T34" fmla="+- 0 3040 3000"/>
                  <a:gd name="T35" fmla="*/ 3040 h 56"/>
                  <a:gd name="T36" fmla="+- 0 8354 8329"/>
                  <a:gd name="T37" fmla="*/ T36 w 35"/>
                  <a:gd name="T38" fmla="+- 0 3048 3000"/>
                  <a:gd name="T39" fmla="*/ 3048 h 56"/>
                  <a:gd name="T40" fmla="+- 0 8352 8329"/>
                  <a:gd name="T41" fmla="*/ T40 w 35"/>
                  <a:gd name="T42" fmla="+- 0 3050 3000"/>
                  <a:gd name="T43" fmla="*/ 3050 h 56"/>
                  <a:gd name="T44" fmla="+- 0 8351 8329"/>
                  <a:gd name="T45" fmla="*/ T44 w 35"/>
                  <a:gd name="T46" fmla="+- 0 3051 3000"/>
                  <a:gd name="T47" fmla="*/ 3051 h 56"/>
                  <a:gd name="T48" fmla="+- 0 8346 8329"/>
                  <a:gd name="T49" fmla="*/ T48 w 35"/>
                  <a:gd name="T50" fmla="+- 0 3053 3000"/>
                  <a:gd name="T51" fmla="*/ 3053 h 56"/>
                  <a:gd name="T52" fmla="+- 0 8354 8329"/>
                  <a:gd name="T53" fmla="*/ T52 w 35"/>
                  <a:gd name="T54" fmla="+- 0 3053 3000"/>
                  <a:gd name="T55" fmla="*/ 3053 h 56"/>
                  <a:gd name="T56" fmla="+- 0 8364 8329"/>
                  <a:gd name="T57" fmla="*/ T56 w 35"/>
                  <a:gd name="T58" fmla="+- 0 3019 3000"/>
                  <a:gd name="T59" fmla="*/ 3019 h 56"/>
                  <a:gd name="T60" fmla="+- 0 8362 8329"/>
                  <a:gd name="T61" fmla="*/ T60 w 35"/>
                  <a:gd name="T62" fmla="+- 0 3012 3000"/>
                  <a:gd name="T63" fmla="*/ 3012 h 56"/>
                  <a:gd name="T64" fmla="+- 0 8355 8329"/>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2" name="Group 301">
              <a:extLst>
                <a:ext uri="{FF2B5EF4-FFF2-40B4-BE49-F238E27FC236}">
                  <a16:creationId xmlns:a16="http://schemas.microsoft.com/office/drawing/2014/main" id="{3C1E9B09-6878-89F3-9DBC-BF88F7CBA80B}"/>
                </a:ext>
              </a:extLst>
            </p:cNvPr>
            <p:cNvGrpSpPr>
              <a:grpSpLocks/>
            </p:cNvGrpSpPr>
            <p:nvPr/>
          </p:nvGrpSpPr>
          <p:grpSpPr bwMode="auto">
            <a:xfrm>
              <a:off x="8786" y="3000"/>
              <a:ext cx="35" cy="56"/>
              <a:chOff x="8786" y="3000"/>
              <a:chExt cx="35" cy="56"/>
            </a:xfrm>
          </p:grpSpPr>
          <p:sp>
            <p:nvSpPr>
              <p:cNvPr id="1101" name="Freeform 5209">
                <a:extLst>
                  <a:ext uri="{FF2B5EF4-FFF2-40B4-BE49-F238E27FC236}">
                    <a16:creationId xmlns:a16="http://schemas.microsoft.com/office/drawing/2014/main" id="{6592767E-DEB2-B369-7DDD-20D147885378}"/>
                  </a:ext>
                </a:extLst>
              </p:cNvPr>
              <p:cNvSpPr>
                <a:spLocks/>
              </p:cNvSpPr>
              <p:nvPr/>
            </p:nvSpPr>
            <p:spPr bwMode="auto">
              <a:xfrm>
                <a:off x="8786" y="3000"/>
                <a:ext cx="35" cy="56"/>
              </a:xfrm>
              <a:custGeom>
                <a:avLst/>
                <a:gdLst>
                  <a:gd name="T0" fmla="+- 0 8807 8786"/>
                  <a:gd name="T1" fmla="*/ T0 w 35"/>
                  <a:gd name="T2" fmla="+- 0 3000 3000"/>
                  <a:gd name="T3" fmla="*/ 3000 h 56"/>
                  <a:gd name="T4" fmla="+- 0 8801 8786"/>
                  <a:gd name="T5" fmla="*/ T4 w 35"/>
                  <a:gd name="T6" fmla="+- 0 3000 3000"/>
                  <a:gd name="T7" fmla="*/ 3000 h 56"/>
                  <a:gd name="T8" fmla="+- 0 8798 8786"/>
                  <a:gd name="T9" fmla="*/ T8 w 35"/>
                  <a:gd name="T10" fmla="+- 0 3001 3000"/>
                  <a:gd name="T11" fmla="*/ 3001 h 56"/>
                  <a:gd name="T12" fmla="+- 0 8793 8786"/>
                  <a:gd name="T13" fmla="*/ T12 w 35"/>
                  <a:gd name="T14" fmla="+- 0 3005 3000"/>
                  <a:gd name="T15" fmla="*/ 3005 h 56"/>
                  <a:gd name="T16" fmla="+- 0 8790 8786"/>
                  <a:gd name="T17" fmla="*/ T16 w 35"/>
                  <a:gd name="T18" fmla="+- 0 3008 3000"/>
                  <a:gd name="T19" fmla="*/ 3008 h 56"/>
                  <a:gd name="T20" fmla="+- 0 8787 8786"/>
                  <a:gd name="T21" fmla="*/ T20 w 35"/>
                  <a:gd name="T22" fmla="+- 0 3017 3000"/>
                  <a:gd name="T23" fmla="*/ 3017 h 56"/>
                  <a:gd name="T24" fmla="+- 0 8786 8786"/>
                  <a:gd name="T25" fmla="*/ T24 w 35"/>
                  <a:gd name="T26" fmla="+- 0 3022 3000"/>
                  <a:gd name="T27" fmla="*/ 3022 h 56"/>
                  <a:gd name="T28" fmla="+- 0 8786 8786"/>
                  <a:gd name="T29" fmla="*/ T28 w 35"/>
                  <a:gd name="T30" fmla="+- 0 3036 3000"/>
                  <a:gd name="T31" fmla="*/ 3036 h 56"/>
                  <a:gd name="T32" fmla="+- 0 8787 8786"/>
                  <a:gd name="T33" fmla="*/ T32 w 35"/>
                  <a:gd name="T34" fmla="+- 0 3042 3000"/>
                  <a:gd name="T35" fmla="*/ 3042 h 56"/>
                  <a:gd name="T36" fmla="+- 0 8793 8786"/>
                  <a:gd name="T37" fmla="*/ T36 w 35"/>
                  <a:gd name="T38" fmla="+- 0 3053 3000"/>
                  <a:gd name="T39" fmla="*/ 3053 h 56"/>
                  <a:gd name="T40" fmla="+- 0 8798 8786"/>
                  <a:gd name="T41" fmla="*/ T40 w 35"/>
                  <a:gd name="T42" fmla="+- 0 3056 3000"/>
                  <a:gd name="T43" fmla="*/ 3056 h 56"/>
                  <a:gd name="T44" fmla="+- 0 8805 8786"/>
                  <a:gd name="T45" fmla="*/ T44 w 35"/>
                  <a:gd name="T46" fmla="+- 0 3056 3000"/>
                  <a:gd name="T47" fmla="*/ 3056 h 56"/>
                  <a:gd name="T48" fmla="+- 0 8808 8786"/>
                  <a:gd name="T49" fmla="*/ T48 w 35"/>
                  <a:gd name="T50" fmla="+- 0 3055 3000"/>
                  <a:gd name="T51" fmla="*/ 3055 h 56"/>
                  <a:gd name="T52" fmla="+- 0 8810 8786"/>
                  <a:gd name="T53" fmla="*/ T52 w 35"/>
                  <a:gd name="T54" fmla="+- 0 3053 3000"/>
                  <a:gd name="T55" fmla="*/ 3053 h 56"/>
                  <a:gd name="T56" fmla="+- 0 8800 8786"/>
                  <a:gd name="T57" fmla="*/ T56 w 35"/>
                  <a:gd name="T58" fmla="+- 0 3053 3000"/>
                  <a:gd name="T59" fmla="*/ 3053 h 56"/>
                  <a:gd name="T60" fmla="+- 0 8798 8786"/>
                  <a:gd name="T61" fmla="*/ T60 w 35"/>
                  <a:gd name="T62" fmla="+- 0 3051 3000"/>
                  <a:gd name="T63" fmla="*/ 3051 h 56"/>
                  <a:gd name="T64" fmla="+- 0 8794 8786"/>
                  <a:gd name="T65" fmla="*/ T64 w 35"/>
                  <a:gd name="T66" fmla="+- 0 3043 3000"/>
                  <a:gd name="T67" fmla="*/ 3043 h 56"/>
                  <a:gd name="T68" fmla="+- 0 8794 8786"/>
                  <a:gd name="T69" fmla="*/ T68 w 35"/>
                  <a:gd name="T70" fmla="+- 0 3037 3000"/>
                  <a:gd name="T71" fmla="*/ 3037 h 56"/>
                  <a:gd name="T72" fmla="+- 0 8794 8786"/>
                  <a:gd name="T73" fmla="*/ T72 w 35"/>
                  <a:gd name="T74" fmla="+- 0 3022 3000"/>
                  <a:gd name="T75" fmla="*/ 3022 h 56"/>
                  <a:gd name="T76" fmla="+- 0 8803 8786"/>
                  <a:gd name="T77" fmla="*/ T76 w 35"/>
                  <a:gd name="T78" fmla="+- 0 3003 3000"/>
                  <a:gd name="T79" fmla="*/ 3003 h 56"/>
                  <a:gd name="T80" fmla="+- 0 8811 8786"/>
                  <a:gd name="T81" fmla="*/ T80 w 35"/>
                  <a:gd name="T82" fmla="+- 0 3003 3000"/>
                  <a:gd name="T83" fmla="*/ 3003 h 56"/>
                  <a:gd name="T84" fmla="+- 0 8811 8786"/>
                  <a:gd name="T85" fmla="*/ T84 w 35"/>
                  <a:gd name="T86" fmla="+- 0 3002 3000"/>
                  <a:gd name="T87" fmla="*/ 3002 h 56"/>
                  <a:gd name="T88" fmla="+- 0 8807 8786"/>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02" name="Freeform 5210">
                <a:extLst>
                  <a:ext uri="{FF2B5EF4-FFF2-40B4-BE49-F238E27FC236}">
                    <a16:creationId xmlns:a16="http://schemas.microsoft.com/office/drawing/2014/main" id="{C66C2D8D-0E6C-505B-DB81-4ED5E8C5118E}"/>
                  </a:ext>
                </a:extLst>
              </p:cNvPr>
              <p:cNvSpPr>
                <a:spLocks/>
              </p:cNvSpPr>
              <p:nvPr/>
            </p:nvSpPr>
            <p:spPr bwMode="auto">
              <a:xfrm>
                <a:off x="8786" y="3000"/>
                <a:ext cx="35" cy="56"/>
              </a:xfrm>
              <a:custGeom>
                <a:avLst/>
                <a:gdLst>
                  <a:gd name="T0" fmla="+- 0 8811 8786"/>
                  <a:gd name="T1" fmla="*/ T0 w 35"/>
                  <a:gd name="T2" fmla="+- 0 3003 3000"/>
                  <a:gd name="T3" fmla="*/ 3003 h 56"/>
                  <a:gd name="T4" fmla="+- 0 8803 8786"/>
                  <a:gd name="T5" fmla="*/ T4 w 35"/>
                  <a:gd name="T6" fmla="+- 0 3003 3000"/>
                  <a:gd name="T7" fmla="*/ 3003 h 56"/>
                  <a:gd name="T8" fmla="+- 0 8807 8786"/>
                  <a:gd name="T9" fmla="*/ T8 w 35"/>
                  <a:gd name="T10" fmla="+- 0 3004 3000"/>
                  <a:gd name="T11" fmla="*/ 3004 h 56"/>
                  <a:gd name="T12" fmla="+- 0 8809 8786"/>
                  <a:gd name="T13" fmla="*/ T12 w 35"/>
                  <a:gd name="T14" fmla="+- 0 3006 3000"/>
                  <a:gd name="T15" fmla="*/ 3006 h 56"/>
                  <a:gd name="T16" fmla="+- 0 8810 8786"/>
                  <a:gd name="T17" fmla="*/ T16 w 35"/>
                  <a:gd name="T18" fmla="+- 0 3008 3000"/>
                  <a:gd name="T19" fmla="*/ 3008 h 56"/>
                  <a:gd name="T20" fmla="+- 0 8812 8786"/>
                  <a:gd name="T21" fmla="*/ T20 w 35"/>
                  <a:gd name="T22" fmla="+- 0 3015 3000"/>
                  <a:gd name="T23" fmla="*/ 3015 h 56"/>
                  <a:gd name="T24" fmla="+- 0 8812 8786"/>
                  <a:gd name="T25" fmla="*/ T24 w 35"/>
                  <a:gd name="T26" fmla="+- 0 3017 3000"/>
                  <a:gd name="T27" fmla="*/ 3017 h 56"/>
                  <a:gd name="T28" fmla="+- 0 8812 8786"/>
                  <a:gd name="T29" fmla="*/ T28 w 35"/>
                  <a:gd name="T30" fmla="+- 0 3036 3000"/>
                  <a:gd name="T31" fmla="*/ 3036 h 56"/>
                  <a:gd name="T32" fmla="+- 0 8812 8786"/>
                  <a:gd name="T33" fmla="*/ T32 w 35"/>
                  <a:gd name="T34" fmla="+- 0 3040 3000"/>
                  <a:gd name="T35" fmla="*/ 3040 h 56"/>
                  <a:gd name="T36" fmla="+- 0 8810 8786"/>
                  <a:gd name="T37" fmla="*/ T36 w 35"/>
                  <a:gd name="T38" fmla="+- 0 3048 3000"/>
                  <a:gd name="T39" fmla="*/ 3048 h 56"/>
                  <a:gd name="T40" fmla="+- 0 8809 8786"/>
                  <a:gd name="T41" fmla="*/ T40 w 35"/>
                  <a:gd name="T42" fmla="+- 0 3050 3000"/>
                  <a:gd name="T43" fmla="*/ 3050 h 56"/>
                  <a:gd name="T44" fmla="+- 0 8807 8786"/>
                  <a:gd name="T45" fmla="*/ T44 w 35"/>
                  <a:gd name="T46" fmla="+- 0 3051 3000"/>
                  <a:gd name="T47" fmla="*/ 3051 h 56"/>
                  <a:gd name="T48" fmla="+- 0 8803 8786"/>
                  <a:gd name="T49" fmla="*/ T48 w 35"/>
                  <a:gd name="T50" fmla="+- 0 3053 3000"/>
                  <a:gd name="T51" fmla="*/ 3053 h 56"/>
                  <a:gd name="T52" fmla="+- 0 8810 8786"/>
                  <a:gd name="T53" fmla="*/ T52 w 35"/>
                  <a:gd name="T54" fmla="+- 0 3053 3000"/>
                  <a:gd name="T55" fmla="*/ 3053 h 56"/>
                  <a:gd name="T56" fmla="+- 0 8820 8786"/>
                  <a:gd name="T57" fmla="*/ T56 w 35"/>
                  <a:gd name="T58" fmla="+- 0 3019 3000"/>
                  <a:gd name="T59" fmla="*/ 3019 h 56"/>
                  <a:gd name="T60" fmla="+- 0 8818 8786"/>
                  <a:gd name="T61" fmla="*/ T60 w 35"/>
                  <a:gd name="T62" fmla="+- 0 3012 3000"/>
                  <a:gd name="T63" fmla="*/ 3012 h 56"/>
                  <a:gd name="T64" fmla="+- 0 8811 8786"/>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3" name="Group 302">
              <a:extLst>
                <a:ext uri="{FF2B5EF4-FFF2-40B4-BE49-F238E27FC236}">
                  <a16:creationId xmlns:a16="http://schemas.microsoft.com/office/drawing/2014/main" id="{5D030FA3-2CF2-30BF-4B61-5B34C963D54D}"/>
                </a:ext>
              </a:extLst>
            </p:cNvPr>
            <p:cNvGrpSpPr>
              <a:grpSpLocks/>
            </p:cNvGrpSpPr>
            <p:nvPr/>
          </p:nvGrpSpPr>
          <p:grpSpPr bwMode="auto">
            <a:xfrm>
              <a:off x="224" y="3000"/>
              <a:ext cx="9053" cy="335"/>
              <a:chOff x="224" y="3000"/>
              <a:chExt cx="9053" cy="335"/>
            </a:xfrm>
          </p:grpSpPr>
          <p:sp>
            <p:nvSpPr>
              <p:cNvPr id="1098" name="Freeform 5212">
                <a:extLst>
                  <a:ext uri="{FF2B5EF4-FFF2-40B4-BE49-F238E27FC236}">
                    <a16:creationId xmlns:a16="http://schemas.microsoft.com/office/drawing/2014/main" id="{F572319D-DF9F-4EE0-CFA6-12544056F566}"/>
                  </a:ext>
                </a:extLst>
              </p:cNvPr>
              <p:cNvSpPr>
                <a:spLocks/>
              </p:cNvSpPr>
              <p:nvPr/>
            </p:nvSpPr>
            <p:spPr bwMode="auto">
              <a:xfrm>
                <a:off x="9242" y="3000"/>
                <a:ext cx="35" cy="56"/>
              </a:xfrm>
              <a:custGeom>
                <a:avLst/>
                <a:gdLst>
                  <a:gd name="T0" fmla="+- 0 9263 9242"/>
                  <a:gd name="T1" fmla="*/ T0 w 35"/>
                  <a:gd name="T2" fmla="+- 0 3000 3000"/>
                  <a:gd name="T3" fmla="*/ 3000 h 56"/>
                  <a:gd name="T4" fmla="+- 0 9257 9242"/>
                  <a:gd name="T5" fmla="*/ T4 w 35"/>
                  <a:gd name="T6" fmla="+- 0 3000 3000"/>
                  <a:gd name="T7" fmla="*/ 3000 h 56"/>
                  <a:gd name="T8" fmla="+- 0 9254 9242"/>
                  <a:gd name="T9" fmla="*/ T8 w 35"/>
                  <a:gd name="T10" fmla="+- 0 3001 3000"/>
                  <a:gd name="T11" fmla="*/ 3001 h 56"/>
                  <a:gd name="T12" fmla="+- 0 9249 9242"/>
                  <a:gd name="T13" fmla="*/ T12 w 35"/>
                  <a:gd name="T14" fmla="+- 0 3005 3000"/>
                  <a:gd name="T15" fmla="*/ 3005 h 56"/>
                  <a:gd name="T16" fmla="+- 0 9247 9242"/>
                  <a:gd name="T17" fmla="*/ T16 w 35"/>
                  <a:gd name="T18" fmla="+- 0 3008 3000"/>
                  <a:gd name="T19" fmla="*/ 3008 h 56"/>
                  <a:gd name="T20" fmla="+- 0 9243 9242"/>
                  <a:gd name="T21" fmla="*/ T20 w 35"/>
                  <a:gd name="T22" fmla="+- 0 3017 3000"/>
                  <a:gd name="T23" fmla="*/ 3017 h 56"/>
                  <a:gd name="T24" fmla="+- 0 9242 9242"/>
                  <a:gd name="T25" fmla="*/ T24 w 35"/>
                  <a:gd name="T26" fmla="+- 0 3022 3000"/>
                  <a:gd name="T27" fmla="*/ 3022 h 56"/>
                  <a:gd name="T28" fmla="+- 0 9242 9242"/>
                  <a:gd name="T29" fmla="*/ T28 w 35"/>
                  <a:gd name="T30" fmla="+- 0 3036 3000"/>
                  <a:gd name="T31" fmla="*/ 3036 h 56"/>
                  <a:gd name="T32" fmla="+- 0 9243 9242"/>
                  <a:gd name="T33" fmla="*/ T32 w 35"/>
                  <a:gd name="T34" fmla="+- 0 3042 3000"/>
                  <a:gd name="T35" fmla="*/ 3042 h 56"/>
                  <a:gd name="T36" fmla="+- 0 9250 9242"/>
                  <a:gd name="T37" fmla="*/ T36 w 35"/>
                  <a:gd name="T38" fmla="+- 0 3053 3000"/>
                  <a:gd name="T39" fmla="*/ 3053 h 56"/>
                  <a:gd name="T40" fmla="+- 0 9254 9242"/>
                  <a:gd name="T41" fmla="*/ T40 w 35"/>
                  <a:gd name="T42" fmla="+- 0 3056 3000"/>
                  <a:gd name="T43" fmla="*/ 3056 h 56"/>
                  <a:gd name="T44" fmla="+- 0 9262 9242"/>
                  <a:gd name="T45" fmla="*/ T44 w 35"/>
                  <a:gd name="T46" fmla="+- 0 3056 3000"/>
                  <a:gd name="T47" fmla="*/ 3056 h 56"/>
                  <a:gd name="T48" fmla="+- 0 9264 9242"/>
                  <a:gd name="T49" fmla="*/ T48 w 35"/>
                  <a:gd name="T50" fmla="+- 0 3055 3000"/>
                  <a:gd name="T51" fmla="*/ 3055 h 56"/>
                  <a:gd name="T52" fmla="+- 0 9266 9242"/>
                  <a:gd name="T53" fmla="*/ T52 w 35"/>
                  <a:gd name="T54" fmla="+- 0 3053 3000"/>
                  <a:gd name="T55" fmla="*/ 3053 h 56"/>
                  <a:gd name="T56" fmla="+- 0 9256 9242"/>
                  <a:gd name="T57" fmla="*/ T56 w 35"/>
                  <a:gd name="T58" fmla="+- 0 3053 3000"/>
                  <a:gd name="T59" fmla="*/ 3053 h 56"/>
                  <a:gd name="T60" fmla="+- 0 9254 9242"/>
                  <a:gd name="T61" fmla="*/ T60 w 35"/>
                  <a:gd name="T62" fmla="+- 0 3051 3000"/>
                  <a:gd name="T63" fmla="*/ 3051 h 56"/>
                  <a:gd name="T64" fmla="+- 0 9251 9242"/>
                  <a:gd name="T65" fmla="*/ T64 w 35"/>
                  <a:gd name="T66" fmla="+- 0 3043 3000"/>
                  <a:gd name="T67" fmla="*/ 3043 h 56"/>
                  <a:gd name="T68" fmla="+- 0 9250 9242"/>
                  <a:gd name="T69" fmla="*/ T68 w 35"/>
                  <a:gd name="T70" fmla="+- 0 3037 3000"/>
                  <a:gd name="T71" fmla="*/ 3037 h 56"/>
                  <a:gd name="T72" fmla="+- 0 9250 9242"/>
                  <a:gd name="T73" fmla="*/ T72 w 35"/>
                  <a:gd name="T74" fmla="+- 0 3022 3000"/>
                  <a:gd name="T75" fmla="*/ 3022 h 56"/>
                  <a:gd name="T76" fmla="+- 0 9259 9242"/>
                  <a:gd name="T77" fmla="*/ T76 w 35"/>
                  <a:gd name="T78" fmla="+- 0 3003 3000"/>
                  <a:gd name="T79" fmla="*/ 3003 h 56"/>
                  <a:gd name="T80" fmla="+- 0 9268 9242"/>
                  <a:gd name="T81" fmla="*/ T80 w 35"/>
                  <a:gd name="T82" fmla="+- 0 3003 3000"/>
                  <a:gd name="T83" fmla="*/ 3003 h 56"/>
                  <a:gd name="T84" fmla="+- 0 9267 9242"/>
                  <a:gd name="T85" fmla="*/ T84 w 35"/>
                  <a:gd name="T86" fmla="+- 0 3002 3000"/>
                  <a:gd name="T87" fmla="*/ 3002 h 56"/>
                  <a:gd name="T88" fmla="+- 0 9263 9242"/>
                  <a:gd name="T89" fmla="*/ T88 w 35"/>
                  <a:gd name="T90" fmla="+- 0 3000 3000"/>
                  <a:gd name="T91" fmla="*/ 300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20" y="56"/>
                    </a:lnTo>
                    <a:lnTo>
                      <a:pt x="22" y="55"/>
                    </a:lnTo>
                    <a:lnTo>
                      <a:pt x="24" y="53"/>
                    </a:lnTo>
                    <a:lnTo>
                      <a:pt x="14" y="53"/>
                    </a:lnTo>
                    <a:lnTo>
                      <a:pt x="12" y="51"/>
                    </a:lnTo>
                    <a:lnTo>
                      <a:pt x="9" y="43"/>
                    </a:lnTo>
                    <a:lnTo>
                      <a:pt x="8" y="37"/>
                    </a:lnTo>
                    <a:lnTo>
                      <a:pt x="8" y="22"/>
                    </a:lnTo>
                    <a:lnTo>
                      <a:pt x="17"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99" name="Freeform 5213">
                <a:extLst>
                  <a:ext uri="{FF2B5EF4-FFF2-40B4-BE49-F238E27FC236}">
                    <a16:creationId xmlns:a16="http://schemas.microsoft.com/office/drawing/2014/main" id="{15617321-2968-BDB5-25D1-864290B9F2FF}"/>
                  </a:ext>
                </a:extLst>
              </p:cNvPr>
              <p:cNvSpPr>
                <a:spLocks/>
              </p:cNvSpPr>
              <p:nvPr/>
            </p:nvSpPr>
            <p:spPr bwMode="auto">
              <a:xfrm>
                <a:off x="9242" y="3000"/>
                <a:ext cx="35" cy="56"/>
              </a:xfrm>
              <a:custGeom>
                <a:avLst/>
                <a:gdLst>
                  <a:gd name="T0" fmla="+- 0 9268 9242"/>
                  <a:gd name="T1" fmla="*/ T0 w 35"/>
                  <a:gd name="T2" fmla="+- 0 3003 3000"/>
                  <a:gd name="T3" fmla="*/ 3003 h 56"/>
                  <a:gd name="T4" fmla="+- 0 9259 9242"/>
                  <a:gd name="T5" fmla="*/ T4 w 35"/>
                  <a:gd name="T6" fmla="+- 0 3003 3000"/>
                  <a:gd name="T7" fmla="*/ 3003 h 56"/>
                  <a:gd name="T8" fmla="+- 0 9263 9242"/>
                  <a:gd name="T9" fmla="*/ T8 w 35"/>
                  <a:gd name="T10" fmla="+- 0 3004 3000"/>
                  <a:gd name="T11" fmla="*/ 3004 h 56"/>
                  <a:gd name="T12" fmla="+- 0 9265 9242"/>
                  <a:gd name="T13" fmla="*/ T12 w 35"/>
                  <a:gd name="T14" fmla="+- 0 3006 3000"/>
                  <a:gd name="T15" fmla="*/ 3006 h 56"/>
                  <a:gd name="T16" fmla="+- 0 9266 9242"/>
                  <a:gd name="T17" fmla="*/ T16 w 35"/>
                  <a:gd name="T18" fmla="+- 0 3008 3000"/>
                  <a:gd name="T19" fmla="*/ 3008 h 56"/>
                  <a:gd name="T20" fmla="+- 0 9268 9242"/>
                  <a:gd name="T21" fmla="*/ T20 w 35"/>
                  <a:gd name="T22" fmla="+- 0 3015 3000"/>
                  <a:gd name="T23" fmla="*/ 3015 h 56"/>
                  <a:gd name="T24" fmla="+- 0 9268 9242"/>
                  <a:gd name="T25" fmla="*/ T24 w 35"/>
                  <a:gd name="T26" fmla="+- 0 3017 3000"/>
                  <a:gd name="T27" fmla="*/ 3017 h 56"/>
                  <a:gd name="T28" fmla="+- 0 9269 9242"/>
                  <a:gd name="T29" fmla="*/ T28 w 35"/>
                  <a:gd name="T30" fmla="+- 0 3036 3000"/>
                  <a:gd name="T31" fmla="*/ 3036 h 56"/>
                  <a:gd name="T32" fmla="+- 0 9268 9242"/>
                  <a:gd name="T33" fmla="*/ T32 w 35"/>
                  <a:gd name="T34" fmla="+- 0 3040 3000"/>
                  <a:gd name="T35" fmla="*/ 3040 h 56"/>
                  <a:gd name="T36" fmla="+- 0 9266 9242"/>
                  <a:gd name="T37" fmla="*/ T36 w 35"/>
                  <a:gd name="T38" fmla="+- 0 3048 3000"/>
                  <a:gd name="T39" fmla="*/ 3048 h 56"/>
                  <a:gd name="T40" fmla="+- 0 9265 9242"/>
                  <a:gd name="T41" fmla="*/ T40 w 35"/>
                  <a:gd name="T42" fmla="+- 0 3050 3000"/>
                  <a:gd name="T43" fmla="*/ 3050 h 56"/>
                  <a:gd name="T44" fmla="+- 0 9264 9242"/>
                  <a:gd name="T45" fmla="*/ T44 w 35"/>
                  <a:gd name="T46" fmla="+- 0 3051 3000"/>
                  <a:gd name="T47" fmla="*/ 3051 h 56"/>
                  <a:gd name="T48" fmla="+- 0 9259 9242"/>
                  <a:gd name="T49" fmla="*/ T48 w 35"/>
                  <a:gd name="T50" fmla="+- 0 3053 3000"/>
                  <a:gd name="T51" fmla="*/ 3053 h 56"/>
                  <a:gd name="T52" fmla="+- 0 9266 9242"/>
                  <a:gd name="T53" fmla="*/ T52 w 35"/>
                  <a:gd name="T54" fmla="+- 0 3053 3000"/>
                  <a:gd name="T55" fmla="*/ 3053 h 56"/>
                  <a:gd name="T56" fmla="+- 0 9276 9242"/>
                  <a:gd name="T57" fmla="*/ T56 w 35"/>
                  <a:gd name="T58" fmla="+- 0 3019 3000"/>
                  <a:gd name="T59" fmla="*/ 3019 h 56"/>
                  <a:gd name="T60" fmla="+- 0 9274 9242"/>
                  <a:gd name="T61" fmla="*/ T60 w 35"/>
                  <a:gd name="T62" fmla="+- 0 3012 3000"/>
                  <a:gd name="T63" fmla="*/ 3012 h 56"/>
                  <a:gd name="T64" fmla="+- 0 9268 9242"/>
                  <a:gd name="T65" fmla="*/ T64 w 35"/>
                  <a:gd name="T66" fmla="+- 0 3003 3000"/>
                  <a:gd name="T67" fmla="*/ 30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6" y="17"/>
                    </a:lnTo>
                    <a:lnTo>
                      <a:pt x="27" y="36"/>
                    </a:lnTo>
                    <a:lnTo>
                      <a:pt x="26" y="40"/>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100" name="Picture 1099">
                <a:extLst>
                  <a:ext uri="{FF2B5EF4-FFF2-40B4-BE49-F238E27FC236}">
                    <a16:creationId xmlns:a16="http://schemas.microsoft.com/office/drawing/2014/main" id="{08F41A38-E1D6-0713-6D7F-6B4F6105615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 y="3263"/>
                <a:ext cx="37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4" name="Group 303">
              <a:extLst>
                <a:ext uri="{FF2B5EF4-FFF2-40B4-BE49-F238E27FC236}">
                  <a16:creationId xmlns:a16="http://schemas.microsoft.com/office/drawing/2014/main" id="{A34D8FD6-00A1-5D30-41B1-89A6B4BA4C0F}"/>
                </a:ext>
              </a:extLst>
            </p:cNvPr>
            <p:cNvGrpSpPr>
              <a:grpSpLocks/>
            </p:cNvGrpSpPr>
            <p:nvPr/>
          </p:nvGrpSpPr>
          <p:grpSpPr bwMode="auto">
            <a:xfrm>
              <a:off x="1035" y="3441"/>
              <a:ext cx="21" cy="55"/>
              <a:chOff x="1035" y="3441"/>
              <a:chExt cx="21" cy="55"/>
            </a:xfrm>
          </p:grpSpPr>
          <p:sp>
            <p:nvSpPr>
              <p:cNvPr id="1096" name="Freeform 5216">
                <a:extLst>
                  <a:ext uri="{FF2B5EF4-FFF2-40B4-BE49-F238E27FC236}">
                    <a16:creationId xmlns:a16="http://schemas.microsoft.com/office/drawing/2014/main" id="{3CBC0048-C591-88C6-0457-19F3F3218C91}"/>
                  </a:ext>
                </a:extLst>
              </p:cNvPr>
              <p:cNvSpPr>
                <a:spLocks/>
              </p:cNvSpPr>
              <p:nvPr/>
            </p:nvSpPr>
            <p:spPr bwMode="auto">
              <a:xfrm>
                <a:off x="1035" y="3441"/>
                <a:ext cx="21" cy="55"/>
              </a:xfrm>
              <a:custGeom>
                <a:avLst/>
                <a:gdLst>
                  <a:gd name="T0" fmla="+- 0 1049 1035"/>
                  <a:gd name="T1" fmla="*/ T0 w 21"/>
                  <a:gd name="T2" fmla="+- 0 3447 3441"/>
                  <a:gd name="T3" fmla="*/ 3447 h 55"/>
                  <a:gd name="T4" fmla="+- 0 1039 1035"/>
                  <a:gd name="T5" fmla="*/ T4 w 21"/>
                  <a:gd name="T6" fmla="+- 0 3447 3441"/>
                  <a:gd name="T7" fmla="*/ 3447 h 55"/>
                  <a:gd name="T8" fmla="+- 0 1041 1035"/>
                  <a:gd name="T9" fmla="*/ T8 w 21"/>
                  <a:gd name="T10" fmla="+- 0 3448 3441"/>
                  <a:gd name="T11" fmla="*/ 3448 h 55"/>
                  <a:gd name="T12" fmla="+- 0 1042 1035"/>
                  <a:gd name="T13" fmla="*/ T12 w 21"/>
                  <a:gd name="T14" fmla="+- 0 3450 3441"/>
                  <a:gd name="T15" fmla="*/ 3450 h 55"/>
                  <a:gd name="T16" fmla="+- 0 1042 1035"/>
                  <a:gd name="T17" fmla="*/ T16 w 21"/>
                  <a:gd name="T18" fmla="+- 0 3451 3441"/>
                  <a:gd name="T19" fmla="*/ 3451 h 55"/>
                  <a:gd name="T20" fmla="+- 0 1042 1035"/>
                  <a:gd name="T21" fmla="*/ T20 w 21"/>
                  <a:gd name="T22" fmla="+- 0 3491 3441"/>
                  <a:gd name="T23" fmla="*/ 3491 h 55"/>
                  <a:gd name="T24" fmla="+- 0 1042 1035"/>
                  <a:gd name="T25" fmla="*/ T24 w 21"/>
                  <a:gd name="T26" fmla="+- 0 3491 3441"/>
                  <a:gd name="T27" fmla="*/ 3491 h 55"/>
                  <a:gd name="T28" fmla="+- 0 1041 1035"/>
                  <a:gd name="T29" fmla="*/ T28 w 21"/>
                  <a:gd name="T30" fmla="+- 0 3493 3441"/>
                  <a:gd name="T31" fmla="*/ 3493 h 55"/>
                  <a:gd name="T32" fmla="+- 0 1040 1035"/>
                  <a:gd name="T33" fmla="*/ T32 w 21"/>
                  <a:gd name="T34" fmla="+- 0 3493 3441"/>
                  <a:gd name="T35" fmla="*/ 3493 h 55"/>
                  <a:gd name="T36" fmla="+- 0 1038 1035"/>
                  <a:gd name="T37" fmla="*/ T36 w 21"/>
                  <a:gd name="T38" fmla="+- 0 3494 3441"/>
                  <a:gd name="T39" fmla="*/ 3494 h 55"/>
                  <a:gd name="T40" fmla="+- 0 1036 1035"/>
                  <a:gd name="T41" fmla="*/ T40 w 21"/>
                  <a:gd name="T42" fmla="+- 0 3494 3441"/>
                  <a:gd name="T43" fmla="*/ 3494 h 55"/>
                  <a:gd name="T44" fmla="+- 0 1036 1035"/>
                  <a:gd name="T45" fmla="*/ T44 w 21"/>
                  <a:gd name="T46" fmla="+- 0 3495 3441"/>
                  <a:gd name="T47" fmla="*/ 3495 h 55"/>
                  <a:gd name="T48" fmla="+- 0 1056 1035"/>
                  <a:gd name="T49" fmla="*/ T48 w 21"/>
                  <a:gd name="T50" fmla="+- 0 3495 3441"/>
                  <a:gd name="T51" fmla="*/ 3495 h 55"/>
                  <a:gd name="T52" fmla="+- 0 1056 1035"/>
                  <a:gd name="T53" fmla="*/ T52 w 21"/>
                  <a:gd name="T54" fmla="+- 0 3494 3441"/>
                  <a:gd name="T55" fmla="*/ 3494 h 55"/>
                  <a:gd name="T56" fmla="+- 0 1053 1035"/>
                  <a:gd name="T57" fmla="*/ T56 w 21"/>
                  <a:gd name="T58" fmla="+- 0 3494 3441"/>
                  <a:gd name="T59" fmla="*/ 3494 h 55"/>
                  <a:gd name="T60" fmla="+- 0 1052 1035"/>
                  <a:gd name="T61" fmla="*/ T60 w 21"/>
                  <a:gd name="T62" fmla="+- 0 3493 3441"/>
                  <a:gd name="T63" fmla="*/ 3493 h 55"/>
                  <a:gd name="T64" fmla="+- 0 1051 1035"/>
                  <a:gd name="T65" fmla="*/ T64 w 21"/>
                  <a:gd name="T66" fmla="+- 0 3493 3441"/>
                  <a:gd name="T67" fmla="*/ 3493 h 55"/>
                  <a:gd name="T68" fmla="+- 0 1049 1035"/>
                  <a:gd name="T69" fmla="*/ T68 w 21"/>
                  <a:gd name="T70" fmla="+- 0 3491 3441"/>
                  <a:gd name="T71" fmla="*/ 3491 h 55"/>
                  <a:gd name="T72" fmla="+- 0 1049 1035"/>
                  <a:gd name="T73" fmla="*/ T72 w 21"/>
                  <a:gd name="T74" fmla="+- 0 3491 3441"/>
                  <a:gd name="T75" fmla="*/ 3491 h 55"/>
                  <a:gd name="T76" fmla="+- 0 1049 1035"/>
                  <a:gd name="T77" fmla="*/ T76 w 21"/>
                  <a:gd name="T78" fmla="+- 0 3447 3441"/>
                  <a:gd name="T79" fmla="*/ 344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6"/>
                    </a:moveTo>
                    <a:lnTo>
                      <a:pt x="4" y="6"/>
                    </a:lnTo>
                    <a:lnTo>
                      <a:pt x="6" y="7"/>
                    </a:lnTo>
                    <a:lnTo>
                      <a:pt x="7" y="9"/>
                    </a:lnTo>
                    <a:lnTo>
                      <a:pt x="7" y="10"/>
                    </a:lnTo>
                    <a:lnTo>
                      <a:pt x="7" y="50"/>
                    </a:lnTo>
                    <a:lnTo>
                      <a:pt x="6" y="52"/>
                    </a:lnTo>
                    <a:lnTo>
                      <a:pt x="5" y="52"/>
                    </a:lnTo>
                    <a:lnTo>
                      <a:pt x="3" y="53"/>
                    </a:lnTo>
                    <a:lnTo>
                      <a:pt x="1" y="53"/>
                    </a:lnTo>
                    <a:lnTo>
                      <a:pt x="1" y="54"/>
                    </a:lnTo>
                    <a:lnTo>
                      <a:pt x="21" y="54"/>
                    </a:lnTo>
                    <a:lnTo>
                      <a:pt x="21" y="53"/>
                    </a:lnTo>
                    <a:lnTo>
                      <a:pt x="18" y="53"/>
                    </a:lnTo>
                    <a:lnTo>
                      <a:pt x="17" y="52"/>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97" name="Freeform 5217">
                <a:extLst>
                  <a:ext uri="{FF2B5EF4-FFF2-40B4-BE49-F238E27FC236}">
                    <a16:creationId xmlns:a16="http://schemas.microsoft.com/office/drawing/2014/main" id="{6FAF8743-F4AC-4DFA-7E87-7D23C3B48B97}"/>
                  </a:ext>
                </a:extLst>
              </p:cNvPr>
              <p:cNvSpPr>
                <a:spLocks/>
              </p:cNvSpPr>
              <p:nvPr/>
            </p:nvSpPr>
            <p:spPr bwMode="auto">
              <a:xfrm>
                <a:off x="1035" y="3441"/>
                <a:ext cx="21" cy="55"/>
              </a:xfrm>
              <a:custGeom>
                <a:avLst/>
                <a:gdLst>
                  <a:gd name="T0" fmla="+- 0 1049 1035"/>
                  <a:gd name="T1" fmla="*/ T0 w 21"/>
                  <a:gd name="T2" fmla="+- 0 3441 3441"/>
                  <a:gd name="T3" fmla="*/ 3441 h 55"/>
                  <a:gd name="T4" fmla="+- 0 1048 1035"/>
                  <a:gd name="T5" fmla="*/ T4 w 21"/>
                  <a:gd name="T6" fmla="+- 0 3441 3441"/>
                  <a:gd name="T7" fmla="*/ 3441 h 55"/>
                  <a:gd name="T8" fmla="+- 0 1035 1035"/>
                  <a:gd name="T9" fmla="*/ T8 w 21"/>
                  <a:gd name="T10" fmla="+- 0 3447 3441"/>
                  <a:gd name="T11" fmla="*/ 3447 h 55"/>
                  <a:gd name="T12" fmla="+- 0 1035 1035"/>
                  <a:gd name="T13" fmla="*/ T12 w 21"/>
                  <a:gd name="T14" fmla="+- 0 3448 3441"/>
                  <a:gd name="T15" fmla="*/ 3448 h 55"/>
                  <a:gd name="T16" fmla="+- 0 1039 1035"/>
                  <a:gd name="T17" fmla="*/ T16 w 21"/>
                  <a:gd name="T18" fmla="+- 0 3447 3441"/>
                  <a:gd name="T19" fmla="*/ 3447 h 55"/>
                  <a:gd name="T20" fmla="+- 0 1049 1035"/>
                  <a:gd name="T21" fmla="*/ T20 w 21"/>
                  <a:gd name="T22" fmla="+- 0 3447 3441"/>
                  <a:gd name="T23" fmla="*/ 3447 h 55"/>
                  <a:gd name="T24" fmla="+- 0 1049 1035"/>
                  <a:gd name="T25" fmla="*/ T24 w 21"/>
                  <a:gd name="T26" fmla="+- 0 3441 3441"/>
                  <a:gd name="T27" fmla="*/ 344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5" name="Group 304">
              <a:extLst>
                <a:ext uri="{FF2B5EF4-FFF2-40B4-BE49-F238E27FC236}">
                  <a16:creationId xmlns:a16="http://schemas.microsoft.com/office/drawing/2014/main" id="{9F0DAD12-3950-C041-61CB-0C7170FC360E}"/>
                </a:ext>
              </a:extLst>
            </p:cNvPr>
            <p:cNvGrpSpPr>
              <a:grpSpLocks/>
            </p:cNvGrpSpPr>
            <p:nvPr/>
          </p:nvGrpSpPr>
          <p:grpSpPr bwMode="auto">
            <a:xfrm>
              <a:off x="1485" y="3441"/>
              <a:ext cx="35" cy="56"/>
              <a:chOff x="1485" y="3441"/>
              <a:chExt cx="35" cy="56"/>
            </a:xfrm>
          </p:grpSpPr>
          <p:sp>
            <p:nvSpPr>
              <p:cNvPr id="1094" name="Freeform 5219">
                <a:extLst>
                  <a:ext uri="{FF2B5EF4-FFF2-40B4-BE49-F238E27FC236}">
                    <a16:creationId xmlns:a16="http://schemas.microsoft.com/office/drawing/2014/main" id="{AA45A273-3C33-DAE4-2734-D461DE53EC9A}"/>
                  </a:ext>
                </a:extLst>
              </p:cNvPr>
              <p:cNvSpPr>
                <a:spLocks/>
              </p:cNvSpPr>
              <p:nvPr/>
            </p:nvSpPr>
            <p:spPr bwMode="auto">
              <a:xfrm>
                <a:off x="1485" y="3441"/>
                <a:ext cx="35" cy="56"/>
              </a:xfrm>
              <a:custGeom>
                <a:avLst/>
                <a:gdLst>
                  <a:gd name="T0" fmla="+- 0 1506 1485"/>
                  <a:gd name="T1" fmla="*/ T0 w 35"/>
                  <a:gd name="T2" fmla="+- 0 3441 3441"/>
                  <a:gd name="T3" fmla="*/ 3441 h 56"/>
                  <a:gd name="T4" fmla="+- 0 1500 1485"/>
                  <a:gd name="T5" fmla="*/ T4 w 35"/>
                  <a:gd name="T6" fmla="+- 0 3441 3441"/>
                  <a:gd name="T7" fmla="*/ 3441 h 56"/>
                  <a:gd name="T8" fmla="+- 0 1497 1485"/>
                  <a:gd name="T9" fmla="*/ T8 w 35"/>
                  <a:gd name="T10" fmla="+- 0 3442 3441"/>
                  <a:gd name="T11" fmla="*/ 3442 h 56"/>
                  <a:gd name="T12" fmla="+- 0 1495 1485"/>
                  <a:gd name="T13" fmla="*/ T12 w 35"/>
                  <a:gd name="T14" fmla="+- 0 3443 3441"/>
                  <a:gd name="T15" fmla="*/ 3443 h 56"/>
                  <a:gd name="T16" fmla="+- 0 1492 1485"/>
                  <a:gd name="T17" fmla="*/ T16 w 35"/>
                  <a:gd name="T18" fmla="+- 0 3445 3441"/>
                  <a:gd name="T19" fmla="*/ 3445 h 56"/>
                  <a:gd name="T20" fmla="+- 0 1489 1485"/>
                  <a:gd name="T21" fmla="*/ T20 w 35"/>
                  <a:gd name="T22" fmla="+- 0 3449 3441"/>
                  <a:gd name="T23" fmla="*/ 3449 h 56"/>
                  <a:gd name="T24" fmla="+- 0 1486 1485"/>
                  <a:gd name="T25" fmla="*/ T24 w 35"/>
                  <a:gd name="T26" fmla="+- 0 3457 3441"/>
                  <a:gd name="T27" fmla="*/ 3457 h 56"/>
                  <a:gd name="T28" fmla="+- 0 1485 1485"/>
                  <a:gd name="T29" fmla="*/ T28 w 35"/>
                  <a:gd name="T30" fmla="+- 0 3463 3441"/>
                  <a:gd name="T31" fmla="*/ 3463 h 56"/>
                  <a:gd name="T32" fmla="+- 0 1485 1485"/>
                  <a:gd name="T33" fmla="*/ T32 w 35"/>
                  <a:gd name="T34" fmla="+- 0 3476 3441"/>
                  <a:gd name="T35" fmla="*/ 3476 h 56"/>
                  <a:gd name="T36" fmla="+- 0 1486 1485"/>
                  <a:gd name="T37" fmla="*/ T36 w 35"/>
                  <a:gd name="T38" fmla="+- 0 3482 3441"/>
                  <a:gd name="T39" fmla="*/ 3482 h 56"/>
                  <a:gd name="T40" fmla="+- 0 1492 1485"/>
                  <a:gd name="T41" fmla="*/ T40 w 35"/>
                  <a:gd name="T42" fmla="+- 0 3493 3441"/>
                  <a:gd name="T43" fmla="*/ 3493 h 56"/>
                  <a:gd name="T44" fmla="+- 0 1497 1485"/>
                  <a:gd name="T45" fmla="*/ T44 w 35"/>
                  <a:gd name="T46" fmla="+- 0 3496 3441"/>
                  <a:gd name="T47" fmla="*/ 3496 h 56"/>
                  <a:gd name="T48" fmla="+- 0 1504 1485"/>
                  <a:gd name="T49" fmla="*/ T48 w 35"/>
                  <a:gd name="T50" fmla="+- 0 3496 3441"/>
                  <a:gd name="T51" fmla="*/ 3496 h 56"/>
                  <a:gd name="T52" fmla="+- 0 1507 1485"/>
                  <a:gd name="T53" fmla="*/ T52 w 35"/>
                  <a:gd name="T54" fmla="+- 0 3495 3441"/>
                  <a:gd name="T55" fmla="*/ 3495 h 56"/>
                  <a:gd name="T56" fmla="+- 0 1509 1485"/>
                  <a:gd name="T57" fmla="*/ T56 w 35"/>
                  <a:gd name="T58" fmla="+- 0 3494 3441"/>
                  <a:gd name="T59" fmla="*/ 3494 h 56"/>
                  <a:gd name="T60" fmla="+- 0 1499 1485"/>
                  <a:gd name="T61" fmla="*/ T60 w 35"/>
                  <a:gd name="T62" fmla="+- 0 3494 3441"/>
                  <a:gd name="T63" fmla="*/ 3494 h 56"/>
                  <a:gd name="T64" fmla="+- 0 1497 1485"/>
                  <a:gd name="T65" fmla="*/ T64 w 35"/>
                  <a:gd name="T66" fmla="+- 0 3492 3441"/>
                  <a:gd name="T67" fmla="*/ 3492 h 56"/>
                  <a:gd name="T68" fmla="+- 0 1493 1485"/>
                  <a:gd name="T69" fmla="*/ T68 w 35"/>
                  <a:gd name="T70" fmla="+- 0 3483 3441"/>
                  <a:gd name="T71" fmla="*/ 3483 h 56"/>
                  <a:gd name="T72" fmla="+- 0 1492 1485"/>
                  <a:gd name="T73" fmla="*/ T72 w 35"/>
                  <a:gd name="T74" fmla="+- 0 3477 3441"/>
                  <a:gd name="T75" fmla="*/ 3477 h 56"/>
                  <a:gd name="T76" fmla="+- 0 1493 1485"/>
                  <a:gd name="T77" fmla="*/ T76 w 35"/>
                  <a:gd name="T78" fmla="+- 0 3463 3441"/>
                  <a:gd name="T79" fmla="*/ 3463 h 56"/>
                  <a:gd name="T80" fmla="+- 0 1502 1485"/>
                  <a:gd name="T81" fmla="*/ T80 w 35"/>
                  <a:gd name="T82" fmla="+- 0 3443 3441"/>
                  <a:gd name="T83" fmla="*/ 3443 h 56"/>
                  <a:gd name="T84" fmla="+- 0 1510 1485"/>
                  <a:gd name="T85" fmla="*/ T84 w 35"/>
                  <a:gd name="T86" fmla="+- 0 3443 3441"/>
                  <a:gd name="T87" fmla="*/ 3443 h 56"/>
                  <a:gd name="T88" fmla="+- 0 1510 1485"/>
                  <a:gd name="T89" fmla="*/ T88 w 35"/>
                  <a:gd name="T90" fmla="+- 0 3443 3441"/>
                  <a:gd name="T91" fmla="*/ 3443 h 56"/>
                  <a:gd name="T92" fmla="+- 0 1506 1485"/>
                  <a:gd name="T93" fmla="*/ T92 w 35"/>
                  <a:gd name="T94" fmla="+- 0 3441 3441"/>
                  <a:gd name="T95"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4"/>
                    </a:lnTo>
                    <a:lnTo>
                      <a:pt x="4" y="8"/>
                    </a:lnTo>
                    <a:lnTo>
                      <a:pt x="1" y="16"/>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95" name="Freeform 5220">
                <a:extLst>
                  <a:ext uri="{FF2B5EF4-FFF2-40B4-BE49-F238E27FC236}">
                    <a16:creationId xmlns:a16="http://schemas.microsoft.com/office/drawing/2014/main" id="{1B936A1A-2321-1A35-EE86-8928904CEFF0}"/>
                  </a:ext>
                </a:extLst>
              </p:cNvPr>
              <p:cNvSpPr>
                <a:spLocks/>
              </p:cNvSpPr>
              <p:nvPr/>
            </p:nvSpPr>
            <p:spPr bwMode="auto">
              <a:xfrm>
                <a:off x="1485" y="3441"/>
                <a:ext cx="35" cy="56"/>
              </a:xfrm>
              <a:custGeom>
                <a:avLst/>
                <a:gdLst>
                  <a:gd name="T0" fmla="+- 0 1510 1485"/>
                  <a:gd name="T1" fmla="*/ T0 w 35"/>
                  <a:gd name="T2" fmla="+- 0 3443 3441"/>
                  <a:gd name="T3" fmla="*/ 3443 h 56"/>
                  <a:gd name="T4" fmla="+- 0 1502 1485"/>
                  <a:gd name="T5" fmla="*/ T4 w 35"/>
                  <a:gd name="T6" fmla="+- 0 3443 3441"/>
                  <a:gd name="T7" fmla="*/ 3443 h 56"/>
                  <a:gd name="T8" fmla="+- 0 1506 1485"/>
                  <a:gd name="T9" fmla="*/ T8 w 35"/>
                  <a:gd name="T10" fmla="+- 0 3445 3441"/>
                  <a:gd name="T11" fmla="*/ 3445 h 56"/>
                  <a:gd name="T12" fmla="+- 0 1507 1485"/>
                  <a:gd name="T13" fmla="*/ T12 w 35"/>
                  <a:gd name="T14" fmla="+- 0 3446 3441"/>
                  <a:gd name="T15" fmla="*/ 3446 h 56"/>
                  <a:gd name="T16" fmla="+- 0 1509 1485"/>
                  <a:gd name="T17" fmla="*/ T16 w 35"/>
                  <a:gd name="T18" fmla="+- 0 3448 3441"/>
                  <a:gd name="T19" fmla="*/ 3448 h 56"/>
                  <a:gd name="T20" fmla="+- 0 1511 1485"/>
                  <a:gd name="T21" fmla="*/ T20 w 35"/>
                  <a:gd name="T22" fmla="+- 0 3455 3441"/>
                  <a:gd name="T23" fmla="*/ 3455 h 56"/>
                  <a:gd name="T24" fmla="+- 0 1511 1485"/>
                  <a:gd name="T25" fmla="*/ T24 w 35"/>
                  <a:gd name="T26" fmla="+- 0 3457 3441"/>
                  <a:gd name="T27" fmla="*/ 3457 h 56"/>
                  <a:gd name="T28" fmla="+- 0 1511 1485"/>
                  <a:gd name="T29" fmla="*/ T28 w 35"/>
                  <a:gd name="T30" fmla="+- 0 3476 3441"/>
                  <a:gd name="T31" fmla="*/ 3476 h 56"/>
                  <a:gd name="T32" fmla="+- 0 1511 1485"/>
                  <a:gd name="T33" fmla="*/ T32 w 35"/>
                  <a:gd name="T34" fmla="+- 0 3481 3441"/>
                  <a:gd name="T35" fmla="*/ 3481 h 56"/>
                  <a:gd name="T36" fmla="+- 0 1509 1485"/>
                  <a:gd name="T37" fmla="*/ T36 w 35"/>
                  <a:gd name="T38" fmla="+- 0 3488 3441"/>
                  <a:gd name="T39" fmla="*/ 3488 h 56"/>
                  <a:gd name="T40" fmla="+- 0 1508 1485"/>
                  <a:gd name="T41" fmla="*/ T40 w 35"/>
                  <a:gd name="T42" fmla="+- 0 3490 3441"/>
                  <a:gd name="T43" fmla="*/ 3490 h 56"/>
                  <a:gd name="T44" fmla="+- 0 1506 1485"/>
                  <a:gd name="T45" fmla="*/ T44 w 35"/>
                  <a:gd name="T46" fmla="+- 0 3492 3441"/>
                  <a:gd name="T47" fmla="*/ 3492 h 56"/>
                  <a:gd name="T48" fmla="+- 0 1502 1485"/>
                  <a:gd name="T49" fmla="*/ T48 w 35"/>
                  <a:gd name="T50" fmla="+- 0 3494 3441"/>
                  <a:gd name="T51" fmla="*/ 3494 h 56"/>
                  <a:gd name="T52" fmla="+- 0 1509 1485"/>
                  <a:gd name="T53" fmla="*/ T52 w 35"/>
                  <a:gd name="T54" fmla="+- 0 3494 3441"/>
                  <a:gd name="T55" fmla="*/ 3494 h 56"/>
                  <a:gd name="T56" fmla="+- 0 1519 1485"/>
                  <a:gd name="T57" fmla="*/ T56 w 35"/>
                  <a:gd name="T58" fmla="+- 0 3459 3441"/>
                  <a:gd name="T59" fmla="*/ 3459 h 56"/>
                  <a:gd name="T60" fmla="+- 0 1517 1485"/>
                  <a:gd name="T61" fmla="*/ T60 w 35"/>
                  <a:gd name="T62" fmla="+- 0 3452 3441"/>
                  <a:gd name="T63" fmla="*/ 3452 h 56"/>
                  <a:gd name="T64" fmla="+- 0 1510 1485"/>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6" name="Group 305">
              <a:extLst>
                <a:ext uri="{FF2B5EF4-FFF2-40B4-BE49-F238E27FC236}">
                  <a16:creationId xmlns:a16="http://schemas.microsoft.com/office/drawing/2014/main" id="{D04051D7-8441-49B6-163A-05B1BF12BE87}"/>
                </a:ext>
              </a:extLst>
            </p:cNvPr>
            <p:cNvGrpSpPr>
              <a:grpSpLocks/>
            </p:cNvGrpSpPr>
            <p:nvPr/>
          </p:nvGrpSpPr>
          <p:grpSpPr bwMode="auto">
            <a:xfrm>
              <a:off x="1947" y="3441"/>
              <a:ext cx="21" cy="55"/>
              <a:chOff x="1947" y="3441"/>
              <a:chExt cx="21" cy="55"/>
            </a:xfrm>
          </p:grpSpPr>
          <p:sp>
            <p:nvSpPr>
              <p:cNvPr id="1092" name="Freeform 5222">
                <a:extLst>
                  <a:ext uri="{FF2B5EF4-FFF2-40B4-BE49-F238E27FC236}">
                    <a16:creationId xmlns:a16="http://schemas.microsoft.com/office/drawing/2014/main" id="{53EFBE0E-46A6-C8CD-3561-78EC12F6BDFD}"/>
                  </a:ext>
                </a:extLst>
              </p:cNvPr>
              <p:cNvSpPr>
                <a:spLocks/>
              </p:cNvSpPr>
              <p:nvPr/>
            </p:nvSpPr>
            <p:spPr bwMode="auto">
              <a:xfrm>
                <a:off x="1947" y="3441"/>
                <a:ext cx="21" cy="55"/>
              </a:xfrm>
              <a:custGeom>
                <a:avLst/>
                <a:gdLst>
                  <a:gd name="T0" fmla="+- 0 1962 1947"/>
                  <a:gd name="T1" fmla="*/ T0 w 21"/>
                  <a:gd name="T2" fmla="+- 0 3447 3441"/>
                  <a:gd name="T3" fmla="*/ 3447 h 55"/>
                  <a:gd name="T4" fmla="+- 0 1952 1947"/>
                  <a:gd name="T5" fmla="*/ T4 w 21"/>
                  <a:gd name="T6" fmla="+- 0 3447 3441"/>
                  <a:gd name="T7" fmla="*/ 3447 h 55"/>
                  <a:gd name="T8" fmla="+- 0 1954 1947"/>
                  <a:gd name="T9" fmla="*/ T8 w 21"/>
                  <a:gd name="T10" fmla="+- 0 3448 3441"/>
                  <a:gd name="T11" fmla="*/ 3448 h 55"/>
                  <a:gd name="T12" fmla="+- 0 1955 1947"/>
                  <a:gd name="T13" fmla="*/ T12 w 21"/>
                  <a:gd name="T14" fmla="+- 0 3450 3441"/>
                  <a:gd name="T15" fmla="*/ 3450 h 55"/>
                  <a:gd name="T16" fmla="+- 0 1955 1947"/>
                  <a:gd name="T17" fmla="*/ T16 w 21"/>
                  <a:gd name="T18" fmla="+- 0 3451 3441"/>
                  <a:gd name="T19" fmla="*/ 3451 h 55"/>
                  <a:gd name="T20" fmla="+- 0 1955 1947"/>
                  <a:gd name="T21" fmla="*/ T20 w 21"/>
                  <a:gd name="T22" fmla="+- 0 3491 3441"/>
                  <a:gd name="T23" fmla="*/ 3491 h 55"/>
                  <a:gd name="T24" fmla="+- 0 1955 1947"/>
                  <a:gd name="T25" fmla="*/ T24 w 21"/>
                  <a:gd name="T26" fmla="+- 0 3491 3441"/>
                  <a:gd name="T27" fmla="*/ 3491 h 55"/>
                  <a:gd name="T28" fmla="+- 0 1953 1947"/>
                  <a:gd name="T29" fmla="*/ T28 w 21"/>
                  <a:gd name="T30" fmla="+- 0 3493 3441"/>
                  <a:gd name="T31" fmla="*/ 3493 h 55"/>
                  <a:gd name="T32" fmla="+- 0 1953 1947"/>
                  <a:gd name="T33" fmla="*/ T32 w 21"/>
                  <a:gd name="T34" fmla="+- 0 3493 3441"/>
                  <a:gd name="T35" fmla="*/ 3493 h 55"/>
                  <a:gd name="T36" fmla="+- 0 1951 1947"/>
                  <a:gd name="T37" fmla="*/ T36 w 21"/>
                  <a:gd name="T38" fmla="+- 0 3494 3441"/>
                  <a:gd name="T39" fmla="*/ 3494 h 55"/>
                  <a:gd name="T40" fmla="+- 0 1948 1947"/>
                  <a:gd name="T41" fmla="*/ T40 w 21"/>
                  <a:gd name="T42" fmla="+- 0 3494 3441"/>
                  <a:gd name="T43" fmla="*/ 3494 h 55"/>
                  <a:gd name="T44" fmla="+- 0 1948 1947"/>
                  <a:gd name="T45" fmla="*/ T44 w 21"/>
                  <a:gd name="T46" fmla="+- 0 3495 3441"/>
                  <a:gd name="T47" fmla="*/ 3495 h 55"/>
                  <a:gd name="T48" fmla="+- 0 1968 1947"/>
                  <a:gd name="T49" fmla="*/ T48 w 21"/>
                  <a:gd name="T50" fmla="+- 0 3495 3441"/>
                  <a:gd name="T51" fmla="*/ 3495 h 55"/>
                  <a:gd name="T52" fmla="+- 0 1968 1947"/>
                  <a:gd name="T53" fmla="*/ T52 w 21"/>
                  <a:gd name="T54" fmla="+- 0 3494 3441"/>
                  <a:gd name="T55" fmla="*/ 3494 h 55"/>
                  <a:gd name="T56" fmla="+- 0 1966 1947"/>
                  <a:gd name="T57" fmla="*/ T56 w 21"/>
                  <a:gd name="T58" fmla="+- 0 3494 3441"/>
                  <a:gd name="T59" fmla="*/ 3494 h 55"/>
                  <a:gd name="T60" fmla="+- 0 1964 1947"/>
                  <a:gd name="T61" fmla="*/ T60 w 21"/>
                  <a:gd name="T62" fmla="+- 0 3493 3441"/>
                  <a:gd name="T63" fmla="*/ 3493 h 55"/>
                  <a:gd name="T64" fmla="+- 0 1964 1947"/>
                  <a:gd name="T65" fmla="*/ T64 w 21"/>
                  <a:gd name="T66" fmla="+- 0 3493 3441"/>
                  <a:gd name="T67" fmla="*/ 3493 h 55"/>
                  <a:gd name="T68" fmla="+- 0 1962 1947"/>
                  <a:gd name="T69" fmla="*/ T68 w 21"/>
                  <a:gd name="T70" fmla="+- 0 3491 3441"/>
                  <a:gd name="T71" fmla="*/ 3491 h 55"/>
                  <a:gd name="T72" fmla="+- 0 1962 1947"/>
                  <a:gd name="T73" fmla="*/ T72 w 21"/>
                  <a:gd name="T74" fmla="+- 0 3491 3441"/>
                  <a:gd name="T75" fmla="*/ 3491 h 55"/>
                  <a:gd name="T76" fmla="+- 0 1962 1947"/>
                  <a:gd name="T77" fmla="*/ T76 w 21"/>
                  <a:gd name="T78" fmla="+- 0 3447 3441"/>
                  <a:gd name="T79" fmla="*/ 344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6"/>
                    </a:moveTo>
                    <a:lnTo>
                      <a:pt x="5" y="6"/>
                    </a:lnTo>
                    <a:lnTo>
                      <a:pt x="7" y="7"/>
                    </a:lnTo>
                    <a:lnTo>
                      <a:pt x="8" y="9"/>
                    </a:lnTo>
                    <a:lnTo>
                      <a:pt x="8" y="10"/>
                    </a:lnTo>
                    <a:lnTo>
                      <a:pt x="8" y="50"/>
                    </a:lnTo>
                    <a:lnTo>
                      <a:pt x="6" y="52"/>
                    </a:lnTo>
                    <a:lnTo>
                      <a:pt x="4" y="53"/>
                    </a:lnTo>
                    <a:lnTo>
                      <a:pt x="1" y="53"/>
                    </a:lnTo>
                    <a:lnTo>
                      <a:pt x="1" y="54"/>
                    </a:lnTo>
                    <a:lnTo>
                      <a:pt x="21" y="54"/>
                    </a:lnTo>
                    <a:lnTo>
                      <a:pt x="21" y="53"/>
                    </a:lnTo>
                    <a:lnTo>
                      <a:pt x="19"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93" name="Freeform 5223">
                <a:extLst>
                  <a:ext uri="{FF2B5EF4-FFF2-40B4-BE49-F238E27FC236}">
                    <a16:creationId xmlns:a16="http://schemas.microsoft.com/office/drawing/2014/main" id="{5DAE24D6-E67E-6E2D-0C1D-E87D331E5E1E}"/>
                  </a:ext>
                </a:extLst>
              </p:cNvPr>
              <p:cNvSpPr>
                <a:spLocks/>
              </p:cNvSpPr>
              <p:nvPr/>
            </p:nvSpPr>
            <p:spPr bwMode="auto">
              <a:xfrm>
                <a:off x="1947" y="3441"/>
                <a:ext cx="21" cy="55"/>
              </a:xfrm>
              <a:custGeom>
                <a:avLst/>
                <a:gdLst>
                  <a:gd name="T0" fmla="+- 0 1962 1947"/>
                  <a:gd name="T1" fmla="*/ T0 w 21"/>
                  <a:gd name="T2" fmla="+- 0 3441 3441"/>
                  <a:gd name="T3" fmla="*/ 3441 h 55"/>
                  <a:gd name="T4" fmla="+- 0 1960 1947"/>
                  <a:gd name="T5" fmla="*/ T4 w 21"/>
                  <a:gd name="T6" fmla="+- 0 3441 3441"/>
                  <a:gd name="T7" fmla="*/ 3441 h 55"/>
                  <a:gd name="T8" fmla="+- 0 1947 1947"/>
                  <a:gd name="T9" fmla="*/ T8 w 21"/>
                  <a:gd name="T10" fmla="+- 0 3447 3441"/>
                  <a:gd name="T11" fmla="*/ 3447 h 55"/>
                  <a:gd name="T12" fmla="+- 0 1948 1947"/>
                  <a:gd name="T13" fmla="*/ T12 w 21"/>
                  <a:gd name="T14" fmla="+- 0 3448 3441"/>
                  <a:gd name="T15" fmla="*/ 3448 h 55"/>
                  <a:gd name="T16" fmla="+- 0 1952 1947"/>
                  <a:gd name="T17" fmla="*/ T16 w 21"/>
                  <a:gd name="T18" fmla="+- 0 3447 3441"/>
                  <a:gd name="T19" fmla="*/ 3447 h 55"/>
                  <a:gd name="T20" fmla="+- 0 1962 1947"/>
                  <a:gd name="T21" fmla="*/ T20 w 21"/>
                  <a:gd name="T22" fmla="+- 0 3447 3441"/>
                  <a:gd name="T23" fmla="*/ 3447 h 55"/>
                  <a:gd name="T24" fmla="+- 0 1962 1947"/>
                  <a:gd name="T25" fmla="*/ T24 w 21"/>
                  <a:gd name="T26" fmla="+- 0 3441 3441"/>
                  <a:gd name="T27" fmla="*/ 344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7" name="Group 306">
              <a:extLst>
                <a:ext uri="{FF2B5EF4-FFF2-40B4-BE49-F238E27FC236}">
                  <a16:creationId xmlns:a16="http://schemas.microsoft.com/office/drawing/2014/main" id="{A038D5F6-7552-A614-9D33-F609F126627D}"/>
                </a:ext>
              </a:extLst>
            </p:cNvPr>
            <p:cNvGrpSpPr>
              <a:grpSpLocks/>
            </p:cNvGrpSpPr>
            <p:nvPr/>
          </p:nvGrpSpPr>
          <p:grpSpPr bwMode="auto">
            <a:xfrm>
              <a:off x="2397" y="3441"/>
              <a:ext cx="35" cy="56"/>
              <a:chOff x="2397" y="3441"/>
              <a:chExt cx="35" cy="56"/>
            </a:xfrm>
          </p:grpSpPr>
          <p:sp>
            <p:nvSpPr>
              <p:cNvPr id="1090" name="Freeform 5225">
                <a:extLst>
                  <a:ext uri="{FF2B5EF4-FFF2-40B4-BE49-F238E27FC236}">
                    <a16:creationId xmlns:a16="http://schemas.microsoft.com/office/drawing/2014/main" id="{CC3E5264-54C3-6FB4-E6CE-7B894E6BDC1A}"/>
                  </a:ext>
                </a:extLst>
              </p:cNvPr>
              <p:cNvSpPr>
                <a:spLocks/>
              </p:cNvSpPr>
              <p:nvPr/>
            </p:nvSpPr>
            <p:spPr bwMode="auto">
              <a:xfrm>
                <a:off x="2397" y="3441"/>
                <a:ext cx="35" cy="56"/>
              </a:xfrm>
              <a:custGeom>
                <a:avLst/>
                <a:gdLst>
                  <a:gd name="T0" fmla="+- 0 2419 2397"/>
                  <a:gd name="T1" fmla="*/ T0 w 35"/>
                  <a:gd name="T2" fmla="+- 0 3441 3441"/>
                  <a:gd name="T3" fmla="*/ 3441 h 56"/>
                  <a:gd name="T4" fmla="+- 0 2412 2397"/>
                  <a:gd name="T5" fmla="*/ T4 w 35"/>
                  <a:gd name="T6" fmla="+- 0 3441 3441"/>
                  <a:gd name="T7" fmla="*/ 3441 h 56"/>
                  <a:gd name="T8" fmla="+- 0 2410 2397"/>
                  <a:gd name="T9" fmla="*/ T8 w 35"/>
                  <a:gd name="T10" fmla="+- 0 3442 3441"/>
                  <a:gd name="T11" fmla="*/ 3442 h 56"/>
                  <a:gd name="T12" fmla="+- 0 2404 2397"/>
                  <a:gd name="T13" fmla="*/ T12 w 35"/>
                  <a:gd name="T14" fmla="+- 0 3445 3441"/>
                  <a:gd name="T15" fmla="*/ 3445 h 56"/>
                  <a:gd name="T16" fmla="+- 0 2402 2397"/>
                  <a:gd name="T17" fmla="*/ T16 w 35"/>
                  <a:gd name="T18" fmla="+- 0 3449 3441"/>
                  <a:gd name="T19" fmla="*/ 3449 h 56"/>
                  <a:gd name="T20" fmla="+- 0 2398 2397"/>
                  <a:gd name="T21" fmla="*/ T20 w 35"/>
                  <a:gd name="T22" fmla="+- 0 3457 3441"/>
                  <a:gd name="T23" fmla="*/ 3457 h 56"/>
                  <a:gd name="T24" fmla="+- 0 2397 2397"/>
                  <a:gd name="T25" fmla="*/ T24 w 35"/>
                  <a:gd name="T26" fmla="+- 0 3463 3441"/>
                  <a:gd name="T27" fmla="*/ 3463 h 56"/>
                  <a:gd name="T28" fmla="+- 0 2397 2397"/>
                  <a:gd name="T29" fmla="*/ T28 w 35"/>
                  <a:gd name="T30" fmla="+- 0 3476 3441"/>
                  <a:gd name="T31" fmla="*/ 3476 h 56"/>
                  <a:gd name="T32" fmla="+- 0 2399 2397"/>
                  <a:gd name="T33" fmla="*/ T32 w 35"/>
                  <a:gd name="T34" fmla="+- 0 3482 3441"/>
                  <a:gd name="T35" fmla="*/ 3482 h 56"/>
                  <a:gd name="T36" fmla="+- 0 2405 2397"/>
                  <a:gd name="T37" fmla="*/ T36 w 35"/>
                  <a:gd name="T38" fmla="+- 0 3493 3441"/>
                  <a:gd name="T39" fmla="*/ 3493 h 56"/>
                  <a:gd name="T40" fmla="+- 0 2409 2397"/>
                  <a:gd name="T41" fmla="*/ T40 w 35"/>
                  <a:gd name="T42" fmla="+- 0 3496 3441"/>
                  <a:gd name="T43" fmla="*/ 3496 h 56"/>
                  <a:gd name="T44" fmla="+- 0 2417 2397"/>
                  <a:gd name="T45" fmla="*/ T44 w 35"/>
                  <a:gd name="T46" fmla="+- 0 3496 3441"/>
                  <a:gd name="T47" fmla="*/ 3496 h 56"/>
                  <a:gd name="T48" fmla="+- 0 2420 2397"/>
                  <a:gd name="T49" fmla="*/ T48 w 35"/>
                  <a:gd name="T50" fmla="+- 0 3495 3441"/>
                  <a:gd name="T51" fmla="*/ 3495 h 56"/>
                  <a:gd name="T52" fmla="+- 0 2422 2397"/>
                  <a:gd name="T53" fmla="*/ T52 w 35"/>
                  <a:gd name="T54" fmla="+- 0 3494 3441"/>
                  <a:gd name="T55" fmla="*/ 3494 h 56"/>
                  <a:gd name="T56" fmla="+- 0 2411 2397"/>
                  <a:gd name="T57" fmla="*/ T56 w 35"/>
                  <a:gd name="T58" fmla="+- 0 3494 3441"/>
                  <a:gd name="T59" fmla="*/ 3494 h 56"/>
                  <a:gd name="T60" fmla="+- 0 2409 2397"/>
                  <a:gd name="T61" fmla="*/ T60 w 35"/>
                  <a:gd name="T62" fmla="+- 0 3492 3441"/>
                  <a:gd name="T63" fmla="*/ 3492 h 56"/>
                  <a:gd name="T64" fmla="+- 0 2406 2397"/>
                  <a:gd name="T65" fmla="*/ T64 w 35"/>
                  <a:gd name="T66" fmla="+- 0 3483 3441"/>
                  <a:gd name="T67" fmla="*/ 3483 h 56"/>
                  <a:gd name="T68" fmla="+- 0 2405 2397"/>
                  <a:gd name="T69" fmla="*/ T68 w 35"/>
                  <a:gd name="T70" fmla="+- 0 3477 3441"/>
                  <a:gd name="T71" fmla="*/ 3477 h 56"/>
                  <a:gd name="T72" fmla="+- 0 2405 2397"/>
                  <a:gd name="T73" fmla="*/ T72 w 35"/>
                  <a:gd name="T74" fmla="+- 0 3463 3441"/>
                  <a:gd name="T75" fmla="*/ 3463 h 56"/>
                  <a:gd name="T76" fmla="+- 0 2415 2397"/>
                  <a:gd name="T77" fmla="*/ T76 w 35"/>
                  <a:gd name="T78" fmla="+- 0 3443 3441"/>
                  <a:gd name="T79" fmla="*/ 3443 h 56"/>
                  <a:gd name="T80" fmla="+- 0 2423 2397"/>
                  <a:gd name="T81" fmla="*/ T80 w 35"/>
                  <a:gd name="T82" fmla="+- 0 3443 3441"/>
                  <a:gd name="T83" fmla="*/ 3443 h 56"/>
                  <a:gd name="T84" fmla="+- 0 2422 2397"/>
                  <a:gd name="T85" fmla="*/ T84 w 35"/>
                  <a:gd name="T86" fmla="+- 0 3443 3441"/>
                  <a:gd name="T87" fmla="*/ 3443 h 56"/>
                  <a:gd name="T88" fmla="+- 0 2419 2397"/>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3" y="54"/>
                    </a:lnTo>
                    <a:lnTo>
                      <a:pt x="25" y="53"/>
                    </a:lnTo>
                    <a:lnTo>
                      <a:pt x="14" y="53"/>
                    </a:lnTo>
                    <a:lnTo>
                      <a:pt x="12" y="51"/>
                    </a:lnTo>
                    <a:lnTo>
                      <a:pt x="9" y="42"/>
                    </a:lnTo>
                    <a:lnTo>
                      <a:pt x="8" y="36"/>
                    </a:lnTo>
                    <a:lnTo>
                      <a:pt x="8" y="22"/>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91" name="Freeform 5226">
                <a:extLst>
                  <a:ext uri="{FF2B5EF4-FFF2-40B4-BE49-F238E27FC236}">
                    <a16:creationId xmlns:a16="http://schemas.microsoft.com/office/drawing/2014/main" id="{0F84F9A6-8484-FC06-0DB8-3521EC75F0BE}"/>
                  </a:ext>
                </a:extLst>
              </p:cNvPr>
              <p:cNvSpPr>
                <a:spLocks/>
              </p:cNvSpPr>
              <p:nvPr/>
            </p:nvSpPr>
            <p:spPr bwMode="auto">
              <a:xfrm>
                <a:off x="2397" y="3441"/>
                <a:ext cx="35" cy="56"/>
              </a:xfrm>
              <a:custGeom>
                <a:avLst/>
                <a:gdLst>
                  <a:gd name="T0" fmla="+- 0 2423 2397"/>
                  <a:gd name="T1" fmla="*/ T0 w 35"/>
                  <a:gd name="T2" fmla="+- 0 3443 3441"/>
                  <a:gd name="T3" fmla="*/ 3443 h 56"/>
                  <a:gd name="T4" fmla="+- 0 2415 2397"/>
                  <a:gd name="T5" fmla="*/ T4 w 35"/>
                  <a:gd name="T6" fmla="+- 0 3443 3441"/>
                  <a:gd name="T7" fmla="*/ 3443 h 56"/>
                  <a:gd name="T8" fmla="+- 0 2419 2397"/>
                  <a:gd name="T9" fmla="*/ T8 w 35"/>
                  <a:gd name="T10" fmla="+- 0 3445 3441"/>
                  <a:gd name="T11" fmla="*/ 3445 h 56"/>
                  <a:gd name="T12" fmla="+- 0 2420 2397"/>
                  <a:gd name="T13" fmla="*/ T12 w 35"/>
                  <a:gd name="T14" fmla="+- 0 3446 3441"/>
                  <a:gd name="T15" fmla="*/ 3446 h 56"/>
                  <a:gd name="T16" fmla="+- 0 2421 2397"/>
                  <a:gd name="T17" fmla="*/ T16 w 35"/>
                  <a:gd name="T18" fmla="+- 0 3448 3441"/>
                  <a:gd name="T19" fmla="*/ 3448 h 56"/>
                  <a:gd name="T20" fmla="+- 0 2423 2397"/>
                  <a:gd name="T21" fmla="*/ T20 w 35"/>
                  <a:gd name="T22" fmla="+- 0 3455 3441"/>
                  <a:gd name="T23" fmla="*/ 3455 h 56"/>
                  <a:gd name="T24" fmla="+- 0 2424 2397"/>
                  <a:gd name="T25" fmla="*/ T24 w 35"/>
                  <a:gd name="T26" fmla="+- 0 3457 3441"/>
                  <a:gd name="T27" fmla="*/ 3457 h 56"/>
                  <a:gd name="T28" fmla="+- 0 2424 2397"/>
                  <a:gd name="T29" fmla="*/ T28 w 35"/>
                  <a:gd name="T30" fmla="+- 0 3476 3441"/>
                  <a:gd name="T31" fmla="*/ 3476 h 56"/>
                  <a:gd name="T32" fmla="+- 0 2424 2397"/>
                  <a:gd name="T33" fmla="*/ T32 w 35"/>
                  <a:gd name="T34" fmla="+- 0 3481 3441"/>
                  <a:gd name="T35" fmla="*/ 3481 h 56"/>
                  <a:gd name="T36" fmla="+- 0 2422 2397"/>
                  <a:gd name="T37" fmla="*/ T36 w 35"/>
                  <a:gd name="T38" fmla="+- 0 3488 3441"/>
                  <a:gd name="T39" fmla="*/ 3488 h 56"/>
                  <a:gd name="T40" fmla="+- 0 2420 2397"/>
                  <a:gd name="T41" fmla="*/ T40 w 35"/>
                  <a:gd name="T42" fmla="+- 0 3490 3441"/>
                  <a:gd name="T43" fmla="*/ 3490 h 56"/>
                  <a:gd name="T44" fmla="+- 0 2419 2397"/>
                  <a:gd name="T45" fmla="*/ T44 w 35"/>
                  <a:gd name="T46" fmla="+- 0 3492 3441"/>
                  <a:gd name="T47" fmla="*/ 3492 h 56"/>
                  <a:gd name="T48" fmla="+- 0 2414 2397"/>
                  <a:gd name="T49" fmla="*/ T48 w 35"/>
                  <a:gd name="T50" fmla="+- 0 3494 3441"/>
                  <a:gd name="T51" fmla="*/ 3494 h 56"/>
                  <a:gd name="T52" fmla="+- 0 2422 2397"/>
                  <a:gd name="T53" fmla="*/ T52 w 35"/>
                  <a:gd name="T54" fmla="+- 0 3494 3441"/>
                  <a:gd name="T55" fmla="*/ 3494 h 56"/>
                  <a:gd name="T56" fmla="+- 0 2432 2397"/>
                  <a:gd name="T57" fmla="*/ T56 w 35"/>
                  <a:gd name="T58" fmla="+- 0 3459 3441"/>
                  <a:gd name="T59" fmla="*/ 3459 h 56"/>
                  <a:gd name="T60" fmla="+- 0 2430 2397"/>
                  <a:gd name="T61" fmla="*/ T60 w 35"/>
                  <a:gd name="T62" fmla="+- 0 3452 3441"/>
                  <a:gd name="T63" fmla="*/ 3452 h 56"/>
                  <a:gd name="T64" fmla="+- 0 2423 2397"/>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6" y="14"/>
                    </a:lnTo>
                    <a:lnTo>
                      <a:pt x="27" y="16"/>
                    </a:lnTo>
                    <a:lnTo>
                      <a:pt x="27" y="35"/>
                    </a:lnTo>
                    <a:lnTo>
                      <a:pt x="27" y="40"/>
                    </a:lnTo>
                    <a:lnTo>
                      <a:pt x="25"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8" name="Group 307">
              <a:extLst>
                <a:ext uri="{FF2B5EF4-FFF2-40B4-BE49-F238E27FC236}">
                  <a16:creationId xmlns:a16="http://schemas.microsoft.com/office/drawing/2014/main" id="{CA21A0E7-B1AE-ACD1-EAA0-4F08D921FCF3}"/>
                </a:ext>
              </a:extLst>
            </p:cNvPr>
            <p:cNvGrpSpPr>
              <a:grpSpLocks/>
            </p:cNvGrpSpPr>
            <p:nvPr/>
          </p:nvGrpSpPr>
          <p:grpSpPr bwMode="auto">
            <a:xfrm>
              <a:off x="2854" y="3441"/>
              <a:ext cx="35" cy="56"/>
              <a:chOff x="2854" y="3441"/>
              <a:chExt cx="35" cy="56"/>
            </a:xfrm>
          </p:grpSpPr>
          <p:sp>
            <p:nvSpPr>
              <p:cNvPr id="1088" name="Freeform 5228">
                <a:extLst>
                  <a:ext uri="{FF2B5EF4-FFF2-40B4-BE49-F238E27FC236}">
                    <a16:creationId xmlns:a16="http://schemas.microsoft.com/office/drawing/2014/main" id="{593B1021-FB53-200C-1437-B11112CC9DB7}"/>
                  </a:ext>
                </a:extLst>
              </p:cNvPr>
              <p:cNvSpPr>
                <a:spLocks/>
              </p:cNvSpPr>
              <p:nvPr/>
            </p:nvSpPr>
            <p:spPr bwMode="auto">
              <a:xfrm>
                <a:off x="2854" y="3441"/>
                <a:ext cx="35" cy="56"/>
              </a:xfrm>
              <a:custGeom>
                <a:avLst/>
                <a:gdLst>
                  <a:gd name="T0" fmla="+- 0 2875 2854"/>
                  <a:gd name="T1" fmla="*/ T0 w 35"/>
                  <a:gd name="T2" fmla="+- 0 3441 3441"/>
                  <a:gd name="T3" fmla="*/ 3441 h 56"/>
                  <a:gd name="T4" fmla="+- 0 2868 2854"/>
                  <a:gd name="T5" fmla="*/ T4 w 35"/>
                  <a:gd name="T6" fmla="+- 0 3441 3441"/>
                  <a:gd name="T7" fmla="*/ 3441 h 56"/>
                  <a:gd name="T8" fmla="+- 0 2866 2854"/>
                  <a:gd name="T9" fmla="*/ T8 w 35"/>
                  <a:gd name="T10" fmla="+- 0 3442 3441"/>
                  <a:gd name="T11" fmla="*/ 3442 h 56"/>
                  <a:gd name="T12" fmla="+- 0 2861 2854"/>
                  <a:gd name="T13" fmla="*/ T12 w 35"/>
                  <a:gd name="T14" fmla="+- 0 3445 3441"/>
                  <a:gd name="T15" fmla="*/ 3445 h 56"/>
                  <a:gd name="T16" fmla="+- 0 2858 2854"/>
                  <a:gd name="T17" fmla="*/ T16 w 35"/>
                  <a:gd name="T18" fmla="+- 0 3449 3441"/>
                  <a:gd name="T19" fmla="*/ 3449 h 56"/>
                  <a:gd name="T20" fmla="+- 0 2855 2854"/>
                  <a:gd name="T21" fmla="*/ T20 w 35"/>
                  <a:gd name="T22" fmla="+- 0 3457 3441"/>
                  <a:gd name="T23" fmla="*/ 3457 h 56"/>
                  <a:gd name="T24" fmla="+- 0 2854 2854"/>
                  <a:gd name="T25" fmla="*/ T24 w 35"/>
                  <a:gd name="T26" fmla="+- 0 3463 3441"/>
                  <a:gd name="T27" fmla="*/ 3463 h 56"/>
                  <a:gd name="T28" fmla="+- 0 2854 2854"/>
                  <a:gd name="T29" fmla="*/ T28 w 35"/>
                  <a:gd name="T30" fmla="+- 0 3476 3441"/>
                  <a:gd name="T31" fmla="*/ 3476 h 56"/>
                  <a:gd name="T32" fmla="+- 0 2855 2854"/>
                  <a:gd name="T33" fmla="*/ T32 w 35"/>
                  <a:gd name="T34" fmla="+- 0 3482 3441"/>
                  <a:gd name="T35" fmla="*/ 3482 h 56"/>
                  <a:gd name="T36" fmla="+- 0 2861 2854"/>
                  <a:gd name="T37" fmla="*/ T36 w 35"/>
                  <a:gd name="T38" fmla="+- 0 3493 3441"/>
                  <a:gd name="T39" fmla="*/ 3493 h 56"/>
                  <a:gd name="T40" fmla="+- 0 2866 2854"/>
                  <a:gd name="T41" fmla="*/ T40 w 35"/>
                  <a:gd name="T42" fmla="+- 0 3496 3441"/>
                  <a:gd name="T43" fmla="*/ 3496 h 56"/>
                  <a:gd name="T44" fmla="+- 0 2873 2854"/>
                  <a:gd name="T45" fmla="*/ T44 w 35"/>
                  <a:gd name="T46" fmla="+- 0 3496 3441"/>
                  <a:gd name="T47" fmla="*/ 3496 h 56"/>
                  <a:gd name="T48" fmla="+- 0 2876 2854"/>
                  <a:gd name="T49" fmla="*/ T48 w 35"/>
                  <a:gd name="T50" fmla="+- 0 3495 3441"/>
                  <a:gd name="T51" fmla="*/ 3495 h 56"/>
                  <a:gd name="T52" fmla="+- 0 2878 2854"/>
                  <a:gd name="T53" fmla="*/ T52 w 35"/>
                  <a:gd name="T54" fmla="+- 0 3494 3441"/>
                  <a:gd name="T55" fmla="*/ 3494 h 56"/>
                  <a:gd name="T56" fmla="+- 0 2868 2854"/>
                  <a:gd name="T57" fmla="*/ T56 w 35"/>
                  <a:gd name="T58" fmla="+- 0 3494 3441"/>
                  <a:gd name="T59" fmla="*/ 3494 h 56"/>
                  <a:gd name="T60" fmla="+- 0 2866 2854"/>
                  <a:gd name="T61" fmla="*/ T60 w 35"/>
                  <a:gd name="T62" fmla="+- 0 3492 3441"/>
                  <a:gd name="T63" fmla="*/ 3492 h 56"/>
                  <a:gd name="T64" fmla="+- 0 2864 2854"/>
                  <a:gd name="T65" fmla="*/ T64 w 35"/>
                  <a:gd name="T66" fmla="+- 0 3488 3441"/>
                  <a:gd name="T67" fmla="*/ 3488 h 56"/>
                  <a:gd name="T68" fmla="+- 0 2862 2854"/>
                  <a:gd name="T69" fmla="*/ T68 w 35"/>
                  <a:gd name="T70" fmla="+- 0 3483 3441"/>
                  <a:gd name="T71" fmla="*/ 3483 h 56"/>
                  <a:gd name="T72" fmla="+- 0 2861 2854"/>
                  <a:gd name="T73" fmla="*/ T72 w 35"/>
                  <a:gd name="T74" fmla="+- 0 3477 3441"/>
                  <a:gd name="T75" fmla="*/ 3477 h 56"/>
                  <a:gd name="T76" fmla="+- 0 2871 2854"/>
                  <a:gd name="T77" fmla="*/ T76 w 35"/>
                  <a:gd name="T78" fmla="+- 0 3443 3441"/>
                  <a:gd name="T79" fmla="*/ 3443 h 56"/>
                  <a:gd name="T80" fmla="+- 0 2879 2854"/>
                  <a:gd name="T81" fmla="*/ T80 w 35"/>
                  <a:gd name="T82" fmla="+- 0 3443 3441"/>
                  <a:gd name="T83" fmla="*/ 3443 h 56"/>
                  <a:gd name="T84" fmla="+- 0 2879 2854"/>
                  <a:gd name="T85" fmla="*/ T84 w 35"/>
                  <a:gd name="T86" fmla="+- 0 3443 3441"/>
                  <a:gd name="T87" fmla="*/ 3443 h 56"/>
                  <a:gd name="T88" fmla="+- 0 2875 2854"/>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1" y="16"/>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9" name="Freeform 5229">
                <a:extLst>
                  <a:ext uri="{FF2B5EF4-FFF2-40B4-BE49-F238E27FC236}">
                    <a16:creationId xmlns:a16="http://schemas.microsoft.com/office/drawing/2014/main" id="{4FE8AE7E-6A49-95BF-24AB-A422BD510919}"/>
                  </a:ext>
                </a:extLst>
              </p:cNvPr>
              <p:cNvSpPr>
                <a:spLocks/>
              </p:cNvSpPr>
              <p:nvPr/>
            </p:nvSpPr>
            <p:spPr bwMode="auto">
              <a:xfrm>
                <a:off x="2854" y="3441"/>
                <a:ext cx="35" cy="56"/>
              </a:xfrm>
              <a:custGeom>
                <a:avLst/>
                <a:gdLst>
                  <a:gd name="T0" fmla="+- 0 2879 2854"/>
                  <a:gd name="T1" fmla="*/ T0 w 35"/>
                  <a:gd name="T2" fmla="+- 0 3443 3441"/>
                  <a:gd name="T3" fmla="*/ 3443 h 56"/>
                  <a:gd name="T4" fmla="+- 0 2871 2854"/>
                  <a:gd name="T5" fmla="*/ T4 w 35"/>
                  <a:gd name="T6" fmla="+- 0 3443 3441"/>
                  <a:gd name="T7" fmla="*/ 3443 h 56"/>
                  <a:gd name="T8" fmla="+- 0 2875 2854"/>
                  <a:gd name="T9" fmla="*/ T8 w 35"/>
                  <a:gd name="T10" fmla="+- 0 3445 3441"/>
                  <a:gd name="T11" fmla="*/ 3445 h 56"/>
                  <a:gd name="T12" fmla="+- 0 2876 2854"/>
                  <a:gd name="T13" fmla="*/ T12 w 35"/>
                  <a:gd name="T14" fmla="+- 0 3446 3441"/>
                  <a:gd name="T15" fmla="*/ 3446 h 56"/>
                  <a:gd name="T16" fmla="+- 0 2878 2854"/>
                  <a:gd name="T17" fmla="*/ T16 w 35"/>
                  <a:gd name="T18" fmla="+- 0 3448 3441"/>
                  <a:gd name="T19" fmla="*/ 3448 h 56"/>
                  <a:gd name="T20" fmla="+- 0 2880 2854"/>
                  <a:gd name="T21" fmla="*/ T20 w 35"/>
                  <a:gd name="T22" fmla="+- 0 3455 3441"/>
                  <a:gd name="T23" fmla="*/ 3455 h 56"/>
                  <a:gd name="T24" fmla="+- 0 2880 2854"/>
                  <a:gd name="T25" fmla="*/ T24 w 35"/>
                  <a:gd name="T26" fmla="+- 0 3457 3441"/>
                  <a:gd name="T27" fmla="*/ 3457 h 56"/>
                  <a:gd name="T28" fmla="+- 0 2880 2854"/>
                  <a:gd name="T29" fmla="*/ T28 w 35"/>
                  <a:gd name="T30" fmla="+- 0 3476 3441"/>
                  <a:gd name="T31" fmla="*/ 3476 h 56"/>
                  <a:gd name="T32" fmla="+- 0 2880 2854"/>
                  <a:gd name="T33" fmla="*/ T32 w 35"/>
                  <a:gd name="T34" fmla="+- 0 3481 3441"/>
                  <a:gd name="T35" fmla="*/ 3481 h 56"/>
                  <a:gd name="T36" fmla="+- 0 2878 2854"/>
                  <a:gd name="T37" fmla="*/ T36 w 35"/>
                  <a:gd name="T38" fmla="+- 0 3488 3441"/>
                  <a:gd name="T39" fmla="*/ 3488 h 56"/>
                  <a:gd name="T40" fmla="+- 0 2877 2854"/>
                  <a:gd name="T41" fmla="*/ T40 w 35"/>
                  <a:gd name="T42" fmla="+- 0 3490 3441"/>
                  <a:gd name="T43" fmla="*/ 3490 h 56"/>
                  <a:gd name="T44" fmla="+- 0 2875 2854"/>
                  <a:gd name="T45" fmla="*/ T44 w 35"/>
                  <a:gd name="T46" fmla="+- 0 3492 3441"/>
                  <a:gd name="T47" fmla="*/ 3492 h 56"/>
                  <a:gd name="T48" fmla="+- 0 2871 2854"/>
                  <a:gd name="T49" fmla="*/ T48 w 35"/>
                  <a:gd name="T50" fmla="+- 0 3494 3441"/>
                  <a:gd name="T51" fmla="*/ 3494 h 56"/>
                  <a:gd name="T52" fmla="+- 0 2878 2854"/>
                  <a:gd name="T53" fmla="*/ T52 w 35"/>
                  <a:gd name="T54" fmla="+- 0 3494 3441"/>
                  <a:gd name="T55" fmla="*/ 3494 h 56"/>
                  <a:gd name="T56" fmla="+- 0 2881 2854"/>
                  <a:gd name="T57" fmla="*/ T56 w 35"/>
                  <a:gd name="T58" fmla="+- 0 3491 3441"/>
                  <a:gd name="T59" fmla="*/ 3491 h 56"/>
                  <a:gd name="T60" fmla="+- 0 2884 2854"/>
                  <a:gd name="T61" fmla="*/ T60 w 35"/>
                  <a:gd name="T62" fmla="+- 0 3488 3441"/>
                  <a:gd name="T63" fmla="*/ 3488 h 56"/>
                  <a:gd name="T64" fmla="+- 0 2885 2854"/>
                  <a:gd name="T65" fmla="*/ T64 w 35"/>
                  <a:gd name="T66" fmla="+- 0 3484 3441"/>
                  <a:gd name="T67" fmla="*/ 3484 h 56"/>
                  <a:gd name="T68" fmla="+- 0 2887 2854"/>
                  <a:gd name="T69" fmla="*/ T68 w 35"/>
                  <a:gd name="T70" fmla="+- 0 3479 3441"/>
                  <a:gd name="T71" fmla="*/ 3479 h 56"/>
                  <a:gd name="T72" fmla="+- 0 2888 2854"/>
                  <a:gd name="T73" fmla="*/ T72 w 35"/>
                  <a:gd name="T74" fmla="+- 0 3474 3441"/>
                  <a:gd name="T75" fmla="*/ 3474 h 56"/>
                  <a:gd name="T76" fmla="+- 0 2888 2854"/>
                  <a:gd name="T77" fmla="*/ T76 w 35"/>
                  <a:gd name="T78" fmla="+- 0 3459 3441"/>
                  <a:gd name="T79" fmla="*/ 3459 h 56"/>
                  <a:gd name="T80" fmla="+- 0 2886 2854"/>
                  <a:gd name="T81" fmla="*/ T80 w 35"/>
                  <a:gd name="T82" fmla="+- 0 3452 3441"/>
                  <a:gd name="T83" fmla="*/ 3452 h 56"/>
                  <a:gd name="T84" fmla="+- 0 2879 2854"/>
                  <a:gd name="T85" fmla="*/ T84 w 35"/>
                  <a:gd name="T86" fmla="+- 0 3443 3441"/>
                  <a:gd name="T8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5" y="2"/>
                    </a:moveTo>
                    <a:lnTo>
                      <a:pt x="17" y="2"/>
                    </a:lnTo>
                    <a:lnTo>
                      <a:pt x="21" y="4"/>
                    </a:lnTo>
                    <a:lnTo>
                      <a:pt x="22" y="5"/>
                    </a:lnTo>
                    <a:lnTo>
                      <a:pt x="24" y="7"/>
                    </a:lnTo>
                    <a:lnTo>
                      <a:pt x="26" y="14"/>
                    </a:lnTo>
                    <a:lnTo>
                      <a:pt x="26" y="16"/>
                    </a:lnTo>
                    <a:lnTo>
                      <a:pt x="26" y="35"/>
                    </a:lnTo>
                    <a:lnTo>
                      <a:pt x="26" y="40"/>
                    </a:lnTo>
                    <a:lnTo>
                      <a:pt x="24" y="47"/>
                    </a:lnTo>
                    <a:lnTo>
                      <a:pt x="23" y="49"/>
                    </a:lnTo>
                    <a:lnTo>
                      <a:pt x="21" y="51"/>
                    </a:lnTo>
                    <a:lnTo>
                      <a:pt x="17" y="53"/>
                    </a:lnTo>
                    <a:lnTo>
                      <a:pt x="24" y="53"/>
                    </a:lnTo>
                    <a:lnTo>
                      <a:pt x="27" y="50"/>
                    </a:lnTo>
                    <a:lnTo>
                      <a:pt x="30" y="47"/>
                    </a:lnTo>
                    <a:lnTo>
                      <a:pt x="31" y="43"/>
                    </a:lnTo>
                    <a:lnTo>
                      <a:pt x="33" y="38"/>
                    </a:lnTo>
                    <a:lnTo>
                      <a:pt x="34" y="3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09" name="Group 308">
              <a:extLst>
                <a:ext uri="{FF2B5EF4-FFF2-40B4-BE49-F238E27FC236}">
                  <a16:creationId xmlns:a16="http://schemas.microsoft.com/office/drawing/2014/main" id="{6E6E823F-F019-26AB-610C-00F013F22133}"/>
                </a:ext>
              </a:extLst>
            </p:cNvPr>
            <p:cNvGrpSpPr>
              <a:grpSpLocks/>
            </p:cNvGrpSpPr>
            <p:nvPr/>
          </p:nvGrpSpPr>
          <p:grpSpPr bwMode="auto">
            <a:xfrm>
              <a:off x="3310" y="3441"/>
              <a:ext cx="31" cy="56"/>
              <a:chOff x="3310" y="3441"/>
              <a:chExt cx="31" cy="56"/>
            </a:xfrm>
          </p:grpSpPr>
          <p:sp>
            <p:nvSpPr>
              <p:cNvPr id="1085" name="Freeform 5231">
                <a:extLst>
                  <a:ext uri="{FF2B5EF4-FFF2-40B4-BE49-F238E27FC236}">
                    <a16:creationId xmlns:a16="http://schemas.microsoft.com/office/drawing/2014/main" id="{DA135C33-3E55-813B-454A-2B99E3761BE7}"/>
                  </a:ext>
                </a:extLst>
              </p:cNvPr>
              <p:cNvSpPr>
                <a:spLocks/>
              </p:cNvSpPr>
              <p:nvPr/>
            </p:nvSpPr>
            <p:spPr bwMode="auto">
              <a:xfrm>
                <a:off x="3310" y="3441"/>
                <a:ext cx="31" cy="56"/>
              </a:xfrm>
              <a:custGeom>
                <a:avLst/>
                <a:gdLst>
                  <a:gd name="T0" fmla="+- 0 3314 3310"/>
                  <a:gd name="T1" fmla="*/ T0 w 31"/>
                  <a:gd name="T2" fmla="+- 0 3489 3441"/>
                  <a:gd name="T3" fmla="*/ 3489 h 56"/>
                  <a:gd name="T4" fmla="+- 0 3311 3310"/>
                  <a:gd name="T5" fmla="*/ T4 w 31"/>
                  <a:gd name="T6" fmla="+- 0 3490 3441"/>
                  <a:gd name="T7" fmla="*/ 3490 h 56"/>
                  <a:gd name="T8" fmla="+- 0 3310 3310"/>
                  <a:gd name="T9" fmla="*/ T8 w 31"/>
                  <a:gd name="T10" fmla="+- 0 3492 3441"/>
                  <a:gd name="T11" fmla="*/ 3492 h 56"/>
                  <a:gd name="T12" fmla="+- 0 3312 3310"/>
                  <a:gd name="T13" fmla="*/ T12 w 31"/>
                  <a:gd name="T14" fmla="+- 0 3495 3441"/>
                  <a:gd name="T15" fmla="*/ 3495 h 56"/>
                  <a:gd name="T16" fmla="+- 0 3314 3310"/>
                  <a:gd name="T17" fmla="*/ T16 w 31"/>
                  <a:gd name="T18" fmla="+- 0 3496 3441"/>
                  <a:gd name="T19" fmla="*/ 3496 h 56"/>
                  <a:gd name="T20" fmla="+- 0 3316 3310"/>
                  <a:gd name="T21" fmla="*/ T20 w 31"/>
                  <a:gd name="T22" fmla="+- 0 3496 3441"/>
                  <a:gd name="T23" fmla="*/ 3496 h 56"/>
                  <a:gd name="T24" fmla="+- 0 3327 3310"/>
                  <a:gd name="T25" fmla="*/ T24 w 31"/>
                  <a:gd name="T26" fmla="+- 0 3496 3441"/>
                  <a:gd name="T27" fmla="*/ 3496 h 56"/>
                  <a:gd name="T28" fmla="+- 0 3332 3310"/>
                  <a:gd name="T29" fmla="*/ T28 w 31"/>
                  <a:gd name="T30" fmla="+- 0 3494 3441"/>
                  <a:gd name="T31" fmla="*/ 3494 h 56"/>
                  <a:gd name="T32" fmla="+- 0 3334 3310"/>
                  <a:gd name="T33" fmla="*/ T32 w 31"/>
                  <a:gd name="T34" fmla="+- 0 3493 3441"/>
                  <a:gd name="T35" fmla="*/ 3493 h 56"/>
                  <a:gd name="T36" fmla="+- 0 3325 3310"/>
                  <a:gd name="T37" fmla="*/ T36 w 31"/>
                  <a:gd name="T38" fmla="+- 0 3493 3441"/>
                  <a:gd name="T39" fmla="*/ 3493 h 56"/>
                  <a:gd name="T40" fmla="+- 0 3322 3310"/>
                  <a:gd name="T41" fmla="*/ T40 w 31"/>
                  <a:gd name="T42" fmla="+- 0 3492 3441"/>
                  <a:gd name="T43" fmla="*/ 3492 h 56"/>
                  <a:gd name="T44" fmla="+- 0 3319 3310"/>
                  <a:gd name="T45" fmla="*/ T44 w 31"/>
                  <a:gd name="T46" fmla="+- 0 3491 3441"/>
                  <a:gd name="T47" fmla="*/ 3491 h 56"/>
                  <a:gd name="T48" fmla="+- 0 3316 3310"/>
                  <a:gd name="T49" fmla="*/ T48 w 31"/>
                  <a:gd name="T50" fmla="+- 0 3489 3441"/>
                  <a:gd name="T51" fmla="*/ 3489 h 56"/>
                  <a:gd name="T52" fmla="+- 0 3314 3310"/>
                  <a:gd name="T53" fmla="*/ T52 w 31"/>
                  <a:gd name="T54" fmla="+- 0 3489 3441"/>
                  <a:gd name="T55" fmla="*/ 348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1" h="56">
                    <a:moveTo>
                      <a:pt x="4" y="48"/>
                    </a:moveTo>
                    <a:lnTo>
                      <a:pt x="1" y="49"/>
                    </a:lnTo>
                    <a:lnTo>
                      <a:pt x="0" y="51"/>
                    </a:lnTo>
                    <a:lnTo>
                      <a:pt x="2" y="54"/>
                    </a:lnTo>
                    <a:lnTo>
                      <a:pt x="4" y="55"/>
                    </a:lnTo>
                    <a:lnTo>
                      <a:pt x="6" y="55"/>
                    </a:lnTo>
                    <a:lnTo>
                      <a:pt x="17" y="55"/>
                    </a:lnTo>
                    <a:lnTo>
                      <a:pt x="22" y="53"/>
                    </a:lnTo>
                    <a:lnTo>
                      <a:pt x="24" y="52"/>
                    </a:lnTo>
                    <a:lnTo>
                      <a:pt x="15" y="52"/>
                    </a:lnTo>
                    <a:lnTo>
                      <a:pt x="12" y="51"/>
                    </a:lnTo>
                    <a:lnTo>
                      <a:pt x="9" y="50"/>
                    </a:lnTo>
                    <a:lnTo>
                      <a:pt x="6" y="48"/>
                    </a:lnTo>
                    <a:lnTo>
                      <a:pt x="4"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6" name="Freeform 5232">
                <a:extLst>
                  <a:ext uri="{FF2B5EF4-FFF2-40B4-BE49-F238E27FC236}">
                    <a16:creationId xmlns:a16="http://schemas.microsoft.com/office/drawing/2014/main" id="{0601FAE4-DACA-D1BF-39E5-731DFF7BF1A3}"/>
                  </a:ext>
                </a:extLst>
              </p:cNvPr>
              <p:cNvSpPr>
                <a:spLocks/>
              </p:cNvSpPr>
              <p:nvPr/>
            </p:nvSpPr>
            <p:spPr bwMode="auto">
              <a:xfrm>
                <a:off x="3310" y="3441"/>
                <a:ext cx="31" cy="56"/>
              </a:xfrm>
              <a:custGeom>
                <a:avLst/>
                <a:gdLst>
                  <a:gd name="T0" fmla="+- 0 3336 3310"/>
                  <a:gd name="T1" fmla="*/ T0 w 31"/>
                  <a:gd name="T2" fmla="+- 0 3446 3441"/>
                  <a:gd name="T3" fmla="*/ 3446 h 56"/>
                  <a:gd name="T4" fmla="+- 0 3325 3310"/>
                  <a:gd name="T5" fmla="*/ T4 w 31"/>
                  <a:gd name="T6" fmla="+- 0 3446 3441"/>
                  <a:gd name="T7" fmla="*/ 3446 h 56"/>
                  <a:gd name="T8" fmla="+- 0 3327 3310"/>
                  <a:gd name="T9" fmla="*/ T8 w 31"/>
                  <a:gd name="T10" fmla="+- 0 3447 3441"/>
                  <a:gd name="T11" fmla="*/ 3447 h 56"/>
                  <a:gd name="T12" fmla="+- 0 3331 3310"/>
                  <a:gd name="T13" fmla="*/ T12 w 31"/>
                  <a:gd name="T14" fmla="+- 0 3450 3441"/>
                  <a:gd name="T15" fmla="*/ 3450 h 56"/>
                  <a:gd name="T16" fmla="+- 0 3331 3310"/>
                  <a:gd name="T17" fmla="*/ T16 w 31"/>
                  <a:gd name="T18" fmla="+- 0 3452 3441"/>
                  <a:gd name="T19" fmla="*/ 3452 h 56"/>
                  <a:gd name="T20" fmla="+- 0 3332 3310"/>
                  <a:gd name="T21" fmla="*/ T20 w 31"/>
                  <a:gd name="T22" fmla="+- 0 3457 3441"/>
                  <a:gd name="T23" fmla="*/ 3457 h 56"/>
                  <a:gd name="T24" fmla="+- 0 3331 3310"/>
                  <a:gd name="T25" fmla="*/ T24 w 31"/>
                  <a:gd name="T26" fmla="+- 0 3459 3441"/>
                  <a:gd name="T27" fmla="*/ 3459 h 56"/>
                  <a:gd name="T28" fmla="+- 0 3319 3310"/>
                  <a:gd name="T29" fmla="*/ T28 w 31"/>
                  <a:gd name="T30" fmla="+- 0 3467 3441"/>
                  <a:gd name="T31" fmla="*/ 3467 h 56"/>
                  <a:gd name="T32" fmla="+- 0 3319 3310"/>
                  <a:gd name="T33" fmla="*/ T32 w 31"/>
                  <a:gd name="T34" fmla="+- 0 3469 3441"/>
                  <a:gd name="T35" fmla="*/ 3469 h 56"/>
                  <a:gd name="T36" fmla="+- 0 3323 3310"/>
                  <a:gd name="T37" fmla="*/ T36 w 31"/>
                  <a:gd name="T38" fmla="+- 0 3469 3441"/>
                  <a:gd name="T39" fmla="*/ 3469 h 56"/>
                  <a:gd name="T40" fmla="+- 0 3325 3310"/>
                  <a:gd name="T41" fmla="*/ T40 w 31"/>
                  <a:gd name="T42" fmla="+- 0 3469 3441"/>
                  <a:gd name="T43" fmla="*/ 3469 h 56"/>
                  <a:gd name="T44" fmla="+- 0 3335 3310"/>
                  <a:gd name="T45" fmla="*/ T44 w 31"/>
                  <a:gd name="T46" fmla="+- 0 3480 3441"/>
                  <a:gd name="T47" fmla="*/ 3480 h 56"/>
                  <a:gd name="T48" fmla="+- 0 3335 3310"/>
                  <a:gd name="T49" fmla="*/ T48 w 31"/>
                  <a:gd name="T50" fmla="+- 0 3485 3441"/>
                  <a:gd name="T51" fmla="*/ 3485 h 56"/>
                  <a:gd name="T52" fmla="+- 0 3334 3310"/>
                  <a:gd name="T53" fmla="*/ T52 w 31"/>
                  <a:gd name="T54" fmla="+- 0 3487 3441"/>
                  <a:gd name="T55" fmla="*/ 3487 h 56"/>
                  <a:gd name="T56" fmla="+- 0 3330 3310"/>
                  <a:gd name="T57" fmla="*/ T56 w 31"/>
                  <a:gd name="T58" fmla="+- 0 3492 3441"/>
                  <a:gd name="T59" fmla="*/ 3492 h 56"/>
                  <a:gd name="T60" fmla="+- 0 3328 3310"/>
                  <a:gd name="T61" fmla="*/ T60 w 31"/>
                  <a:gd name="T62" fmla="+- 0 3493 3441"/>
                  <a:gd name="T63" fmla="*/ 3493 h 56"/>
                  <a:gd name="T64" fmla="+- 0 3334 3310"/>
                  <a:gd name="T65" fmla="*/ T64 w 31"/>
                  <a:gd name="T66" fmla="+- 0 3493 3441"/>
                  <a:gd name="T67" fmla="*/ 3493 h 56"/>
                  <a:gd name="T68" fmla="+- 0 3339 3310"/>
                  <a:gd name="T69" fmla="*/ T68 w 31"/>
                  <a:gd name="T70" fmla="+- 0 3486 3441"/>
                  <a:gd name="T71" fmla="*/ 3486 h 56"/>
                  <a:gd name="T72" fmla="+- 0 3341 3310"/>
                  <a:gd name="T73" fmla="*/ T72 w 31"/>
                  <a:gd name="T74" fmla="+- 0 3482 3441"/>
                  <a:gd name="T75" fmla="*/ 3482 h 56"/>
                  <a:gd name="T76" fmla="+- 0 3341 3310"/>
                  <a:gd name="T77" fmla="*/ T76 w 31"/>
                  <a:gd name="T78" fmla="+- 0 3474 3441"/>
                  <a:gd name="T79" fmla="*/ 3474 h 56"/>
                  <a:gd name="T80" fmla="+- 0 3340 3310"/>
                  <a:gd name="T81" fmla="*/ T80 w 31"/>
                  <a:gd name="T82" fmla="+- 0 3471 3441"/>
                  <a:gd name="T83" fmla="*/ 3471 h 56"/>
                  <a:gd name="T84" fmla="+- 0 3336 3310"/>
                  <a:gd name="T85" fmla="*/ T84 w 31"/>
                  <a:gd name="T86" fmla="+- 0 3467 3441"/>
                  <a:gd name="T87" fmla="*/ 3467 h 56"/>
                  <a:gd name="T88" fmla="+- 0 3334 3310"/>
                  <a:gd name="T89" fmla="*/ T88 w 31"/>
                  <a:gd name="T90" fmla="+- 0 3465 3441"/>
                  <a:gd name="T91" fmla="*/ 3465 h 56"/>
                  <a:gd name="T92" fmla="+- 0 3331 3310"/>
                  <a:gd name="T93" fmla="*/ T92 w 31"/>
                  <a:gd name="T94" fmla="+- 0 3464 3441"/>
                  <a:gd name="T95" fmla="*/ 3464 h 56"/>
                  <a:gd name="T96" fmla="+- 0 3336 3310"/>
                  <a:gd name="T97" fmla="*/ T96 w 31"/>
                  <a:gd name="T98" fmla="+- 0 3459 3441"/>
                  <a:gd name="T99" fmla="*/ 3459 h 56"/>
                  <a:gd name="T100" fmla="+- 0 3338 3310"/>
                  <a:gd name="T101" fmla="*/ T100 w 31"/>
                  <a:gd name="T102" fmla="+- 0 3455 3441"/>
                  <a:gd name="T103" fmla="*/ 3455 h 56"/>
                  <a:gd name="T104" fmla="+- 0 3338 3310"/>
                  <a:gd name="T105" fmla="*/ T104 w 31"/>
                  <a:gd name="T106" fmla="+- 0 3449 3441"/>
                  <a:gd name="T107" fmla="*/ 3449 h 56"/>
                  <a:gd name="T108" fmla="+- 0 3337 3310"/>
                  <a:gd name="T109" fmla="*/ T108 w 31"/>
                  <a:gd name="T110" fmla="+- 0 3447 3441"/>
                  <a:gd name="T111" fmla="*/ 3447 h 56"/>
                  <a:gd name="T112" fmla="+- 0 3336 3310"/>
                  <a:gd name="T113" fmla="*/ T112 w 31"/>
                  <a:gd name="T114" fmla="+- 0 3446 3441"/>
                  <a:gd name="T115" fmla="*/ 34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5"/>
                    </a:moveTo>
                    <a:lnTo>
                      <a:pt x="15" y="5"/>
                    </a:lnTo>
                    <a:lnTo>
                      <a:pt x="17" y="6"/>
                    </a:lnTo>
                    <a:lnTo>
                      <a:pt x="21" y="9"/>
                    </a:lnTo>
                    <a:lnTo>
                      <a:pt x="21" y="11"/>
                    </a:lnTo>
                    <a:lnTo>
                      <a:pt x="22" y="16"/>
                    </a:lnTo>
                    <a:lnTo>
                      <a:pt x="21" y="18"/>
                    </a:lnTo>
                    <a:lnTo>
                      <a:pt x="9" y="26"/>
                    </a:lnTo>
                    <a:lnTo>
                      <a:pt x="9" y="28"/>
                    </a:lnTo>
                    <a:lnTo>
                      <a:pt x="13" y="28"/>
                    </a:lnTo>
                    <a:lnTo>
                      <a:pt x="15" y="28"/>
                    </a:lnTo>
                    <a:lnTo>
                      <a:pt x="25" y="39"/>
                    </a:lnTo>
                    <a:lnTo>
                      <a:pt x="25" y="44"/>
                    </a:lnTo>
                    <a:lnTo>
                      <a:pt x="24" y="46"/>
                    </a:lnTo>
                    <a:lnTo>
                      <a:pt x="20" y="51"/>
                    </a:lnTo>
                    <a:lnTo>
                      <a:pt x="18" y="52"/>
                    </a:lnTo>
                    <a:lnTo>
                      <a:pt x="24" y="52"/>
                    </a:lnTo>
                    <a:lnTo>
                      <a:pt x="29" y="45"/>
                    </a:lnTo>
                    <a:lnTo>
                      <a:pt x="31" y="41"/>
                    </a:lnTo>
                    <a:lnTo>
                      <a:pt x="31" y="33"/>
                    </a:lnTo>
                    <a:lnTo>
                      <a:pt x="30" y="30"/>
                    </a:lnTo>
                    <a:lnTo>
                      <a:pt x="26" y="26"/>
                    </a:lnTo>
                    <a:lnTo>
                      <a:pt x="24" y="24"/>
                    </a:lnTo>
                    <a:lnTo>
                      <a:pt x="21" y="23"/>
                    </a:lnTo>
                    <a:lnTo>
                      <a:pt x="26" y="18"/>
                    </a:lnTo>
                    <a:lnTo>
                      <a:pt x="28" y="14"/>
                    </a:lnTo>
                    <a:lnTo>
                      <a:pt x="28" y="8"/>
                    </a:lnTo>
                    <a:lnTo>
                      <a:pt x="27" y="6"/>
                    </a:lnTo>
                    <a:lnTo>
                      <a:pt x="2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7" name="Freeform 5233">
                <a:extLst>
                  <a:ext uri="{FF2B5EF4-FFF2-40B4-BE49-F238E27FC236}">
                    <a16:creationId xmlns:a16="http://schemas.microsoft.com/office/drawing/2014/main" id="{FEFAC2B5-F2EE-FC06-ECA3-25A5A1717AFC}"/>
                  </a:ext>
                </a:extLst>
              </p:cNvPr>
              <p:cNvSpPr>
                <a:spLocks/>
              </p:cNvSpPr>
              <p:nvPr/>
            </p:nvSpPr>
            <p:spPr bwMode="auto">
              <a:xfrm>
                <a:off x="3310" y="3441"/>
                <a:ext cx="31" cy="56"/>
              </a:xfrm>
              <a:custGeom>
                <a:avLst/>
                <a:gdLst>
                  <a:gd name="T0" fmla="+- 0 3330 3310"/>
                  <a:gd name="T1" fmla="*/ T0 w 31"/>
                  <a:gd name="T2" fmla="+- 0 3441 3441"/>
                  <a:gd name="T3" fmla="*/ 3441 h 56"/>
                  <a:gd name="T4" fmla="+- 0 3322 3310"/>
                  <a:gd name="T5" fmla="*/ T4 w 31"/>
                  <a:gd name="T6" fmla="+- 0 3441 3441"/>
                  <a:gd name="T7" fmla="*/ 3441 h 56"/>
                  <a:gd name="T8" fmla="+- 0 3319 3310"/>
                  <a:gd name="T9" fmla="*/ T8 w 31"/>
                  <a:gd name="T10" fmla="+- 0 3442 3441"/>
                  <a:gd name="T11" fmla="*/ 3442 h 56"/>
                  <a:gd name="T12" fmla="+- 0 3315 3310"/>
                  <a:gd name="T13" fmla="*/ T12 w 31"/>
                  <a:gd name="T14" fmla="+- 0 3446 3441"/>
                  <a:gd name="T15" fmla="*/ 3446 h 56"/>
                  <a:gd name="T16" fmla="+- 0 3313 3310"/>
                  <a:gd name="T17" fmla="*/ T16 w 31"/>
                  <a:gd name="T18" fmla="+- 0 3448 3441"/>
                  <a:gd name="T19" fmla="*/ 3448 h 56"/>
                  <a:gd name="T20" fmla="+- 0 3311 3310"/>
                  <a:gd name="T21" fmla="*/ T20 w 31"/>
                  <a:gd name="T22" fmla="+- 0 3452 3441"/>
                  <a:gd name="T23" fmla="*/ 3452 h 56"/>
                  <a:gd name="T24" fmla="+- 0 3313 3310"/>
                  <a:gd name="T25" fmla="*/ T24 w 31"/>
                  <a:gd name="T26" fmla="+- 0 3453 3441"/>
                  <a:gd name="T27" fmla="*/ 3453 h 56"/>
                  <a:gd name="T28" fmla="+- 0 3315 3310"/>
                  <a:gd name="T29" fmla="*/ T28 w 31"/>
                  <a:gd name="T30" fmla="+- 0 3448 3441"/>
                  <a:gd name="T31" fmla="*/ 3448 h 56"/>
                  <a:gd name="T32" fmla="+- 0 3319 3310"/>
                  <a:gd name="T33" fmla="*/ T32 w 31"/>
                  <a:gd name="T34" fmla="+- 0 3446 3441"/>
                  <a:gd name="T35" fmla="*/ 3446 h 56"/>
                  <a:gd name="T36" fmla="+- 0 3336 3310"/>
                  <a:gd name="T37" fmla="*/ T36 w 31"/>
                  <a:gd name="T38" fmla="+- 0 3446 3441"/>
                  <a:gd name="T39" fmla="*/ 3446 h 56"/>
                  <a:gd name="T40" fmla="+- 0 3333 3310"/>
                  <a:gd name="T41" fmla="*/ T40 w 31"/>
                  <a:gd name="T42" fmla="+- 0 3442 3441"/>
                  <a:gd name="T43" fmla="*/ 3442 h 56"/>
                  <a:gd name="T44" fmla="+- 0 3330 3310"/>
                  <a:gd name="T45" fmla="*/ T44 w 31"/>
                  <a:gd name="T46" fmla="+- 0 3441 3441"/>
                  <a:gd name="T47"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20" y="0"/>
                    </a:moveTo>
                    <a:lnTo>
                      <a:pt x="12" y="0"/>
                    </a:lnTo>
                    <a:lnTo>
                      <a:pt x="9" y="1"/>
                    </a:lnTo>
                    <a:lnTo>
                      <a:pt x="5" y="5"/>
                    </a:lnTo>
                    <a:lnTo>
                      <a:pt x="3" y="7"/>
                    </a:lnTo>
                    <a:lnTo>
                      <a:pt x="1" y="11"/>
                    </a:lnTo>
                    <a:lnTo>
                      <a:pt x="3" y="12"/>
                    </a:lnTo>
                    <a:lnTo>
                      <a:pt x="5" y="7"/>
                    </a:lnTo>
                    <a:lnTo>
                      <a:pt x="9" y="5"/>
                    </a:lnTo>
                    <a:lnTo>
                      <a:pt x="26" y="5"/>
                    </a:lnTo>
                    <a:lnTo>
                      <a:pt x="23" y="1"/>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0" name="Group 309">
              <a:extLst>
                <a:ext uri="{FF2B5EF4-FFF2-40B4-BE49-F238E27FC236}">
                  <a16:creationId xmlns:a16="http://schemas.microsoft.com/office/drawing/2014/main" id="{FFEF6C66-0216-EE95-A99C-DB3EE28F1E25}"/>
                </a:ext>
              </a:extLst>
            </p:cNvPr>
            <p:cNvGrpSpPr>
              <a:grpSpLocks/>
            </p:cNvGrpSpPr>
            <p:nvPr/>
          </p:nvGrpSpPr>
          <p:grpSpPr bwMode="auto">
            <a:xfrm>
              <a:off x="3766" y="3441"/>
              <a:ext cx="35" cy="56"/>
              <a:chOff x="3766" y="3441"/>
              <a:chExt cx="35" cy="56"/>
            </a:xfrm>
          </p:grpSpPr>
          <p:sp>
            <p:nvSpPr>
              <p:cNvPr id="1083" name="Freeform 5235">
                <a:extLst>
                  <a:ext uri="{FF2B5EF4-FFF2-40B4-BE49-F238E27FC236}">
                    <a16:creationId xmlns:a16="http://schemas.microsoft.com/office/drawing/2014/main" id="{405B16EA-10BD-A5A1-3A61-DE666CF35EC3}"/>
                  </a:ext>
                </a:extLst>
              </p:cNvPr>
              <p:cNvSpPr>
                <a:spLocks/>
              </p:cNvSpPr>
              <p:nvPr/>
            </p:nvSpPr>
            <p:spPr bwMode="auto">
              <a:xfrm>
                <a:off x="3766" y="3441"/>
                <a:ext cx="35" cy="56"/>
              </a:xfrm>
              <a:custGeom>
                <a:avLst/>
                <a:gdLst>
                  <a:gd name="T0" fmla="+- 0 3788 3766"/>
                  <a:gd name="T1" fmla="*/ T0 w 35"/>
                  <a:gd name="T2" fmla="+- 0 3441 3441"/>
                  <a:gd name="T3" fmla="*/ 3441 h 56"/>
                  <a:gd name="T4" fmla="+- 0 3781 3766"/>
                  <a:gd name="T5" fmla="*/ T4 w 35"/>
                  <a:gd name="T6" fmla="+- 0 3441 3441"/>
                  <a:gd name="T7" fmla="*/ 3441 h 56"/>
                  <a:gd name="T8" fmla="+- 0 3779 3766"/>
                  <a:gd name="T9" fmla="*/ T8 w 35"/>
                  <a:gd name="T10" fmla="+- 0 3442 3441"/>
                  <a:gd name="T11" fmla="*/ 3442 h 56"/>
                  <a:gd name="T12" fmla="+- 0 3773 3766"/>
                  <a:gd name="T13" fmla="*/ T12 w 35"/>
                  <a:gd name="T14" fmla="+- 0 3445 3441"/>
                  <a:gd name="T15" fmla="*/ 3445 h 56"/>
                  <a:gd name="T16" fmla="+- 0 3771 3766"/>
                  <a:gd name="T17" fmla="*/ T16 w 35"/>
                  <a:gd name="T18" fmla="+- 0 3449 3441"/>
                  <a:gd name="T19" fmla="*/ 3449 h 56"/>
                  <a:gd name="T20" fmla="+- 0 3767 3766"/>
                  <a:gd name="T21" fmla="*/ T20 w 35"/>
                  <a:gd name="T22" fmla="+- 0 3457 3441"/>
                  <a:gd name="T23" fmla="*/ 3457 h 56"/>
                  <a:gd name="T24" fmla="+- 0 3766 3766"/>
                  <a:gd name="T25" fmla="*/ T24 w 35"/>
                  <a:gd name="T26" fmla="+- 0 3463 3441"/>
                  <a:gd name="T27" fmla="*/ 3463 h 56"/>
                  <a:gd name="T28" fmla="+- 0 3766 3766"/>
                  <a:gd name="T29" fmla="*/ T28 w 35"/>
                  <a:gd name="T30" fmla="+- 0 3476 3441"/>
                  <a:gd name="T31" fmla="*/ 3476 h 56"/>
                  <a:gd name="T32" fmla="+- 0 3768 3766"/>
                  <a:gd name="T33" fmla="*/ T32 w 35"/>
                  <a:gd name="T34" fmla="+- 0 3482 3441"/>
                  <a:gd name="T35" fmla="*/ 3482 h 56"/>
                  <a:gd name="T36" fmla="+- 0 3774 3766"/>
                  <a:gd name="T37" fmla="*/ T36 w 35"/>
                  <a:gd name="T38" fmla="+- 0 3493 3441"/>
                  <a:gd name="T39" fmla="*/ 3493 h 56"/>
                  <a:gd name="T40" fmla="+- 0 3778 3766"/>
                  <a:gd name="T41" fmla="*/ T40 w 35"/>
                  <a:gd name="T42" fmla="+- 0 3496 3441"/>
                  <a:gd name="T43" fmla="*/ 3496 h 56"/>
                  <a:gd name="T44" fmla="+- 0 3786 3766"/>
                  <a:gd name="T45" fmla="*/ T44 w 35"/>
                  <a:gd name="T46" fmla="+- 0 3496 3441"/>
                  <a:gd name="T47" fmla="*/ 3496 h 56"/>
                  <a:gd name="T48" fmla="+- 0 3788 3766"/>
                  <a:gd name="T49" fmla="*/ T48 w 35"/>
                  <a:gd name="T50" fmla="+- 0 3495 3441"/>
                  <a:gd name="T51" fmla="*/ 3495 h 56"/>
                  <a:gd name="T52" fmla="+- 0 3791 3766"/>
                  <a:gd name="T53" fmla="*/ T52 w 35"/>
                  <a:gd name="T54" fmla="+- 0 3494 3441"/>
                  <a:gd name="T55" fmla="*/ 3494 h 56"/>
                  <a:gd name="T56" fmla="+- 0 3780 3766"/>
                  <a:gd name="T57" fmla="*/ T56 w 35"/>
                  <a:gd name="T58" fmla="+- 0 3494 3441"/>
                  <a:gd name="T59" fmla="*/ 3494 h 56"/>
                  <a:gd name="T60" fmla="+- 0 3778 3766"/>
                  <a:gd name="T61" fmla="*/ T60 w 35"/>
                  <a:gd name="T62" fmla="+- 0 3492 3441"/>
                  <a:gd name="T63" fmla="*/ 3492 h 56"/>
                  <a:gd name="T64" fmla="+- 0 3777 3766"/>
                  <a:gd name="T65" fmla="*/ T64 w 35"/>
                  <a:gd name="T66" fmla="+- 0 3488 3441"/>
                  <a:gd name="T67" fmla="*/ 3488 h 56"/>
                  <a:gd name="T68" fmla="+- 0 3775 3766"/>
                  <a:gd name="T69" fmla="*/ T68 w 35"/>
                  <a:gd name="T70" fmla="+- 0 3483 3441"/>
                  <a:gd name="T71" fmla="*/ 3483 h 56"/>
                  <a:gd name="T72" fmla="+- 0 3774 3766"/>
                  <a:gd name="T73" fmla="*/ T72 w 35"/>
                  <a:gd name="T74" fmla="+- 0 3477 3441"/>
                  <a:gd name="T75" fmla="*/ 3477 h 56"/>
                  <a:gd name="T76" fmla="+- 0 3784 3766"/>
                  <a:gd name="T77" fmla="*/ T76 w 35"/>
                  <a:gd name="T78" fmla="+- 0 3443 3441"/>
                  <a:gd name="T79" fmla="*/ 3443 h 56"/>
                  <a:gd name="T80" fmla="+- 0 3792 3766"/>
                  <a:gd name="T81" fmla="*/ T80 w 35"/>
                  <a:gd name="T82" fmla="+- 0 3443 3441"/>
                  <a:gd name="T83" fmla="*/ 3443 h 56"/>
                  <a:gd name="T84" fmla="+- 0 3791 3766"/>
                  <a:gd name="T85" fmla="*/ T84 w 35"/>
                  <a:gd name="T86" fmla="+- 0 3443 3441"/>
                  <a:gd name="T87" fmla="*/ 3443 h 56"/>
                  <a:gd name="T88" fmla="+- 0 3788 3766"/>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4" name="Freeform 5236">
                <a:extLst>
                  <a:ext uri="{FF2B5EF4-FFF2-40B4-BE49-F238E27FC236}">
                    <a16:creationId xmlns:a16="http://schemas.microsoft.com/office/drawing/2014/main" id="{C9EA4BD7-D0DC-0EEA-31B3-27069054F4FD}"/>
                  </a:ext>
                </a:extLst>
              </p:cNvPr>
              <p:cNvSpPr>
                <a:spLocks/>
              </p:cNvSpPr>
              <p:nvPr/>
            </p:nvSpPr>
            <p:spPr bwMode="auto">
              <a:xfrm>
                <a:off x="3766" y="3441"/>
                <a:ext cx="35" cy="56"/>
              </a:xfrm>
              <a:custGeom>
                <a:avLst/>
                <a:gdLst>
                  <a:gd name="T0" fmla="+- 0 3792 3766"/>
                  <a:gd name="T1" fmla="*/ T0 w 35"/>
                  <a:gd name="T2" fmla="+- 0 3443 3441"/>
                  <a:gd name="T3" fmla="*/ 3443 h 56"/>
                  <a:gd name="T4" fmla="+- 0 3784 3766"/>
                  <a:gd name="T5" fmla="*/ T4 w 35"/>
                  <a:gd name="T6" fmla="+- 0 3443 3441"/>
                  <a:gd name="T7" fmla="*/ 3443 h 56"/>
                  <a:gd name="T8" fmla="+- 0 3787 3766"/>
                  <a:gd name="T9" fmla="*/ T8 w 35"/>
                  <a:gd name="T10" fmla="+- 0 3445 3441"/>
                  <a:gd name="T11" fmla="*/ 3445 h 56"/>
                  <a:gd name="T12" fmla="+- 0 3789 3766"/>
                  <a:gd name="T13" fmla="*/ T12 w 35"/>
                  <a:gd name="T14" fmla="+- 0 3446 3441"/>
                  <a:gd name="T15" fmla="*/ 3446 h 56"/>
                  <a:gd name="T16" fmla="+- 0 3790 3766"/>
                  <a:gd name="T17" fmla="*/ T16 w 35"/>
                  <a:gd name="T18" fmla="+- 0 3448 3441"/>
                  <a:gd name="T19" fmla="*/ 3448 h 56"/>
                  <a:gd name="T20" fmla="+- 0 3792 3766"/>
                  <a:gd name="T21" fmla="*/ T20 w 35"/>
                  <a:gd name="T22" fmla="+- 0 3455 3441"/>
                  <a:gd name="T23" fmla="*/ 3455 h 56"/>
                  <a:gd name="T24" fmla="+- 0 3793 3766"/>
                  <a:gd name="T25" fmla="*/ T24 w 35"/>
                  <a:gd name="T26" fmla="+- 0 3457 3441"/>
                  <a:gd name="T27" fmla="*/ 3457 h 56"/>
                  <a:gd name="T28" fmla="+- 0 3793 3766"/>
                  <a:gd name="T29" fmla="*/ T28 w 35"/>
                  <a:gd name="T30" fmla="+- 0 3476 3441"/>
                  <a:gd name="T31" fmla="*/ 3476 h 56"/>
                  <a:gd name="T32" fmla="+- 0 3792 3766"/>
                  <a:gd name="T33" fmla="*/ T32 w 35"/>
                  <a:gd name="T34" fmla="+- 0 3481 3441"/>
                  <a:gd name="T35" fmla="*/ 3481 h 56"/>
                  <a:gd name="T36" fmla="+- 0 3790 3766"/>
                  <a:gd name="T37" fmla="*/ T36 w 35"/>
                  <a:gd name="T38" fmla="+- 0 3488 3441"/>
                  <a:gd name="T39" fmla="*/ 3488 h 56"/>
                  <a:gd name="T40" fmla="+- 0 3789 3766"/>
                  <a:gd name="T41" fmla="*/ T40 w 35"/>
                  <a:gd name="T42" fmla="+- 0 3490 3441"/>
                  <a:gd name="T43" fmla="*/ 3490 h 56"/>
                  <a:gd name="T44" fmla="+- 0 3788 3766"/>
                  <a:gd name="T45" fmla="*/ T44 w 35"/>
                  <a:gd name="T46" fmla="+- 0 3492 3441"/>
                  <a:gd name="T47" fmla="*/ 3492 h 56"/>
                  <a:gd name="T48" fmla="+- 0 3783 3766"/>
                  <a:gd name="T49" fmla="*/ T48 w 35"/>
                  <a:gd name="T50" fmla="+- 0 3494 3441"/>
                  <a:gd name="T51" fmla="*/ 3494 h 56"/>
                  <a:gd name="T52" fmla="+- 0 3791 3766"/>
                  <a:gd name="T53" fmla="*/ T52 w 35"/>
                  <a:gd name="T54" fmla="+- 0 3494 3441"/>
                  <a:gd name="T55" fmla="*/ 3494 h 56"/>
                  <a:gd name="T56" fmla="+- 0 3794 3766"/>
                  <a:gd name="T57" fmla="*/ T56 w 35"/>
                  <a:gd name="T58" fmla="+- 0 3491 3441"/>
                  <a:gd name="T59" fmla="*/ 3491 h 56"/>
                  <a:gd name="T60" fmla="+- 0 3796 3766"/>
                  <a:gd name="T61" fmla="*/ T60 w 35"/>
                  <a:gd name="T62" fmla="+- 0 3488 3441"/>
                  <a:gd name="T63" fmla="*/ 3488 h 56"/>
                  <a:gd name="T64" fmla="+- 0 3798 3766"/>
                  <a:gd name="T65" fmla="*/ T64 w 35"/>
                  <a:gd name="T66" fmla="+- 0 3484 3441"/>
                  <a:gd name="T67" fmla="*/ 3484 h 56"/>
                  <a:gd name="T68" fmla="+- 0 3800 3766"/>
                  <a:gd name="T69" fmla="*/ T68 w 35"/>
                  <a:gd name="T70" fmla="+- 0 3479 3441"/>
                  <a:gd name="T71" fmla="*/ 3479 h 56"/>
                  <a:gd name="T72" fmla="+- 0 3801 3766"/>
                  <a:gd name="T73" fmla="*/ T72 w 35"/>
                  <a:gd name="T74" fmla="+- 0 3474 3441"/>
                  <a:gd name="T75" fmla="*/ 3474 h 56"/>
                  <a:gd name="T76" fmla="+- 0 3801 3766"/>
                  <a:gd name="T77" fmla="*/ T76 w 35"/>
                  <a:gd name="T78" fmla="+- 0 3459 3441"/>
                  <a:gd name="T79" fmla="*/ 3459 h 56"/>
                  <a:gd name="T80" fmla="+- 0 3799 3766"/>
                  <a:gd name="T81" fmla="*/ T80 w 35"/>
                  <a:gd name="T82" fmla="+- 0 3452 3441"/>
                  <a:gd name="T83" fmla="*/ 3452 h 56"/>
                  <a:gd name="T84" fmla="+- 0 3792 3766"/>
                  <a:gd name="T85" fmla="*/ T84 w 35"/>
                  <a:gd name="T86" fmla="+- 0 3443 3441"/>
                  <a:gd name="T8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6" y="2"/>
                    </a:moveTo>
                    <a:lnTo>
                      <a:pt x="18" y="2"/>
                    </a:lnTo>
                    <a:lnTo>
                      <a:pt x="21" y="4"/>
                    </a:lnTo>
                    <a:lnTo>
                      <a:pt x="23" y="5"/>
                    </a:lnTo>
                    <a:lnTo>
                      <a:pt x="24" y="7"/>
                    </a:lnTo>
                    <a:lnTo>
                      <a:pt x="26" y="14"/>
                    </a:lnTo>
                    <a:lnTo>
                      <a:pt x="27" y="16"/>
                    </a:lnTo>
                    <a:lnTo>
                      <a:pt x="27" y="35"/>
                    </a:lnTo>
                    <a:lnTo>
                      <a:pt x="26" y="40"/>
                    </a:lnTo>
                    <a:lnTo>
                      <a:pt x="24" y="47"/>
                    </a:lnTo>
                    <a:lnTo>
                      <a:pt x="23" y="49"/>
                    </a:lnTo>
                    <a:lnTo>
                      <a:pt x="22" y="51"/>
                    </a:lnTo>
                    <a:lnTo>
                      <a:pt x="17" y="53"/>
                    </a:lnTo>
                    <a:lnTo>
                      <a:pt x="25" y="53"/>
                    </a:lnTo>
                    <a:lnTo>
                      <a:pt x="28" y="50"/>
                    </a:lnTo>
                    <a:lnTo>
                      <a:pt x="30" y="47"/>
                    </a:lnTo>
                    <a:lnTo>
                      <a:pt x="32" y="43"/>
                    </a:lnTo>
                    <a:lnTo>
                      <a:pt x="34" y="38"/>
                    </a:lnTo>
                    <a:lnTo>
                      <a:pt x="35" y="3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1" name="Group 310">
              <a:extLst>
                <a:ext uri="{FF2B5EF4-FFF2-40B4-BE49-F238E27FC236}">
                  <a16:creationId xmlns:a16="http://schemas.microsoft.com/office/drawing/2014/main" id="{0A160956-A489-485F-1245-1B13B33B8736}"/>
                </a:ext>
              </a:extLst>
            </p:cNvPr>
            <p:cNvGrpSpPr>
              <a:grpSpLocks/>
            </p:cNvGrpSpPr>
            <p:nvPr/>
          </p:nvGrpSpPr>
          <p:grpSpPr bwMode="auto">
            <a:xfrm>
              <a:off x="4185" y="3441"/>
              <a:ext cx="72" cy="56"/>
              <a:chOff x="4185" y="3441"/>
              <a:chExt cx="72" cy="56"/>
            </a:xfrm>
          </p:grpSpPr>
          <p:sp>
            <p:nvSpPr>
              <p:cNvPr id="1077" name="Freeform 5238">
                <a:extLst>
                  <a:ext uri="{FF2B5EF4-FFF2-40B4-BE49-F238E27FC236}">
                    <a16:creationId xmlns:a16="http://schemas.microsoft.com/office/drawing/2014/main" id="{FAB373F1-4550-DC20-3B40-DD8A6E3E0244}"/>
                  </a:ext>
                </a:extLst>
              </p:cNvPr>
              <p:cNvSpPr>
                <a:spLocks/>
              </p:cNvSpPr>
              <p:nvPr/>
            </p:nvSpPr>
            <p:spPr bwMode="auto">
              <a:xfrm>
                <a:off x="4185" y="3441"/>
                <a:ext cx="72" cy="56"/>
              </a:xfrm>
              <a:custGeom>
                <a:avLst/>
                <a:gdLst>
                  <a:gd name="T0" fmla="+- 0 4218 4185"/>
                  <a:gd name="T1" fmla="*/ T0 w 72"/>
                  <a:gd name="T2" fmla="+- 0 3472 3441"/>
                  <a:gd name="T3" fmla="*/ 3472 h 56"/>
                  <a:gd name="T4" fmla="+- 0 4210 4185"/>
                  <a:gd name="T5" fmla="*/ T4 w 72"/>
                  <a:gd name="T6" fmla="+- 0 3472 3441"/>
                  <a:gd name="T7" fmla="*/ 3472 h 56"/>
                  <a:gd name="T8" fmla="+- 0 4209 4185"/>
                  <a:gd name="T9" fmla="*/ T8 w 72"/>
                  <a:gd name="T10" fmla="+- 0 3476 3441"/>
                  <a:gd name="T11" fmla="*/ 3476 h 56"/>
                  <a:gd name="T12" fmla="+- 0 4207 4185"/>
                  <a:gd name="T13" fmla="*/ T12 w 72"/>
                  <a:gd name="T14" fmla="+- 0 3481 3441"/>
                  <a:gd name="T15" fmla="*/ 3481 h 56"/>
                  <a:gd name="T16" fmla="+- 0 4186 4185"/>
                  <a:gd name="T17" fmla="*/ T16 w 72"/>
                  <a:gd name="T18" fmla="+- 0 3495 3441"/>
                  <a:gd name="T19" fmla="*/ 3495 h 56"/>
                  <a:gd name="T20" fmla="+- 0 4186 4185"/>
                  <a:gd name="T21" fmla="*/ T20 w 72"/>
                  <a:gd name="T22" fmla="+- 0 3496 3441"/>
                  <a:gd name="T23" fmla="*/ 3496 h 56"/>
                  <a:gd name="T24" fmla="+- 0 4194 4185"/>
                  <a:gd name="T25" fmla="*/ T24 w 72"/>
                  <a:gd name="T26" fmla="+- 0 3496 3441"/>
                  <a:gd name="T27" fmla="*/ 3496 h 56"/>
                  <a:gd name="T28" fmla="+- 0 4198 4185"/>
                  <a:gd name="T29" fmla="*/ T28 w 72"/>
                  <a:gd name="T30" fmla="+- 0 3495 3441"/>
                  <a:gd name="T31" fmla="*/ 3495 h 56"/>
                  <a:gd name="T32" fmla="+- 0 4202 4185"/>
                  <a:gd name="T33" fmla="*/ T32 w 72"/>
                  <a:gd name="T34" fmla="+- 0 3492 3441"/>
                  <a:gd name="T35" fmla="*/ 3492 h 56"/>
                  <a:gd name="T36" fmla="+- 0 4208 4185"/>
                  <a:gd name="T37" fmla="*/ T36 w 72"/>
                  <a:gd name="T38" fmla="+- 0 3489 3441"/>
                  <a:gd name="T39" fmla="*/ 3489 h 56"/>
                  <a:gd name="T40" fmla="+- 0 4212 4185"/>
                  <a:gd name="T41" fmla="*/ T40 w 72"/>
                  <a:gd name="T42" fmla="+- 0 3484 3441"/>
                  <a:gd name="T43" fmla="*/ 3484 h 56"/>
                  <a:gd name="T44" fmla="+- 0 4217 4185"/>
                  <a:gd name="T45" fmla="*/ T44 w 72"/>
                  <a:gd name="T46" fmla="+- 0 3474 3441"/>
                  <a:gd name="T47" fmla="*/ 3474 h 56"/>
                  <a:gd name="T48" fmla="+- 0 4218 4185"/>
                  <a:gd name="T49" fmla="*/ T48 w 72"/>
                  <a:gd name="T50" fmla="+- 0 3472 3441"/>
                  <a:gd name="T51" fmla="*/ 347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72" h="56">
                    <a:moveTo>
                      <a:pt x="33" y="31"/>
                    </a:moveTo>
                    <a:lnTo>
                      <a:pt x="25" y="31"/>
                    </a:lnTo>
                    <a:lnTo>
                      <a:pt x="24" y="35"/>
                    </a:lnTo>
                    <a:lnTo>
                      <a:pt x="22" y="40"/>
                    </a:lnTo>
                    <a:lnTo>
                      <a:pt x="1" y="54"/>
                    </a:lnTo>
                    <a:lnTo>
                      <a:pt x="1" y="55"/>
                    </a:lnTo>
                    <a:lnTo>
                      <a:pt x="9" y="55"/>
                    </a:lnTo>
                    <a:lnTo>
                      <a:pt x="13" y="54"/>
                    </a:lnTo>
                    <a:lnTo>
                      <a:pt x="17" y="51"/>
                    </a:lnTo>
                    <a:lnTo>
                      <a:pt x="23" y="48"/>
                    </a:lnTo>
                    <a:lnTo>
                      <a:pt x="27" y="43"/>
                    </a:lnTo>
                    <a:lnTo>
                      <a:pt x="32"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8" name="Freeform 5239">
                <a:extLst>
                  <a:ext uri="{FF2B5EF4-FFF2-40B4-BE49-F238E27FC236}">
                    <a16:creationId xmlns:a16="http://schemas.microsoft.com/office/drawing/2014/main" id="{A54E5E9B-908C-84B2-AD93-B9B6C8D12805}"/>
                  </a:ext>
                </a:extLst>
              </p:cNvPr>
              <p:cNvSpPr>
                <a:spLocks/>
              </p:cNvSpPr>
              <p:nvPr/>
            </p:nvSpPr>
            <p:spPr bwMode="auto">
              <a:xfrm>
                <a:off x="4185" y="3441"/>
                <a:ext cx="72" cy="56"/>
              </a:xfrm>
              <a:custGeom>
                <a:avLst/>
                <a:gdLst>
                  <a:gd name="T0" fmla="+- 0 4206 4185"/>
                  <a:gd name="T1" fmla="*/ T0 w 72"/>
                  <a:gd name="T2" fmla="+- 0 3441 3441"/>
                  <a:gd name="T3" fmla="*/ 3441 h 56"/>
                  <a:gd name="T4" fmla="+- 0 4197 4185"/>
                  <a:gd name="T5" fmla="*/ T4 w 72"/>
                  <a:gd name="T6" fmla="+- 0 3441 3441"/>
                  <a:gd name="T7" fmla="*/ 3441 h 56"/>
                  <a:gd name="T8" fmla="+- 0 4192 4185"/>
                  <a:gd name="T9" fmla="*/ T8 w 72"/>
                  <a:gd name="T10" fmla="+- 0 3443 3441"/>
                  <a:gd name="T11" fmla="*/ 3443 h 56"/>
                  <a:gd name="T12" fmla="+- 0 4187 4185"/>
                  <a:gd name="T13" fmla="*/ T12 w 72"/>
                  <a:gd name="T14" fmla="+- 0 3451 3441"/>
                  <a:gd name="T15" fmla="*/ 3451 h 56"/>
                  <a:gd name="T16" fmla="+- 0 4185 4185"/>
                  <a:gd name="T17" fmla="*/ T16 w 72"/>
                  <a:gd name="T18" fmla="+- 0 3455 3441"/>
                  <a:gd name="T19" fmla="*/ 3455 h 56"/>
                  <a:gd name="T20" fmla="+- 0 4185 4185"/>
                  <a:gd name="T21" fmla="*/ T20 w 72"/>
                  <a:gd name="T22" fmla="+- 0 3465 3441"/>
                  <a:gd name="T23" fmla="*/ 3465 h 56"/>
                  <a:gd name="T24" fmla="+- 0 4187 4185"/>
                  <a:gd name="T25" fmla="*/ T24 w 72"/>
                  <a:gd name="T26" fmla="+- 0 3468 3441"/>
                  <a:gd name="T27" fmla="*/ 3468 h 56"/>
                  <a:gd name="T28" fmla="+- 0 4192 4185"/>
                  <a:gd name="T29" fmla="*/ T28 w 72"/>
                  <a:gd name="T30" fmla="+- 0 3474 3441"/>
                  <a:gd name="T31" fmla="*/ 3474 h 56"/>
                  <a:gd name="T32" fmla="+- 0 4195 4185"/>
                  <a:gd name="T33" fmla="*/ T32 w 72"/>
                  <a:gd name="T34" fmla="+- 0 3476 3441"/>
                  <a:gd name="T35" fmla="*/ 3476 h 56"/>
                  <a:gd name="T36" fmla="+- 0 4202 4185"/>
                  <a:gd name="T37" fmla="*/ T36 w 72"/>
                  <a:gd name="T38" fmla="+- 0 3476 3441"/>
                  <a:gd name="T39" fmla="*/ 3476 h 56"/>
                  <a:gd name="T40" fmla="+- 0 4206 4185"/>
                  <a:gd name="T41" fmla="*/ T40 w 72"/>
                  <a:gd name="T42" fmla="+- 0 3474 3441"/>
                  <a:gd name="T43" fmla="*/ 3474 h 56"/>
                  <a:gd name="T44" fmla="+- 0 4209 4185"/>
                  <a:gd name="T45" fmla="*/ T44 w 72"/>
                  <a:gd name="T46" fmla="+- 0 3472 3441"/>
                  <a:gd name="T47" fmla="*/ 3472 h 56"/>
                  <a:gd name="T48" fmla="+- 0 4200 4185"/>
                  <a:gd name="T49" fmla="*/ T48 w 72"/>
                  <a:gd name="T50" fmla="+- 0 3472 3441"/>
                  <a:gd name="T51" fmla="*/ 3472 h 56"/>
                  <a:gd name="T52" fmla="+- 0 4197 4185"/>
                  <a:gd name="T53" fmla="*/ T52 w 72"/>
                  <a:gd name="T54" fmla="+- 0 3471 3441"/>
                  <a:gd name="T55" fmla="*/ 3471 h 56"/>
                  <a:gd name="T56" fmla="+- 0 4195 4185"/>
                  <a:gd name="T57" fmla="*/ T56 w 72"/>
                  <a:gd name="T58" fmla="+- 0 3468 3441"/>
                  <a:gd name="T59" fmla="*/ 3468 h 56"/>
                  <a:gd name="T60" fmla="+- 0 4193 4185"/>
                  <a:gd name="T61" fmla="*/ T60 w 72"/>
                  <a:gd name="T62" fmla="+- 0 3466 3441"/>
                  <a:gd name="T63" fmla="*/ 3466 h 56"/>
                  <a:gd name="T64" fmla="+- 0 4192 4185"/>
                  <a:gd name="T65" fmla="*/ T64 w 72"/>
                  <a:gd name="T66" fmla="+- 0 3461 3441"/>
                  <a:gd name="T67" fmla="*/ 3461 h 56"/>
                  <a:gd name="T68" fmla="+- 0 4192 4185"/>
                  <a:gd name="T69" fmla="*/ T68 w 72"/>
                  <a:gd name="T70" fmla="+- 0 3451 3441"/>
                  <a:gd name="T71" fmla="*/ 3451 h 56"/>
                  <a:gd name="T72" fmla="+- 0 4193 4185"/>
                  <a:gd name="T73" fmla="*/ T72 w 72"/>
                  <a:gd name="T74" fmla="+- 0 3449 3441"/>
                  <a:gd name="T75" fmla="*/ 3449 h 56"/>
                  <a:gd name="T76" fmla="+- 0 4197 4185"/>
                  <a:gd name="T77" fmla="*/ T76 w 72"/>
                  <a:gd name="T78" fmla="+- 0 3444 3441"/>
                  <a:gd name="T79" fmla="*/ 3444 h 56"/>
                  <a:gd name="T80" fmla="+- 0 4199 4185"/>
                  <a:gd name="T81" fmla="*/ T80 w 72"/>
                  <a:gd name="T82" fmla="+- 0 3443 3441"/>
                  <a:gd name="T83" fmla="*/ 3443 h 56"/>
                  <a:gd name="T84" fmla="+- 0 4211 4185"/>
                  <a:gd name="T85" fmla="*/ T84 w 72"/>
                  <a:gd name="T86" fmla="+- 0 3443 3441"/>
                  <a:gd name="T87" fmla="*/ 3443 h 56"/>
                  <a:gd name="T88" fmla="+- 0 4210 4185"/>
                  <a:gd name="T89" fmla="*/ T88 w 72"/>
                  <a:gd name="T90" fmla="+- 0 3443 3441"/>
                  <a:gd name="T91" fmla="*/ 3443 h 56"/>
                  <a:gd name="T92" fmla="+- 0 4206 4185"/>
                  <a:gd name="T93" fmla="*/ T92 w 72"/>
                  <a:gd name="T94" fmla="+- 0 3441 3441"/>
                  <a:gd name="T95"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2" h="56">
                    <a:moveTo>
                      <a:pt x="21" y="0"/>
                    </a:moveTo>
                    <a:lnTo>
                      <a:pt x="12" y="0"/>
                    </a:lnTo>
                    <a:lnTo>
                      <a:pt x="7" y="2"/>
                    </a:lnTo>
                    <a:lnTo>
                      <a:pt x="2" y="10"/>
                    </a:lnTo>
                    <a:lnTo>
                      <a:pt x="0" y="14"/>
                    </a:lnTo>
                    <a:lnTo>
                      <a:pt x="0" y="24"/>
                    </a:lnTo>
                    <a:lnTo>
                      <a:pt x="2" y="27"/>
                    </a:lnTo>
                    <a:lnTo>
                      <a:pt x="7" y="33"/>
                    </a:lnTo>
                    <a:lnTo>
                      <a:pt x="10" y="35"/>
                    </a:lnTo>
                    <a:lnTo>
                      <a:pt x="17" y="35"/>
                    </a:lnTo>
                    <a:lnTo>
                      <a:pt x="21" y="33"/>
                    </a:lnTo>
                    <a:lnTo>
                      <a:pt x="24" y="31"/>
                    </a:lnTo>
                    <a:lnTo>
                      <a:pt x="15" y="31"/>
                    </a:lnTo>
                    <a:lnTo>
                      <a:pt x="12" y="30"/>
                    </a:lnTo>
                    <a:lnTo>
                      <a:pt x="10" y="27"/>
                    </a:lnTo>
                    <a:lnTo>
                      <a:pt x="8" y="25"/>
                    </a:lnTo>
                    <a:lnTo>
                      <a:pt x="7" y="20"/>
                    </a:lnTo>
                    <a:lnTo>
                      <a:pt x="7" y="10"/>
                    </a:lnTo>
                    <a:lnTo>
                      <a:pt x="8" y="8"/>
                    </a:lnTo>
                    <a:lnTo>
                      <a:pt x="12" y="3"/>
                    </a:lnTo>
                    <a:lnTo>
                      <a:pt x="14"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9" name="Freeform 5240">
                <a:extLst>
                  <a:ext uri="{FF2B5EF4-FFF2-40B4-BE49-F238E27FC236}">
                    <a16:creationId xmlns:a16="http://schemas.microsoft.com/office/drawing/2014/main" id="{979026B8-249C-C730-C390-DFE0B787442B}"/>
                  </a:ext>
                </a:extLst>
              </p:cNvPr>
              <p:cNvSpPr>
                <a:spLocks/>
              </p:cNvSpPr>
              <p:nvPr/>
            </p:nvSpPr>
            <p:spPr bwMode="auto">
              <a:xfrm>
                <a:off x="4185" y="3441"/>
                <a:ext cx="72" cy="56"/>
              </a:xfrm>
              <a:custGeom>
                <a:avLst/>
                <a:gdLst>
                  <a:gd name="T0" fmla="+- 0 4211 4185"/>
                  <a:gd name="T1" fmla="*/ T0 w 72"/>
                  <a:gd name="T2" fmla="+- 0 3443 3441"/>
                  <a:gd name="T3" fmla="*/ 3443 h 56"/>
                  <a:gd name="T4" fmla="+- 0 4203 4185"/>
                  <a:gd name="T5" fmla="*/ T4 w 72"/>
                  <a:gd name="T6" fmla="+- 0 3443 3441"/>
                  <a:gd name="T7" fmla="*/ 3443 h 56"/>
                  <a:gd name="T8" fmla="+- 0 4205 4185"/>
                  <a:gd name="T9" fmla="*/ T8 w 72"/>
                  <a:gd name="T10" fmla="+- 0 3444 3441"/>
                  <a:gd name="T11" fmla="*/ 3444 h 56"/>
                  <a:gd name="T12" fmla="+- 0 4208 4185"/>
                  <a:gd name="T13" fmla="*/ T12 w 72"/>
                  <a:gd name="T14" fmla="+- 0 3447 3441"/>
                  <a:gd name="T15" fmla="*/ 3447 h 56"/>
                  <a:gd name="T16" fmla="+- 0 4209 4185"/>
                  <a:gd name="T17" fmla="*/ T16 w 72"/>
                  <a:gd name="T18" fmla="+- 0 3449 3441"/>
                  <a:gd name="T19" fmla="*/ 3449 h 56"/>
                  <a:gd name="T20" fmla="+- 0 4211 4185"/>
                  <a:gd name="T21" fmla="*/ T20 w 72"/>
                  <a:gd name="T22" fmla="+- 0 3455 3441"/>
                  <a:gd name="T23" fmla="*/ 3455 h 56"/>
                  <a:gd name="T24" fmla="+- 0 4211 4185"/>
                  <a:gd name="T25" fmla="*/ T24 w 72"/>
                  <a:gd name="T26" fmla="+- 0 3456 3441"/>
                  <a:gd name="T27" fmla="*/ 3456 h 56"/>
                  <a:gd name="T28" fmla="+- 0 4211 4185"/>
                  <a:gd name="T29" fmla="*/ T28 w 72"/>
                  <a:gd name="T30" fmla="+- 0 3465 3441"/>
                  <a:gd name="T31" fmla="*/ 3465 h 56"/>
                  <a:gd name="T32" fmla="+- 0 4211 4185"/>
                  <a:gd name="T33" fmla="*/ T32 w 72"/>
                  <a:gd name="T34" fmla="+- 0 3466 3441"/>
                  <a:gd name="T35" fmla="*/ 3466 h 56"/>
                  <a:gd name="T36" fmla="+- 0 4211 4185"/>
                  <a:gd name="T37" fmla="*/ T36 w 72"/>
                  <a:gd name="T38" fmla="+- 0 3469 3441"/>
                  <a:gd name="T39" fmla="*/ 3469 h 56"/>
                  <a:gd name="T40" fmla="+- 0 4206 4185"/>
                  <a:gd name="T41" fmla="*/ T40 w 72"/>
                  <a:gd name="T42" fmla="+- 0 3471 3441"/>
                  <a:gd name="T43" fmla="*/ 3471 h 56"/>
                  <a:gd name="T44" fmla="+- 0 4202 4185"/>
                  <a:gd name="T45" fmla="*/ T44 w 72"/>
                  <a:gd name="T46" fmla="+- 0 3472 3441"/>
                  <a:gd name="T47" fmla="*/ 3472 h 56"/>
                  <a:gd name="T48" fmla="+- 0 4209 4185"/>
                  <a:gd name="T49" fmla="*/ T48 w 72"/>
                  <a:gd name="T50" fmla="+- 0 3472 3441"/>
                  <a:gd name="T51" fmla="*/ 3472 h 56"/>
                  <a:gd name="T52" fmla="+- 0 4210 4185"/>
                  <a:gd name="T53" fmla="*/ T52 w 72"/>
                  <a:gd name="T54" fmla="+- 0 3472 3441"/>
                  <a:gd name="T55" fmla="*/ 3472 h 56"/>
                  <a:gd name="T56" fmla="+- 0 4218 4185"/>
                  <a:gd name="T57" fmla="*/ T56 w 72"/>
                  <a:gd name="T58" fmla="+- 0 3472 3441"/>
                  <a:gd name="T59" fmla="*/ 3472 h 56"/>
                  <a:gd name="T60" fmla="+- 0 4219 4185"/>
                  <a:gd name="T61" fmla="*/ T60 w 72"/>
                  <a:gd name="T62" fmla="+- 0 3469 3441"/>
                  <a:gd name="T63" fmla="*/ 3469 h 56"/>
                  <a:gd name="T64" fmla="+- 0 4219 4185"/>
                  <a:gd name="T65" fmla="*/ T64 w 72"/>
                  <a:gd name="T66" fmla="+- 0 3456 3441"/>
                  <a:gd name="T67" fmla="*/ 3456 h 56"/>
                  <a:gd name="T68" fmla="+- 0 4217 4185"/>
                  <a:gd name="T69" fmla="*/ T68 w 72"/>
                  <a:gd name="T70" fmla="+- 0 3451 3441"/>
                  <a:gd name="T71" fmla="*/ 3451 h 56"/>
                  <a:gd name="T72" fmla="+- 0 4211 4185"/>
                  <a:gd name="T73" fmla="*/ T72 w 72"/>
                  <a:gd name="T74" fmla="+- 0 3443 3441"/>
                  <a:gd name="T75"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6" y="2"/>
                    </a:moveTo>
                    <a:lnTo>
                      <a:pt x="18" y="2"/>
                    </a:lnTo>
                    <a:lnTo>
                      <a:pt x="20" y="3"/>
                    </a:lnTo>
                    <a:lnTo>
                      <a:pt x="23" y="6"/>
                    </a:lnTo>
                    <a:lnTo>
                      <a:pt x="24" y="8"/>
                    </a:lnTo>
                    <a:lnTo>
                      <a:pt x="26" y="14"/>
                    </a:lnTo>
                    <a:lnTo>
                      <a:pt x="26" y="15"/>
                    </a:lnTo>
                    <a:lnTo>
                      <a:pt x="26" y="24"/>
                    </a:lnTo>
                    <a:lnTo>
                      <a:pt x="26" y="25"/>
                    </a:lnTo>
                    <a:lnTo>
                      <a:pt x="26" y="28"/>
                    </a:lnTo>
                    <a:lnTo>
                      <a:pt x="21" y="30"/>
                    </a:lnTo>
                    <a:lnTo>
                      <a:pt x="17" y="31"/>
                    </a:lnTo>
                    <a:lnTo>
                      <a:pt x="24" y="31"/>
                    </a:lnTo>
                    <a:lnTo>
                      <a:pt x="25" y="31"/>
                    </a:lnTo>
                    <a:lnTo>
                      <a:pt x="33" y="31"/>
                    </a:lnTo>
                    <a:lnTo>
                      <a:pt x="34" y="28"/>
                    </a:lnTo>
                    <a:lnTo>
                      <a:pt x="34" y="15"/>
                    </a:lnTo>
                    <a:lnTo>
                      <a:pt x="32" y="10"/>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0" name="Freeform 5241">
                <a:extLst>
                  <a:ext uri="{FF2B5EF4-FFF2-40B4-BE49-F238E27FC236}">
                    <a16:creationId xmlns:a16="http://schemas.microsoft.com/office/drawing/2014/main" id="{81AD69C9-3CF0-A3D4-75D2-A041659813A8}"/>
                  </a:ext>
                </a:extLst>
              </p:cNvPr>
              <p:cNvSpPr>
                <a:spLocks/>
              </p:cNvSpPr>
              <p:nvPr/>
            </p:nvSpPr>
            <p:spPr bwMode="auto">
              <a:xfrm>
                <a:off x="4185" y="3441"/>
                <a:ext cx="72" cy="56"/>
              </a:xfrm>
              <a:custGeom>
                <a:avLst/>
                <a:gdLst>
                  <a:gd name="T0" fmla="+- 0 4251 4185"/>
                  <a:gd name="T1" fmla="*/ T0 w 72"/>
                  <a:gd name="T2" fmla="+- 0 3447 3441"/>
                  <a:gd name="T3" fmla="*/ 3447 h 56"/>
                  <a:gd name="T4" fmla="+- 0 4239 4185"/>
                  <a:gd name="T5" fmla="*/ T4 w 72"/>
                  <a:gd name="T6" fmla="+- 0 3447 3441"/>
                  <a:gd name="T7" fmla="*/ 3447 h 56"/>
                  <a:gd name="T8" fmla="+- 0 4241 4185"/>
                  <a:gd name="T9" fmla="*/ T8 w 72"/>
                  <a:gd name="T10" fmla="+- 0 3448 3441"/>
                  <a:gd name="T11" fmla="*/ 3448 h 56"/>
                  <a:gd name="T12" fmla="+- 0 4245 4185"/>
                  <a:gd name="T13" fmla="*/ T12 w 72"/>
                  <a:gd name="T14" fmla="+- 0 3452 3441"/>
                  <a:gd name="T15" fmla="*/ 3452 h 56"/>
                  <a:gd name="T16" fmla="+- 0 4247 4185"/>
                  <a:gd name="T17" fmla="*/ T16 w 72"/>
                  <a:gd name="T18" fmla="+- 0 3455 3441"/>
                  <a:gd name="T19" fmla="*/ 3455 h 56"/>
                  <a:gd name="T20" fmla="+- 0 4247 4185"/>
                  <a:gd name="T21" fmla="*/ T20 w 72"/>
                  <a:gd name="T22" fmla="+- 0 3463 3441"/>
                  <a:gd name="T23" fmla="*/ 3463 h 56"/>
                  <a:gd name="T24" fmla="+- 0 4245 4185"/>
                  <a:gd name="T25" fmla="*/ T24 w 72"/>
                  <a:gd name="T26" fmla="+- 0 3468 3441"/>
                  <a:gd name="T27" fmla="*/ 3468 h 56"/>
                  <a:gd name="T28" fmla="+- 0 4237 4185"/>
                  <a:gd name="T29" fmla="*/ T28 w 72"/>
                  <a:gd name="T30" fmla="+- 0 3478 3441"/>
                  <a:gd name="T31" fmla="*/ 3478 h 56"/>
                  <a:gd name="T32" fmla="+- 0 4231 4185"/>
                  <a:gd name="T33" fmla="*/ T32 w 72"/>
                  <a:gd name="T34" fmla="+- 0 3485 3441"/>
                  <a:gd name="T35" fmla="*/ 3485 h 56"/>
                  <a:gd name="T36" fmla="+- 0 4221 4185"/>
                  <a:gd name="T37" fmla="*/ T36 w 72"/>
                  <a:gd name="T38" fmla="+- 0 3494 3441"/>
                  <a:gd name="T39" fmla="*/ 3494 h 56"/>
                  <a:gd name="T40" fmla="+- 0 4221 4185"/>
                  <a:gd name="T41" fmla="*/ T40 w 72"/>
                  <a:gd name="T42" fmla="+- 0 3495 3441"/>
                  <a:gd name="T43" fmla="*/ 3495 h 56"/>
                  <a:gd name="T44" fmla="+- 0 4253 4185"/>
                  <a:gd name="T45" fmla="*/ T44 w 72"/>
                  <a:gd name="T46" fmla="+- 0 3495 3441"/>
                  <a:gd name="T47" fmla="*/ 3495 h 56"/>
                  <a:gd name="T48" fmla="+- 0 4255 4185"/>
                  <a:gd name="T49" fmla="*/ T48 w 72"/>
                  <a:gd name="T50" fmla="+- 0 3489 3441"/>
                  <a:gd name="T51" fmla="*/ 3489 h 56"/>
                  <a:gd name="T52" fmla="+- 0 4230 4185"/>
                  <a:gd name="T53" fmla="*/ T52 w 72"/>
                  <a:gd name="T54" fmla="+- 0 3489 3441"/>
                  <a:gd name="T55" fmla="*/ 3489 h 56"/>
                  <a:gd name="T56" fmla="+- 0 4231 4185"/>
                  <a:gd name="T57" fmla="*/ T56 w 72"/>
                  <a:gd name="T58" fmla="+- 0 3488 3441"/>
                  <a:gd name="T59" fmla="*/ 3488 h 56"/>
                  <a:gd name="T60" fmla="+- 0 4253 4185"/>
                  <a:gd name="T61" fmla="*/ T60 w 72"/>
                  <a:gd name="T62" fmla="+- 0 3457 3441"/>
                  <a:gd name="T63" fmla="*/ 3457 h 56"/>
                  <a:gd name="T64" fmla="+- 0 4253 4185"/>
                  <a:gd name="T65" fmla="*/ T64 w 72"/>
                  <a:gd name="T66" fmla="+- 0 3451 3441"/>
                  <a:gd name="T67" fmla="*/ 3451 h 56"/>
                  <a:gd name="T68" fmla="+- 0 4252 4185"/>
                  <a:gd name="T69" fmla="*/ T68 w 72"/>
                  <a:gd name="T70" fmla="+- 0 3448 3441"/>
                  <a:gd name="T71" fmla="*/ 3448 h 56"/>
                  <a:gd name="T72" fmla="+- 0 4251 4185"/>
                  <a:gd name="T73" fmla="*/ T72 w 72"/>
                  <a:gd name="T74" fmla="+- 0 3447 3441"/>
                  <a:gd name="T75" fmla="*/ 344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66" y="6"/>
                    </a:moveTo>
                    <a:lnTo>
                      <a:pt x="54" y="6"/>
                    </a:lnTo>
                    <a:lnTo>
                      <a:pt x="56" y="7"/>
                    </a:lnTo>
                    <a:lnTo>
                      <a:pt x="60" y="11"/>
                    </a:lnTo>
                    <a:lnTo>
                      <a:pt x="62" y="14"/>
                    </a:lnTo>
                    <a:lnTo>
                      <a:pt x="62" y="22"/>
                    </a:lnTo>
                    <a:lnTo>
                      <a:pt x="60" y="27"/>
                    </a:lnTo>
                    <a:lnTo>
                      <a:pt x="52" y="37"/>
                    </a:lnTo>
                    <a:lnTo>
                      <a:pt x="46" y="44"/>
                    </a:lnTo>
                    <a:lnTo>
                      <a:pt x="36" y="53"/>
                    </a:lnTo>
                    <a:lnTo>
                      <a:pt x="36" y="54"/>
                    </a:lnTo>
                    <a:lnTo>
                      <a:pt x="68" y="54"/>
                    </a:lnTo>
                    <a:lnTo>
                      <a:pt x="70" y="48"/>
                    </a:lnTo>
                    <a:lnTo>
                      <a:pt x="45" y="48"/>
                    </a:lnTo>
                    <a:lnTo>
                      <a:pt x="46" y="47"/>
                    </a:lnTo>
                    <a:lnTo>
                      <a:pt x="68" y="16"/>
                    </a:lnTo>
                    <a:lnTo>
                      <a:pt x="68" y="10"/>
                    </a:lnTo>
                    <a:lnTo>
                      <a:pt x="67" y="7"/>
                    </a:lnTo>
                    <a:lnTo>
                      <a:pt x="6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1" name="Freeform 5242">
                <a:extLst>
                  <a:ext uri="{FF2B5EF4-FFF2-40B4-BE49-F238E27FC236}">
                    <a16:creationId xmlns:a16="http://schemas.microsoft.com/office/drawing/2014/main" id="{20CFD29B-9632-BDD3-8020-9019DF23FE50}"/>
                  </a:ext>
                </a:extLst>
              </p:cNvPr>
              <p:cNvSpPr>
                <a:spLocks/>
              </p:cNvSpPr>
              <p:nvPr/>
            </p:nvSpPr>
            <p:spPr bwMode="auto">
              <a:xfrm>
                <a:off x="4185" y="3441"/>
                <a:ext cx="72" cy="56"/>
              </a:xfrm>
              <a:custGeom>
                <a:avLst/>
                <a:gdLst>
                  <a:gd name="T0" fmla="+- 0 4257 4185"/>
                  <a:gd name="T1" fmla="*/ T0 w 72"/>
                  <a:gd name="T2" fmla="+- 0 3485 3441"/>
                  <a:gd name="T3" fmla="*/ 3485 h 56"/>
                  <a:gd name="T4" fmla="+- 0 4255 4185"/>
                  <a:gd name="T5" fmla="*/ T4 w 72"/>
                  <a:gd name="T6" fmla="+- 0 3485 3441"/>
                  <a:gd name="T7" fmla="*/ 3485 h 56"/>
                  <a:gd name="T8" fmla="+- 0 4253 4185"/>
                  <a:gd name="T9" fmla="*/ T8 w 72"/>
                  <a:gd name="T10" fmla="+- 0 3488 3441"/>
                  <a:gd name="T11" fmla="*/ 3488 h 56"/>
                  <a:gd name="T12" fmla="+- 0 4250 4185"/>
                  <a:gd name="T13" fmla="*/ T12 w 72"/>
                  <a:gd name="T14" fmla="+- 0 3489 3441"/>
                  <a:gd name="T15" fmla="*/ 3489 h 56"/>
                  <a:gd name="T16" fmla="+- 0 4248 4185"/>
                  <a:gd name="T17" fmla="*/ T16 w 72"/>
                  <a:gd name="T18" fmla="+- 0 3489 3441"/>
                  <a:gd name="T19" fmla="*/ 3489 h 56"/>
                  <a:gd name="T20" fmla="+- 0 4230 4185"/>
                  <a:gd name="T21" fmla="*/ T20 w 72"/>
                  <a:gd name="T22" fmla="+- 0 3489 3441"/>
                  <a:gd name="T23" fmla="*/ 3489 h 56"/>
                  <a:gd name="T24" fmla="+- 0 4255 4185"/>
                  <a:gd name="T25" fmla="*/ T24 w 72"/>
                  <a:gd name="T26" fmla="+- 0 3489 3441"/>
                  <a:gd name="T27" fmla="*/ 3489 h 56"/>
                  <a:gd name="T28" fmla="+- 0 4257 4185"/>
                  <a:gd name="T29" fmla="*/ T28 w 72"/>
                  <a:gd name="T30" fmla="+- 0 3485 3441"/>
                  <a:gd name="T31" fmla="*/ 3485 h 56"/>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72" h="56">
                    <a:moveTo>
                      <a:pt x="72" y="44"/>
                    </a:moveTo>
                    <a:lnTo>
                      <a:pt x="70" y="44"/>
                    </a:lnTo>
                    <a:lnTo>
                      <a:pt x="68" y="47"/>
                    </a:lnTo>
                    <a:lnTo>
                      <a:pt x="65" y="48"/>
                    </a:lnTo>
                    <a:lnTo>
                      <a:pt x="63" y="48"/>
                    </a:lnTo>
                    <a:lnTo>
                      <a:pt x="45" y="48"/>
                    </a:lnTo>
                    <a:lnTo>
                      <a:pt x="70" y="48"/>
                    </a:lnTo>
                    <a:lnTo>
                      <a:pt x="7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82" name="Freeform 5243">
                <a:extLst>
                  <a:ext uri="{FF2B5EF4-FFF2-40B4-BE49-F238E27FC236}">
                    <a16:creationId xmlns:a16="http://schemas.microsoft.com/office/drawing/2014/main" id="{A371CFB3-98C5-A73B-9A03-00CEF63F11A7}"/>
                  </a:ext>
                </a:extLst>
              </p:cNvPr>
              <p:cNvSpPr>
                <a:spLocks/>
              </p:cNvSpPr>
              <p:nvPr/>
            </p:nvSpPr>
            <p:spPr bwMode="auto">
              <a:xfrm>
                <a:off x="4185" y="3441"/>
                <a:ext cx="72" cy="56"/>
              </a:xfrm>
              <a:custGeom>
                <a:avLst/>
                <a:gdLst>
                  <a:gd name="T0" fmla="+- 0 4242 4185"/>
                  <a:gd name="T1" fmla="*/ T0 w 72"/>
                  <a:gd name="T2" fmla="+- 0 3441 3441"/>
                  <a:gd name="T3" fmla="*/ 3441 h 56"/>
                  <a:gd name="T4" fmla="+- 0 4234 4185"/>
                  <a:gd name="T5" fmla="*/ T4 w 72"/>
                  <a:gd name="T6" fmla="+- 0 3441 3441"/>
                  <a:gd name="T7" fmla="*/ 3441 h 56"/>
                  <a:gd name="T8" fmla="+- 0 4231 4185"/>
                  <a:gd name="T9" fmla="*/ T8 w 72"/>
                  <a:gd name="T10" fmla="+- 0 3442 3441"/>
                  <a:gd name="T11" fmla="*/ 3442 h 56"/>
                  <a:gd name="T12" fmla="+- 0 4225 4185"/>
                  <a:gd name="T13" fmla="*/ T12 w 72"/>
                  <a:gd name="T14" fmla="+- 0 3447 3441"/>
                  <a:gd name="T15" fmla="*/ 3447 h 56"/>
                  <a:gd name="T16" fmla="+- 0 4224 4185"/>
                  <a:gd name="T17" fmla="*/ T16 w 72"/>
                  <a:gd name="T18" fmla="+- 0 3451 3441"/>
                  <a:gd name="T19" fmla="*/ 3451 h 56"/>
                  <a:gd name="T20" fmla="+- 0 4223 4185"/>
                  <a:gd name="T21" fmla="*/ T20 w 72"/>
                  <a:gd name="T22" fmla="+- 0 3456 3441"/>
                  <a:gd name="T23" fmla="*/ 3456 h 56"/>
                  <a:gd name="T24" fmla="+- 0 4224 4185"/>
                  <a:gd name="T25" fmla="*/ T24 w 72"/>
                  <a:gd name="T26" fmla="+- 0 3456 3441"/>
                  <a:gd name="T27" fmla="*/ 3456 h 56"/>
                  <a:gd name="T28" fmla="+- 0 4225 4185"/>
                  <a:gd name="T29" fmla="*/ T28 w 72"/>
                  <a:gd name="T30" fmla="+- 0 3453 3441"/>
                  <a:gd name="T31" fmla="*/ 3453 h 56"/>
                  <a:gd name="T32" fmla="+- 0 4227 4185"/>
                  <a:gd name="T33" fmla="*/ T32 w 72"/>
                  <a:gd name="T34" fmla="+- 0 3451 3441"/>
                  <a:gd name="T35" fmla="*/ 3451 h 56"/>
                  <a:gd name="T36" fmla="+- 0 4229 4185"/>
                  <a:gd name="T37" fmla="*/ T36 w 72"/>
                  <a:gd name="T38" fmla="+- 0 3449 3441"/>
                  <a:gd name="T39" fmla="*/ 3449 h 56"/>
                  <a:gd name="T40" fmla="+- 0 4231 4185"/>
                  <a:gd name="T41" fmla="*/ T40 w 72"/>
                  <a:gd name="T42" fmla="+- 0 3447 3441"/>
                  <a:gd name="T43" fmla="*/ 3447 h 56"/>
                  <a:gd name="T44" fmla="+- 0 4233 4185"/>
                  <a:gd name="T45" fmla="*/ T44 w 72"/>
                  <a:gd name="T46" fmla="+- 0 3447 3441"/>
                  <a:gd name="T47" fmla="*/ 3447 h 56"/>
                  <a:gd name="T48" fmla="+- 0 4251 4185"/>
                  <a:gd name="T49" fmla="*/ T48 w 72"/>
                  <a:gd name="T50" fmla="+- 0 3447 3441"/>
                  <a:gd name="T51" fmla="*/ 3447 h 56"/>
                  <a:gd name="T52" fmla="+- 0 4246 4185"/>
                  <a:gd name="T53" fmla="*/ T52 w 72"/>
                  <a:gd name="T54" fmla="+- 0 3442 3441"/>
                  <a:gd name="T55" fmla="*/ 3442 h 56"/>
                  <a:gd name="T56" fmla="+- 0 4242 4185"/>
                  <a:gd name="T57" fmla="*/ T56 w 72"/>
                  <a:gd name="T58" fmla="+- 0 3441 3441"/>
                  <a:gd name="T59"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2" h="56">
                    <a:moveTo>
                      <a:pt x="57" y="0"/>
                    </a:moveTo>
                    <a:lnTo>
                      <a:pt x="49" y="0"/>
                    </a:lnTo>
                    <a:lnTo>
                      <a:pt x="46" y="1"/>
                    </a:lnTo>
                    <a:lnTo>
                      <a:pt x="40" y="6"/>
                    </a:lnTo>
                    <a:lnTo>
                      <a:pt x="39" y="10"/>
                    </a:lnTo>
                    <a:lnTo>
                      <a:pt x="38" y="15"/>
                    </a:lnTo>
                    <a:lnTo>
                      <a:pt x="39" y="15"/>
                    </a:lnTo>
                    <a:lnTo>
                      <a:pt x="40" y="12"/>
                    </a:lnTo>
                    <a:lnTo>
                      <a:pt x="42" y="10"/>
                    </a:lnTo>
                    <a:lnTo>
                      <a:pt x="44" y="8"/>
                    </a:lnTo>
                    <a:lnTo>
                      <a:pt x="46" y="6"/>
                    </a:lnTo>
                    <a:lnTo>
                      <a:pt x="48" y="6"/>
                    </a:lnTo>
                    <a:lnTo>
                      <a:pt x="66" y="6"/>
                    </a:lnTo>
                    <a:lnTo>
                      <a:pt x="61" y="1"/>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2" name="Group 311">
              <a:extLst>
                <a:ext uri="{FF2B5EF4-FFF2-40B4-BE49-F238E27FC236}">
                  <a16:creationId xmlns:a16="http://schemas.microsoft.com/office/drawing/2014/main" id="{A32BBE78-470D-59C4-A7C3-5946263E9D72}"/>
                </a:ext>
              </a:extLst>
            </p:cNvPr>
            <p:cNvGrpSpPr>
              <a:grpSpLocks/>
            </p:cNvGrpSpPr>
            <p:nvPr/>
          </p:nvGrpSpPr>
          <p:grpSpPr bwMode="auto">
            <a:xfrm>
              <a:off x="4679" y="3441"/>
              <a:ext cx="35" cy="56"/>
              <a:chOff x="4679" y="3441"/>
              <a:chExt cx="35" cy="56"/>
            </a:xfrm>
          </p:grpSpPr>
          <p:sp>
            <p:nvSpPr>
              <p:cNvPr id="1075" name="Freeform 5245">
                <a:extLst>
                  <a:ext uri="{FF2B5EF4-FFF2-40B4-BE49-F238E27FC236}">
                    <a16:creationId xmlns:a16="http://schemas.microsoft.com/office/drawing/2014/main" id="{09D64DED-9AD9-B394-4C54-212C5974A759}"/>
                  </a:ext>
                </a:extLst>
              </p:cNvPr>
              <p:cNvSpPr>
                <a:spLocks/>
              </p:cNvSpPr>
              <p:nvPr/>
            </p:nvSpPr>
            <p:spPr bwMode="auto">
              <a:xfrm>
                <a:off x="4679" y="3441"/>
                <a:ext cx="35" cy="56"/>
              </a:xfrm>
              <a:custGeom>
                <a:avLst/>
                <a:gdLst>
                  <a:gd name="T0" fmla="+- 0 4700 4679"/>
                  <a:gd name="T1" fmla="*/ T0 w 35"/>
                  <a:gd name="T2" fmla="+- 0 3441 3441"/>
                  <a:gd name="T3" fmla="*/ 3441 h 56"/>
                  <a:gd name="T4" fmla="+- 0 4694 4679"/>
                  <a:gd name="T5" fmla="*/ T4 w 35"/>
                  <a:gd name="T6" fmla="+- 0 3441 3441"/>
                  <a:gd name="T7" fmla="*/ 3441 h 56"/>
                  <a:gd name="T8" fmla="+- 0 4691 4679"/>
                  <a:gd name="T9" fmla="*/ T8 w 35"/>
                  <a:gd name="T10" fmla="+- 0 3442 3441"/>
                  <a:gd name="T11" fmla="*/ 3442 h 56"/>
                  <a:gd name="T12" fmla="+- 0 4686 4679"/>
                  <a:gd name="T13" fmla="*/ T12 w 35"/>
                  <a:gd name="T14" fmla="+- 0 3445 3441"/>
                  <a:gd name="T15" fmla="*/ 3445 h 56"/>
                  <a:gd name="T16" fmla="+- 0 4684 4679"/>
                  <a:gd name="T17" fmla="*/ T16 w 35"/>
                  <a:gd name="T18" fmla="+- 0 3449 3441"/>
                  <a:gd name="T19" fmla="*/ 3449 h 56"/>
                  <a:gd name="T20" fmla="+- 0 4680 4679"/>
                  <a:gd name="T21" fmla="*/ T20 w 35"/>
                  <a:gd name="T22" fmla="+- 0 3457 3441"/>
                  <a:gd name="T23" fmla="*/ 3457 h 56"/>
                  <a:gd name="T24" fmla="+- 0 4679 4679"/>
                  <a:gd name="T25" fmla="*/ T24 w 35"/>
                  <a:gd name="T26" fmla="+- 0 3463 3441"/>
                  <a:gd name="T27" fmla="*/ 3463 h 56"/>
                  <a:gd name="T28" fmla="+- 0 4679 4679"/>
                  <a:gd name="T29" fmla="*/ T28 w 35"/>
                  <a:gd name="T30" fmla="+- 0 3476 3441"/>
                  <a:gd name="T31" fmla="*/ 3476 h 56"/>
                  <a:gd name="T32" fmla="+- 0 4680 4679"/>
                  <a:gd name="T33" fmla="*/ T32 w 35"/>
                  <a:gd name="T34" fmla="+- 0 3482 3441"/>
                  <a:gd name="T35" fmla="*/ 3482 h 56"/>
                  <a:gd name="T36" fmla="+- 0 4687 4679"/>
                  <a:gd name="T37" fmla="*/ T36 w 35"/>
                  <a:gd name="T38" fmla="+- 0 3493 3441"/>
                  <a:gd name="T39" fmla="*/ 3493 h 56"/>
                  <a:gd name="T40" fmla="+- 0 4691 4679"/>
                  <a:gd name="T41" fmla="*/ T40 w 35"/>
                  <a:gd name="T42" fmla="+- 0 3496 3441"/>
                  <a:gd name="T43" fmla="*/ 3496 h 56"/>
                  <a:gd name="T44" fmla="+- 0 4698 4679"/>
                  <a:gd name="T45" fmla="*/ T44 w 35"/>
                  <a:gd name="T46" fmla="+- 0 3496 3441"/>
                  <a:gd name="T47" fmla="*/ 3496 h 56"/>
                  <a:gd name="T48" fmla="+- 0 4701 4679"/>
                  <a:gd name="T49" fmla="*/ T48 w 35"/>
                  <a:gd name="T50" fmla="+- 0 3495 3441"/>
                  <a:gd name="T51" fmla="*/ 3495 h 56"/>
                  <a:gd name="T52" fmla="+- 0 4703 4679"/>
                  <a:gd name="T53" fmla="*/ T52 w 35"/>
                  <a:gd name="T54" fmla="+- 0 3494 3441"/>
                  <a:gd name="T55" fmla="*/ 3494 h 56"/>
                  <a:gd name="T56" fmla="+- 0 4693 4679"/>
                  <a:gd name="T57" fmla="*/ T56 w 35"/>
                  <a:gd name="T58" fmla="+- 0 3494 3441"/>
                  <a:gd name="T59" fmla="*/ 3494 h 56"/>
                  <a:gd name="T60" fmla="+- 0 4691 4679"/>
                  <a:gd name="T61" fmla="*/ T60 w 35"/>
                  <a:gd name="T62" fmla="+- 0 3492 3441"/>
                  <a:gd name="T63" fmla="*/ 3492 h 56"/>
                  <a:gd name="T64" fmla="+- 0 4688 4679"/>
                  <a:gd name="T65" fmla="*/ T64 w 35"/>
                  <a:gd name="T66" fmla="+- 0 3483 3441"/>
                  <a:gd name="T67" fmla="*/ 3483 h 56"/>
                  <a:gd name="T68" fmla="+- 0 4687 4679"/>
                  <a:gd name="T69" fmla="*/ T68 w 35"/>
                  <a:gd name="T70" fmla="+- 0 3477 3441"/>
                  <a:gd name="T71" fmla="*/ 3477 h 56"/>
                  <a:gd name="T72" fmla="+- 0 4687 4679"/>
                  <a:gd name="T73" fmla="*/ T72 w 35"/>
                  <a:gd name="T74" fmla="+- 0 3463 3441"/>
                  <a:gd name="T75" fmla="*/ 3463 h 56"/>
                  <a:gd name="T76" fmla="+- 0 4696 4679"/>
                  <a:gd name="T77" fmla="*/ T76 w 35"/>
                  <a:gd name="T78" fmla="+- 0 3443 3441"/>
                  <a:gd name="T79" fmla="*/ 3443 h 56"/>
                  <a:gd name="T80" fmla="+- 0 4704 4679"/>
                  <a:gd name="T81" fmla="*/ T80 w 35"/>
                  <a:gd name="T82" fmla="+- 0 3443 3441"/>
                  <a:gd name="T83" fmla="*/ 3443 h 56"/>
                  <a:gd name="T84" fmla="+- 0 4704 4679"/>
                  <a:gd name="T85" fmla="*/ T84 w 35"/>
                  <a:gd name="T86" fmla="+- 0 3443 3441"/>
                  <a:gd name="T87" fmla="*/ 3443 h 56"/>
                  <a:gd name="T88" fmla="+- 0 4700 4679"/>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6"/>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6" name="Freeform 5246">
                <a:extLst>
                  <a:ext uri="{FF2B5EF4-FFF2-40B4-BE49-F238E27FC236}">
                    <a16:creationId xmlns:a16="http://schemas.microsoft.com/office/drawing/2014/main" id="{DDEA7258-8105-852A-B7BC-FA17809DEF81}"/>
                  </a:ext>
                </a:extLst>
              </p:cNvPr>
              <p:cNvSpPr>
                <a:spLocks/>
              </p:cNvSpPr>
              <p:nvPr/>
            </p:nvSpPr>
            <p:spPr bwMode="auto">
              <a:xfrm>
                <a:off x="4679" y="3441"/>
                <a:ext cx="35" cy="56"/>
              </a:xfrm>
              <a:custGeom>
                <a:avLst/>
                <a:gdLst>
                  <a:gd name="T0" fmla="+- 0 4704 4679"/>
                  <a:gd name="T1" fmla="*/ T0 w 35"/>
                  <a:gd name="T2" fmla="+- 0 3443 3441"/>
                  <a:gd name="T3" fmla="*/ 3443 h 56"/>
                  <a:gd name="T4" fmla="+- 0 4696 4679"/>
                  <a:gd name="T5" fmla="*/ T4 w 35"/>
                  <a:gd name="T6" fmla="+- 0 3443 3441"/>
                  <a:gd name="T7" fmla="*/ 3443 h 56"/>
                  <a:gd name="T8" fmla="+- 0 4700 4679"/>
                  <a:gd name="T9" fmla="*/ T8 w 35"/>
                  <a:gd name="T10" fmla="+- 0 3445 3441"/>
                  <a:gd name="T11" fmla="*/ 3445 h 56"/>
                  <a:gd name="T12" fmla="+- 0 4702 4679"/>
                  <a:gd name="T13" fmla="*/ T12 w 35"/>
                  <a:gd name="T14" fmla="+- 0 3446 3441"/>
                  <a:gd name="T15" fmla="*/ 3446 h 56"/>
                  <a:gd name="T16" fmla="+- 0 4703 4679"/>
                  <a:gd name="T17" fmla="*/ T16 w 35"/>
                  <a:gd name="T18" fmla="+- 0 3448 3441"/>
                  <a:gd name="T19" fmla="*/ 3448 h 56"/>
                  <a:gd name="T20" fmla="+- 0 4705 4679"/>
                  <a:gd name="T21" fmla="*/ T20 w 35"/>
                  <a:gd name="T22" fmla="+- 0 3455 3441"/>
                  <a:gd name="T23" fmla="*/ 3455 h 56"/>
                  <a:gd name="T24" fmla="+- 0 4705 4679"/>
                  <a:gd name="T25" fmla="*/ T24 w 35"/>
                  <a:gd name="T26" fmla="+- 0 3457 3441"/>
                  <a:gd name="T27" fmla="*/ 3457 h 56"/>
                  <a:gd name="T28" fmla="+- 0 4706 4679"/>
                  <a:gd name="T29" fmla="*/ T28 w 35"/>
                  <a:gd name="T30" fmla="+- 0 3476 3441"/>
                  <a:gd name="T31" fmla="*/ 3476 h 56"/>
                  <a:gd name="T32" fmla="+- 0 4705 4679"/>
                  <a:gd name="T33" fmla="*/ T32 w 35"/>
                  <a:gd name="T34" fmla="+- 0 3481 3441"/>
                  <a:gd name="T35" fmla="*/ 3481 h 56"/>
                  <a:gd name="T36" fmla="+- 0 4703 4679"/>
                  <a:gd name="T37" fmla="*/ T36 w 35"/>
                  <a:gd name="T38" fmla="+- 0 3488 3441"/>
                  <a:gd name="T39" fmla="*/ 3488 h 56"/>
                  <a:gd name="T40" fmla="+- 0 4702 4679"/>
                  <a:gd name="T41" fmla="*/ T40 w 35"/>
                  <a:gd name="T42" fmla="+- 0 3490 3441"/>
                  <a:gd name="T43" fmla="*/ 3490 h 56"/>
                  <a:gd name="T44" fmla="+- 0 4700 4679"/>
                  <a:gd name="T45" fmla="*/ T44 w 35"/>
                  <a:gd name="T46" fmla="+- 0 3492 3441"/>
                  <a:gd name="T47" fmla="*/ 3492 h 56"/>
                  <a:gd name="T48" fmla="+- 0 4696 4679"/>
                  <a:gd name="T49" fmla="*/ T48 w 35"/>
                  <a:gd name="T50" fmla="+- 0 3494 3441"/>
                  <a:gd name="T51" fmla="*/ 3494 h 56"/>
                  <a:gd name="T52" fmla="+- 0 4703 4679"/>
                  <a:gd name="T53" fmla="*/ T52 w 35"/>
                  <a:gd name="T54" fmla="+- 0 3494 3441"/>
                  <a:gd name="T55" fmla="*/ 3494 h 56"/>
                  <a:gd name="T56" fmla="+- 0 4713 4679"/>
                  <a:gd name="T57" fmla="*/ T56 w 35"/>
                  <a:gd name="T58" fmla="+- 0 3459 3441"/>
                  <a:gd name="T59" fmla="*/ 3459 h 56"/>
                  <a:gd name="T60" fmla="+- 0 4711 4679"/>
                  <a:gd name="T61" fmla="*/ T60 w 35"/>
                  <a:gd name="T62" fmla="+- 0 3452 3441"/>
                  <a:gd name="T63" fmla="*/ 3452 h 56"/>
                  <a:gd name="T64" fmla="+- 0 4704 4679"/>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6"/>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3" name="Group 312">
              <a:extLst>
                <a:ext uri="{FF2B5EF4-FFF2-40B4-BE49-F238E27FC236}">
                  <a16:creationId xmlns:a16="http://schemas.microsoft.com/office/drawing/2014/main" id="{DBCD47EC-9334-EA11-74FF-EB865FAD5CDD}"/>
                </a:ext>
              </a:extLst>
            </p:cNvPr>
            <p:cNvGrpSpPr>
              <a:grpSpLocks/>
            </p:cNvGrpSpPr>
            <p:nvPr/>
          </p:nvGrpSpPr>
          <p:grpSpPr bwMode="auto">
            <a:xfrm>
              <a:off x="5136" y="3441"/>
              <a:ext cx="31" cy="56"/>
              <a:chOff x="5136" y="3441"/>
              <a:chExt cx="31" cy="56"/>
            </a:xfrm>
          </p:grpSpPr>
          <p:sp>
            <p:nvSpPr>
              <p:cNvPr id="1072" name="Freeform 5248">
                <a:extLst>
                  <a:ext uri="{FF2B5EF4-FFF2-40B4-BE49-F238E27FC236}">
                    <a16:creationId xmlns:a16="http://schemas.microsoft.com/office/drawing/2014/main" id="{94D7B3B0-F5BB-A435-D357-DD077D58231C}"/>
                  </a:ext>
                </a:extLst>
              </p:cNvPr>
              <p:cNvSpPr>
                <a:spLocks/>
              </p:cNvSpPr>
              <p:nvPr/>
            </p:nvSpPr>
            <p:spPr bwMode="auto">
              <a:xfrm>
                <a:off x="5136" y="3441"/>
                <a:ext cx="31" cy="56"/>
              </a:xfrm>
              <a:custGeom>
                <a:avLst/>
                <a:gdLst>
                  <a:gd name="T0" fmla="+- 0 5139 5136"/>
                  <a:gd name="T1" fmla="*/ T0 w 31"/>
                  <a:gd name="T2" fmla="+- 0 3489 3441"/>
                  <a:gd name="T3" fmla="*/ 3489 h 56"/>
                  <a:gd name="T4" fmla="+- 0 5136 5136"/>
                  <a:gd name="T5" fmla="*/ T4 w 31"/>
                  <a:gd name="T6" fmla="+- 0 3490 3441"/>
                  <a:gd name="T7" fmla="*/ 3490 h 56"/>
                  <a:gd name="T8" fmla="+- 0 5136 5136"/>
                  <a:gd name="T9" fmla="*/ T8 w 31"/>
                  <a:gd name="T10" fmla="+- 0 3492 3441"/>
                  <a:gd name="T11" fmla="*/ 3492 h 56"/>
                  <a:gd name="T12" fmla="+- 0 5137 5136"/>
                  <a:gd name="T13" fmla="*/ T12 w 31"/>
                  <a:gd name="T14" fmla="+- 0 3495 3441"/>
                  <a:gd name="T15" fmla="*/ 3495 h 56"/>
                  <a:gd name="T16" fmla="+- 0 5139 5136"/>
                  <a:gd name="T17" fmla="*/ T16 w 31"/>
                  <a:gd name="T18" fmla="+- 0 3496 3441"/>
                  <a:gd name="T19" fmla="*/ 3496 h 56"/>
                  <a:gd name="T20" fmla="+- 0 5141 5136"/>
                  <a:gd name="T21" fmla="*/ T20 w 31"/>
                  <a:gd name="T22" fmla="+- 0 3496 3441"/>
                  <a:gd name="T23" fmla="*/ 3496 h 56"/>
                  <a:gd name="T24" fmla="+- 0 5152 5136"/>
                  <a:gd name="T25" fmla="*/ T24 w 31"/>
                  <a:gd name="T26" fmla="+- 0 3496 3441"/>
                  <a:gd name="T27" fmla="*/ 3496 h 56"/>
                  <a:gd name="T28" fmla="+- 0 5158 5136"/>
                  <a:gd name="T29" fmla="*/ T28 w 31"/>
                  <a:gd name="T30" fmla="+- 0 3494 3441"/>
                  <a:gd name="T31" fmla="*/ 3494 h 56"/>
                  <a:gd name="T32" fmla="+- 0 5159 5136"/>
                  <a:gd name="T33" fmla="*/ T32 w 31"/>
                  <a:gd name="T34" fmla="+- 0 3493 3441"/>
                  <a:gd name="T35" fmla="*/ 3493 h 56"/>
                  <a:gd name="T36" fmla="+- 0 5150 5136"/>
                  <a:gd name="T37" fmla="*/ T36 w 31"/>
                  <a:gd name="T38" fmla="+- 0 3493 3441"/>
                  <a:gd name="T39" fmla="*/ 3493 h 56"/>
                  <a:gd name="T40" fmla="+- 0 5147 5136"/>
                  <a:gd name="T41" fmla="*/ T40 w 31"/>
                  <a:gd name="T42" fmla="+- 0 3492 3441"/>
                  <a:gd name="T43" fmla="*/ 3492 h 56"/>
                  <a:gd name="T44" fmla="+- 0 5144 5136"/>
                  <a:gd name="T45" fmla="*/ T44 w 31"/>
                  <a:gd name="T46" fmla="+- 0 3491 3441"/>
                  <a:gd name="T47" fmla="*/ 3491 h 56"/>
                  <a:gd name="T48" fmla="+- 0 5141 5136"/>
                  <a:gd name="T49" fmla="*/ T48 w 31"/>
                  <a:gd name="T50" fmla="+- 0 3489 3441"/>
                  <a:gd name="T51" fmla="*/ 3489 h 56"/>
                  <a:gd name="T52" fmla="+- 0 5139 5136"/>
                  <a:gd name="T53" fmla="*/ T52 w 31"/>
                  <a:gd name="T54" fmla="+- 0 3489 3441"/>
                  <a:gd name="T55" fmla="*/ 348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1" h="56">
                    <a:moveTo>
                      <a:pt x="3" y="48"/>
                    </a:moveTo>
                    <a:lnTo>
                      <a:pt x="0" y="49"/>
                    </a:lnTo>
                    <a:lnTo>
                      <a:pt x="0" y="51"/>
                    </a:lnTo>
                    <a:lnTo>
                      <a:pt x="1" y="54"/>
                    </a:lnTo>
                    <a:lnTo>
                      <a:pt x="3" y="55"/>
                    </a:lnTo>
                    <a:lnTo>
                      <a:pt x="5" y="55"/>
                    </a:lnTo>
                    <a:lnTo>
                      <a:pt x="16" y="55"/>
                    </a:lnTo>
                    <a:lnTo>
                      <a:pt x="22" y="53"/>
                    </a:lnTo>
                    <a:lnTo>
                      <a:pt x="23" y="52"/>
                    </a:lnTo>
                    <a:lnTo>
                      <a:pt x="14" y="52"/>
                    </a:lnTo>
                    <a:lnTo>
                      <a:pt x="11" y="51"/>
                    </a:lnTo>
                    <a:lnTo>
                      <a:pt x="8" y="50"/>
                    </a:lnTo>
                    <a:lnTo>
                      <a:pt x="5" y="48"/>
                    </a:lnTo>
                    <a:lnTo>
                      <a:pt x="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3" name="Freeform 5249">
                <a:extLst>
                  <a:ext uri="{FF2B5EF4-FFF2-40B4-BE49-F238E27FC236}">
                    <a16:creationId xmlns:a16="http://schemas.microsoft.com/office/drawing/2014/main" id="{3924B19F-6564-80B4-3798-F509F01E2A35}"/>
                  </a:ext>
                </a:extLst>
              </p:cNvPr>
              <p:cNvSpPr>
                <a:spLocks/>
              </p:cNvSpPr>
              <p:nvPr/>
            </p:nvSpPr>
            <p:spPr bwMode="auto">
              <a:xfrm>
                <a:off x="5136" y="3441"/>
                <a:ext cx="31" cy="56"/>
              </a:xfrm>
              <a:custGeom>
                <a:avLst/>
                <a:gdLst>
                  <a:gd name="T0" fmla="+- 0 5162 5136"/>
                  <a:gd name="T1" fmla="*/ T0 w 31"/>
                  <a:gd name="T2" fmla="+- 0 3446 3441"/>
                  <a:gd name="T3" fmla="*/ 3446 h 56"/>
                  <a:gd name="T4" fmla="+- 0 5150 5136"/>
                  <a:gd name="T5" fmla="*/ T4 w 31"/>
                  <a:gd name="T6" fmla="+- 0 3446 3441"/>
                  <a:gd name="T7" fmla="*/ 3446 h 56"/>
                  <a:gd name="T8" fmla="+- 0 5152 5136"/>
                  <a:gd name="T9" fmla="*/ T8 w 31"/>
                  <a:gd name="T10" fmla="+- 0 3447 3441"/>
                  <a:gd name="T11" fmla="*/ 3447 h 56"/>
                  <a:gd name="T12" fmla="+- 0 5156 5136"/>
                  <a:gd name="T13" fmla="*/ T12 w 31"/>
                  <a:gd name="T14" fmla="+- 0 3450 3441"/>
                  <a:gd name="T15" fmla="*/ 3450 h 56"/>
                  <a:gd name="T16" fmla="+- 0 5156 5136"/>
                  <a:gd name="T17" fmla="*/ T16 w 31"/>
                  <a:gd name="T18" fmla="+- 0 3452 3441"/>
                  <a:gd name="T19" fmla="*/ 3452 h 56"/>
                  <a:gd name="T20" fmla="+- 0 5157 5136"/>
                  <a:gd name="T21" fmla="*/ T20 w 31"/>
                  <a:gd name="T22" fmla="+- 0 3457 3441"/>
                  <a:gd name="T23" fmla="*/ 3457 h 56"/>
                  <a:gd name="T24" fmla="+- 0 5156 5136"/>
                  <a:gd name="T25" fmla="*/ T24 w 31"/>
                  <a:gd name="T26" fmla="+- 0 3459 3441"/>
                  <a:gd name="T27" fmla="*/ 3459 h 56"/>
                  <a:gd name="T28" fmla="+- 0 5144 5136"/>
                  <a:gd name="T29" fmla="*/ T28 w 31"/>
                  <a:gd name="T30" fmla="+- 0 3467 3441"/>
                  <a:gd name="T31" fmla="*/ 3467 h 56"/>
                  <a:gd name="T32" fmla="+- 0 5144 5136"/>
                  <a:gd name="T33" fmla="*/ T32 w 31"/>
                  <a:gd name="T34" fmla="+- 0 3469 3441"/>
                  <a:gd name="T35" fmla="*/ 3469 h 56"/>
                  <a:gd name="T36" fmla="+- 0 5148 5136"/>
                  <a:gd name="T37" fmla="*/ T36 w 31"/>
                  <a:gd name="T38" fmla="+- 0 3469 3441"/>
                  <a:gd name="T39" fmla="*/ 3469 h 56"/>
                  <a:gd name="T40" fmla="+- 0 5150 5136"/>
                  <a:gd name="T41" fmla="*/ T40 w 31"/>
                  <a:gd name="T42" fmla="+- 0 3469 3441"/>
                  <a:gd name="T43" fmla="*/ 3469 h 56"/>
                  <a:gd name="T44" fmla="+- 0 5160 5136"/>
                  <a:gd name="T45" fmla="*/ T44 w 31"/>
                  <a:gd name="T46" fmla="+- 0 3480 3441"/>
                  <a:gd name="T47" fmla="*/ 3480 h 56"/>
                  <a:gd name="T48" fmla="+- 0 5160 5136"/>
                  <a:gd name="T49" fmla="*/ T48 w 31"/>
                  <a:gd name="T50" fmla="+- 0 3485 3441"/>
                  <a:gd name="T51" fmla="*/ 3485 h 56"/>
                  <a:gd name="T52" fmla="+- 0 5159 5136"/>
                  <a:gd name="T53" fmla="*/ T52 w 31"/>
                  <a:gd name="T54" fmla="+- 0 3487 3441"/>
                  <a:gd name="T55" fmla="*/ 3487 h 56"/>
                  <a:gd name="T56" fmla="+- 0 5157 5136"/>
                  <a:gd name="T57" fmla="*/ T56 w 31"/>
                  <a:gd name="T58" fmla="+- 0 3490 3441"/>
                  <a:gd name="T59" fmla="*/ 3490 h 56"/>
                  <a:gd name="T60" fmla="+- 0 5155 5136"/>
                  <a:gd name="T61" fmla="*/ T60 w 31"/>
                  <a:gd name="T62" fmla="+- 0 3492 3441"/>
                  <a:gd name="T63" fmla="*/ 3492 h 56"/>
                  <a:gd name="T64" fmla="+- 0 5153 5136"/>
                  <a:gd name="T65" fmla="*/ T64 w 31"/>
                  <a:gd name="T66" fmla="+- 0 3493 3441"/>
                  <a:gd name="T67" fmla="*/ 3493 h 56"/>
                  <a:gd name="T68" fmla="+- 0 5159 5136"/>
                  <a:gd name="T69" fmla="*/ T68 w 31"/>
                  <a:gd name="T70" fmla="+- 0 3493 3441"/>
                  <a:gd name="T71" fmla="*/ 3493 h 56"/>
                  <a:gd name="T72" fmla="+- 0 5164 5136"/>
                  <a:gd name="T73" fmla="*/ T72 w 31"/>
                  <a:gd name="T74" fmla="+- 0 3486 3441"/>
                  <a:gd name="T75" fmla="*/ 3486 h 56"/>
                  <a:gd name="T76" fmla="+- 0 5166 5136"/>
                  <a:gd name="T77" fmla="*/ T76 w 31"/>
                  <a:gd name="T78" fmla="+- 0 3482 3441"/>
                  <a:gd name="T79" fmla="*/ 3482 h 56"/>
                  <a:gd name="T80" fmla="+- 0 5166 5136"/>
                  <a:gd name="T81" fmla="*/ T80 w 31"/>
                  <a:gd name="T82" fmla="+- 0 3474 3441"/>
                  <a:gd name="T83" fmla="*/ 3474 h 56"/>
                  <a:gd name="T84" fmla="+- 0 5165 5136"/>
                  <a:gd name="T85" fmla="*/ T84 w 31"/>
                  <a:gd name="T86" fmla="+- 0 3471 3441"/>
                  <a:gd name="T87" fmla="*/ 3471 h 56"/>
                  <a:gd name="T88" fmla="+- 0 5162 5136"/>
                  <a:gd name="T89" fmla="*/ T88 w 31"/>
                  <a:gd name="T90" fmla="+- 0 3467 3441"/>
                  <a:gd name="T91" fmla="*/ 3467 h 56"/>
                  <a:gd name="T92" fmla="+- 0 5159 5136"/>
                  <a:gd name="T93" fmla="*/ T92 w 31"/>
                  <a:gd name="T94" fmla="+- 0 3465 3441"/>
                  <a:gd name="T95" fmla="*/ 3465 h 56"/>
                  <a:gd name="T96" fmla="+- 0 5156 5136"/>
                  <a:gd name="T97" fmla="*/ T96 w 31"/>
                  <a:gd name="T98" fmla="+- 0 3464 3441"/>
                  <a:gd name="T99" fmla="*/ 3464 h 56"/>
                  <a:gd name="T100" fmla="+- 0 5161 5136"/>
                  <a:gd name="T101" fmla="*/ T100 w 31"/>
                  <a:gd name="T102" fmla="+- 0 3459 3441"/>
                  <a:gd name="T103" fmla="*/ 3459 h 56"/>
                  <a:gd name="T104" fmla="+- 0 5163 5136"/>
                  <a:gd name="T105" fmla="*/ T104 w 31"/>
                  <a:gd name="T106" fmla="+- 0 3455 3441"/>
                  <a:gd name="T107" fmla="*/ 3455 h 56"/>
                  <a:gd name="T108" fmla="+- 0 5163 5136"/>
                  <a:gd name="T109" fmla="*/ T108 w 31"/>
                  <a:gd name="T110" fmla="+- 0 3449 3441"/>
                  <a:gd name="T111" fmla="*/ 3449 h 56"/>
                  <a:gd name="T112" fmla="+- 0 5162 5136"/>
                  <a:gd name="T113" fmla="*/ T112 w 31"/>
                  <a:gd name="T114" fmla="+- 0 3447 3441"/>
                  <a:gd name="T115" fmla="*/ 3447 h 56"/>
                  <a:gd name="T116" fmla="+- 0 5162 5136"/>
                  <a:gd name="T117" fmla="*/ T116 w 31"/>
                  <a:gd name="T118" fmla="+- 0 3446 3441"/>
                  <a:gd name="T119" fmla="*/ 34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31" h="56">
                    <a:moveTo>
                      <a:pt x="26" y="5"/>
                    </a:moveTo>
                    <a:lnTo>
                      <a:pt x="14" y="5"/>
                    </a:lnTo>
                    <a:lnTo>
                      <a:pt x="16" y="6"/>
                    </a:lnTo>
                    <a:lnTo>
                      <a:pt x="20" y="9"/>
                    </a:lnTo>
                    <a:lnTo>
                      <a:pt x="20" y="11"/>
                    </a:lnTo>
                    <a:lnTo>
                      <a:pt x="21" y="16"/>
                    </a:lnTo>
                    <a:lnTo>
                      <a:pt x="20" y="18"/>
                    </a:lnTo>
                    <a:lnTo>
                      <a:pt x="8" y="26"/>
                    </a:lnTo>
                    <a:lnTo>
                      <a:pt x="8" y="28"/>
                    </a:lnTo>
                    <a:lnTo>
                      <a:pt x="12" y="28"/>
                    </a:lnTo>
                    <a:lnTo>
                      <a:pt x="14" y="28"/>
                    </a:lnTo>
                    <a:lnTo>
                      <a:pt x="24" y="39"/>
                    </a:lnTo>
                    <a:lnTo>
                      <a:pt x="24" y="44"/>
                    </a:lnTo>
                    <a:lnTo>
                      <a:pt x="23" y="46"/>
                    </a:lnTo>
                    <a:lnTo>
                      <a:pt x="21" y="49"/>
                    </a:lnTo>
                    <a:lnTo>
                      <a:pt x="19" y="51"/>
                    </a:lnTo>
                    <a:lnTo>
                      <a:pt x="17" y="52"/>
                    </a:lnTo>
                    <a:lnTo>
                      <a:pt x="23" y="52"/>
                    </a:lnTo>
                    <a:lnTo>
                      <a:pt x="28" y="45"/>
                    </a:lnTo>
                    <a:lnTo>
                      <a:pt x="30" y="41"/>
                    </a:lnTo>
                    <a:lnTo>
                      <a:pt x="30" y="33"/>
                    </a:lnTo>
                    <a:lnTo>
                      <a:pt x="29" y="30"/>
                    </a:lnTo>
                    <a:lnTo>
                      <a:pt x="26" y="26"/>
                    </a:lnTo>
                    <a:lnTo>
                      <a:pt x="23" y="24"/>
                    </a:lnTo>
                    <a:lnTo>
                      <a:pt x="20" y="23"/>
                    </a:lnTo>
                    <a:lnTo>
                      <a:pt x="25" y="18"/>
                    </a:lnTo>
                    <a:lnTo>
                      <a:pt x="27" y="14"/>
                    </a:lnTo>
                    <a:lnTo>
                      <a:pt x="27" y="8"/>
                    </a:lnTo>
                    <a:lnTo>
                      <a:pt x="26" y="6"/>
                    </a:lnTo>
                    <a:lnTo>
                      <a:pt x="2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4" name="Freeform 5250">
                <a:extLst>
                  <a:ext uri="{FF2B5EF4-FFF2-40B4-BE49-F238E27FC236}">
                    <a16:creationId xmlns:a16="http://schemas.microsoft.com/office/drawing/2014/main" id="{0F3D744C-2974-831D-83AC-591F8D3D8F4E}"/>
                  </a:ext>
                </a:extLst>
              </p:cNvPr>
              <p:cNvSpPr>
                <a:spLocks/>
              </p:cNvSpPr>
              <p:nvPr/>
            </p:nvSpPr>
            <p:spPr bwMode="auto">
              <a:xfrm>
                <a:off x="5136" y="3441"/>
                <a:ext cx="31" cy="56"/>
              </a:xfrm>
              <a:custGeom>
                <a:avLst/>
                <a:gdLst>
                  <a:gd name="T0" fmla="+- 0 5155 5136"/>
                  <a:gd name="T1" fmla="*/ T0 w 31"/>
                  <a:gd name="T2" fmla="+- 0 3441 3441"/>
                  <a:gd name="T3" fmla="*/ 3441 h 56"/>
                  <a:gd name="T4" fmla="+- 0 5147 5136"/>
                  <a:gd name="T5" fmla="*/ T4 w 31"/>
                  <a:gd name="T6" fmla="+- 0 3441 3441"/>
                  <a:gd name="T7" fmla="*/ 3441 h 56"/>
                  <a:gd name="T8" fmla="+- 0 5144 5136"/>
                  <a:gd name="T9" fmla="*/ T8 w 31"/>
                  <a:gd name="T10" fmla="+- 0 3442 3441"/>
                  <a:gd name="T11" fmla="*/ 3442 h 56"/>
                  <a:gd name="T12" fmla="+- 0 5140 5136"/>
                  <a:gd name="T13" fmla="*/ T12 w 31"/>
                  <a:gd name="T14" fmla="+- 0 3446 3441"/>
                  <a:gd name="T15" fmla="*/ 3446 h 56"/>
                  <a:gd name="T16" fmla="+- 0 5138 5136"/>
                  <a:gd name="T17" fmla="*/ T16 w 31"/>
                  <a:gd name="T18" fmla="+- 0 3448 3441"/>
                  <a:gd name="T19" fmla="*/ 3448 h 56"/>
                  <a:gd name="T20" fmla="+- 0 5136 5136"/>
                  <a:gd name="T21" fmla="*/ T20 w 31"/>
                  <a:gd name="T22" fmla="+- 0 3452 3441"/>
                  <a:gd name="T23" fmla="*/ 3452 h 56"/>
                  <a:gd name="T24" fmla="+- 0 5138 5136"/>
                  <a:gd name="T25" fmla="*/ T24 w 31"/>
                  <a:gd name="T26" fmla="+- 0 3453 3441"/>
                  <a:gd name="T27" fmla="*/ 3453 h 56"/>
                  <a:gd name="T28" fmla="+- 0 5140 5136"/>
                  <a:gd name="T29" fmla="*/ T28 w 31"/>
                  <a:gd name="T30" fmla="+- 0 3448 3441"/>
                  <a:gd name="T31" fmla="*/ 3448 h 56"/>
                  <a:gd name="T32" fmla="+- 0 5144 5136"/>
                  <a:gd name="T33" fmla="*/ T32 w 31"/>
                  <a:gd name="T34" fmla="+- 0 3446 3441"/>
                  <a:gd name="T35" fmla="*/ 3446 h 56"/>
                  <a:gd name="T36" fmla="+- 0 5162 5136"/>
                  <a:gd name="T37" fmla="*/ T36 w 31"/>
                  <a:gd name="T38" fmla="+- 0 3446 3441"/>
                  <a:gd name="T39" fmla="*/ 3446 h 56"/>
                  <a:gd name="T40" fmla="+- 0 5158 5136"/>
                  <a:gd name="T41" fmla="*/ T40 w 31"/>
                  <a:gd name="T42" fmla="+- 0 3442 3441"/>
                  <a:gd name="T43" fmla="*/ 3442 h 56"/>
                  <a:gd name="T44" fmla="+- 0 5155 5136"/>
                  <a:gd name="T45" fmla="*/ T44 w 31"/>
                  <a:gd name="T46" fmla="+- 0 3441 3441"/>
                  <a:gd name="T47"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19" y="0"/>
                    </a:moveTo>
                    <a:lnTo>
                      <a:pt x="11" y="0"/>
                    </a:lnTo>
                    <a:lnTo>
                      <a:pt x="8" y="1"/>
                    </a:lnTo>
                    <a:lnTo>
                      <a:pt x="4" y="5"/>
                    </a:lnTo>
                    <a:lnTo>
                      <a:pt x="2" y="7"/>
                    </a:lnTo>
                    <a:lnTo>
                      <a:pt x="0" y="11"/>
                    </a:lnTo>
                    <a:lnTo>
                      <a:pt x="2" y="12"/>
                    </a:lnTo>
                    <a:lnTo>
                      <a:pt x="4" y="7"/>
                    </a:lnTo>
                    <a:lnTo>
                      <a:pt x="8" y="5"/>
                    </a:lnTo>
                    <a:lnTo>
                      <a:pt x="26" y="5"/>
                    </a:lnTo>
                    <a:lnTo>
                      <a:pt x="22" y="1"/>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4" name="Group 313">
              <a:extLst>
                <a:ext uri="{FF2B5EF4-FFF2-40B4-BE49-F238E27FC236}">
                  <a16:creationId xmlns:a16="http://schemas.microsoft.com/office/drawing/2014/main" id="{2CCCCF87-D05D-5686-C960-CFA0FE0111C4}"/>
                </a:ext>
              </a:extLst>
            </p:cNvPr>
            <p:cNvGrpSpPr>
              <a:grpSpLocks/>
            </p:cNvGrpSpPr>
            <p:nvPr/>
          </p:nvGrpSpPr>
          <p:grpSpPr bwMode="auto">
            <a:xfrm>
              <a:off x="5590" y="3441"/>
              <a:ext cx="36" cy="55"/>
              <a:chOff x="5590" y="3441"/>
              <a:chExt cx="36" cy="55"/>
            </a:xfrm>
          </p:grpSpPr>
          <p:sp>
            <p:nvSpPr>
              <p:cNvPr id="1069" name="Freeform 5252">
                <a:extLst>
                  <a:ext uri="{FF2B5EF4-FFF2-40B4-BE49-F238E27FC236}">
                    <a16:creationId xmlns:a16="http://schemas.microsoft.com/office/drawing/2014/main" id="{6EC3BFA3-B4B8-F4A3-5ACD-A1423FD9F2DE}"/>
                  </a:ext>
                </a:extLst>
              </p:cNvPr>
              <p:cNvSpPr>
                <a:spLocks/>
              </p:cNvSpPr>
              <p:nvPr/>
            </p:nvSpPr>
            <p:spPr bwMode="auto">
              <a:xfrm>
                <a:off x="5590" y="3441"/>
                <a:ext cx="36" cy="55"/>
              </a:xfrm>
              <a:custGeom>
                <a:avLst/>
                <a:gdLst>
                  <a:gd name="T0" fmla="+- 0 5620 5590"/>
                  <a:gd name="T1" fmla="*/ T0 w 36"/>
                  <a:gd name="T2" fmla="+- 0 3447 3441"/>
                  <a:gd name="T3" fmla="*/ 3447 h 55"/>
                  <a:gd name="T4" fmla="+- 0 5608 5590"/>
                  <a:gd name="T5" fmla="*/ T4 w 36"/>
                  <a:gd name="T6" fmla="+- 0 3447 3441"/>
                  <a:gd name="T7" fmla="*/ 3447 h 55"/>
                  <a:gd name="T8" fmla="+- 0 5610 5590"/>
                  <a:gd name="T9" fmla="*/ T8 w 36"/>
                  <a:gd name="T10" fmla="+- 0 3448 3441"/>
                  <a:gd name="T11" fmla="*/ 3448 h 55"/>
                  <a:gd name="T12" fmla="+- 0 5615 5590"/>
                  <a:gd name="T13" fmla="*/ T12 w 36"/>
                  <a:gd name="T14" fmla="+- 0 3452 3441"/>
                  <a:gd name="T15" fmla="*/ 3452 h 55"/>
                  <a:gd name="T16" fmla="+- 0 5616 5590"/>
                  <a:gd name="T17" fmla="*/ T16 w 36"/>
                  <a:gd name="T18" fmla="+- 0 3455 3441"/>
                  <a:gd name="T19" fmla="*/ 3455 h 55"/>
                  <a:gd name="T20" fmla="+- 0 5616 5590"/>
                  <a:gd name="T21" fmla="*/ T20 w 36"/>
                  <a:gd name="T22" fmla="+- 0 3463 3441"/>
                  <a:gd name="T23" fmla="*/ 3463 h 55"/>
                  <a:gd name="T24" fmla="+- 0 5614 5590"/>
                  <a:gd name="T25" fmla="*/ T24 w 36"/>
                  <a:gd name="T26" fmla="+- 0 3468 3441"/>
                  <a:gd name="T27" fmla="*/ 3468 h 55"/>
                  <a:gd name="T28" fmla="+- 0 5606 5590"/>
                  <a:gd name="T29" fmla="*/ T28 w 36"/>
                  <a:gd name="T30" fmla="+- 0 3478 3441"/>
                  <a:gd name="T31" fmla="*/ 3478 h 55"/>
                  <a:gd name="T32" fmla="+- 0 5600 5590"/>
                  <a:gd name="T33" fmla="*/ T32 w 36"/>
                  <a:gd name="T34" fmla="+- 0 3485 3441"/>
                  <a:gd name="T35" fmla="*/ 3485 h 55"/>
                  <a:gd name="T36" fmla="+- 0 5590 5590"/>
                  <a:gd name="T37" fmla="*/ T36 w 36"/>
                  <a:gd name="T38" fmla="+- 0 3494 3441"/>
                  <a:gd name="T39" fmla="*/ 3494 h 55"/>
                  <a:gd name="T40" fmla="+- 0 5590 5590"/>
                  <a:gd name="T41" fmla="*/ T40 w 36"/>
                  <a:gd name="T42" fmla="+- 0 3495 3441"/>
                  <a:gd name="T43" fmla="*/ 3495 h 55"/>
                  <a:gd name="T44" fmla="+- 0 5622 5590"/>
                  <a:gd name="T45" fmla="*/ T44 w 36"/>
                  <a:gd name="T46" fmla="+- 0 3495 3441"/>
                  <a:gd name="T47" fmla="*/ 3495 h 55"/>
                  <a:gd name="T48" fmla="+- 0 5624 5590"/>
                  <a:gd name="T49" fmla="*/ T48 w 36"/>
                  <a:gd name="T50" fmla="+- 0 3489 3441"/>
                  <a:gd name="T51" fmla="*/ 3489 h 55"/>
                  <a:gd name="T52" fmla="+- 0 5599 5590"/>
                  <a:gd name="T53" fmla="*/ T52 w 36"/>
                  <a:gd name="T54" fmla="+- 0 3489 3441"/>
                  <a:gd name="T55" fmla="*/ 3489 h 55"/>
                  <a:gd name="T56" fmla="+- 0 5601 5590"/>
                  <a:gd name="T57" fmla="*/ T56 w 36"/>
                  <a:gd name="T58" fmla="+- 0 3488 3441"/>
                  <a:gd name="T59" fmla="*/ 3488 h 55"/>
                  <a:gd name="T60" fmla="+- 0 5604 5590"/>
                  <a:gd name="T61" fmla="*/ T60 w 36"/>
                  <a:gd name="T62" fmla="+- 0 3483 3441"/>
                  <a:gd name="T63" fmla="*/ 3483 h 55"/>
                  <a:gd name="T64" fmla="+- 0 5615 5590"/>
                  <a:gd name="T65" fmla="*/ T64 w 36"/>
                  <a:gd name="T66" fmla="+- 0 3472 3441"/>
                  <a:gd name="T67" fmla="*/ 3472 h 55"/>
                  <a:gd name="T68" fmla="+- 0 5618 5590"/>
                  <a:gd name="T69" fmla="*/ T68 w 36"/>
                  <a:gd name="T70" fmla="+- 0 3467 3441"/>
                  <a:gd name="T71" fmla="*/ 3467 h 55"/>
                  <a:gd name="T72" fmla="+- 0 5620 5590"/>
                  <a:gd name="T73" fmla="*/ T72 w 36"/>
                  <a:gd name="T74" fmla="+- 0 3463 3441"/>
                  <a:gd name="T75" fmla="*/ 3463 h 55"/>
                  <a:gd name="T76" fmla="+- 0 5622 5590"/>
                  <a:gd name="T77" fmla="*/ T76 w 36"/>
                  <a:gd name="T78" fmla="+- 0 3460 3441"/>
                  <a:gd name="T79" fmla="*/ 3460 h 55"/>
                  <a:gd name="T80" fmla="+- 0 5622 5590"/>
                  <a:gd name="T81" fmla="*/ T80 w 36"/>
                  <a:gd name="T82" fmla="+- 0 3457 3441"/>
                  <a:gd name="T83" fmla="*/ 3457 h 55"/>
                  <a:gd name="T84" fmla="+- 0 5622 5590"/>
                  <a:gd name="T85" fmla="*/ T84 w 36"/>
                  <a:gd name="T86" fmla="+- 0 3451 3441"/>
                  <a:gd name="T87" fmla="*/ 3451 h 55"/>
                  <a:gd name="T88" fmla="+- 0 5621 5590"/>
                  <a:gd name="T89" fmla="*/ T88 w 36"/>
                  <a:gd name="T90" fmla="+- 0 3448 3441"/>
                  <a:gd name="T91" fmla="*/ 3448 h 55"/>
                  <a:gd name="T92" fmla="+- 0 5620 5590"/>
                  <a:gd name="T93" fmla="*/ T92 w 36"/>
                  <a:gd name="T94" fmla="+- 0 3447 3441"/>
                  <a:gd name="T95" fmla="*/ 344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30" y="6"/>
                    </a:moveTo>
                    <a:lnTo>
                      <a:pt x="18" y="6"/>
                    </a:lnTo>
                    <a:lnTo>
                      <a:pt x="20" y="7"/>
                    </a:lnTo>
                    <a:lnTo>
                      <a:pt x="25" y="11"/>
                    </a:lnTo>
                    <a:lnTo>
                      <a:pt x="26" y="14"/>
                    </a:lnTo>
                    <a:lnTo>
                      <a:pt x="26" y="22"/>
                    </a:lnTo>
                    <a:lnTo>
                      <a:pt x="24" y="27"/>
                    </a:lnTo>
                    <a:lnTo>
                      <a:pt x="16" y="37"/>
                    </a:lnTo>
                    <a:lnTo>
                      <a:pt x="10" y="44"/>
                    </a:lnTo>
                    <a:lnTo>
                      <a:pt x="0" y="53"/>
                    </a:lnTo>
                    <a:lnTo>
                      <a:pt x="0" y="54"/>
                    </a:lnTo>
                    <a:lnTo>
                      <a:pt x="32" y="54"/>
                    </a:lnTo>
                    <a:lnTo>
                      <a:pt x="34" y="48"/>
                    </a:lnTo>
                    <a:lnTo>
                      <a:pt x="9" y="48"/>
                    </a:lnTo>
                    <a:lnTo>
                      <a:pt x="11" y="47"/>
                    </a:lnTo>
                    <a:lnTo>
                      <a:pt x="14" y="42"/>
                    </a:lnTo>
                    <a:lnTo>
                      <a:pt x="25" y="31"/>
                    </a:lnTo>
                    <a:lnTo>
                      <a:pt x="28" y="26"/>
                    </a:lnTo>
                    <a:lnTo>
                      <a:pt x="30" y="22"/>
                    </a:lnTo>
                    <a:lnTo>
                      <a:pt x="32" y="19"/>
                    </a:lnTo>
                    <a:lnTo>
                      <a:pt x="32" y="16"/>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0" name="Freeform 5253">
                <a:extLst>
                  <a:ext uri="{FF2B5EF4-FFF2-40B4-BE49-F238E27FC236}">
                    <a16:creationId xmlns:a16="http://schemas.microsoft.com/office/drawing/2014/main" id="{3CFF23E7-EF6D-E3CD-EFB5-5E8D78820565}"/>
                  </a:ext>
                </a:extLst>
              </p:cNvPr>
              <p:cNvSpPr>
                <a:spLocks/>
              </p:cNvSpPr>
              <p:nvPr/>
            </p:nvSpPr>
            <p:spPr bwMode="auto">
              <a:xfrm>
                <a:off x="5590" y="3441"/>
                <a:ext cx="36" cy="55"/>
              </a:xfrm>
              <a:custGeom>
                <a:avLst/>
                <a:gdLst>
                  <a:gd name="T0" fmla="+- 0 5626 5590"/>
                  <a:gd name="T1" fmla="*/ T0 w 36"/>
                  <a:gd name="T2" fmla="+- 0 3485 3441"/>
                  <a:gd name="T3" fmla="*/ 3485 h 55"/>
                  <a:gd name="T4" fmla="+- 0 5624 5590"/>
                  <a:gd name="T5" fmla="*/ T4 w 36"/>
                  <a:gd name="T6" fmla="+- 0 3485 3441"/>
                  <a:gd name="T7" fmla="*/ 3485 h 55"/>
                  <a:gd name="T8" fmla="+- 0 5622 5590"/>
                  <a:gd name="T9" fmla="*/ T8 w 36"/>
                  <a:gd name="T10" fmla="+- 0 3488 3441"/>
                  <a:gd name="T11" fmla="*/ 3488 h 55"/>
                  <a:gd name="T12" fmla="+- 0 5619 5590"/>
                  <a:gd name="T13" fmla="*/ T12 w 36"/>
                  <a:gd name="T14" fmla="+- 0 3489 3441"/>
                  <a:gd name="T15" fmla="*/ 3489 h 55"/>
                  <a:gd name="T16" fmla="+- 0 5617 5590"/>
                  <a:gd name="T17" fmla="*/ T16 w 36"/>
                  <a:gd name="T18" fmla="+- 0 3489 3441"/>
                  <a:gd name="T19" fmla="*/ 3489 h 55"/>
                  <a:gd name="T20" fmla="+- 0 5599 5590"/>
                  <a:gd name="T21" fmla="*/ T20 w 36"/>
                  <a:gd name="T22" fmla="+- 0 3489 3441"/>
                  <a:gd name="T23" fmla="*/ 3489 h 55"/>
                  <a:gd name="T24" fmla="+- 0 5624 5590"/>
                  <a:gd name="T25" fmla="*/ T24 w 36"/>
                  <a:gd name="T26" fmla="+- 0 3489 3441"/>
                  <a:gd name="T27" fmla="*/ 3489 h 55"/>
                  <a:gd name="T28" fmla="+- 0 5626 5590"/>
                  <a:gd name="T29" fmla="*/ T28 w 36"/>
                  <a:gd name="T30" fmla="+- 0 3485 3441"/>
                  <a:gd name="T31" fmla="*/ 3485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6" y="44"/>
                    </a:moveTo>
                    <a:lnTo>
                      <a:pt x="34" y="44"/>
                    </a:lnTo>
                    <a:lnTo>
                      <a:pt x="32" y="47"/>
                    </a:lnTo>
                    <a:lnTo>
                      <a:pt x="29" y="48"/>
                    </a:lnTo>
                    <a:lnTo>
                      <a:pt x="27" y="48"/>
                    </a:lnTo>
                    <a:lnTo>
                      <a:pt x="9" y="48"/>
                    </a:lnTo>
                    <a:lnTo>
                      <a:pt x="34" y="48"/>
                    </a:lnTo>
                    <a:lnTo>
                      <a:pt x="36"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71" name="Freeform 5254">
                <a:extLst>
                  <a:ext uri="{FF2B5EF4-FFF2-40B4-BE49-F238E27FC236}">
                    <a16:creationId xmlns:a16="http://schemas.microsoft.com/office/drawing/2014/main" id="{914E4B39-87CD-4CA1-061F-29CB1EB37964}"/>
                  </a:ext>
                </a:extLst>
              </p:cNvPr>
              <p:cNvSpPr>
                <a:spLocks/>
              </p:cNvSpPr>
              <p:nvPr/>
            </p:nvSpPr>
            <p:spPr bwMode="auto">
              <a:xfrm>
                <a:off x="5590" y="3441"/>
                <a:ext cx="36" cy="55"/>
              </a:xfrm>
              <a:custGeom>
                <a:avLst/>
                <a:gdLst>
                  <a:gd name="T0" fmla="+- 0 5611 5590"/>
                  <a:gd name="T1" fmla="*/ T0 w 36"/>
                  <a:gd name="T2" fmla="+- 0 3441 3441"/>
                  <a:gd name="T3" fmla="*/ 3441 h 55"/>
                  <a:gd name="T4" fmla="+- 0 5603 5590"/>
                  <a:gd name="T5" fmla="*/ T4 w 36"/>
                  <a:gd name="T6" fmla="+- 0 3441 3441"/>
                  <a:gd name="T7" fmla="*/ 3441 h 55"/>
                  <a:gd name="T8" fmla="+- 0 5600 5590"/>
                  <a:gd name="T9" fmla="*/ T8 w 36"/>
                  <a:gd name="T10" fmla="+- 0 3442 3441"/>
                  <a:gd name="T11" fmla="*/ 3442 h 55"/>
                  <a:gd name="T12" fmla="+- 0 5594 5590"/>
                  <a:gd name="T13" fmla="*/ T12 w 36"/>
                  <a:gd name="T14" fmla="+- 0 3447 3441"/>
                  <a:gd name="T15" fmla="*/ 3447 h 55"/>
                  <a:gd name="T16" fmla="+- 0 5593 5590"/>
                  <a:gd name="T17" fmla="*/ T16 w 36"/>
                  <a:gd name="T18" fmla="+- 0 3451 3441"/>
                  <a:gd name="T19" fmla="*/ 3451 h 55"/>
                  <a:gd name="T20" fmla="+- 0 5592 5590"/>
                  <a:gd name="T21" fmla="*/ T20 w 36"/>
                  <a:gd name="T22" fmla="+- 0 3456 3441"/>
                  <a:gd name="T23" fmla="*/ 3456 h 55"/>
                  <a:gd name="T24" fmla="+- 0 5593 5590"/>
                  <a:gd name="T25" fmla="*/ T24 w 36"/>
                  <a:gd name="T26" fmla="+- 0 3456 3441"/>
                  <a:gd name="T27" fmla="*/ 3456 h 55"/>
                  <a:gd name="T28" fmla="+- 0 5594 5590"/>
                  <a:gd name="T29" fmla="*/ T28 w 36"/>
                  <a:gd name="T30" fmla="+- 0 3453 3441"/>
                  <a:gd name="T31" fmla="*/ 3453 h 55"/>
                  <a:gd name="T32" fmla="+- 0 5596 5590"/>
                  <a:gd name="T33" fmla="*/ T32 w 36"/>
                  <a:gd name="T34" fmla="+- 0 3451 3441"/>
                  <a:gd name="T35" fmla="*/ 3451 h 55"/>
                  <a:gd name="T36" fmla="+- 0 5600 5590"/>
                  <a:gd name="T37" fmla="*/ T36 w 36"/>
                  <a:gd name="T38" fmla="+- 0 3448 3441"/>
                  <a:gd name="T39" fmla="*/ 3448 h 55"/>
                  <a:gd name="T40" fmla="+- 0 5602 5590"/>
                  <a:gd name="T41" fmla="*/ T40 w 36"/>
                  <a:gd name="T42" fmla="+- 0 3447 3441"/>
                  <a:gd name="T43" fmla="*/ 3447 h 55"/>
                  <a:gd name="T44" fmla="+- 0 5620 5590"/>
                  <a:gd name="T45" fmla="*/ T44 w 36"/>
                  <a:gd name="T46" fmla="+- 0 3447 3441"/>
                  <a:gd name="T47" fmla="*/ 3447 h 55"/>
                  <a:gd name="T48" fmla="+- 0 5615 5590"/>
                  <a:gd name="T49" fmla="*/ T48 w 36"/>
                  <a:gd name="T50" fmla="+- 0 3442 3441"/>
                  <a:gd name="T51" fmla="*/ 3442 h 55"/>
                  <a:gd name="T52" fmla="+- 0 5611 5590"/>
                  <a:gd name="T53" fmla="*/ T52 w 36"/>
                  <a:gd name="T54" fmla="+- 0 3441 3441"/>
                  <a:gd name="T55" fmla="*/ 344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10" y="1"/>
                    </a:lnTo>
                    <a:lnTo>
                      <a:pt x="4" y="6"/>
                    </a:lnTo>
                    <a:lnTo>
                      <a:pt x="3" y="10"/>
                    </a:lnTo>
                    <a:lnTo>
                      <a:pt x="2" y="15"/>
                    </a:lnTo>
                    <a:lnTo>
                      <a:pt x="3" y="15"/>
                    </a:lnTo>
                    <a:lnTo>
                      <a:pt x="4" y="12"/>
                    </a:lnTo>
                    <a:lnTo>
                      <a:pt x="6" y="10"/>
                    </a:lnTo>
                    <a:lnTo>
                      <a:pt x="10" y="7"/>
                    </a:lnTo>
                    <a:lnTo>
                      <a:pt x="12" y="6"/>
                    </a:lnTo>
                    <a:lnTo>
                      <a:pt x="30"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5" name="Group 314">
              <a:extLst>
                <a:ext uri="{FF2B5EF4-FFF2-40B4-BE49-F238E27FC236}">
                  <a16:creationId xmlns:a16="http://schemas.microsoft.com/office/drawing/2014/main" id="{C900CAE9-3709-936B-A3A3-0865BE0DF780}"/>
                </a:ext>
              </a:extLst>
            </p:cNvPr>
            <p:cNvGrpSpPr>
              <a:grpSpLocks/>
            </p:cNvGrpSpPr>
            <p:nvPr/>
          </p:nvGrpSpPr>
          <p:grpSpPr bwMode="auto">
            <a:xfrm>
              <a:off x="6048" y="3441"/>
              <a:ext cx="35" cy="56"/>
              <a:chOff x="6048" y="3441"/>
              <a:chExt cx="35" cy="56"/>
            </a:xfrm>
          </p:grpSpPr>
          <p:sp>
            <p:nvSpPr>
              <p:cNvPr id="1067" name="Freeform 5256">
                <a:extLst>
                  <a:ext uri="{FF2B5EF4-FFF2-40B4-BE49-F238E27FC236}">
                    <a16:creationId xmlns:a16="http://schemas.microsoft.com/office/drawing/2014/main" id="{A2C7D132-DD81-F17D-198B-C1B107861D36}"/>
                  </a:ext>
                </a:extLst>
              </p:cNvPr>
              <p:cNvSpPr>
                <a:spLocks/>
              </p:cNvSpPr>
              <p:nvPr/>
            </p:nvSpPr>
            <p:spPr bwMode="auto">
              <a:xfrm>
                <a:off x="6048" y="3441"/>
                <a:ext cx="35" cy="56"/>
              </a:xfrm>
              <a:custGeom>
                <a:avLst/>
                <a:gdLst>
                  <a:gd name="T0" fmla="+- 0 6069 6048"/>
                  <a:gd name="T1" fmla="*/ T0 w 35"/>
                  <a:gd name="T2" fmla="+- 0 3441 3441"/>
                  <a:gd name="T3" fmla="*/ 3441 h 56"/>
                  <a:gd name="T4" fmla="+- 0 6063 6048"/>
                  <a:gd name="T5" fmla="*/ T4 w 35"/>
                  <a:gd name="T6" fmla="+- 0 3441 3441"/>
                  <a:gd name="T7" fmla="*/ 3441 h 56"/>
                  <a:gd name="T8" fmla="+- 0 6060 6048"/>
                  <a:gd name="T9" fmla="*/ T8 w 35"/>
                  <a:gd name="T10" fmla="+- 0 3442 3441"/>
                  <a:gd name="T11" fmla="*/ 3442 h 56"/>
                  <a:gd name="T12" fmla="+- 0 6055 6048"/>
                  <a:gd name="T13" fmla="*/ T12 w 35"/>
                  <a:gd name="T14" fmla="+- 0 3445 3441"/>
                  <a:gd name="T15" fmla="*/ 3445 h 56"/>
                  <a:gd name="T16" fmla="+- 0 6052 6048"/>
                  <a:gd name="T17" fmla="*/ T16 w 35"/>
                  <a:gd name="T18" fmla="+- 0 3449 3441"/>
                  <a:gd name="T19" fmla="*/ 3449 h 56"/>
                  <a:gd name="T20" fmla="+- 0 6049 6048"/>
                  <a:gd name="T21" fmla="*/ T20 w 35"/>
                  <a:gd name="T22" fmla="+- 0 3457 3441"/>
                  <a:gd name="T23" fmla="*/ 3457 h 56"/>
                  <a:gd name="T24" fmla="+- 0 6048 6048"/>
                  <a:gd name="T25" fmla="*/ T24 w 35"/>
                  <a:gd name="T26" fmla="+- 0 3463 3441"/>
                  <a:gd name="T27" fmla="*/ 3463 h 56"/>
                  <a:gd name="T28" fmla="+- 0 6048 6048"/>
                  <a:gd name="T29" fmla="*/ T28 w 35"/>
                  <a:gd name="T30" fmla="+- 0 3476 3441"/>
                  <a:gd name="T31" fmla="*/ 3476 h 56"/>
                  <a:gd name="T32" fmla="+- 0 6049 6048"/>
                  <a:gd name="T33" fmla="*/ T32 w 35"/>
                  <a:gd name="T34" fmla="+- 0 3482 3441"/>
                  <a:gd name="T35" fmla="*/ 3482 h 56"/>
                  <a:gd name="T36" fmla="+- 0 6055 6048"/>
                  <a:gd name="T37" fmla="*/ T36 w 35"/>
                  <a:gd name="T38" fmla="+- 0 3493 3441"/>
                  <a:gd name="T39" fmla="*/ 3493 h 56"/>
                  <a:gd name="T40" fmla="+- 0 6060 6048"/>
                  <a:gd name="T41" fmla="*/ T40 w 35"/>
                  <a:gd name="T42" fmla="+- 0 3496 3441"/>
                  <a:gd name="T43" fmla="*/ 3496 h 56"/>
                  <a:gd name="T44" fmla="+- 0 6067 6048"/>
                  <a:gd name="T45" fmla="*/ T44 w 35"/>
                  <a:gd name="T46" fmla="+- 0 3496 3441"/>
                  <a:gd name="T47" fmla="*/ 3496 h 56"/>
                  <a:gd name="T48" fmla="+- 0 6070 6048"/>
                  <a:gd name="T49" fmla="*/ T48 w 35"/>
                  <a:gd name="T50" fmla="+- 0 3495 3441"/>
                  <a:gd name="T51" fmla="*/ 3495 h 56"/>
                  <a:gd name="T52" fmla="+- 0 6072 6048"/>
                  <a:gd name="T53" fmla="*/ T52 w 35"/>
                  <a:gd name="T54" fmla="+- 0 3494 3441"/>
                  <a:gd name="T55" fmla="*/ 3494 h 56"/>
                  <a:gd name="T56" fmla="+- 0 6062 6048"/>
                  <a:gd name="T57" fmla="*/ T56 w 35"/>
                  <a:gd name="T58" fmla="+- 0 3494 3441"/>
                  <a:gd name="T59" fmla="*/ 3494 h 56"/>
                  <a:gd name="T60" fmla="+- 0 6060 6048"/>
                  <a:gd name="T61" fmla="*/ T60 w 35"/>
                  <a:gd name="T62" fmla="+- 0 3492 3441"/>
                  <a:gd name="T63" fmla="*/ 3492 h 56"/>
                  <a:gd name="T64" fmla="+- 0 6058 6048"/>
                  <a:gd name="T65" fmla="*/ T64 w 35"/>
                  <a:gd name="T66" fmla="+- 0 3488 3441"/>
                  <a:gd name="T67" fmla="*/ 3488 h 56"/>
                  <a:gd name="T68" fmla="+- 0 6056 6048"/>
                  <a:gd name="T69" fmla="*/ T68 w 35"/>
                  <a:gd name="T70" fmla="+- 0 3483 3441"/>
                  <a:gd name="T71" fmla="*/ 3483 h 56"/>
                  <a:gd name="T72" fmla="+- 0 6055 6048"/>
                  <a:gd name="T73" fmla="*/ T72 w 35"/>
                  <a:gd name="T74" fmla="+- 0 3477 3441"/>
                  <a:gd name="T75" fmla="*/ 3477 h 56"/>
                  <a:gd name="T76" fmla="+- 0 6065 6048"/>
                  <a:gd name="T77" fmla="*/ T76 w 35"/>
                  <a:gd name="T78" fmla="+- 0 3443 3441"/>
                  <a:gd name="T79" fmla="*/ 3443 h 56"/>
                  <a:gd name="T80" fmla="+- 0 6073 6048"/>
                  <a:gd name="T81" fmla="*/ T80 w 35"/>
                  <a:gd name="T82" fmla="+- 0 3443 3441"/>
                  <a:gd name="T83" fmla="*/ 3443 h 56"/>
                  <a:gd name="T84" fmla="+- 0 6073 6048"/>
                  <a:gd name="T85" fmla="*/ T84 w 35"/>
                  <a:gd name="T86" fmla="+- 0 3443 3441"/>
                  <a:gd name="T87" fmla="*/ 3443 h 56"/>
                  <a:gd name="T88" fmla="+- 0 6069 6048"/>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6"/>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68" name="Freeform 5257">
                <a:extLst>
                  <a:ext uri="{FF2B5EF4-FFF2-40B4-BE49-F238E27FC236}">
                    <a16:creationId xmlns:a16="http://schemas.microsoft.com/office/drawing/2014/main" id="{39F8F2B6-4D96-7C3B-AF03-9F52CB21212E}"/>
                  </a:ext>
                </a:extLst>
              </p:cNvPr>
              <p:cNvSpPr>
                <a:spLocks/>
              </p:cNvSpPr>
              <p:nvPr/>
            </p:nvSpPr>
            <p:spPr bwMode="auto">
              <a:xfrm>
                <a:off x="6048" y="3441"/>
                <a:ext cx="35" cy="56"/>
              </a:xfrm>
              <a:custGeom>
                <a:avLst/>
                <a:gdLst>
                  <a:gd name="T0" fmla="+- 0 6073 6048"/>
                  <a:gd name="T1" fmla="*/ T0 w 35"/>
                  <a:gd name="T2" fmla="+- 0 3443 3441"/>
                  <a:gd name="T3" fmla="*/ 3443 h 56"/>
                  <a:gd name="T4" fmla="+- 0 6065 6048"/>
                  <a:gd name="T5" fmla="*/ T4 w 35"/>
                  <a:gd name="T6" fmla="+- 0 3443 3441"/>
                  <a:gd name="T7" fmla="*/ 3443 h 56"/>
                  <a:gd name="T8" fmla="+- 0 6069 6048"/>
                  <a:gd name="T9" fmla="*/ T8 w 35"/>
                  <a:gd name="T10" fmla="+- 0 3445 3441"/>
                  <a:gd name="T11" fmla="*/ 3445 h 56"/>
                  <a:gd name="T12" fmla="+- 0 6070 6048"/>
                  <a:gd name="T13" fmla="*/ T12 w 35"/>
                  <a:gd name="T14" fmla="+- 0 3446 3441"/>
                  <a:gd name="T15" fmla="*/ 3446 h 56"/>
                  <a:gd name="T16" fmla="+- 0 6072 6048"/>
                  <a:gd name="T17" fmla="*/ T16 w 35"/>
                  <a:gd name="T18" fmla="+- 0 3448 3441"/>
                  <a:gd name="T19" fmla="*/ 3448 h 56"/>
                  <a:gd name="T20" fmla="+- 0 6074 6048"/>
                  <a:gd name="T21" fmla="*/ T20 w 35"/>
                  <a:gd name="T22" fmla="+- 0 3455 3441"/>
                  <a:gd name="T23" fmla="*/ 3455 h 56"/>
                  <a:gd name="T24" fmla="+- 0 6074 6048"/>
                  <a:gd name="T25" fmla="*/ T24 w 35"/>
                  <a:gd name="T26" fmla="+- 0 3457 3441"/>
                  <a:gd name="T27" fmla="*/ 3457 h 56"/>
                  <a:gd name="T28" fmla="+- 0 6074 6048"/>
                  <a:gd name="T29" fmla="*/ T28 w 35"/>
                  <a:gd name="T30" fmla="+- 0 3476 3441"/>
                  <a:gd name="T31" fmla="*/ 3476 h 56"/>
                  <a:gd name="T32" fmla="+- 0 6074 6048"/>
                  <a:gd name="T33" fmla="*/ T32 w 35"/>
                  <a:gd name="T34" fmla="+- 0 3481 3441"/>
                  <a:gd name="T35" fmla="*/ 3481 h 56"/>
                  <a:gd name="T36" fmla="+- 0 6072 6048"/>
                  <a:gd name="T37" fmla="*/ T36 w 35"/>
                  <a:gd name="T38" fmla="+- 0 3488 3441"/>
                  <a:gd name="T39" fmla="*/ 3488 h 56"/>
                  <a:gd name="T40" fmla="+- 0 6071 6048"/>
                  <a:gd name="T41" fmla="*/ T40 w 35"/>
                  <a:gd name="T42" fmla="+- 0 3490 3441"/>
                  <a:gd name="T43" fmla="*/ 3490 h 56"/>
                  <a:gd name="T44" fmla="+- 0 6069 6048"/>
                  <a:gd name="T45" fmla="*/ T44 w 35"/>
                  <a:gd name="T46" fmla="+- 0 3492 3441"/>
                  <a:gd name="T47" fmla="*/ 3492 h 56"/>
                  <a:gd name="T48" fmla="+- 0 6065 6048"/>
                  <a:gd name="T49" fmla="*/ T48 w 35"/>
                  <a:gd name="T50" fmla="+- 0 3494 3441"/>
                  <a:gd name="T51" fmla="*/ 3494 h 56"/>
                  <a:gd name="T52" fmla="+- 0 6072 6048"/>
                  <a:gd name="T53" fmla="*/ T52 w 35"/>
                  <a:gd name="T54" fmla="+- 0 3494 3441"/>
                  <a:gd name="T55" fmla="*/ 3494 h 56"/>
                  <a:gd name="T56" fmla="+- 0 6082 6048"/>
                  <a:gd name="T57" fmla="*/ T56 w 35"/>
                  <a:gd name="T58" fmla="+- 0 3459 3441"/>
                  <a:gd name="T59" fmla="*/ 3459 h 56"/>
                  <a:gd name="T60" fmla="+- 0 6080 6048"/>
                  <a:gd name="T61" fmla="*/ T60 w 35"/>
                  <a:gd name="T62" fmla="+- 0 3452 3441"/>
                  <a:gd name="T63" fmla="*/ 3452 h 56"/>
                  <a:gd name="T64" fmla="+- 0 6073 6048"/>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6" name="Group 315">
              <a:extLst>
                <a:ext uri="{FF2B5EF4-FFF2-40B4-BE49-F238E27FC236}">
                  <a16:creationId xmlns:a16="http://schemas.microsoft.com/office/drawing/2014/main" id="{30046660-1A17-27FF-FD8F-444B5139DCD7}"/>
                </a:ext>
              </a:extLst>
            </p:cNvPr>
            <p:cNvGrpSpPr>
              <a:grpSpLocks/>
            </p:cNvGrpSpPr>
            <p:nvPr/>
          </p:nvGrpSpPr>
          <p:grpSpPr bwMode="auto">
            <a:xfrm>
              <a:off x="6511" y="3441"/>
              <a:ext cx="21" cy="55"/>
              <a:chOff x="6511" y="3441"/>
              <a:chExt cx="21" cy="55"/>
            </a:xfrm>
          </p:grpSpPr>
          <p:sp>
            <p:nvSpPr>
              <p:cNvPr id="1065" name="Freeform 5259">
                <a:extLst>
                  <a:ext uri="{FF2B5EF4-FFF2-40B4-BE49-F238E27FC236}">
                    <a16:creationId xmlns:a16="http://schemas.microsoft.com/office/drawing/2014/main" id="{B65ED8B2-BCAB-67A0-477D-D0CDAEFB71D9}"/>
                  </a:ext>
                </a:extLst>
              </p:cNvPr>
              <p:cNvSpPr>
                <a:spLocks/>
              </p:cNvSpPr>
              <p:nvPr/>
            </p:nvSpPr>
            <p:spPr bwMode="auto">
              <a:xfrm>
                <a:off x="6511" y="3441"/>
                <a:ext cx="21" cy="55"/>
              </a:xfrm>
              <a:custGeom>
                <a:avLst/>
                <a:gdLst>
                  <a:gd name="T0" fmla="+- 0 6525 6511"/>
                  <a:gd name="T1" fmla="*/ T0 w 21"/>
                  <a:gd name="T2" fmla="+- 0 3447 3441"/>
                  <a:gd name="T3" fmla="*/ 3447 h 55"/>
                  <a:gd name="T4" fmla="+- 0 6515 6511"/>
                  <a:gd name="T5" fmla="*/ T4 w 21"/>
                  <a:gd name="T6" fmla="+- 0 3447 3441"/>
                  <a:gd name="T7" fmla="*/ 3447 h 55"/>
                  <a:gd name="T8" fmla="+- 0 6517 6511"/>
                  <a:gd name="T9" fmla="*/ T8 w 21"/>
                  <a:gd name="T10" fmla="+- 0 3448 3441"/>
                  <a:gd name="T11" fmla="*/ 3448 h 55"/>
                  <a:gd name="T12" fmla="+- 0 6518 6511"/>
                  <a:gd name="T13" fmla="*/ T12 w 21"/>
                  <a:gd name="T14" fmla="+- 0 3450 3441"/>
                  <a:gd name="T15" fmla="*/ 3450 h 55"/>
                  <a:gd name="T16" fmla="+- 0 6518 6511"/>
                  <a:gd name="T17" fmla="*/ T16 w 21"/>
                  <a:gd name="T18" fmla="+- 0 3451 3441"/>
                  <a:gd name="T19" fmla="*/ 3451 h 55"/>
                  <a:gd name="T20" fmla="+- 0 6518 6511"/>
                  <a:gd name="T21" fmla="*/ T20 w 21"/>
                  <a:gd name="T22" fmla="+- 0 3491 3441"/>
                  <a:gd name="T23" fmla="*/ 3491 h 55"/>
                  <a:gd name="T24" fmla="+- 0 6512 6511"/>
                  <a:gd name="T25" fmla="*/ T24 w 21"/>
                  <a:gd name="T26" fmla="+- 0 3494 3441"/>
                  <a:gd name="T27" fmla="*/ 3494 h 55"/>
                  <a:gd name="T28" fmla="+- 0 6512 6511"/>
                  <a:gd name="T29" fmla="*/ T28 w 21"/>
                  <a:gd name="T30" fmla="+- 0 3495 3441"/>
                  <a:gd name="T31" fmla="*/ 3495 h 55"/>
                  <a:gd name="T32" fmla="+- 0 6532 6511"/>
                  <a:gd name="T33" fmla="*/ T32 w 21"/>
                  <a:gd name="T34" fmla="+- 0 3495 3441"/>
                  <a:gd name="T35" fmla="*/ 3495 h 55"/>
                  <a:gd name="T36" fmla="+- 0 6532 6511"/>
                  <a:gd name="T37" fmla="*/ T36 w 21"/>
                  <a:gd name="T38" fmla="+- 0 3494 3441"/>
                  <a:gd name="T39" fmla="*/ 3494 h 55"/>
                  <a:gd name="T40" fmla="+- 0 6529 6511"/>
                  <a:gd name="T41" fmla="*/ T40 w 21"/>
                  <a:gd name="T42" fmla="+- 0 3494 3441"/>
                  <a:gd name="T43" fmla="*/ 3494 h 55"/>
                  <a:gd name="T44" fmla="+- 0 6528 6511"/>
                  <a:gd name="T45" fmla="*/ T44 w 21"/>
                  <a:gd name="T46" fmla="+- 0 3493 3441"/>
                  <a:gd name="T47" fmla="*/ 3493 h 55"/>
                  <a:gd name="T48" fmla="+- 0 6527 6511"/>
                  <a:gd name="T49" fmla="*/ T48 w 21"/>
                  <a:gd name="T50" fmla="+- 0 3493 3441"/>
                  <a:gd name="T51" fmla="*/ 3493 h 55"/>
                  <a:gd name="T52" fmla="+- 0 6525 6511"/>
                  <a:gd name="T53" fmla="*/ T52 w 21"/>
                  <a:gd name="T54" fmla="+- 0 3491 3441"/>
                  <a:gd name="T55" fmla="*/ 3491 h 55"/>
                  <a:gd name="T56" fmla="+- 0 6525 6511"/>
                  <a:gd name="T57" fmla="*/ T56 w 21"/>
                  <a:gd name="T58" fmla="+- 0 3491 3441"/>
                  <a:gd name="T59" fmla="*/ 3491 h 55"/>
                  <a:gd name="T60" fmla="+- 0 6525 6511"/>
                  <a:gd name="T61" fmla="*/ T60 w 21"/>
                  <a:gd name="T62" fmla="+- 0 3447 3441"/>
                  <a:gd name="T63" fmla="*/ 344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6"/>
                    </a:moveTo>
                    <a:lnTo>
                      <a:pt x="4" y="6"/>
                    </a:lnTo>
                    <a:lnTo>
                      <a:pt x="6" y="7"/>
                    </a:lnTo>
                    <a:lnTo>
                      <a:pt x="7" y="9"/>
                    </a:lnTo>
                    <a:lnTo>
                      <a:pt x="7" y="10"/>
                    </a:lnTo>
                    <a:lnTo>
                      <a:pt x="7" y="50"/>
                    </a:lnTo>
                    <a:lnTo>
                      <a:pt x="1" y="53"/>
                    </a:lnTo>
                    <a:lnTo>
                      <a:pt x="1" y="54"/>
                    </a:lnTo>
                    <a:lnTo>
                      <a:pt x="21" y="54"/>
                    </a:lnTo>
                    <a:lnTo>
                      <a:pt x="21" y="53"/>
                    </a:lnTo>
                    <a:lnTo>
                      <a:pt x="18" y="53"/>
                    </a:lnTo>
                    <a:lnTo>
                      <a:pt x="17" y="52"/>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66" name="Freeform 5260">
                <a:extLst>
                  <a:ext uri="{FF2B5EF4-FFF2-40B4-BE49-F238E27FC236}">
                    <a16:creationId xmlns:a16="http://schemas.microsoft.com/office/drawing/2014/main" id="{EE4D121D-1300-3F13-EE10-17415060EC4C}"/>
                  </a:ext>
                </a:extLst>
              </p:cNvPr>
              <p:cNvSpPr>
                <a:spLocks/>
              </p:cNvSpPr>
              <p:nvPr/>
            </p:nvSpPr>
            <p:spPr bwMode="auto">
              <a:xfrm>
                <a:off x="6511" y="3441"/>
                <a:ext cx="21" cy="55"/>
              </a:xfrm>
              <a:custGeom>
                <a:avLst/>
                <a:gdLst>
                  <a:gd name="T0" fmla="+- 0 6525 6511"/>
                  <a:gd name="T1" fmla="*/ T0 w 21"/>
                  <a:gd name="T2" fmla="+- 0 3441 3441"/>
                  <a:gd name="T3" fmla="*/ 3441 h 55"/>
                  <a:gd name="T4" fmla="+- 0 6524 6511"/>
                  <a:gd name="T5" fmla="*/ T4 w 21"/>
                  <a:gd name="T6" fmla="+- 0 3441 3441"/>
                  <a:gd name="T7" fmla="*/ 3441 h 55"/>
                  <a:gd name="T8" fmla="+- 0 6511 6511"/>
                  <a:gd name="T9" fmla="*/ T8 w 21"/>
                  <a:gd name="T10" fmla="+- 0 3447 3441"/>
                  <a:gd name="T11" fmla="*/ 3447 h 55"/>
                  <a:gd name="T12" fmla="+- 0 6511 6511"/>
                  <a:gd name="T13" fmla="*/ T12 w 21"/>
                  <a:gd name="T14" fmla="+- 0 3448 3441"/>
                  <a:gd name="T15" fmla="*/ 3448 h 55"/>
                  <a:gd name="T16" fmla="+- 0 6515 6511"/>
                  <a:gd name="T17" fmla="*/ T16 w 21"/>
                  <a:gd name="T18" fmla="+- 0 3447 3441"/>
                  <a:gd name="T19" fmla="*/ 3447 h 55"/>
                  <a:gd name="T20" fmla="+- 0 6525 6511"/>
                  <a:gd name="T21" fmla="*/ T20 w 21"/>
                  <a:gd name="T22" fmla="+- 0 3447 3441"/>
                  <a:gd name="T23" fmla="*/ 3447 h 55"/>
                  <a:gd name="T24" fmla="+- 0 6525 6511"/>
                  <a:gd name="T25" fmla="*/ T24 w 21"/>
                  <a:gd name="T26" fmla="+- 0 3441 3441"/>
                  <a:gd name="T27" fmla="*/ 344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7" name="Group 316">
              <a:extLst>
                <a:ext uri="{FF2B5EF4-FFF2-40B4-BE49-F238E27FC236}">
                  <a16:creationId xmlns:a16="http://schemas.microsoft.com/office/drawing/2014/main" id="{9D19FF48-59D0-477A-71D5-EAA6D5CF5F6C}"/>
                </a:ext>
              </a:extLst>
            </p:cNvPr>
            <p:cNvGrpSpPr>
              <a:grpSpLocks/>
            </p:cNvGrpSpPr>
            <p:nvPr/>
          </p:nvGrpSpPr>
          <p:grpSpPr bwMode="auto">
            <a:xfrm>
              <a:off x="6967" y="3441"/>
              <a:ext cx="21" cy="55"/>
              <a:chOff x="6967" y="3441"/>
              <a:chExt cx="21" cy="55"/>
            </a:xfrm>
          </p:grpSpPr>
          <p:sp>
            <p:nvSpPr>
              <p:cNvPr id="1063" name="Freeform 5262">
                <a:extLst>
                  <a:ext uri="{FF2B5EF4-FFF2-40B4-BE49-F238E27FC236}">
                    <a16:creationId xmlns:a16="http://schemas.microsoft.com/office/drawing/2014/main" id="{5D468182-AA1C-1E81-6EA6-07C0EBBE6466}"/>
                  </a:ext>
                </a:extLst>
              </p:cNvPr>
              <p:cNvSpPr>
                <a:spLocks/>
              </p:cNvSpPr>
              <p:nvPr/>
            </p:nvSpPr>
            <p:spPr bwMode="auto">
              <a:xfrm>
                <a:off x="6967" y="3441"/>
                <a:ext cx="21" cy="55"/>
              </a:xfrm>
              <a:custGeom>
                <a:avLst/>
                <a:gdLst>
                  <a:gd name="T0" fmla="+- 0 6981 6967"/>
                  <a:gd name="T1" fmla="*/ T0 w 21"/>
                  <a:gd name="T2" fmla="+- 0 3447 3441"/>
                  <a:gd name="T3" fmla="*/ 3447 h 55"/>
                  <a:gd name="T4" fmla="+- 0 6972 6967"/>
                  <a:gd name="T5" fmla="*/ T4 w 21"/>
                  <a:gd name="T6" fmla="+- 0 3447 3441"/>
                  <a:gd name="T7" fmla="*/ 3447 h 55"/>
                  <a:gd name="T8" fmla="+- 0 6973 6967"/>
                  <a:gd name="T9" fmla="*/ T8 w 21"/>
                  <a:gd name="T10" fmla="+- 0 3448 3441"/>
                  <a:gd name="T11" fmla="*/ 3448 h 55"/>
                  <a:gd name="T12" fmla="+- 0 6974 6967"/>
                  <a:gd name="T13" fmla="*/ T12 w 21"/>
                  <a:gd name="T14" fmla="+- 0 3450 3441"/>
                  <a:gd name="T15" fmla="*/ 3450 h 55"/>
                  <a:gd name="T16" fmla="+- 0 6975 6967"/>
                  <a:gd name="T17" fmla="*/ T16 w 21"/>
                  <a:gd name="T18" fmla="+- 0 3451 3441"/>
                  <a:gd name="T19" fmla="*/ 3451 h 55"/>
                  <a:gd name="T20" fmla="+- 0 6975 6967"/>
                  <a:gd name="T21" fmla="*/ T20 w 21"/>
                  <a:gd name="T22" fmla="+- 0 3491 3441"/>
                  <a:gd name="T23" fmla="*/ 3491 h 55"/>
                  <a:gd name="T24" fmla="+- 0 6968 6967"/>
                  <a:gd name="T25" fmla="*/ T24 w 21"/>
                  <a:gd name="T26" fmla="+- 0 3494 3441"/>
                  <a:gd name="T27" fmla="*/ 3494 h 55"/>
                  <a:gd name="T28" fmla="+- 0 6968 6967"/>
                  <a:gd name="T29" fmla="*/ T28 w 21"/>
                  <a:gd name="T30" fmla="+- 0 3495 3441"/>
                  <a:gd name="T31" fmla="*/ 3495 h 55"/>
                  <a:gd name="T32" fmla="+- 0 6988 6967"/>
                  <a:gd name="T33" fmla="*/ T32 w 21"/>
                  <a:gd name="T34" fmla="+- 0 3495 3441"/>
                  <a:gd name="T35" fmla="*/ 3495 h 55"/>
                  <a:gd name="T36" fmla="+- 0 6988 6967"/>
                  <a:gd name="T37" fmla="*/ T36 w 21"/>
                  <a:gd name="T38" fmla="+- 0 3494 3441"/>
                  <a:gd name="T39" fmla="*/ 3494 h 55"/>
                  <a:gd name="T40" fmla="+- 0 6986 6967"/>
                  <a:gd name="T41" fmla="*/ T40 w 21"/>
                  <a:gd name="T42" fmla="+- 0 3494 3441"/>
                  <a:gd name="T43" fmla="*/ 3494 h 55"/>
                  <a:gd name="T44" fmla="+- 0 6984 6967"/>
                  <a:gd name="T45" fmla="*/ T44 w 21"/>
                  <a:gd name="T46" fmla="+- 0 3493 3441"/>
                  <a:gd name="T47" fmla="*/ 3493 h 55"/>
                  <a:gd name="T48" fmla="+- 0 6983 6967"/>
                  <a:gd name="T49" fmla="*/ T48 w 21"/>
                  <a:gd name="T50" fmla="+- 0 3493 3441"/>
                  <a:gd name="T51" fmla="*/ 3493 h 55"/>
                  <a:gd name="T52" fmla="+- 0 6982 6967"/>
                  <a:gd name="T53" fmla="*/ T52 w 21"/>
                  <a:gd name="T54" fmla="+- 0 3491 3441"/>
                  <a:gd name="T55" fmla="*/ 3491 h 55"/>
                  <a:gd name="T56" fmla="+- 0 6981 6967"/>
                  <a:gd name="T57" fmla="*/ T56 w 21"/>
                  <a:gd name="T58" fmla="+- 0 3491 3441"/>
                  <a:gd name="T59" fmla="*/ 3491 h 55"/>
                  <a:gd name="T60" fmla="+- 0 6981 6967"/>
                  <a:gd name="T61" fmla="*/ T60 w 21"/>
                  <a:gd name="T62" fmla="+- 0 3447 3441"/>
                  <a:gd name="T63" fmla="*/ 344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6"/>
                    </a:moveTo>
                    <a:lnTo>
                      <a:pt x="5" y="6"/>
                    </a:lnTo>
                    <a:lnTo>
                      <a:pt x="6" y="7"/>
                    </a:lnTo>
                    <a:lnTo>
                      <a:pt x="7" y="9"/>
                    </a:lnTo>
                    <a:lnTo>
                      <a:pt x="8" y="10"/>
                    </a:lnTo>
                    <a:lnTo>
                      <a:pt x="8" y="50"/>
                    </a:lnTo>
                    <a:lnTo>
                      <a:pt x="1" y="53"/>
                    </a:lnTo>
                    <a:lnTo>
                      <a:pt x="1" y="54"/>
                    </a:lnTo>
                    <a:lnTo>
                      <a:pt x="21" y="54"/>
                    </a:lnTo>
                    <a:lnTo>
                      <a:pt x="21" y="53"/>
                    </a:lnTo>
                    <a:lnTo>
                      <a:pt x="19" y="53"/>
                    </a:lnTo>
                    <a:lnTo>
                      <a:pt x="17" y="52"/>
                    </a:lnTo>
                    <a:lnTo>
                      <a:pt x="16" y="52"/>
                    </a:lnTo>
                    <a:lnTo>
                      <a:pt x="15" y="50"/>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64" name="Freeform 5263">
                <a:extLst>
                  <a:ext uri="{FF2B5EF4-FFF2-40B4-BE49-F238E27FC236}">
                    <a16:creationId xmlns:a16="http://schemas.microsoft.com/office/drawing/2014/main" id="{A0CF5DBE-0CA2-F485-0A6F-7F8A26ED6646}"/>
                  </a:ext>
                </a:extLst>
              </p:cNvPr>
              <p:cNvSpPr>
                <a:spLocks/>
              </p:cNvSpPr>
              <p:nvPr/>
            </p:nvSpPr>
            <p:spPr bwMode="auto">
              <a:xfrm>
                <a:off x="6967" y="3441"/>
                <a:ext cx="21" cy="55"/>
              </a:xfrm>
              <a:custGeom>
                <a:avLst/>
                <a:gdLst>
                  <a:gd name="T0" fmla="+- 0 6981 6967"/>
                  <a:gd name="T1" fmla="*/ T0 w 21"/>
                  <a:gd name="T2" fmla="+- 0 3441 3441"/>
                  <a:gd name="T3" fmla="*/ 3441 h 55"/>
                  <a:gd name="T4" fmla="+- 0 6980 6967"/>
                  <a:gd name="T5" fmla="*/ T4 w 21"/>
                  <a:gd name="T6" fmla="+- 0 3441 3441"/>
                  <a:gd name="T7" fmla="*/ 3441 h 55"/>
                  <a:gd name="T8" fmla="+- 0 6967 6967"/>
                  <a:gd name="T9" fmla="*/ T8 w 21"/>
                  <a:gd name="T10" fmla="+- 0 3447 3441"/>
                  <a:gd name="T11" fmla="*/ 3447 h 55"/>
                  <a:gd name="T12" fmla="+- 0 6968 6967"/>
                  <a:gd name="T13" fmla="*/ T12 w 21"/>
                  <a:gd name="T14" fmla="+- 0 3448 3441"/>
                  <a:gd name="T15" fmla="*/ 3448 h 55"/>
                  <a:gd name="T16" fmla="+- 0 6972 6967"/>
                  <a:gd name="T17" fmla="*/ T16 w 21"/>
                  <a:gd name="T18" fmla="+- 0 3447 3441"/>
                  <a:gd name="T19" fmla="*/ 3447 h 55"/>
                  <a:gd name="T20" fmla="+- 0 6981 6967"/>
                  <a:gd name="T21" fmla="*/ T20 w 21"/>
                  <a:gd name="T22" fmla="+- 0 3447 3441"/>
                  <a:gd name="T23" fmla="*/ 3447 h 55"/>
                  <a:gd name="T24" fmla="+- 0 6981 6967"/>
                  <a:gd name="T25" fmla="*/ T24 w 21"/>
                  <a:gd name="T26" fmla="+- 0 3441 3441"/>
                  <a:gd name="T27" fmla="*/ 344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1" y="7"/>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8" name="Group 317">
              <a:extLst>
                <a:ext uri="{FF2B5EF4-FFF2-40B4-BE49-F238E27FC236}">
                  <a16:creationId xmlns:a16="http://schemas.microsoft.com/office/drawing/2014/main" id="{4D691000-71F3-3BAD-E5D5-06754274CDA7}"/>
                </a:ext>
              </a:extLst>
            </p:cNvPr>
            <p:cNvGrpSpPr>
              <a:grpSpLocks/>
            </p:cNvGrpSpPr>
            <p:nvPr/>
          </p:nvGrpSpPr>
          <p:grpSpPr bwMode="auto">
            <a:xfrm>
              <a:off x="7417" y="3441"/>
              <a:ext cx="35" cy="56"/>
              <a:chOff x="7417" y="3441"/>
              <a:chExt cx="35" cy="56"/>
            </a:xfrm>
          </p:grpSpPr>
          <p:sp>
            <p:nvSpPr>
              <p:cNvPr id="1061" name="Freeform 5265">
                <a:extLst>
                  <a:ext uri="{FF2B5EF4-FFF2-40B4-BE49-F238E27FC236}">
                    <a16:creationId xmlns:a16="http://schemas.microsoft.com/office/drawing/2014/main" id="{3D18166F-0BA5-D6EB-694D-20A589C95C3A}"/>
                  </a:ext>
                </a:extLst>
              </p:cNvPr>
              <p:cNvSpPr>
                <a:spLocks/>
              </p:cNvSpPr>
              <p:nvPr/>
            </p:nvSpPr>
            <p:spPr bwMode="auto">
              <a:xfrm>
                <a:off x="7417" y="3441"/>
                <a:ext cx="35" cy="56"/>
              </a:xfrm>
              <a:custGeom>
                <a:avLst/>
                <a:gdLst>
                  <a:gd name="T0" fmla="+- 0 7438 7417"/>
                  <a:gd name="T1" fmla="*/ T0 w 35"/>
                  <a:gd name="T2" fmla="+- 0 3441 3441"/>
                  <a:gd name="T3" fmla="*/ 3441 h 56"/>
                  <a:gd name="T4" fmla="+- 0 7432 7417"/>
                  <a:gd name="T5" fmla="*/ T4 w 35"/>
                  <a:gd name="T6" fmla="+- 0 3441 3441"/>
                  <a:gd name="T7" fmla="*/ 3441 h 56"/>
                  <a:gd name="T8" fmla="+- 0 7429 7417"/>
                  <a:gd name="T9" fmla="*/ T8 w 35"/>
                  <a:gd name="T10" fmla="+- 0 3442 3441"/>
                  <a:gd name="T11" fmla="*/ 3442 h 56"/>
                  <a:gd name="T12" fmla="+- 0 7424 7417"/>
                  <a:gd name="T13" fmla="*/ T12 w 35"/>
                  <a:gd name="T14" fmla="+- 0 3445 3441"/>
                  <a:gd name="T15" fmla="*/ 3445 h 56"/>
                  <a:gd name="T16" fmla="+- 0 7421 7417"/>
                  <a:gd name="T17" fmla="*/ T16 w 35"/>
                  <a:gd name="T18" fmla="+- 0 3449 3441"/>
                  <a:gd name="T19" fmla="*/ 3449 h 56"/>
                  <a:gd name="T20" fmla="+- 0 7418 7417"/>
                  <a:gd name="T21" fmla="*/ T20 w 35"/>
                  <a:gd name="T22" fmla="+- 0 3457 3441"/>
                  <a:gd name="T23" fmla="*/ 3457 h 56"/>
                  <a:gd name="T24" fmla="+- 0 7417 7417"/>
                  <a:gd name="T25" fmla="*/ T24 w 35"/>
                  <a:gd name="T26" fmla="+- 0 3463 3441"/>
                  <a:gd name="T27" fmla="*/ 3463 h 56"/>
                  <a:gd name="T28" fmla="+- 0 7417 7417"/>
                  <a:gd name="T29" fmla="*/ T28 w 35"/>
                  <a:gd name="T30" fmla="+- 0 3476 3441"/>
                  <a:gd name="T31" fmla="*/ 3476 h 56"/>
                  <a:gd name="T32" fmla="+- 0 7418 7417"/>
                  <a:gd name="T33" fmla="*/ T32 w 35"/>
                  <a:gd name="T34" fmla="+- 0 3482 3441"/>
                  <a:gd name="T35" fmla="*/ 3482 h 56"/>
                  <a:gd name="T36" fmla="+- 0 7425 7417"/>
                  <a:gd name="T37" fmla="*/ T36 w 35"/>
                  <a:gd name="T38" fmla="+- 0 3493 3441"/>
                  <a:gd name="T39" fmla="*/ 3493 h 56"/>
                  <a:gd name="T40" fmla="+- 0 7429 7417"/>
                  <a:gd name="T41" fmla="*/ T40 w 35"/>
                  <a:gd name="T42" fmla="+- 0 3496 3441"/>
                  <a:gd name="T43" fmla="*/ 3496 h 56"/>
                  <a:gd name="T44" fmla="+- 0 7436 7417"/>
                  <a:gd name="T45" fmla="*/ T44 w 35"/>
                  <a:gd name="T46" fmla="+- 0 3496 3441"/>
                  <a:gd name="T47" fmla="*/ 3496 h 56"/>
                  <a:gd name="T48" fmla="+- 0 7439 7417"/>
                  <a:gd name="T49" fmla="*/ T48 w 35"/>
                  <a:gd name="T50" fmla="+- 0 3495 3441"/>
                  <a:gd name="T51" fmla="*/ 3495 h 56"/>
                  <a:gd name="T52" fmla="+- 0 7441 7417"/>
                  <a:gd name="T53" fmla="*/ T52 w 35"/>
                  <a:gd name="T54" fmla="+- 0 3494 3441"/>
                  <a:gd name="T55" fmla="*/ 3494 h 56"/>
                  <a:gd name="T56" fmla="+- 0 7431 7417"/>
                  <a:gd name="T57" fmla="*/ T56 w 35"/>
                  <a:gd name="T58" fmla="+- 0 3494 3441"/>
                  <a:gd name="T59" fmla="*/ 3494 h 56"/>
                  <a:gd name="T60" fmla="+- 0 7429 7417"/>
                  <a:gd name="T61" fmla="*/ T60 w 35"/>
                  <a:gd name="T62" fmla="+- 0 3492 3441"/>
                  <a:gd name="T63" fmla="*/ 3492 h 56"/>
                  <a:gd name="T64" fmla="+- 0 7426 7417"/>
                  <a:gd name="T65" fmla="*/ T64 w 35"/>
                  <a:gd name="T66" fmla="+- 0 3483 3441"/>
                  <a:gd name="T67" fmla="*/ 3483 h 56"/>
                  <a:gd name="T68" fmla="+- 0 7425 7417"/>
                  <a:gd name="T69" fmla="*/ T68 w 35"/>
                  <a:gd name="T70" fmla="+- 0 3477 3441"/>
                  <a:gd name="T71" fmla="*/ 3477 h 56"/>
                  <a:gd name="T72" fmla="+- 0 7425 7417"/>
                  <a:gd name="T73" fmla="*/ T72 w 35"/>
                  <a:gd name="T74" fmla="+- 0 3463 3441"/>
                  <a:gd name="T75" fmla="*/ 3463 h 56"/>
                  <a:gd name="T76" fmla="+- 0 7434 7417"/>
                  <a:gd name="T77" fmla="*/ T76 w 35"/>
                  <a:gd name="T78" fmla="+- 0 3443 3441"/>
                  <a:gd name="T79" fmla="*/ 3443 h 56"/>
                  <a:gd name="T80" fmla="+- 0 7442 7417"/>
                  <a:gd name="T81" fmla="*/ T80 w 35"/>
                  <a:gd name="T82" fmla="+- 0 3443 3441"/>
                  <a:gd name="T83" fmla="*/ 3443 h 56"/>
                  <a:gd name="T84" fmla="+- 0 7442 7417"/>
                  <a:gd name="T85" fmla="*/ T84 w 35"/>
                  <a:gd name="T86" fmla="+- 0 3443 3441"/>
                  <a:gd name="T87" fmla="*/ 3443 h 56"/>
                  <a:gd name="T88" fmla="+- 0 7438 7417"/>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6"/>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62" name="Freeform 5266">
                <a:extLst>
                  <a:ext uri="{FF2B5EF4-FFF2-40B4-BE49-F238E27FC236}">
                    <a16:creationId xmlns:a16="http://schemas.microsoft.com/office/drawing/2014/main" id="{DE3EB4E7-842D-7229-4C38-C697B7CBE1CA}"/>
                  </a:ext>
                </a:extLst>
              </p:cNvPr>
              <p:cNvSpPr>
                <a:spLocks/>
              </p:cNvSpPr>
              <p:nvPr/>
            </p:nvSpPr>
            <p:spPr bwMode="auto">
              <a:xfrm>
                <a:off x="7417" y="3441"/>
                <a:ext cx="35" cy="56"/>
              </a:xfrm>
              <a:custGeom>
                <a:avLst/>
                <a:gdLst>
                  <a:gd name="T0" fmla="+- 0 7442 7417"/>
                  <a:gd name="T1" fmla="*/ T0 w 35"/>
                  <a:gd name="T2" fmla="+- 0 3443 3441"/>
                  <a:gd name="T3" fmla="*/ 3443 h 56"/>
                  <a:gd name="T4" fmla="+- 0 7434 7417"/>
                  <a:gd name="T5" fmla="*/ T4 w 35"/>
                  <a:gd name="T6" fmla="+- 0 3443 3441"/>
                  <a:gd name="T7" fmla="*/ 3443 h 56"/>
                  <a:gd name="T8" fmla="+- 0 7438 7417"/>
                  <a:gd name="T9" fmla="*/ T8 w 35"/>
                  <a:gd name="T10" fmla="+- 0 3445 3441"/>
                  <a:gd name="T11" fmla="*/ 3445 h 56"/>
                  <a:gd name="T12" fmla="+- 0 7440 7417"/>
                  <a:gd name="T13" fmla="*/ T12 w 35"/>
                  <a:gd name="T14" fmla="+- 0 3446 3441"/>
                  <a:gd name="T15" fmla="*/ 3446 h 56"/>
                  <a:gd name="T16" fmla="+- 0 7441 7417"/>
                  <a:gd name="T17" fmla="*/ T16 w 35"/>
                  <a:gd name="T18" fmla="+- 0 3448 3441"/>
                  <a:gd name="T19" fmla="*/ 3448 h 56"/>
                  <a:gd name="T20" fmla="+- 0 7443 7417"/>
                  <a:gd name="T21" fmla="*/ T20 w 35"/>
                  <a:gd name="T22" fmla="+- 0 3455 3441"/>
                  <a:gd name="T23" fmla="*/ 3455 h 56"/>
                  <a:gd name="T24" fmla="+- 0 7443 7417"/>
                  <a:gd name="T25" fmla="*/ T24 w 35"/>
                  <a:gd name="T26" fmla="+- 0 3457 3441"/>
                  <a:gd name="T27" fmla="*/ 3457 h 56"/>
                  <a:gd name="T28" fmla="+- 0 7444 7417"/>
                  <a:gd name="T29" fmla="*/ T28 w 35"/>
                  <a:gd name="T30" fmla="+- 0 3476 3441"/>
                  <a:gd name="T31" fmla="*/ 3476 h 56"/>
                  <a:gd name="T32" fmla="+- 0 7443 7417"/>
                  <a:gd name="T33" fmla="*/ T32 w 35"/>
                  <a:gd name="T34" fmla="+- 0 3481 3441"/>
                  <a:gd name="T35" fmla="*/ 3481 h 56"/>
                  <a:gd name="T36" fmla="+- 0 7441 7417"/>
                  <a:gd name="T37" fmla="*/ T36 w 35"/>
                  <a:gd name="T38" fmla="+- 0 3488 3441"/>
                  <a:gd name="T39" fmla="*/ 3488 h 56"/>
                  <a:gd name="T40" fmla="+- 0 7440 7417"/>
                  <a:gd name="T41" fmla="*/ T40 w 35"/>
                  <a:gd name="T42" fmla="+- 0 3490 3441"/>
                  <a:gd name="T43" fmla="*/ 3490 h 56"/>
                  <a:gd name="T44" fmla="+- 0 7438 7417"/>
                  <a:gd name="T45" fmla="*/ T44 w 35"/>
                  <a:gd name="T46" fmla="+- 0 3492 3441"/>
                  <a:gd name="T47" fmla="*/ 3492 h 56"/>
                  <a:gd name="T48" fmla="+- 0 7434 7417"/>
                  <a:gd name="T49" fmla="*/ T48 w 35"/>
                  <a:gd name="T50" fmla="+- 0 3494 3441"/>
                  <a:gd name="T51" fmla="*/ 3494 h 56"/>
                  <a:gd name="T52" fmla="+- 0 7441 7417"/>
                  <a:gd name="T53" fmla="*/ T52 w 35"/>
                  <a:gd name="T54" fmla="+- 0 3494 3441"/>
                  <a:gd name="T55" fmla="*/ 3494 h 56"/>
                  <a:gd name="T56" fmla="+- 0 7451 7417"/>
                  <a:gd name="T57" fmla="*/ T56 w 35"/>
                  <a:gd name="T58" fmla="+- 0 3459 3441"/>
                  <a:gd name="T59" fmla="*/ 3459 h 56"/>
                  <a:gd name="T60" fmla="+- 0 7449 7417"/>
                  <a:gd name="T61" fmla="*/ T60 w 35"/>
                  <a:gd name="T62" fmla="+- 0 3452 3441"/>
                  <a:gd name="T63" fmla="*/ 3452 h 56"/>
                  <a:gd name="T64" fmla="+- 0 7442 7417"/>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6"/>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19" name="Group 318">
              <a:extLst>
                <a:ext uri="{FF2B5EF4-FFF2-40B4-BE49-F238E27FC236}">
                  <a16:creationId xmlns:a16="http://schemas.microsoft.com/office/drawing/2014/main" id="{E953F027-D57D-57F7-6222-F54239C511EB}"/>
                </a:ext>
              </a:extLst>
            </p:cNvPr>
            <p:cNvGrpSpPr>
              <a:grpSpLocks/>
            </p:cNvGrpSpPr>
            <p:nvPr/>
          </p:nvGrpSpPr>
          <p:grpSpPr bwMode="auto">
            <a:xfrm>
              <a:off x="7875" y="3441"/>
              <a:ext cx="31" cy="56"/>
              <a:chOff x="7875" y="3441"/>
              <a:chExt cx="31" cy="56"/>
            </a:xfrm>
          </p:grpSpPr>
          <p:sp>
            <p:nvSpPr>
              <p:cNvPr id="1058" name="Freeform 5268">
                <a:extLst>
                  <a:ext uri="{FF2B5EF4-FFF2-40B4-BE49-F238E27FC236}">
                    <a16:creationId xmlns:a16="http://schemas.microsoft.com/office/drawing/2014/main" id="{28AADC5C-1002-8892-7919-7AAABBDB40D5}"/>
                  </a:ext>
                </a:extLst>
              </p:cNvPr>
              <p:cNvSpPr>
                <a:spLocks/>
              </p:cNvSpPr>
              <p:nvPr/>
            </p:nvSpPr>
            <p:spPr bwMode="auto">
              <a:xfrm>
                <a:off x="7875" y="3441"/>
                <a:ext cx="31" cy="56"/>
              </a:xfrm>
              <a:custGeom>
                <a:avLst/>
                <a:gdLst>
                  <a:gd name="T0" fmla="+- 0 7895 7875"/>
                  <a:gd name="T1" fmla="*/ T0 w 31"/>
                  <a:gd name="T2" fmla="+- 0 3441 3441"/>
                  <a:gd name="T3" fmla="*/ 3441 h 56"/>
                  <a:gd name="T4" fmla="+- 0 7886 7875"/>
                  <a:gd name="T5" fmla="*/ T4 w 31"/>
                  <a:gd name="T6" fmla="+- 0 3441 3441"/>
                  <a:gd name="T7" fmla="*/ 3441 h 56"/>
                  <a:gd name="T8" fmla="+- 0 7882 7875"/>
                  <a:gd name="T9" fmla="*/ T8 w 31"/>
                  <a:gd name="T10" fmla="+- 0 3442 3441"/>
                  <a:gd name="T11" fmla="*/ 3442 h 56"/>
                  <a:gd name="T12" fmla="+- 0 7877 7875"/>
                  <a:gd name="T13" fmla="*/ T12 w 31"/>
                  <a:gd name="T14" fmla="+- 0 3447 3441"/>
                  <a:gd name="T15" fmla="*/ 3447 h 56"/>
                  <a:gd name="T16" fmla="+- 0 7876 7875"/>
                  <a:gd name="T17" fmla="*/ T16 w 31"/>
                  <a:gd name="T18" fmla="+- 0 3449 3441"/>
                  <a:gd name="T19" fmla="*/ 3449 h 56"/>
                  <a:gd name="T20" fmla="+- 0 7876 7875"/>
                  <a:gd name="T21" fmla="*/ T20 w 31"/>
                  <a:gd name="T22" fmla="+- 0 3456 3441"/>
                  <a:gd name="T23" fmla="*/ 3456 h 56"/>
                  <a:gd name="T24" fmla="+- 0 7876 7875"/>
                  <a:gd name="T25" fmla="*/ T24 w 31"/>
                  <a:gd name="T26" fmla="+- 0 3458 3441"/>
                  <a:gd name="T27" fmla="*/ 3458 h 56"/>
                  <a:gd name="T28" fmla="+- 0 7879 7875"/>
                  <a:gd name="T29" fmla="*/ T28 w 31"/>
                  <a:gd name="T30" fmla="+- 0 3462 3441"/>
                  <a:gd name="T31" fmla="*/ 3462 h 56"/>
                  <a:gd name="T32" fmla="+- 0 7881 7875"/>
                  <a:gd name="T33" fmla="*/ T32 w 31"/>
                  <a:gd name="T34" fmla="+- 0 3465 3441"/>
                  <a:gd name="T35" fmla="*/ 3465 h 56"/>
                  <a:gd name="T36" fmla="+- 0 7886 7875"/>
                  <a:gd name="T37" fmla="*/ T36 w 31"/>
                  <a:gd name="T38" fmla="+- 0 3468 3441"/>
                  <a:gd name="T39" fmla="*/ 3468 h 56"/>
                  <a:gd name="T40" fmla="+- 0 7882 7875"/>
                  <a:gd name="T41" fmla="*/ T40 w 31"/>
                  <a:gd name="T42" fmla="+- 0 3471 3441"/>
                  <a:gd name="T43" fmla="*/ 3471 h 56"/>
                  <a:gd name="T44" fmla="+- 0 7879 7875"/>
                  <a:gd name="T45" fmla="*/ T44 w 31"/>
                  <a:gd name="T46" fmla="+- 0 3474 3441"/>
                  <a:gd name="T47" fmla="*/ 3474 h 56"/>
                  <a:gd name="T48" fmla="+- 0 7876 7875"/>
                  <a:gd name="T49" fmla="*/ T48 w 31"/>
                  <a:gd name="T50" fmla="+- 0 3478 3441"/>
                  <a:gd name="T51" fmla="*/ 3478 h 56"/>
                  <a:gd name="T52" fmla="+- 0 7875 7875"/>
                  <a:gd name="T53" fmla="*/ T52 w 31"/>
                  <a:gd name="T54" fmla="+- 0 3480 3441"/>
                  <a:gd name="T55" fmla="*/ 3480 h 56"/>
                  <a:gd name="T56" fmla="+- 0 7875 7875"/>
                  <a:gd name="T57" fmla="*/ T56 w 31"/>
                  <a:gd name="T58" fmla="+- 0 3486 3441"/>
                  <a:gd name="T59" fmla="*/ 3486 h 56"/>
                  <a:gd name="T60" fmla="+- 0 7876 7875"/>
                  <a:gd name="T61" fmla="*/ T60 w 31"/>
                  <a:gd name="T62" fmla="+- 0 3489 3441"/>
                  <a:gd name="T63" fmla="*/ 3489 h 56"/>
                  <a:gd name="T64" fmla="+- 0 7881 7875"/>
                  <a:gd name="T65" fmla="*/ T64 w 31"/>
                  <a:gd name="T66" fmla="+- 0 3494 3441"/>
                  <a:gd name="T67" fmla="*/ 3494 h 56"/>
                  <a:gd name="T68" fmla="+- 0 7885 7875"/>
                  <a:gd name="T69" fmla="*/ T68 w 31"/>
                  <a:gd name="T70" fmla="+- 0 3496 3441"/>
                  <a:gd name="T71" fmla="*/ 3496 h 56"/>
                  <a:gd name="T72" fmla="+- 0 7895 7875"/>
                  <a:gd name="T73" fmla="*/ T72 w 31"/>
                  <a:gd name="T74" fmla="+- 0 3496 3441"/>
                  <a:gd name="T75" fmla="*/ 3496 h 56"/>
                  <a:gd name="T76" fmla="+- 0 7899 7875"/>
                  <a:gd name="T77" fmla="*/ T76 w 31"/>
                  <a:gd name="T78" fmla="+- 0 3495 3441"/>
                  <a:gd name="T79" fmla="*/ 3495 h 56"/>
                  <a:gd name="T80" fmla="+- 0 7900 7875"/>
                  <a:gd name="T81" fmla="*/ T80 w 31"/>
                  <a:gd name="T82" fmla="+- 0 3494 3441"/>
                  <a:gd name="T83" fmla="*/ 3494 h 56"/>
                  <a:gd name="T84" fmla="+- 0 7888 7875"/>
                  <a:gd name="T85" fmla="*/ T84 w 31"/>
                  <a:gd name="T86" fmla="+- 0 3494 3441"/>
                  <a:gd name="T87" fmla="*/ 3494 h 56"/>
                  <a:gd name="T88" fmla="+- 0 7886 7875"/>
                  <a:gd name="T89" fmla="*/ T88 w 31"/>
                  <a:gd name="T90" fmla="+- 0 3493 3441"/>
                  <a:gd name="T91" fmla="*/ 3493 h 56"/>
                  <a:gd name="T92" fmla="+- 0 7882 7875"/>
                  <a:gd name="T93" fmla="*/ T92 w 31"/>
                  <a:gd name="T94" fmla="+- 0 3489 3441"/>
                  <a:gd name="T95" fmla="*/ 3489 h 56"/>
                  <a:gd name="T96" fmla="+- 0 7881 7875"/>
                  <a:gd name="T97" fmla="*/ T96 w 31"/>
                  <a:gd name="T98" fmla="+- 0 3486 3441"/>
                  <a:gd name="T99" fmla="*/ 3486 h 56"/>
                  <a:gd name="T100" fmla="+- 0 7881 7875"/>
                  <a:gd name="T101" fmla="*/ T100 w 31"/>
                  <a:gd name="T102" fmla="+- 0 3480 3441"/>
                  <a:gd name="T103" fmla="*/ 3480 h 56"/>
                  <a:gd name="T104" fmla="+- 0 7882 7875"/>
                  <a:gd name="T105" fmla="*/ T104 w 31"/>
                  <a:gd name="T106" fmla="+- 0 3478 3441"/>
                  <a:gd name="T107" fmla="*/ 3478 h 56"/>
                  <a:gd name="T108" fmla="+- 0 7884 7875"/>
                  <a:gd name="T109" fmla="*/ T108 w 31"/>
                  <a:gd name="T110" fmla="+- 0 3474 3441"/>
                  <a:gd name="T111" fmla="*/ 3474 h 56"/>
                  <a:gd name="T112" fmla="+- 0 7885 7875"/>
                  <a:gd name="T113" fmla="*/ T112 w 31"/>
                  <a:gd name="T114" fmla="+- 0 3472 3441"/>
                  <a:gd name="T115" fmla="*/ 3472 h 56"/>
                  <a:gd name="T116" fmla="+- 0 7888 7875"/>
                  <a:gd name="T117" fmla="*/ T116 w 31"/>
                  <a:gd name="T118" fmla="+- 0 3470 3441"/>
                  <a:gd name="T119" fmla="*/ 3470 h 56"/>
                  <a:gd name="T120" fmla="+- 0 7899 7875"/>
                  <a:gd name="T121" fmla="*/ T120 w 31"/>
                  <a:gd name="T122" fmla="+- 0 3470 3441"/>
                  <a:gd name="T123" fmla="*/ 3470 h 56"/>
                  <a:gd name="T124" fmla="+- 0 7898 7875"/>
                  <a:gd name="T125" fmla="*/ T124 w 31"/>
                  <a:gd name="T126" fmla="+- 0 3469 3441"/>
                  <a:gd name="T127" fmla="*/ 3469 h 56"/>
                  <a:gd name="T128" fmla="+- 0 7894 7875"/>
                  <a:gd name="T129" fmla="*/ T128 w 31"/>
                  <a:gd name="T130" fmla="+- 0 3466 3441"/>
                  <a:gd name="T131" fmla="*/ 3466 h 56"/>
                  <a:gd name="T132" fmla="+- 0 7896 7875"/>
                  <a:gd name="T133" fmla="*/ T132 w 31"/>
                  <a:gd name="T134" fmla="+- 0 3464 3441"/>
                  <a:gd name="T135" fmla="*/ 3464 h 56"/>
                  <a:gd name="T136" fmla="+- 0 7892 7875"/>
                  <a:gd name="T137" fmla="*/ T136 w 31"/>
                  <a:gd name="T138" fmla="+- 0 3464 3441"/>
                  <a:gd name="T139" fmla="*/ 3464 h 56"/>
                  <a:gd name="T140" fmla="+- 0 7885 7875"/>
                  <a:gd name="T141" fmla="*/ T140 w 31"/>
                  <a:gd name="T142" fmla="+- 0 3459 3441"/>
                  <a:gd name="T143" fmla="*/ 3459 h 56"/>
                  <a:gd name="T144" fmla="+- 0 7882 7875"/>
                  <a:gd name="T145" fmla="*/ T144 w 31"/>
                  <a:gd name="T146" fmla="+- 0 3455 3441"/>
                  <a:gd name="T147" fmla="*/ 3455 h 56"/>
                  <a:gd name="T148" fmla="+- 0 7881 7875"/>
                  <a:gd name="T149" fmla="*/ T148 w 31"/>
                  <a:gd name="T150" fmla="+- 0 3451 3441"/>
                  <a:gd name="T151" fmla="*/ 3451 h 56"/>
                  <a:gd name="T152" fmla="+- 0 7881 7875"/>
                  <a:gd name="T153" fmla="*/ T152 w 31"/>
                  <a:gd name="T154" fmla="+- 0 3449 3441"/>
                  <a:gd name="T155" fmla="*/ 3449 h 56"/>
                  <a:gd name="T156" fmla="+- 0 7882 7875"/>
                  <a:gd name="T157" fmla="*/ T156 w 31"/>
                  <a:gd name="T158" fmla="+- 0 3447 3441"/>
                  <a:gd name="T159" fmla="*/ 3447 h 56"/>
                  <a:gd name="T160" fmla="+- 0 7886 7875"/>
                  <a:gd name="T161" fmla="*/ T160 w 31"/>
                  <a:gd name="T162" fmla="+- 0 3444 3441"/>
                  <a:gd name="T163" fmla="*/ 3444 h 56"/>
                  <a:gd name="T164" fmla="+- 0 7888 7875"/>
                  <a:gd name="T165" fmla="*/ T164 w 31"/>
                  <a:gd name="T166" fmla="+- 0 3443 3441"/>
                  <a:gd name="T167" fmla="*/ 3443 h 56"/>
                  <a:gd name="T168" fmla="+- 0 7899 7875"/>
                  <a:gd name="T169" fmla="*/ T168 w 31"/>
                  <a:gd name="T170" fmla="+- 0 3443 3441"/>
                  <a:gd name="T171" fmla="*/ 3443 h 56"/>
                  <a:gd name="T172" fmla="+- 0 7898 7875"/>
                  <a:gd name="T173" fmla="*/ T172 w 31"/>
                  <a:gd name="T174" fmla="+- 0 3442 3441"/>
                  <a:gd name="T175" fmla="*/ 3442 h 56"/>
                  <a:gd name="T176" fmla="+- 0 7895 7875"/>
                  <a:gd name="T177" fmla="*/ T176 w 31"/>
                  <a:gd name="T178" fmla="+- 0 3441 3441"/>
                  <a:gd name="T179"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31" h="56">
                    <a:moveTo>
                      <a:pt x="20" y="0"/>
                    </a:moveTo>
                    <a:lnTo>
                      <a:pt x="11" y="0"/>
                    </a:lnTo>
                    <a:lnTo>
                      <a:pt x="7" y="1"/>
                    </a:lnTo>
                    <a:lnTo>
                      <a:pt x="2" y="6"/>
                    </a:lnTo>
                    <a:lnTo>
                      <a:pt x="1" y="8"/>
                    </a:lnTo>
                    <a:lnTo>
                      <a:pt x="1" y="15"/>
                    </a:lnTo>
                    <a:lnTo>
                      <a:pt x="1" y="17"/>
                    </a:lnTo>
                    <a:lnTo>
                      <a:pt x="4" y="21"/>
                    </a:lnTo>
                    <a:lnTo>
                      <a:pt x="6" y="24"/>
                    </a:lnTo>
                    <a:lnTo>
                      <a:pt x="11" y="27"/>
                    </a:lnTo>
                    <a:lnTo>
                      <a:pt x="7" y="30"/>
                    </a:lnTo>
                    <a:lnTo>
                      <a:pt x="4" y="33"/>
                    </a:lnTo>
                    <a:lnTo>
                      <a:pt x="1" y="37"/>
                    </a:lnTo>
                    <a:lnTo>
                      <a:pt x="0" y="39"/>
                    </a:lnTo>
                    <a:lnTo>
                      <a:pt x="0" y="45"/>
                    </a:lnTo>
                    <a:lnTo>
                      <a:pt x="1" y="48"/>
                    </a:lnTo>
                    <a:lnTo>
                      <a:pt x="6" y="53"/>
                    </a:lnTo>
                    <a:lnTo>
                      <a:pt x="10" y="55"/>
                    </a:lnTo>
                    <a:lnTo>
                      <a:pt x="20" y="55"/>
                    </a:lnTo>
                    <a:lnTo>
                      <a:pt x="24" y="54"/>
                    </a:lnTo>
                    <a:lnTo>
                      <a:pt x="25" y="53"/>
                    </a:lnTo>
                    <a:lnTo>
                      <a:pt x="13" y="53"/>
                    </a:lnTo>
                    <a:lnTo>
                      <a:pt x="11" y="52"/>
                    </a:lnTo>
                    <a:lnTo>
                      <a:pt x="7" y="48"/>
                    </a:lnTo>
                    <a:lnTo>
                      <a:pt x="6" y="45"/>
                    </a:lnTo>
                    <a:lnTo>
                      <a:pt x="6" y="39"/>
                    </a:lnTo>
                    <a:lnTo>
                      <a:pt x="7" y="37"/>
                    </a:lnTo>
                    <a:lnTo>
                      <a:pt x="9" y="33"/>
                    </a:lnTo>
                    <a:lnTo>
                      <a:pt x="10" y="31"/>
                    </a:lnTo>
                    <a:lnTo>
                      <a:pt x="13" y="29"/>
                    </a:lnTo>
                    <a:lnTo>
                      <a:pt x="24" y="29"/>
                    </a:lnTo>
                    <a:lnTo>
                      <a:pt x="23" y="28"/>
                    </a:lnTo>
                    <a:lnTo>
                      <a:pt x="19" y="25"/>
                    </a:lnTo>
                    <a:lnTo>
                      <a:pt x="21" y="23"/>
                    </a:lnTo>
                    <a:lnTo>
                      <a:pt x="17" y="23"/>
                    </a:lnTo>
                    <a:lnTo>
                      <a:pt x="10" y="18"/>
                    </a:lnTo>
                    <a:lnTo>
                      <a:pt x="7" y="14"/>
                    </a:lnTo>
                    <a:lnTo>
                      <a:pt x="6" y="10"/>
                    </a:lnTo>
                    <a:lnTo>
                      <a:pt x="6" y="8"/>
                    </a:lnTo>
                    <a:lnTo>
                      <a:pt x="7" y="6"/>
                    </a:lnTo>
                    <a:lnTo>
                      <a:pt x="11" y="3"/>
                    </a:lnTo>
                    <a:lnTo>
                      <a:pt x="13" y="2"/>
                    </a:lnTo>
                    <a:lnTo>
                      <a:pt x="24" y="2"/>
                    </a:lnTo>
                    <a:lnTo>
                      <a:pt x="23" y="1"/>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9" name="Freeform 5269">
                <a:extLst>
                  <a:ext uri="{FF2B5EF4-FFF2-40B4-BE49-F238E27FC236}">
                    <a16:creationId xmlns:a16="http://schemas.microsoft.com/office/drawing/2014/main" id="{FE5687A7-5225-C036-8D88-F09052B7EABB}"/>
                  </a:ext>
                </a:extLst>
              </p:cNvPr>
              <p:cNvSpPr>
                <a:spLocks/>
              </p:cNvSpPr>
              <p:nvPr/>
            </p:nvSpPr>
            <p:spPr bwMode="auto">
              <a:xfrm>
                <a:off x="7875" y="3441"/>
                <a:ext cx="31" cy="56"/>
              </a:xfrm>
              <a:custGeom>
                <a:avLst/>
                <a:gdLst>
                  <a:gd name="T0" fmla="+- 0 7899 7875"/>
                  <a:gd name="T1" fmla="*/ T0 w 31"/>
                  <a:gd name="T2" fmla="+- 0 3470 3441"/>
                  <a:gd name="T3" fmla="*/ 3470 h 56"/>
                  <a:gd name="T4" fmla="+- 0 7888 7875"/>
                  <a:gd name="T5" fmla="*/ T4 w 31"/>
                  <a:gd name="T6" fmla="+- 0 3470 3441"/>
                  <a:gd name="T7" fmla="*/ 3470 h 56"/>
                  <a:gd name="T8" fmla="+- 0 7893 7875"/>
                  <a:gd name="T9" fmla="*/ T8 w 31"/>
                  <a:gd name="T10" fmla="+- 0 3474 3441"/>
                  <a:gd name="T11" fmla="*/ 3474 h 56"/>
                  <a:gd name="T12" fmla="+- 0 7897 7875"/>
                  <a:gd name="T13" fmla="*/ T12 w 31"/>
                  <a:gd name="T14" fmla="+- 0 3478 3441"/>
                  <a:gd name="T15" fmla="*/ 3478 h 56"/>
                  <a:gd name="T16" fmla="+- 0 7900 7875"/>
                  <a:gd name="T17" fmla="*/ T16 w 31"/>
                  <a:gd name="T18" fmla="+- 0 3482 3441"/>
                  <a:gd name="T19" fmla="*/ 3482 h 56"/>
                  <a:gd name="T20" fmla="+- 0 7900 7875"/>
                  <a:gd name="T21" fmla="*/ T20 w 31"/>
                  <a:gd name="T22" fmla="+- 0 3484 3441"/>
                  <a:gd name="T23" fmla="*/ 3484 h 56"/>
                  <a:gd name="T24" fmla="+- 0 7900 7875"/>
                  <a:gd name="T25" fmla="*/ T24 w 31"/>
                  <a:gd name="T26" fmla="+- 0 3488 3441"/>
                  <a:gd name="T27" fmla="*/ 3488 h 56"/>
                  <a:gd name="T28" fmla="+- 0 7899 7875"/>
                  <a:gd name="T29" fmla="*/ T28 w 31"/>
                  <a:gd name="T30" fmla="+- 0 3490 3441"/>
                  <a:gd name="T31" fmla="*/ 3490 h 56"/>
                  <a:gd name="T32" fmla="+- 0 7896 7875"/>
                  <a:gd name="T33" fmla="*/ T32 w 31"/>
                  <a:gd name="T34" fmla="+- 0 3493 3441"/>
                  <a:gd name="T35" fmla="*/ 3493 h 56"/>
                  <a:gd name="T36" fmla="+- 0 7894 7875"/>
                  <a:gd name="T37" fmla="*/ T36 w 31"/>
                  <a:gd name="T38" fmla="+- 0 3494 3441"/>
                  <a:gd name="T39" fmla="*/ 3494 h 56"/>
                  <a:gd name="T40" fmla="+- 0 7900 7875"/>
                  <a:gd name="T41" fmla="*/ T40 w 31"/>
                  <a:gd name="T42" fmla="+- 0 3494 3441"/>
                  <a:gd name="T43" fmla="*/ 3494 h 56"/>
                  <a:gd name="T44" fmla="+- 0 7904 7875"/>
                  <a:gd name="T45" fmla="*/ T44 w 31"/>
                  <a:gd name="T46" fmla="+- 0 3489 3441"/>
                  <a:gd name="T47" fmla="*/ 3489 h 56"/>
                  <a:gd name="T48" fmla="+- 0 7906 7875"/>
                  <a:gd name="T49" fmla="*/ T48 w 31"/>
                  <a:gd name="T50" fmla="+- 0 3486 3441"/>
                  <a:gd name="T51" fmla="*/ 3486 h 56"/>
                  <a:gd name="T52" fmla="+- 0 7906 7875"/>
                  <a:gd name="T53" fmla="*/ T52 w 31"/>
                  <a:gd name="T54" fmla="+- 0 3480 3441"/>
                  <a:gd name="T55" fmla="*/ 3480 h 56"/>
                  <a:gd name="T56" fmla="+- 0 7905 7875"/>
                  <a:gd name="T57" fmla="*/ T56 w 31"/>
                  <a:gd name="T58" fmla="+- 0 3477 3441"/>
                  <a:gd name="T59" fmla="*/ 3477 h 56"/>
                  <a:gd name="T60" fmla="+- 0 7901 7875"/>
                  <a:gd name="T61" fmla="*/ T60 w 31"/>
                  <a:gd name="T62" fmla="+- 0 3472 3441"/>
                  <a:gd name="T63" fmla="*/ 3472 h 56"/>
                  <a:gd name="T64" fmla="+- 0 7899 7875"/>
                  <a:gd name="T65" fmla="*/ T64 w 31"/>
                  <a:gd name="T66" fmla="+- 0 3470 3441"/>
                  <a:gd name="T67" fmla="*/ 347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1" h="56">
                    <a:moveTo>
                      <a:pt x="24" y="29"/>
                    </a:moveTo>
                    <a:lnTo>
                      <a:pt x="13" y="29"/>
                    </a:lnTo>
                    <a:lnTo>
                      <a:pt x="18" y="33"/>
                    </a:lnTo>
                    <a:lnTo>
                      <a:pt x="22" y="37"/>
                    </a:lnTo>
                    <a:lnTo>
                      <a:pt x="25" y="41"/>
                    </a:lnTo>
                    <a:lnTo>
                      <a:pt x="25" y="43"/>
                    </a:lnTo>
                    <a:lnTo>
                      <a:pt x="25" y="47"/>
                    </a:lnTo>
                    <a:lnTo>
                      <a:pt x="24" y="49"/>
                    </a:lnTo>
                    <a:lnTo>
                      <a:pt x="21" y="52"/>
                    </a:lnTo>
                    <a:lnTo>
                      <a:pt x="19" y="53"/>
                    </a:lnTo>
                    <a:lnTo>
                      <a:pt x="25" y="53"/>
                    </a:lnTo>
                    <a:lnTo>
                      <a:pt x="29" y="48"/>
                    </a:lnTo>
                    <a:lnTo>
                      <a:pt x="31" y="45"/>
                    </a:lnTo>
                    <a:lnTo>
                      <a:pt x="31" y="39"/>
                    </a:lnTo>
                    <a:lnTo>
                      <a:pt x="30" y="36"/>
                    </a:lnTo>
                    <a:lnTo>
                      <a:pt x="26" y="31"/>
                    </a:lnTo>
                    <a:lnTo>
                      <a:pt x="2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60" name="Freeform 5270">
                <a:extLst>
                  <a:ext uri="{FF2B5EF4-FFF2-40B4-BE49-F238E27FC236}">
                    <a16:creationId xmlns:a16="http://schemas.microsoft.com/office/drawing/2014/main" id="{A6B0249B-68FB-D364-D2D9-2F4F03A3A437}"/>
                  </a:ext>
                </a:extLst>
              </p:cNvPr>
              <p:cNvSpPr>
                <a:spLocks/>
              </p:cNvSpPr>
              <p:nvPr/>
            </p:nvSpPr>
            <p:spPr bwMode="auto">
              <a:xfrm>
                <a:off x="7875" y="3441"/>
                <a:ext cx="31" cy="56"/>
              </a:xfrm>
              <a:custGeom>
                <a:avLst/>
                <a:gdLst>
                  <a:gd name="T0" fmla="+- 0 7899 7875"/>
                  <a:gd name="T1" fmla="*/ T0 w 31"/>
                  <a:gd name="T2" fmla="+- 0 3443 3441"/>
                  <a:gd name="T3" fmla="*/ 3443 h 56"/>
                  <a:gd name="T4" fmla="+- 0 7893 7875"/>
                  <a:gd name="T5" fmla="*/ T4 w 31"/>
                  <a:gd name="T6" fmla="+- 0 3443 3441"/>
                  <a:gd name="T7" fmla="*/ 3443 h 56"/>
                  <a:gd name="T8" fmla="+- 0 7895 7875"/>
                  <a:gd name="T9" fmla="*/ T8 w 31"/>
                  <a:gd name="T10" fmla="+- 0 3444 3441"/>
                  <a:gd name="T11" fmla="*/ 3444 h 56"/>
                  <a:gd name="T12" fmla="+- 0 7898 7875"/>
                  <a:gd name="T13" fmla="*/ T12 w 31"/>
                  <a:gd name="T14" fmla="+- 0 3447 3441"/>
                  <a:gd name="T15" fmla="*/ 3447 h 56"/>
                  <a:gd name="T16" fmla="+- 0 7899 7875"/>
                  <a:gd name="T17" fmla="*/ T16 w 31"/>
                  <a:gd name="T18" fmla="+- 0 3449 3441"/>
                  <a:gd name="T19" fmla="*/ 3449 h 56"/>
                  <a:gd name="T20" fmla="+- 0 7899 7875"/>
                  <a:gd name="T21" fmla="*/ T20 w 31"/>
                  <a:gd name="T22" fmla="+- 0 3454 3441"/>
                  <a:gd name="T23" fmla="*/ 3454 h 56"/>
                  <a:gd name="T24" fmla="+- 0 7899 7875"/>
                  <a:gd name="T25" fmla="*/ T24 w 31"/>
                  <a:gd name="T26" fmla="+- 0 3456 3441"/>
                  <a:gd name="T27" fmla="*/ 3456 h 56"/>
                  <a:gd name="T28" fmla="+- 0 7897 7875"/>
                  <a:gd name="T29" fmla="*/ T28 w 31"/>
                  <a:gd name="T30" fmla="+- 0 3459 3441"/>
                  <a:gd name="T31" fmla="*/ 3459 h 56"/>
                  <a:gd name="T32" fmla="+- 0 7895 7875"/>
                  <a:gd name="T33" fmla="*/ T32 w 31"/>
                  <a:gd name="T34" fmla="+- 0 3461 3441"/>
                  <a:gd name="T35" fmla="*/ 3461 h 56"/>
                  <a:gd name="T36" fmla="+- 0 7892 7875"/>
                  <a:gd name="T37" fmla="*/ T36 w 31"/>
                  <a:gd name="T38" fmla="+- 0 3464 3441"/>
                  <a:gd name="T39" fmla="*/ 3464 h 56"/>
                  <a:gd name="T40" fmla="+- 0 7896 7875"/>
                  <a:gd name="T41" fmla="*/ T40 w 31"/>
                  <a:gd name="T42" fmla="+- 0 3464 3441"/>
                  <a:gd name="T43" fmla="*/ 3464 h 56"/>
                  <a:gd name="T44" fmla="+- 0 7898 7875"/>
                  <a:gd name="T45" fmla="*/ T44 w 31"/>
                  <a:gd name="T46" fmla="+- 0 3463 3441"/>
                  <a:gd name="T47" fmla="*/ 3463 h 56"/>
                  <a:gd name="T48" fmla="+- 0 7901 7875"/>
                  <a:gd name="T49" fmla="*/ T48 w 31"/>
                  <a:gd name="T50" fmla="+- 0 3460 3441"/>
                  <a:gd name="T51" fmla="*/ 3460 h 56"/>
                  <a:gd name="T52" fmla="+- 0 7904 7875"/>
                  <a:gd name="T53" fmla="*/ T52 w 31"/>
                  <a:gd name="T54" fmla="+- 0 3456 3441"/>
                  <a:gd name="T55" fmla="*/ 3456 h 56"/>
                  <a:gd name="T56" fmla="+- 0 7905 7875"/>
                  <a:gd name="T57" fmla="*/ T56 w 31"/>
                  <a:gd name="T58" fmla="+- 0 3454 3441"/>
                  <a:gd name="T59" fmla="*/ 3454 h 56"/>
                  <a:gd name="T60" fmla="+- 0 7905 7875"/>
                  <a:gd name="T61" fmla="*/ T60 w 31"/>
                  <a:gd name="T62" fmla="+- 0 3449 3441"/>
                  <a:gd name="T63" fmla="*/ 3449 h 56"/>
                  <a:gd name="T64" fmla="+- 0 7903 7875"/>
                  <a:gd name="T65" fmla="*/ T64 w 31"/>
                  <a:gd name="T66" fmla="+- 0 3447 3441"/>
                  <a:gd name="T67" fmla="*/ 3447 h 56"/>
                  <a:gd name="T68" fmla="+- 0 7899 7875"/>
                  <a:gd name="T69" fmla="*/ T68 w 31"/>
                  <a:gd name="T70" fmla="+- 0 3443 3441"/>
                  <a:gd name="T71"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1" h="56">
                    <a:moveTo>
                      <a:pt x="24" y="2"/>
                    </a:moveTo>
                    <a:lnTo>
                      <a:pt x="18" y="2"/>
                    </a:lnTo>
                    <a:lnTo>
                      <a:pt x="20" y="3"/>
                    </a:lnTo>
                    <a:lnTo>
                      <a:pt x="23" y="6"/>
                    </a:lnTo>
                    <a:lnTo>
                      <a:pt x="24" y="8"/>
                    </a:lnTo>
                    <a:lnTo>
                      <a:pt x="24" y="13"/>
                    </a:lnTo>
                    <a:lnTo>
                      <a:pt x="24" y="15"/>
                    </a:lnTo>
                    <a:lnTo>
                      <a:pt x="22" y="18"/>
                    </a:lnTo>
                    <a:lnTo>
                      <a:pt x="20" y="20"/>
                    </a:lnTo>
                    <a:lnTo>
                      <a:pt x="17" y="23"/>
                    </a:lnTo>
                    <a:lnTo>
                      <a:pt x="21" y="23"/>
                    </a:lnTo>
                    <a:lnTo>
                      <a:pt x="23" y="22"/>
                    </a:lnTo>
                    <a:lnTo>
                      <a:pt x="26" y="19"/>
                    </a:lnTo>
                    <a:lnTo>
                      <a:pt x="29" y="15"/>
                    </a:lnTo>
                    <a:lnTo>
                      <a:pt x="30" y="13"/>
                    </a:lnTo>
                    <a:lnTo>
                      <a:pt x="30" y="8"/>
                    </a:lnTo>
                    <a:lnTo>
                      <a:pt x="28" y="6"/>
                    </a:lnTo>
                    <a:lnTo>
                      <a:pt x="2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0" name="Group 319">
              <a:extLst>
                <a:ext uri="{FF2B5EF4-FFF2-40B4-BE49-F238E27FC236}">
                  <a16:creationId xmlns:a16="http://schemas.microsoft.com/office/drawing/2014/main" id="{6368E8ED-B7A5-0044-BD2B-5C2035B0167B}"/>
                </a:ext>
              </a:extLst>
            </p:cNvPr>
            <p:cNvGrpSpPr>
              <a:grpSpLocks/>
            </p:cNvGrpSpPr>
            <p:nvPr/>
          </p:nvGrpSpPr>
          <p:grpSpPr bwMode="auto">
            <a:xfrm>
              <a:off x="8330" y="3441"/>
              <a:ext cx="34" cy="56"/>
              <a:chOff x="8330" y="3441"/>
              <a:chExt cx="34" cy="56"/>
            </a:xfrm>
          </p:grpSpPr>
          <p:sp>
            <p:nvSpPr>
              <p:cNvPr id="1055" name="Freeform 5272">
                <a:extLst>
                  <a:ext uri="{FF2B5EF4-FFF2-40B4-BE49-F238E27FC236}">
                    <a16:creationId xmlns:a16="http://schemas.microsoft.com/office/drawing/2014/main" id="{DB14076A-73F4-7040-99C0-D531DECD8D8F}"/>
                  </a:ext>
                </a:extLst>
              </p:cNvPr>
              <p:cNvSpPr>
                <a:spLocks/>
              </p:cNvSpPr>
              <p:nvPr/>
            </p:nvSpPr>
            <p:spPr bwMode="auto">
              <a:xfrm>
                <a:off x="8330" y="3441"/>
                <a:ext cx="34" cy="56"/>
              </a:xfrm>
              <a:custGeom>
                <a:avLst/>
                <a:gdLst>
                  <a:gd name="T0" fmla="+- 0 8363 8330"/>
                  <a:gd name="T1" fmla="*/ T0 w 34"/>
                  <a:gd name="T2" fmla="+- 0 3441 3441"/>
                  <a:gd name="T3" fmla="*/ 3441 h 56"/>
                  <a:gd name="T4" fmla="+- 0 8357 8330"/>
                  <a:gd name="T5" fmla="*/ T4 w 34"/>
                  <a:gd name="T6" fmla="+- 0 3441 3441"/>
                  <a:gd name="T7" fmla="*/ 3441 h 56"/>
                  <a:gd name="T8" fmla="+- 0 8354 8330"/>
                  <a:gd name="T9" fmla="*/ T8 w 34"/>
                  <a:gd name="T10" fmla="+- 0 3441 3441"/>
                  <a:gd name="T11" fmla="*/ 3441 h 56"/>
                  <a:gd name="T12" fmla="+- 0 8330 8330"/>
                  <a:gd name="T13" fmla="*/ T12 w 34"/>
                  <a:gd name="T14" fmla="+- 0 3482 3441"/>
                  <a:gd name="T15" fmla="*/ 3482 h 56"/>
                  <a:gd name="T16" fmla="+- 0 8332 8330"/>
                  <a:gd name="T17" fmla="*/ T16 w 34"/>
                  <a:gd name="T18" fmla="+- 0 3488 3441"/>
                  <a:gd name="T19" fmla="*/ 3488 h 56"/>
                  <a:gd name="T20" fmla="+- 0 8340 8330"/>
                  <a:gd name="T21" fmla="*/ T20 w 34"/>
                  <a:gd name="T22" fmla="+- 0 3495 3441"/>
                  <a:gd name="T23" fmla="*/ 3495 h 56"/>
                  <a:gd name="T24" fmla="+- 0 8343 8330"/>
                  <a:gd name="T25" fmla="*/ T24 w 34"/>
                  <a:gd name="T26" fmla="+- 0 3496 3441"/>
                  <a:gd name="T27" fmla="*/ 3496 h 56"/>
                  <a:gd name="T28" fmla="+- 0 8352 8330"/>
                  <a:gd name="T29" fmla="*/ T28 w 34"/>
                  <a:gd name="T30" fmla="+- 0 3496 3441"/>
                  <a:gd name="T31" fmla="*/ 3496 h 56"/>
                  <a:gd name="T32" fmla="+- 0 8356 8330"/>
                  <a:gd name="T33" fmla="*/ T32 w 34"/>
                  <a:gd name="T34" fmla="+- 0 3494 3441"/>
                  <a:gd name="T35" fmla="*/ 3494 h 56"/>
                  <a:gd name="T36" fmla="+- 0 8346 8330"/>
                  <a:gd name="T37" fmla="*/ T36 w 34"/>
                  <a:gd name="T38" fmla="+- 0 3494 3441"/>
                  <a:gd name="T39" fmla="*/ 3494 h 56"/>
                  <a:gd name="T40" fmla="+- 0 8344 8330"/>
                  <a:gd name="T41" fmla="*/ T40 w 34"/>
                  <a:gd name="T42" fmla="+- 0 3493 3441"/>
                  <a:gd name="T43" fmla="*/ 3493 h 56"/>
                  <a:gd name="T44" fmla="+- 0 8341 8330"/>
                  <a:gd name="T45" fmla="*/ T44 w 34"/>
                  <a:gd name="T46" fmla="+- 0 3490 3441"/>
                  <a:gd name="T47" fmla="*/ 3490 h 56"/>
                  <a:gd name="T48" fmla="+- 0 8340 8330"/>
                  <a:gd name="T49" fmla="*/ T48 w 34"/>
                  <a:gd name="T50" fmla="+- 0 3488 3441"/>
                  <a:gd name="T51" fmla="*/ 3488 h 56"/>
                  <a:gd name="T52" fmla="+- 0 8338 8330"/>
                  <a:gd name="T53" fmla="*/ T52 w 34"/>
                  <a:gd name="T54" fmla="+- 0 3482 3441"/>
                  <a:gd name="T55" fmla="*/ 3482 h 56"/>
                  <a:gd name="T56" fmla="+- 0 8337 8330"/>
                  <a:gd name="T57" fmla="*/ T56 w 34"/>
                  <a:gd name="T58" fmla="+- 0 3479 3441"/>
                  <a:gd name="T59" fmla="*/ 3479 h 56"/>
                  <a:gd name="T60" fmla="+- 0 8338 8330"/>
                  <a:gd name="T61" fmla="*/ T60 w 34"/>
                  <a:gd name="T62" fmla="+- 0 3473 3441"/>
                  <a:gd name="T63" fmla="*/ 3473 h 56"/>
                  <a:gd name="T64" fmla="+- 0 8344 8330"/>
                  <a:gd name="T65" fmla="*/ T64 w 34"/>
                  <a:gd name="T66" fmla="+- 0 3465 3441"/>
                  <a:gd name="T67" fmla="*/ 3465 h 56"/>
                  <a:gd name="T68" fmla="+- 0 8339 8330"/>
                  <a:gd name="T69" fmla="*/ T68 w 34"/>
                  <a:gd name="T70" fmla="+- 0 3465 3441"/>
                  <a:gd name="T71" fmla="*/ 3465 h 56"/>
                  <a:gd name="T72" fmla="+- 0 8363 8330"/>
                  <a:gd name="T73" fmla="*/ T72 w 34"/>
                  <a:gd name="T74" fmla="+- 0 3442 3441"/>
                  <a:gd name="T75" fmla="*/ 3442 h 56"/>
                  <a:gd name="T76" fmla="+- 0 8363 8330"/>
                  <a:gd name="T77" fmla="*/ T76 w 34"/>
                  <a:gd name="T78" fmla="+- 0 3441 3441"/>
                  <a:gd name="T79"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34" h="56">
                    <a:moveTo>
                      <a:pt x="33" y="0"/>
                    </a:moveTo>
                    <a:lnTo>
                      <a:pt x="27" y="0"/>
                    </a:lnTo>
                    <a:lnTo>
                      <a:pt x="24" y="0"/>
                    </a:lnTo>
                    <a:lnTo>
                      <a:pt x="0" y="41"/>
                    </a:lnTo>
                    <a:lnTo>
                      <a:pt x="2" y="47"/>
                    </a:lnTo>
                    <a:lnTo>
                      <a:pt x="10" y="54"/>
                    </a:lnTo>
                    <a:lnTo>
                      <a:pt x="13" y="55"/>
                    </a:lnTo>
                    <a:lnTo>
                      <a:pt x="22" y="55"/>
                    </a:lnTo>
                    <a:lnTo>
                      <a:pt x="26" y="53"/>
                    </a:lnTo>
                    <a:lnTo>
                      <a:pt x="16" y="53"/>
                    </a:lnTo>
                    <a:lnTo>
                      <a:pt x="14" y="52"/>
                    </a:lnTo>
                    <a:lnTo>
                      <a:pt x="11" y="49"/>
                    </a:lnTo>
                    <a:lnTo>
                      <a:pt x="10" y="47"/>
                    </a:lnTo>
                    <a:lnTo>
                      <a:pt x="8" y="41"/>
                    </a:lnTo>
                    <a:lnTo>
                      <a:pt x="7" y="38"/>
                    </a:lnTo>
                    <a:lnTo>
                      <a:pt x="8" y="32"/>
                    </a:lnTo>
                    <a:lnTo>
                      <a:pt x="14" y="24"/>
                    </a:lnTo>
                    <a:lnTo>
                      <a:pt x="9" y="24"/>
                    </a:lnTo>
                    <a:lnTo>
                      <a:pt x="33" y="1"/>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6" name="Freeform 5273">
                <a:extLst>
                  <a:ext uri="{FF2B5EF4-FFF2-40B4-BE49-F238E27FC236}">
                    <a16:creationId xmlns:a16="http://schemas.microsoft.com/office/drawing/2014/main" id="{1493E935-DB03-2DA7-E01E-3D65259CED2A}"/>
                  </a:ext>
                </a:extLst>
              </p:cNvPr>
              <p:cNvSpPr>
                <a:spLocks/>
              </p:cNvSpPr>
              <p:nvPr/>
            </p:nvSpPr>
            <p:spPr bwMode="auto">
              <a:xfrm>
                <a:off x="8330" y="3441"/>
                <a:ext cx="34" cy="56"/>
              </a:xfrm>
              <a:custGeom>
                <a:avLst/>
                <a:gdLst>
                  <a:gd name="T0" fmla="+- 0 8359 8330"/>
                  <a:gd name="T1" fmla="*/ T0 w 34"/>
                  <a:gd name="T2" fmla="+- 0 3465 3441"/>
                  <a:gd name="T3" fmla="*/ 3465 h 56"/>
                  <a:gd name="T4" fmla="+- 0 8350 8330"/>
                  <a:gd name="T5" fmla="*/ T4 w 34"/>
                  <a:gd name="T6" fmla="+- 0 3465 3441"/>
                  <a:gd name="T7" fmla="*/ 3465 h 56"/>
                  <a:gd name="T8" fmla="+- 0 8352 8330"/>
                  <a:gd name="T9" fmla="*/ T8 w 34"/>
                  <a:gd name="T10" fmla="+- 0 3467 3441"/>
                  <a:gd name="T11" fmla="*/ 3467 h 56"/>
                  <a:gd name="T12" fmla="+- 0 8356 8330"/>
                  <a:gd name="T13" fmla="*/ T12 w 34"/>
                  <a:gd name="T14" fmla="+- 0 3473 3441"/>
                  <a:gd name="T15" fmla="*/ 3473 h 56"/>
                  <a:gd name="T16" fmla="+- 0 8357 8330"/>
                  <a:gd name="T17" fmla="*/ T16 w 34"/>
                  <a:gd name="T18" fmla="+- 0 3477 3441"/>
                  <a:gd name="T19" fmla="*/ 3477 h 56"/>
                  <a:gd name="T20" fmla="+- 0 8357 8330"/>
                  <a:gd name="T21" fmla="*/ T20 w 34"/>
                  <a:gd name="T22" fmla="+- 0 3486 3441"/>
                  <a:gd name="T23" fmla="*/ 3486 h 56"/>
                  <a:gd name="T24" fmla="+- 0 8356 8330"/>
                  <a:gd name="T25" fmla="*/ T24 w 34"/>
                  <a:gd name="T26" fmla="+- 0 3488 3441"/>
                  <a:gd name="T27" fmla="*/ 3488 h 56"/>
                  <a:gd name="T28" fmla="+- 0 8352 8330"/>
                  <a:gd name="T29" fmla="*/ T28 w 34"/>
                  <a:gd name="T30" fmla="+- 0 3493 3441"/>
                  <a:gd name="T31" fmla="*/ 3493 h 56"/>
                  <a:gd name="T32" fmla="+- 0 8350 8330"/>
                  <a:gd name="T33" fmla="*/ T32 w 34"/>
                  <a:gd name="T34" fmla="+- 0 3494 3441"/>
                  <a:gd name="T35" fmla="*/ 3494 h 56"/>
                  <a:gd name="T36" fmla="+- 0 8356 8330"/>
                  <a:gd name="T37" fmla="*/ T36 w 34"/>
                  <a:gd name="T38" fmla="+- 0 3494 3441"/>
                  <a:gd name="T39" fmla="*/ 3494 h 56"/>
                  <a:gd name="T40" fmla="+- 0 8362 8330"/>
                  <a:gd name="T41" fmla="*/ T40 w 34"/>
                  <a:gd name="T42" fmla="+- 0 3486 3441"/>
                  <a:gd name="T43" fmla="*/ 3486 h 56"/>
                  <a:gd name="T44" fmla="+- 0 8363 8330"/>
                  <a:gd name="T45" fmla="*/ T44 w 34"/>
                  <a:gd name="T46" fmla="+- 0 3482 3441"/>
                  <a:gd name="T47" fmla="*/ 3482 h 56"/>
                  <a:gd name="T48" fmla="+- 0 8364 8330"/>
                  <a:gd name="T49" fmla="*/ T48 w 34"/>
                  <a:gd name="T50" fmla="+- 0 3473 3441"/>
                  <a:gd name="T51" fmla="*/ 3473 h 56"/>
                  <a:gd name="T52" fmla="+- 0 8362 8330"/>
                  <a:gd name="T53" fmla="*/ T52 w 34"/>
                  <a:gd name="T54" fmla="+- 0 3469 3441"/>
                  <a:gd name="T55" fmla="*/ 3469 h 56"/>
                  <a:gd name="T56" fmla="+- 0 8359 8330"/>
                  <a:gd name="T57" fmla="*/ T56 w 34"/>
                  <a:gd name="T58" fmla="+- 0 3465 3441"/>
                  <a:gd name="T59" fmla="*/ 34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 h="56">
                    <a:moveTo>
                      <a:pt x="29" y="24"/>
                    </a:moveTo>
                    <a:lnTo>
                      <a:pt x="20" y="24"/>
                    </a:lnTo>
                    <a:lnTo>
                      <a:pt x="22" y="26"/>
                    </a:lnTo>
                    <a:lnTo>
                      <a:pt x="26" y="32"/>
                    </a:lnTo>
                    <a:lnTo>
                      <a:pt x="27" y="36"/>
                    </a:lnTo>
                    <a:lnTo>
                      <a:pt x="27" y="45"/>
                    </a:lnTo>
                    <a:lnTo>
                      <a:pt x="26" y="47"/>
                    </a:lnTo>
                    <a:lnTo>
                      <a:pt x="22" y="52"/>
                    </a:lnTo>
                    <a:lnTo>
                      <a:pt x="20" y="53"/>
                    </a:lnTo>
                    <a:lnTo>
                      <a:pt x="26" y="53"/>
                    </a:lnTo>
                    <a:lnTo>
                      <a:pt x="32" y="45"/>
                    </a:lnTo>
                    <a:lnTo>
                      <a:pt x="33" y="41"/>
                    </a:lnTo>
                    <a:lnTo>
                      <a:pt x="34" y="32"/>
                    </a:lnTo>
                    <a:lnTo>
                      <a:pt x="32"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7" name="Freeform 5274">
                <a:extLst>
                  <a:ext uri="{FF2B5EF4-FFF2-40B4-BE49-F238E27FC236}">
                    <a16:creationId xmlns:a16="http://schemas.microsoft.com/office/drawing/2014/main" id="{B73238EA-D9E3-1705-159F-0A2BAE481941}"/>
                  </a:ext>
                </a:extLst>
              </p:cNvPr>
              <p:cNvSpPr>
                <a:spLocks/>
              </p:cNvSpPr>
              <p:nvPr/>
            </p:nvSpPr>
            <p:spPr bwMode="auto">
              <a:xfrm>
                <a:off x="8330" y="3441"/>
                <a:ext cx="34" cy="56"/>
              </a:xfrm>
              <a:custGeom>
                <a:avLst/>
                <a:gdLst>
                  <a:gd name="T0" fmla="+- 0 8354 8330"/>
                  <a:gd name="T1" fmla="*/ T0 w 34"/>
                  <a:gd name="T2" fmla="+- 0 3461 3441"/>
                  <a:gd name="T3" fmla="*/ 3461 h 56"/>
                  <a:gd name="T4" fmla="+- 0 8346 8330"/>
                  <a:gd name="T5" fmla="*/ T4 w 34"/>
                  <a:gd name="T6" fmla="+- 0 3461 3441"/>
                  <a:gd name="T7" fmla="*/ 3461 h 56"/>
                  <a:gd name="T8" fmla="+- 0 8343 8330"/>
                  <a:gd name="T9" fmla="*/ T8 w 34"/>
                  <a:gd name="T10" fmla="+- 0 3463 3441"/>
                  <a:gd name="T11" fmla="*/ 3463 h 56"/>
                  <a:gd name="T12" fmla="+- 0 8339 8330"/>
                  <a:gd name="T13" fmla="*/ T12 w 34"/>
                  <a:gd name="T14" fmla="+- 0 3465 3441"/>
                  <a:gd name="T15" fmla="*/ 3465 h 56"/>
                  <a:gd name="T16" fmla="+- 0 8344 8330"/>
                  <a:gd name="T17" fmla="*/ T16 w 34"/>
                  <a:gd name="T18" fmla="+- 0 3465 3441"/>
                  <a:gd name="T19" fmla="*/ 3465 h 56"/>
                  <a:gd name="T20" fmla="+- 0 8346 8330"/>
                  <a:gd name="T21" fmla="*/ T20 w 34"/>
                  <a:gd name="T22" fmla="+- 0 3465 3441"/>
                  <a:gd name="T23" fmla="*/ 3465 h 56"/>
                  <a:gd name="T24" fmla="+- 0 8359 8330"/>
                  <a:gd name="T25" fmla="*/ T24 w 34"/>
                  <a:gd name="T26" fmla="+- 0 3465 3441"/>
                  <a:gd name="T27" fmla="*/ 3465 h 56"/>
                  <a:gd name="T28" fmla="+- 0 8357 8330"/>
                  <a:gd name="T29" fmla="*/ T28 w 34"/>
                  <a:gd name="T30" fmla="+- 0 3463 3441"/>
                  <a:gd name="T31" fmla="*/ 3463 h 56"/>
                  <a:gd name="T32" fmla="+- 0 8354 8330"/>
                  <a:gd name="T33" fmla="*/ T32 w 34"/>
                  <a:gd name="T34" fmla="+- 0 3461 3441"/>
                  <a:gd name="T35" fmla="*/ 34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 h="56">
                    <a:moveTo>
                      <a:pt x="24" y="20"/>
                    </a:moveTo>
                    <a:lnTo>
                      <a:pt x="16" y="20"/>
                    </a:lnTo>
                    <a:lnTo>
                      <a:pt x="13" y="22"/>
                    </a:lnTo>
                    <a:lnTo>
                      <a:pt x="9" y="24"/>
                    </a:lnTo>
                    <a:lnTo>
                      <a:pt x="14" y="24"/>
                    </a:lnTo>
                    <a:lnTo>
                      <a:pt x="16" y="24"/>
                    </a:lnTo>
                    <a:lnTo>
                      <a:pt x="29" y="24"/>
                    </a:lnTo>
                    <a:lnTo>
                      <a:pt x="27" y="22"/>
                    </a:lnTo>
                    <a:lnTo>
                      <a:pt x="24"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1" name="Group 320">
              <a:extLst>
                <a:ext uri="{FF2B5EF4-FFF2-40B4-BE49-F238E27FC236}">
                  <a16:creationId xmlns:a16="http://schemas.microsoft.com/office/drawing/2014/main" id="{59CA4519-3FAC-D6F5-4B31-413797EABB17}"/>
                </a:ext>
              </a:extLst>
            </p:cNvPr>
            <p:cNvGrpSpPr>
              <a:grpSpLocks/>
            </p:cNvGrpSpPr>
            <p:nvPr/>
          </p:nvGrpSpPr>
          <p:grpSpPr bwMode="auto">
            <a:xfrm>
              <a:off x="8786" y="3441"/>
              <a:ext cx="34" cy="56"/>
              <a:chOff x="8786" y="3441"/>
              <a:chExt cx="34" cy="56"/>
            </a:xfrm>
          </p:grpSpPr>
          <p:sp>
            <p:nvSpPr>
              <p:cNvPr id="1052" name="Freeform 5276">
                <a:extLst>
                  <a:ext uri="{FF2B5EF4-FFF2-40B4-BE49-F238E27FC236}">
                    <a16:creationId xmlns:a16="http://schemas.microsoft.com/office/drawing/2014/main" id="{A9349A22-BBDE-45FF-2EE4-027E11F083D9}"/>
                  </a:ext>
                </a:extLst>
              </p:cNvPr>
              <p:cNvSpPr>
                <a:spLocks/>
              </p:cNvSpPr>
              <p:nvPr/>
            </p:nvSpPr>
            <p:spPr bwMode="auto">
              <a:xfrm>
                <a:off x="8786" y="3441"/>
                <a:ext cx="34" cy="56"/>
              </a:xfrm>
              <a:custGeom>
                <a:avLst/>
                <a:gdLst>
                  <a:gd name="T0" fmla="+- 0 8819 8786"/>
                  <a:gd name="T1" fmla="*/ T0 w 34"/>
                  <a:gd name="T2" fmla="+- 0 3441 3441"/>
                  <a:gd name="T3" fmla="*/ 3441 h 56"/>
                  <a:gd name="T4" fmla="+- 0 8814 8786"/>
                  <a:gd name="T5" fmla="*/ T4 w 34"/>
                  <a:gd name="T6" fmla="+- 0 3441 3441"/>
                  <a:gd name="T7" fmla="*/ 3441 h 56"/>
                  <a:gd name="T8" fmla="+- 0 8811 8786"/>
                  <a:gd name="T9" fmla="*/ T8 w 34"/>
                  <a:gd name="T10" fmla="+- 0 3441 3441"/>
                  <a:gd name="T11" fmla="*/ 3441 h 56"/>
                  <a:gd name="T12" fmla="+- 0 8786 8786"/>
                  <a:gd name="T13" fmla="*/ T12 w 34"/>
                  <a:gd name="T14" fmla="+- 0 3482 3441"/>
                  <a:gd name="T15" fmla="*/ 3482 h 56"/>
                  <a:gd name="T16" fmla="+- 0 8789 8786"/>
                  <a:gd name="T17" fmla="*/ T16 w 34"/>
                  <a:gd name="T18" fmla="+- 0 3488 3441"/>
                  <a:gd name="T19" fmla="*/ 3488 h 56"/>
                  <a:gd name="T20" fmla="+- 0 8796 8786"/>
                  <a:gd name="T21" fmla="*/ T20 w 34"/>
                  <a:gd name="T22" fmla="+- 0 3495 3441"/>
                  <a:gd name="T23" fmla="*/ 3495 h 56"/>
                  <a:gd name="T24" fmla="+- 0 8799 8786"/>
                  <a:gd name="T25" fmla="*/ T24 w 34"/>
                  <a:gd name="T26" fmla="+- 0 3496 3441"/>
                  <a:gd name="T27" fmla="*/ 3496 h 56"/>
                  <a:gd name="T28" fmla="+- 0 8808 8786"/>
                  <a:gd name="T29" fmla="*/ T28 w 34"/>
                  <a:gd name="T30" fmla="+- 0 3496 3441"/>
                  <a:gd name="T31" fmla="*/ 3496 h 56"/>
                  <a:gd name="T32" fmla="+- 0 8813 8786"/>
                  <a:gd name="T33" fmla="*/ T32 w 34"/>
                  <a:gd name="T34" fmla="+- 0 3494 3441"/>
                  <a:gd name="T35" fmla="*/ 3494 h 56"/>
                  <a:gd name="T36" fmla="+- 0 8802 8786"/>
                  <a:gd name="T37" fmla="*/ T36 w 34"/>
                  <a:gd name="T38" fmla="+- 0 3494 3441"/>
                  <a:gd name="T39" fmla="*/ 3494 h 56"/>
                  <a:gd name="T40" fmla="+- 0 8801 8786"/>
                  <a:gd name="T41" fmla="*/ T40 w 34"/>
                  <a:gd name="T42" fmla="+- 0 3493 3441"/>
                  <a:gd name="T43" fmla="*/ 3493 h 56"/>
                  <a:gd name="T44" fmla="+- 0 8798 8786"/>
                  <a:gd name="T45" fmla="*/ T44 w 34"/>
                  <a:gd name="T46" fmla="+- 0 3490 3441"/>
                  <a:gd name="T47" fmla="*/ 3490 h 56"/>
                  <a:gd name="T48" fmla="+- 0 8796 8786"/>
                  <a:gd name="T49" fmla="*/ T48 w 34"/>
                  <a:gd name="T50" fmla="+- 0 3488 3441"/>
                  <a:gd name="T51" fmla="*/ 3488 h 56"/>
                  <a:gd name="T52" fmla="+- 0 8794 8786"/>
                  <a:gd name="T53" fmla="*/ T52 w 34"/>
                  <a:gd name="T54" fmla="+- 0 3482 3441"/>
                  <a:gd name="T55" fmla="*/ 3482 h 56"/>
                  <a:gd name="T56" fmla="+- 0 8794 8786"/>
                  <a:gd name="T57" fmla="*/ T56 w 34"/>
                  <a:gd name="T58" fmla="+- 0 3479 3441"/>
                  <a:gd name="T59" fmla="*/ 3479 h 56"/>
                  <a:gd name="T60" fmla="+- 0 8794 8786"/>
                  <a:gd name="T61" fmla="*/ T60 w 34"/>
                  <a:gd name="T62" fmla="+- 0 3473 3441"/>
                  <a:gd name="T63" fmla="*/ 3473 h 56"/>
                  <a:gd name="T64" fmla="+- 0 8800 8786"/>
                  <a:gd name="T65" fmla="*/ T64 w 34"/>
                  <a:gd name="T66" fmla="+- 0 3465 3441"/>
                  <a:gd name="T67" fmla="*/ 3465 h 56"/>
                  <a:gd name="T68" fmla="+- 0 8795 8786"/>
                  <a:gd name="T69" fmla="*/ T68 w 34"/>
                  <a:gd name="T70" fmla="+- 0 3465 3441"/>
                  <a:gd name="T71" fmla="*/ 3465 h 56"/>
                  <a:gd name="T72" fmla="+- 0 8819 8786"/>
                  <a:gd name="T73" fmla="*/ T72 w 34"/>
                  <a:gd name="T74" fmla="+- 0 3442 3441"/>
                  <a:gd name="T75" fmla="*/ 3442 h 56"/>
                  <a:gd name="T76" fmla="+- 0 8819 8786"/>
                  <a:gd name="T77" fmla="*/ T76 w 34"/>
                  <a:gd name="T78" fmla="+- 0 3441 3441"/>
                  <a:gd name="T79"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34" h="56">
                    <a:moveTo>
                      <a:pt x="33" y="0"/>
                    </a:moveTo>
                    <a:lnTo>
                      <a:pt x="28" y="0"/>
                    </a:lnTo>
                    <a:lnTo>
                      <a:pt x="25" y="0"/>
                    </a:lnTo>
                    <a:lnTo>
                      <a:pt x="0" y="41"/>
                    </a:lnTo>
                    <a:lnTo>
                      <a:pt x="3" y="47"/>
                    </a:lnTo>
                    <a:lnTo>
                      <a:pt x="10" y="54"/>
                    </a:lnTo>
                    <a:lnTo>
                      <a:pt x="13" y="55"/>
                    </a:lnTo>
                    <a:lnTo>
                      <a:pt x="22" y="55"/>
                    </a:lnTo>
                    <a:lnTo>
                      <a:pt x="27" y="53"/>
                    </a:lnTo>
                    <a:lnTo>
                      <a:pt x="16" y="53"/>
                    </a:lnTo>
                    <a:lnTo>
                      <a:pt x="15" y="52"/>
                    </a:lnTo>
                    <a:lnTo>
                      <a:pt x="12" y="49"/>
                    </a:lnTo>
                    <a:lnTo>
                      <a:pt x="10" y="47"/>
                    </a:lnTo>
                    <a:lnTo>
                      <a:pt x="8" y="41"/>
                    </a:lnTo>
                    <a:lnTo>
                      <a:pt x="8" y="38"/>
                    </a:lnTo>
                    <a:lnTo>
                      <a:pt x="8" y="32"/>
                    </a:lnTo>
                    <a:lnTo>
                      <a:pt x="14" y="24"/>
                    </a:lnTo>
                    <a:lnTo>
                      <a:pt x="9" y="24"/>
                    </a:lnTo>
                    <a:lnTo>
                      <a:pt x="33" y="1"/>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3" name="Freeform 5277">
                <a:extLst>
                  <a:ext uri="{FF2B5EF4-FFF2-40B4-BE49-F238E27FC236}">
                    <a16:creationId xmlns:a16="http://schemas.microsoft.com/office/drawing/2014/main" id="{8549C835-38C5-C48E-5D3F-F03627844E9A}"/>
                  </a:ext>
                </a:extLst>
              </p:cNvPr>
              <p:cNvSpPr>
                <a:spLocks/>
              </p:cNvSpPr>
              <p:nvPr/>
            </p:nvSpPr>
            <p:spPr bwMode="auto">
              <a:xfrm>
                <a:off x="8786" y="3441"/>
                <a:ext cx="34" cy="56"/>
              </a:xfrm>
              <a:custGeom>
                <a:avLst/>
                <a:gdLst>
                  <a:gd name="T0" fmla="+- 0 8815 8786"/>
                  <a:gd name="T1" fmla="*/ T0 w 34"/>
                  <a:gd name="T2" fmla="+- 0 3465 3441"/>
                  <a:gd name="T3" fmla="*/ 3465 h 56"/>
                  <a:gd name="T4" fmla="+- 0 8806 8786"/>
                  <a:gd name="T5" fmla="*/ T4 w 34"/>
                  <a:gd name="T6" fmla="+- 0 3465 3441"/>
                  <a:gd name="T7" fmla="*/ 3465 h 56"/>
                  <a:gd name="T8" fmla="+- 0 8809 8786"/>
                  <a:gd name="T9" fmla="*/ T8 w 34"/>
                  <a:gd name="T10" fmla="+- 0 3467 3441"/>
                  <a:gd name="T11" fmla="*/ 3467 h 56"/>
                  <a:gd name="T12" fmla="+- 0 8812 8786"/>
                  <a:gd name="T13" fmla="*/ T12 w 34"/>
                  <a:gd name="T14" fmla="+- 0 3473 3441"/>
                  <a:gd name="T15" fmla="*/ 3473 h 56"/>
                  <a:gd name="T16" fmla="+- 0 8813 8786"/>
                  <a:gd name="T17" fmla="*/ T16 w 34"/>
                  <a:gd name="T18" fmla="+- 0 3477 3441"/>
                  <a:gd name="T19" fmla="*/ 3477 h 56"/>
                  <a:gd name="T20" fmla="+- 0 8813 8786"/>
                  <a:gd name="T21" fmla="*/ T20 w 34"/>
                  <a:gd name="T22" fmla="+- 0 3486 3441"/>
                  <a:gd name="T23" fmla="*/ 3486 h 56"/>
                  <a:gd name="T24" fmla="+- 0 8812 8786"/>
                  <a:gd name="T25" fmla="*/ T24 w 34"/>
                  <a:gd name="T26" fmla="+- 0 3488 3441"/>
                  <a:gd name="T27" fmla="*/ 3488 h 56"/>
                  <a:gd name="T28" fmla="+- 0 8809 8786"/>
                  <a:gd name="T29" fmla="*/ T28 w 34"/>
                  <a:gd name="T30" fmla="+- 0 3493 3441"/>
                  <a:gd name="T31" fmla="*/ 3493 h 56"/>
                  <a:gd name="T32" fmla="+- 0 8807 8786"/>
                  <a:gd name="T33" fmla="*/ T32 w 34"/>
                  <a:gd name="T34" fmla="+- 0 3494 3441"/>
                  <a:gd name="T35" fmla="*/ 3494 h 56"/>
                  <a:gd name="T36" fmla="+- 0 8813 8786"/>
                  <a:gd name="T37" fmla="*/ T36 w 34"/>
                  <a:gd name="T38" fmla="+- 0 3494 3441"/>
                  <a:gd name="T39" fmla="*/ 3494 h 56"/>
                  <a:gd name="T40" fmla="+- 0 8819 8786"/>
                  <a:gd name="T41" fmla="*/ T40 w 34"/>
                  <a:gd name="T42" fmla="+- 0 3486 3441"/>
                  <a:gd name="T43" fmla="*/ 3486 h 56"/>
                  <a:gd name="T44" fmla="+- 0 8820 8786"/>
                  <a:gd name="T45" fmla="*/ T44 w 34"/>
                  <a:gd name="T46" fmla="+- 0 3482 3441"/>
                  <a:gd name="T47" fmla="*/ 3482 h 56"/>
                  <a:gd name="T48" fmla="+- 0 8820 8786"/>
                  <a:gd name="T49" fmla="*/ T48 w 34"/>
                  <a:gd name="T50" fmla="+- 0 3473 3441"/>
                  <a:gd name="T51" fmla="*/ 3473 h 56"/>
                  <a:gd name="T52" fmla="+- 0 8819 8786"/>
                  <a:gd name="T53" fmla="*/ T52 w 34"/>
                  <a:gd name="T54" fmla="+- 0 3469 3441"/>
                  <a:gd name="T55" fmla="*/ 3469 h 56"/>
                  <a:gd name="T56" fmla="+- 0 8815 8786"/>
                  <a:gd name="T57" fmla="*/ T56 w 34"/>
                  <a:gd name="T58" fmla="+- 0 3465 3441"/>
                  <a:gd name="T59" fmla="*/ 34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 h="56">
                    <a:moveTo>
                      <a:pt x="29" y="24"/>
                    </a:moveTo>
                    <a:lnTo>
                      <a:pt x="20" y="24"/>
                    </a:lnTo>
                    <a:lnTo>
                      <a:pt x="23" y="26"/>
                    </a:lnTo>
                    <a:lnTo>
                      <a:pt x="26" y="32"/>
                    </a:lnTo>
                    <a:lnTo>
                      <a:pt x="27" y="36"/>
                    </a:lnTo>
                    <a:lnTo>
                      <a:pt x="27" y="45"/>
                    </a:lnTo>
                    <a:lnTo>
                      <a:pt x="26" y="47"/>
                    </a:lnTo>
                    <a:lnTo>
                      <a:pt x="23" y="52"/>
                    </a:lnTo>
                    <a:lnTo>
                      <a:pt x="21" y="53"/>
                    </a:lnTo>
                    <a:lnTo>
                      <a:pt x="27" y="53"/>
                    </a:lnTo>
                    <a:lnTo>
                      <a:pt x="33" y="45"/>
                    </a:lnTo>
                    <a:lnTo>
                      <a:pt x="34" y="41"/>
                    </a:lnTo>
                    <a:lnTo>
                      <a:pt x="34" y="32"/>
                    </a:lnTo>
                    <a:lnTo>
                      <a:pt x="33"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4" name="Freeform 5278">
                <a:extLst>
                  <a:ext uri="{FF2B5EF4-FFF2-40B4-BE49-F238E27FC236}">
                    <a16:creationId xmlns:a16="http://schemas.microsoft.com/office/drawing/2014/main" id="{FC786613-A0C6-D3DD-47C5-C9A81B868D0B}"/>
                  </a:ext>
                </a:extLst>
              </p:cNvPr>
              <p:cNvSpPr>
                <a:spLocks/>
              </p:cNvSpPr>
              <p:nvPr/>
            </p:nvSpPr>
            <p:spPr bwMode="auto">
              <a:xfrm>
                <a:off x="8786" y="3441"/>
                <a:ext cx="34" cy="56"/>
              </a:xfrm>
              <a:custGeom>
                <a:avLst/>
                <a:gdLst>
                  <a:gd name="T0" fmla="+- 0 8810 8786"/>
                  <a:gd name="T1" fmla="*/ T0 w 34"/>
                  <a:gd name="T2" fmla="+- 0 3461 3441"/>
                  <a:gd name="T3" fmla="*/ 3461 h 56"/>
                  <a:gd name="T4" fmla="+- 0 8803 8786"/>
                  <a:gd name="T5" fmla="*/ T4 w 34"/>
                  <a:gd name="T6" fmla="+- 0 3461 3441"/>
                  <a:gd name="T7" fmla="*/ 3461 h 56"/>
                  <a:gd name="T8" fmla="+- 0 8799 8786"/>
                  <a:gd name="T9" fmla="*/ T8 w 34"/>
                  <a:gd name="T10" fmla="+- 0 3463 3441"/>
                  <a:gd name="T11" fmla="*/ 3463 h 56"/>
                  <a:gd name="T12" fmla="+- 0 8795 8786"/>
                  <a:gd name="T13" fmla="*/ T12 w 34"/>
                  <a:gd name="T14" fmla="+- 0 3465 3441"/>
                  <a:gd name="T15" fmla="*/ 3465 h 56"/>
                  <a:gd name="T16" fmla="+- 0 8800 8786"/>
                  <a:gd name="T17" fmla="*/ T16 w 34"/>
                  <a:gd name="T18" fmla="+- 0 3465 3441"/>
                  <a:gd name="T19" fmla="*/ 3465 h 56"/>
                  <a:gd name="T20" fmla="+- 0 8803 8786"/>
                  <a:gd name="T21" fmla="*/ T20 w 34"/>
                  <a:gd name="T22" fmla="+- 0 3465 3441"/>
                  <a:gd name="T23" fmla="*/ 3465 h 56"/>
                  <a:gd name="T24" fmla="+- 0 8815 8786"/>
                  <a:gd name="T25" fmla="*/ T24 w 34"/>
                  <a:gd name="T26" fmla="+- 0 3465 3441"/>
                  <a:gd name="T27" fmla="*/ 3465 h 56"/>
                  <a:gd name="T28" fmla="+- 0 8813 8786"/>
                  <a:gd name="T29" fmla="*/ T28 w 34"/>
                  <a:gd name="T30" fmla="+- 0 3463 3441"/>
                  <a:gd name="T31" fmla="*/ 3463 h 56"/>
                  <a:gd name="T32" fmla="+- 0 8810 8786"/>
                  <a:gd name="T33" fmla="*/ T32 w 34"/>
                  <a:gd name="T34" fmla="+- 0 3461 3441"/>
                  <a:gd name="T35" fmla="*/ 34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 h="56">
                    <a:moveTo>
                      <a:pt x="24" y="20"/>
                    </a:moveTo>
                    <a:lnTo>
                      <a:pt x="17" y="20"/>
                    </a:lnTo>
                    <a:lnTo>
                      <a:pt x="13" y="22"/>
                    </a:lnTo>
                    <a:lnTo>
                      <a:pt x="9" y="24"/>
                    </a:lnTo>
                    <a:lnTo>
                      <a:pt x="14" y="24"/>
                    </a:lnTo>
                    <a:lnTo>
                      <a:pt x="17" y="24"/>
                    </a:lnTo>
                    <a:lnTo>
                      <a:pt x="29" y="24"/>
                    </a:lnTo>
                    <a:lnTo>
                      <a:pt x="27" y="22"/>
                    </a:lnTo>
                    <a:lnTo>
                      <a:pt x="24"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2" name="Group 321">
              <a:extLst>
                <a:ext uri="{FF2B5EF4-FFF2-40B4-BE49-F238E27FC236}">
                  <a16:creationId xmlns:a16="http://schemas.microsoft.com/office/drawing/2014/main" id="{3589CB5E-7502-A731-674A-65928CC9C998}"/>
                </a:ext>
              </a:extLst>
            </p:cNvPr>
            <p:cNvGrpSpPr>
              <a:grpSpLocks/>
            </p:cNvGrpSpPr>
            <p:nvPr/>
          </p:nvGrpSpPr>
          <p:grpSpPr bwMode="auto">
            <a:xfrm>
              <a:off x="187" y="3441"/>
              <a:ext cx="9090" cy="355"/>
              <a:chOff x="187" y="3441"/>
              <a:chExt cx="9090" cy="355"/>
            </a:xfrm>
          </p:grpSpPr>
          <p:sp>
            <p:nvSpPr>
              <p:cNvPr id="1049" name="Freeform 5280">
                <a:extLst>
                  <a:ext uri="{FF2B5EF4-FFF2-40B4-BE49-F238E27FC236}">
                    <a16:creationId xmlns:a16="http://schemas.microsoft.com/office/drawing/2014/main" id="{E48F21CC-3A8F-F0B9-6190-FC4EEDA78482}"/>
                  </a:ext>
                </a:extLst>
              </p:cNvPr>
              <p:cNvSpPr>
                <a:spLocks/>
              </p:cNvSpPr>
              <p:nvPr/>
            </p:nvSpPr>
            <p:spPr bwMode="auto">
              <a:xfrm>
                <a:off x="9242" y="3441"/>
                <a:ext cx="35" cy="56"/>
              </a:xfrm>
              <a:custGeom>
                <a:avLst/>
                <a:gdLst>
                  <a:gd name="T0" fmla="+- 0 9263 9242"/>
                  <a:gd name="T1" fmla="*/ T0 w 35"/>
                  <a:gd name="T2" fmla="+- 0 3441 3441"/>
                  <a:gd name="T3" fmla="*/ 3441 h 56"/>
                  <a:gd name="T4" fmla="+- 0 9257 9242"/>
                  <a:gd name="T5" fmla="*/ T4 w 35"/>
                  <a:gd name="T6" fmla="+- 0 3441 3441"/>
                  <a:gd name="T7" fmla="*/ 3441 h 56"/>
                  <a:gd name="T8" fmla="+- 0 9254 9242"/>
                  <a:gd name="T9" fmla="*/ T8 w 35"/>
                  <a:gd name="T10" fmla="+- 0 3442 3441"/>
                  <a:gd name="T11" fmla="*/ 3442 h 56"/>
                  <a:gd name="T12" fmla="+- 0 9249 9242"/>
                  <a:gd name="T13" fmla="*/ T12 w 35"/>
                  <a:gd name="T14" fmla="+- 0 3445 3441"/>
                  <a:gd name="T15" fmla="*/ 3445 h 56"/>
                  <a:gd name="T16" fmla="+- 0 9247 9242"/>
                  <a:gd name="T17" fmla="*/ T16 w 35"/>
                  <a:gd name="T18" fmla="+- 0 3449 3441"/>
                  <a:gd name="T19" fmla="*/ 3449 h 56"/>
                  <a:gd name="T20" fmla="+- 0 9243 9242"/>
                  <a:gd name="T21" fmla="*/ T20 w 35"/>
                  <a:gd name="T22" fmla="+- 0 3457 3441"/>
                  <a:gd name="T23" fmla="*/ 3457 h 56"/>
                  <a:gd name="T24" fmla="+- 0 9242 9242"/>
                  <a:gd name="T25" fmla="*/ T24 w 35"/>
                  <a:gd name="T26" fmla="+- 0 3463 3441"/>
                  <a:gd name="T27" fmla="*/ 3463 h 56"/>
                  <a:gd name="T28" fmla="+- 0 9242 9242"/>
                  <a:gd name="T29" fmla="*/ T28 w 35"/>
                  <a:gd name="T30" fmla="+- 0 3476 3441"/>
                  <a:gd name="T31" fmla="*/ 3476 h 56"/>
                  <a:gd name="T32" fmla="+- 0 9243 9242"/>
                  <a:gd name="T33" fmla="*/ T32 w 35"/>
                  <a:gd name="T34" fmla="+- 0 3482 3441"/>
                  <a:gd name="T35" fmla="*/ 3482 h 56"/>
                  <a:gd name="T36" fmla="+- 0 9250 9242"/>
                  <a:gd name="T37" fmla="*/ T36 w 35"/>
                  <a:gd name="T38" fmla="+- 0 3493 3441"/>
                  <a:gd name="T39" fmla="*/ 3493 h 56"/>
                  <a:gd name="T40" fmla="+- 0 9254 9242"/>
                  <a:gd name="T41" fmla="*/ T40 w 35"/>
                  <a:gd name="T42" fmla="+- 0 3496 3441"/>
                  <a:gd name="T43" fmla="*/ 3496 h 56"/>
                  <a:gd name="T44" fmla="+- 0 9262 9242"/>
                  <a:gd name="T45" fmla="*/ T44 w 35"/>
                  <a:gd name="T46" fmla="+- 0 3496 3441"/>
                  <a:gd name="T47" fmla="*/ 3496 h 56"/>
                  <a:gd name="T48" fmla="+- 0 9264 9242"/>
                  <a:gd name="T49" fmla="*/ T48 w 35"/>
                  <a:gd name="T50" fmla="+- 0 3495 3441"/>
                  <a:gd name="T51" fmla="*/ 3495 h 56"/>
                  <a:gd name="T52" fmla="+- 0 9266 9242"/>
                  <a:gd name="T53" fmla="*/ T52 w 35"/>
                  <a:gd name="T54" fmla="+- 0 3494 3441"/>
                  <a:gd name="T55" fmla="*/ 3494 h 56"/>
                  <a:gd name="T56" fmla="+- 0 9256 9242"/>
                  <a:gd name="T57" fmla="*/ T56 w 35"/>
                  <a:gd name="T58" fmla="+- 0 3494 3441"/>
                  <a:gd name="T59" fmla="*/ 3494 h 56"/>
                  <a:gd name="T60" fmla="+- 0 9254 9242"/>
                  <a:gd name="T61" fmla="*/ T60 w 35"/>
                  <a:gd name="T62" fmla="+- 0 3492 3441"/>
                  <a:gd name="T63" fmla="*/ 3492 h 56"/>
                  <a:gd name="T64" fmla="+- 0 9251 9242"/>
                  <a:gd name="T65" fmla="*/ T64 w 35"/>
                  <a:gd name="T66" fmla="+- 0 3483 3441"/>
                  <a:gd name="T67" fmla="*/ 3483 h 56"/>
                  <a:gd name="T68" fmla="+- 0 9250 9242"/>
                  <a:gd name="T69" fmla="*/ T68 w 35"/>
                  <a:gd name="T70" fmla="+- 0 3477 3441"/>
                  <a:gd name="T71" fmla="*/ 3477 h 56"/>
                  <a:gd name="T72" fmla="+- 0 9250 9242"/>
                  <a:gd name="T73" fmla="*/ T72 w 35"/>
                  <a:gd name="T74" fmla="+- 0 3463 3441"/>
                  <a:gd name="T75" fmla="*/ 3463 h 56"/>
                  <a:gd name="T76" fmla="+- 0 9259 9242"/>
                  <a:gd name="T77" fmla="*/ T76 w 35"/>
                  <a:gd name="T78" fmla="+- 0 3443 3441"/>
                  <a:gd name="T79" fmla="*/ 3443 h 56"/>
                  <a:gd name="T80" fmla="+- 0 9268 9242"/>
                  <a:gd name="T81" fmla="*/ T80 w 35"/>
                  <a:gd name="T82" fmla="+- 0 3443 3441"/>
                  <a:gd name="T83" fmla="*/ 3443 h 56"/>
                  <a:gd name="T84" fmla="+- 0 9267 9242"/>
                  <a:gd name="T85" fmla="*/ T84 w 35"/>
                  <a:gd name="T86" fmla="+- 0 3443 3441"/>
                  <a:gd name="T87" fmla="*/ 3443 h 56"/>
                  <a:gd name="T88" fmla="+- 0 9263 9242"/>
                  <a:gd name="T89" fmla="*/ T88 w 35"/>
                  <a:gd name="T90" fmla="+- 0 3441 3441"/>
                  <a:gd name="T91" fmla="*/ 344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6"/>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50" name="Freeform 5281">
                <a:extLst>
                  <a:ext uri="{FF2B5EF4-FFF2-40B4-BE49-F238E27FC236}">
                    <a16:creationId xmlns:a16="http://schemas.microsoft.com/office/drawing/2014/main" id="{DC289411-C832-C70A-C1E2-6D7439267074}"/>
                  </a:ext>
                </a:extLst>
              </p:cNvPr>
              <p:cNvSpPr>
                <a:spLocks/>
              </p:cNvSpPr>
              <p:nvPr/>
            </p:nvSpPr>
            <p:spPr bwMode="auto">
              <a:xfrm>
                <a:off x="9242" y="3441"/>
                <a:ext cx="35" cy="56"/>
              </a:xfrm>
              <a:custGeom>
                <a:avLst/>
                <a:gdLst>
                  <a:gd name="T0" fmla="+- 0 9268 9242"/>
                  <a:gd name="T1" fmla="*/ T0 w 35"/>
                  <a:gd name="T2" fmla="+- 0 3443 3441"/>
                  <a:gd name="T3" fmla="*/ 3443 h 56"/>
                  <a:gd name="T4" fmla="+- 0 9259 9242"/>
                  <a:gd name="T5" fmla="*/ T4 w 35"/>
                  <a:gd name="T6" fmla="+- 0 3443 3441"/>
                  <a:gd name="T7" fmla="*/ 3443 h 56"/>
                  <a:gd name="T8" fmla="+- 0 9263 9242"/>
                  <a:gd name="T9" fmla="*/ T8 w 35"/>
                  <a:gd name="T10" fmla="+- 0 3445 3441"/>
                  <a:gd name="T11" fmla="*/ 3445 h 56"/>
                  <a:gd name="T12" fmla="+- 0 9265 9242"/>
                  <a:gd name="T13" fmla="*/ T12 w 35"/>
                  <a:gd name="T14" fmla="+- 0 3446 3441"/>
                  <a:gd name="T15" fmla="*/ 3446 h 56"/>
                  <a:gd name="T16" fmla="+- 0 9266 9242"/>
                  <a:gd name="T17" fmla="*/ T16 w 35"/>
                  <a:gd name="T18" fmla="+- 0 3448 3441"/>
                  <a:gd name="T19" fmla="*/ 3448 h 56"/>
                  <a:gd name="T20" fmla="+- 0 9268 9242"/>
                  <a:gd name="T21" fmla="*/ T20 w 35"/>
                  <a:gd name="T22" fmla="+- 0 3455 3441"/>
                  <a:gd name="T23" fmla="*/ 3455 h 56"/>
                  <a:gd name="T24" fmla="+- 0 9268 9242"/>
                  <a:gd name="T25" fmla="*/ T24 w 35"/>
                  <a:gd name="T26" fmla="+- 0 3457 3441"/>
                  <a:gd name="T27" fmla="*/ 3457 h 56"/>
                  <a:gd name="T28" fmla="+- 0 9269 9242"/>
                  <a:gd name="T29" fmla="*/ T28 w 35"/>
                  <a:gd name="T30" fmla="+- 0 3476 3441"/>
                  <a:gd name="T31" fmla="*/ 3476 h 56"/>
                  <a:gd name="T32" fmla="+- 0 9268 9242"/>
                  <a:gd name="T33" fmla="*/ T32 w 35"/>
                  <a:gd name="T34" fmla="+- 0 3481 3441"/>
                  <a:gd name="T35" fmla="*/ 3481 h 56"/>
                  <a:gd name="T36" fmla="+- 0 9266 9242"/>
                  <a:gd name="T37" fmla="*/ T36 w 35"/>
                  <a:gd name="T38" fmla="+- 0 3488 3441"/>
                  <a:gd name="T39" fmla="*/ 3488 h 56"/>
                  <a:gd name="T40" fmla="+- 0 9265 9242"/>
                  <a:gd name="T41" fmla="*/ T40 w 35"/>
                  <a:gd name="T42" fmla="+- 0 3490 3441"/>
                  <a:gd name="T43" fmla="*/ 3490 h 56"/>
                  <a:gd name="T44" fmla="+- 0 9264 9242"/>
                  <a:gd name="T45" fmla="*/ T44 w 35"/>
                  <a:gd name="T46" fmla="+- 0 3492 3441"/>
                  <a:gd name="T47" fmla="*/ 3492 h 56"/>
                  <a:gd name="T48" fmla="+- 0 9259 9242"/>
                  <a:gd name="T49" fmla="*/ T48 w 35"/>
                  <a:gd name="T50" fmla="+- 0 3494 3441"/>
                  <a:gd name="T51" fmla="*/ 3494 h 56"/>
                  <a:gd name="T52" fmla="+- 0 9266 9242"/>
                  <a:gd name="T53" fmla="*/ T52 w 35"/>
                  <a:gd name="T54" fmla="+- 0 3494 3441"/>
                  <a:gd name="T55" fmla="*/ 3494 h 56"/>
                  <a:gd name="T56" fmla="+- 0 9276 9242"/>
                  <a:gd name="T57" fmla="*/ T56 w 35"/>
                  <a:gd name="T58" fmla="+- 0 3459 3441"/>
                  <a:gd name="T59" fmla="*/ 3459 h 56"/>
                  <a:gd name="T60" fmla="+- 0 9274 9242"/>
                  <a:gd name="T61" fmla="*/ T60 w 35"/>
                  <a:gd name="T62" fmla="+- 0 3452 3441"/>
                  <a:gd name="T63" fmla="*/ 3452 h 56"/>
                  <a:gd name="T64" fmla="+- 0 9268 9242"/>
                  <a:gd name="T65" fmla="*/ T64 w 35"/>
                  <a:gd name="T66" fmla="+- 0 3443 3441"/>
                  <a:gd name="T67" fmla="*/ 34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6" y="16"/>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051" name="Picture 1050">
                <a:extLst>
                  <a:ext uri="{FF2B5EF4-FFF2-40B4-BE49-F238E27FC236}">
                    <a16:creationId xmlns:a16="http://schemas.microsoft.com/office/drawing/2014/main" id="{5E4301D5-735A-8DAF-B0FC-96A94AAF57B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 y="3703"/>
                <a:ext cx="41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322">
              <a:extLst>
                <a:ext uri="{FF2B5EF4-FFF2-40B4-BE49-F238E27FC236}">
                  <a16:creationId xmlns:a16="http://schemas.microsoft.com/office/drawing/2014/main" id="{7D98D95D-F7A5-8D56-14F5-833446ED4A69}"/>
                </a:ext>
              </a:extLst>
            </p:cNvPr>
            <p:cNvGrpSpPr>
              <a:grpSpLocks/>
            </p:cNvGrpSpPr>
            <p:nvPr/>
          </p:nvGrpSpPr>
          <p:grpSpPr bwMode="auto">
            <a:xfrm>
              <a:off x="1028" y="3881"/>
              <a:ext cx="35" cy="56"/>
              <a:chOff x="1028" y="3881"/>
              <a:chExt cx="35" cy="56"/>
            </a:xfrm>
          </p:grpSpPr>
          <p:sp>
            <p:nvSpPr>
              <p:cNvPr id="1047" name="Freeform 5284">
                <a:extLst>
                  <a:ext uri="{FF2B5EF4-FFF2-40B4-BE49-F238E27FC236}">
                    <a16:creationId xmlns:a16="http://schemas.microsoft.com/office/drawing/2014/main" id="{496FA7F2-A5AD-2831-6854-D4F09F1847A9}"/>
                  </a:ext>
                </a:extLst>
              </p:cNvPr>
              <p:cNvSpPr>
                <a:spLocks/>
              </p:cNvSpPr>
              <p:nvPr/>
            </p:nvSpPr>
            <p:spPr bwMode="auto">
              <a:xfrm>
                <a:off x="1028" y="3881"/>
                <a:ext cx="35" cy="56"/>
              </a:xfrm>
              <a:custGeom>
                <a:avLst/>
                <a:gdLst>
                  <a:gd name="T0" fmla="+- 0 1050 1028"/>
                  <a:gd name="T1" fmla="*/ T0 w 35"/>
                  <a:gd name="T2" fmla="+- 0 3881 3881"/>
                  <a:gd name="T3" fmla="*/ 3881 h 56"/>
                  <a:gd name="T4" fmla="+- 0 1043 1028"/>
                  <a:gd name="T5" fmla="*/ T4 w 35"/>
                  <a:gd name="T6" fmla="+- 0 3881 3881"/>
                  <a:gd name="T7" fmla="*/ 3881 h 56"/>
                  <a:gd name="T8" fmla="+- 0 1041 1028"/>
                  <a:gd name="T9" fmla="*/ T8 w 35"/>
                  <a:gd name="T10" fmla="+- 0 3882 3881"/>
                  <a:gd name="T11" fmla="*/ 3882 h 56"/>
                  <a:gd name="T12" fmla="+- 0 1038 1028"/>
                  <a:gd name="T13" fmla="*/ T12 w 35"/>
                  <a:gd name="T14" fmla="+- 0 3883 3881"/>
                  <a:gd name="T15" fmla="*/ 3883 h 56"/>
                  <a:gd name="T16" fmla="+- 0 1035 1028"/>
                  <a:gd name="T17" fmla="*/ T16 w 35"/>
                  <a:gd name="T18" fmla="+- 0 3886 3881"/>
                  <a:gd name="T19" fmla="*/ 3886 h 56"/>
                  <a:gd name="T20" fmla="+- 0 1033 1028"/>
                  <a:gd name="T21" fmla="*/ T20 w 35"/>
                  <a:gd name="T22" fmla="+- 0 3889 3881"/>
                  <a:gd name="T23" fmla="*/ 3889 h 56"/>
                  <a:gd name="T24" fmla="+- 0 1029 1028"/>
                  <a:gd name="T25" fmla="*/ T24 w 35"/>
                  <a:gd name="T26" fmla="+- 0 3898 3881"/>
                  <a:gd name="T27" fmla="*/ 3898 h 56"/>
                  <a:gd name="T28" fmla="+- 0 1028 1028"/>
                  <a:gd name="T29" fmla="*/ T28 w 35"/>
                  <a:gd name="T30" fmla="+- 0 3903 3881"/>
                  <a:gd name="T31" fmla="*/ 3903 h 56"/>
                  <a:gd name="T32" fmla="+- 0 1028 1028"/>
                  <a:gd name="T33" fmla="*/ T32 w 35"/>
                  <a:gd name="T34" fmla="+- 0 3916 3881"/>
                  <a:gd name="T35" fmla="*/ 3916 h 56"/>
                  <a:gd name="T36" fmla="+- 0 1030 1028"/>
                  <a:gd name="T37" fmla="*/ T36 w 35"/>
                  <a:gd name="T38" fmla="+- 0 3922 3881"/>
                  <a:gd name="T39" fmla="*/ 3922 h 56"/>
                  <a:gd name="T40" fmla="+- 0 1036 1028"/>
                  <a:gd name="T41" fmla="*/ T40 w 35"/>
                  <a:gd name="T42" fmla="+- 0 3933 3881"/>
                  <a:gd name="T43" fmla="*/ 3933 h 56"/>
                  <a:gd name="T44" fmla="+- 0 1040 1028"/>
                  <a:gd name="T45" fmla="*/ T44 w 35"/>
                  <a:gd name="T46" fmla="+- 0 3936 3881"/>
                  <a:gd name="T47" fmla="*/ 3936 h 56"/>
                  <a:gd name="T48" fmla="+- 0 1048 1028"/>
                  <a:gd name="T49" fmla="*/ T48 w 35"/>
                  <a:gd name="T50" fmla="+- 0 3936 3881"/>
                  <a:gd name="T51" fmla="*/ 3936 h 56"/>
                  <a:gd name="T52" fmla="+- 0 1050 1028"/>
                  <a:gd name="T53" fmla="*/ T52 w 35"/>
                  <a:gd name="T54" fmla="+- 0 3935 3881"/>
                  <a:gd name="T55" fmla="*/ 3935 h 56"/>
                  <a:gd name="T56" fmla="+- 0 1053 1028"/>
                  <a:gd name="T57" fmla="*/ T56 w 35"/>
                  <a:gd name="T58" fmla="+- 0 3934 3881"/>
                  <a:gd name="T59" fmla="*/ 3934 h 56"/>
                  <a:gd name="T60" fmla="+- 0 1042 1028"/>
                  <a:gd name="T61" fmla="*/ T60 w 35"/>
                  <a:gd name="T62" fmla="+- 0 3934 3881"/>
                  <a:gd name="T63" fmla="*/ 3934 h 56"/>
                  <a:gd name="T64" fmla="+- 0 1040 1028"/>
                  <a:gd name="T65" fmla="*/ T64 w 35"/>
                  <a:gd name="T66" fmla="+- 0 3932 3881"/>
                  <a:gd name="T67" fmla="*/ 3932 h 56"/>
                  <a:gd name="T68" fmla="+- 0 1039 1028"/>
                  <a:gd name="T69" fmla="*/ T68 w 35"/>
                  <a:gd name="T70" fmla="+- 0 3928 3881"/>
                  <a:gd name="T71" fmla="*/ 3928 h 56"/>
                  <a:gd name="T72" fmla="+- 0 1037 1028"/>
                  <a:gd name="T73" fmla="*/ T72 w 35"/>
                  <a:gd name="T74" fmla="+- 0 3923 3881"/>
                  <a:gd name="T75" fmla="*/ 3923 h 56"/>
                  <a:gd name="T76" fmla="+- 0 1036 1028"/>
                  <a:gd name="T77" fmla="*/ T76 w 35"/>
                  <a:gd name="T78" fmla="+- 0 3917 3881"/>
                  <a:gd name="T79" fmla="*/ 3917 h 56"/>
                  <a:gd name="T80" fmla="+- 0 1046 1028"/>
                  <a:gd name="T81" fmla="*/ T80 w 35"/>
                  <a:gd name="T82" fmla="+- 0 3883 3881"/>
                  <a:gd name="T83" fmla="*/ 3883 h 56"/>
                  <a:gd name="T84" fmla="+- 0 1054 1028"/>
                  <a:gd name="T85" fmla="*/ T84 w 35"/>
                  <a:gd name="T86" fmla="+- 0 3883 3881"/>
                  <a:gd name="T87" fmla="*/ 3883 h 56"/>
                  <a:gd name="T88" fmla="+- 0 1053 1028"/>
                  <a:gd name="T89" fmla="*/ T88 w 35"/>
                  <a:gd name="T90" fmla="+- 0 3883 3881"/>
                  <a:gd name="T91" fmla="*/ 3883 h 56"/>
                  <a:gd name="T92" fmla="+- 0 1050 1028"/>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48" name="Freeform 5285">
                <a:extLst>
                  <a:ext uri="{FF2B5EF4-FFF2-40B4-BE49-F238E27FC236}">
                    <a16:creationId xmlns:a16="http://schemas.microsoft.com/office/drawing/2014/main" id="{B6ED74B3-5E93-FCD3-2A12-56E3096AA543}"/>
                  </a:ext>
                </a:extLst>
              </p:cNvPr>
              <p:cNvSpPr>
                <a:spLocks/>
              </p:cNvSpPr>
              <p:nvPr/>
            </p:nvSpPr>
            <p:spPr bwMode="auto">
              <a:xfrm>
                <a:off x="1028" y="3881"/>
                <a:ext cx="35" cy="56"/>
              </a:xfrm>
              <a:custGeom>
                <a:avLst/>
                <a:gdLst>
                  <a:gd name="T0" fmla="+- 0 1054 1028"/>
                  <a:gd name="T1" fmla="*/ T0 w 35"/>
                  <a:gd name="T2" fmla="+- 0 3883 3881"/>
                  <a:gd name="T3" fmla="*/ 3883 h 56"/>
                  <a:gd name="T4" fmla="+- 0 1046 1028"/>
                  <a:gd name="T5" fmla="*/ T4 w 35"/>
                  <a:gd name="T6" fmla="+- 0 3883 3881"/>
                  <a:gd name="T7" fmla="*/ 3883 h 56"/>
                  <a:gd name="T8" fmla="+- 0 1050 1028"/>
                  <a:gd name="T9" fmla="*/ T8 w 35"/>
                  <a:gd name="T10" fmla="+- 0 3885 3881"/>
                  <a:gd name="T11" fmla="*/ 3885 h 56"/>
                  <a:gd name="T12" fmla="+- 0 1051 1028"/>
                  <a:gd name="T13" fmla="*/ T12 w 35"/>
                  <a:gd name="T14" fmla="+- 0 3886 3881"/>
                  <a:gd name="T15" fmla="*/ 3886 h 56"/>
                  <a:gd name="T16" fmla="+- 0 1055 1028"/>
                  <a:gd name="T17" fmla="*/ T16 w 35"/>
                  <a:gd name="T18" fmla="+- 0 3916 3881"/>
                  <a:gd name="T19" fmla="*/ 3916 h 56"/>
                  <a:gd name="T20" fmla="+- 0 1054 1028"/>
                  <a:gd name="T21" fmla="*/ T20 w 35"/>
                  <a:gd name="T22" fmla="+- 0 3921 3881"/>
                  <a:gd name="T23" fmla="*/ 3921 h 56"/>
                  <a:gd name="T24" fmla="+- 0 1052 1028"/>
                  <a:gd name="T25" fmla="*/ T24 w 35"/>
                  <a:gd name="T26" fmla="+- 0 3928 3881"/>
                  <a:gd name="T27" fmla="*/ 3928 h 56"/>
                  <a:gd name="T28" fmla="+- 0 1051 1028"/>
                  <a:gd name="T29" fmla="*/ T28 w 35"/>
                  <a:gd name="T30" fmla="+- 0 3931 3881"/>
                  <a:gd name="T31" fmla="*/ 3931 h 56"/>
                  <a:gd name="T32" fmla="+- 0 1050 1028"/>
                  <a:gd name="T33" fmla="*/ T32 w 35"/>
                  <a:gd name="T34" fmla="+- 0 3932 3881"/>
                  <a:gd name="T35" fmla="*/ 3932 h 56"/>
                  <a:gd name="T36" fmla="+- 0 1045 1028"/>
                  <a:gd name="T37" fmla="*/ T36 w 35"/>
                  <a:gd name="T38" fmla="+- 0 3934 3881"/>
                  <a:gd name="T39" fmla="*/ 3934 h 56"/>
                  <a:gd name="T40" fmla="+- 0 1053 1028"/>
                  <a:gd name="T41" fmla="*/ T40 w 35"/>
                  <a:gd name="T42" fmla="+- 0 3934 3881"/>
                  <a:gd name="T43" fmla="*/ 3934 h 56"/>
                  <a:gd name="T44" fmla="+- 0 1063 1028"/>
                  <a:gd name="T45" fmla="*/ T44 w 35"/>
                  <a:gd name="T46" fmla="+- 0 3899 3881"/>
                  <a:gd name="T47" fmla="*/ 3899 h 56"/>
                  <a:gd name="T48" fmla="+- 0 1061 1028"/>
                  <a:gd name="T49" fmla="*/ T48 w 35"/>
                  <a:gd name="T50" fmla="+- 0 3892 3881"/>
                  <a:gd name="T51" fmla="*/ 3892 h 56"/>
                  <a:gd name="T52" fmla="+- 0 1054 1028"/>
                  <a:gd name="T53" fmla="*/ T52 w 35"/>
                  <a:gd name="T54" fmla="+- 0 3883 3881"/>
                  <a:gd name="T55"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8" y="2"/>
                    </a:lnTo>
                    <a:lnTo>
                      <a:pt x="22" y="4"/>
                    </a:lnTo>
                    <a:lnTo>
                      <a:pt x="23" y="5"/>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4" name="Group 323">
              <a:extLst>
                <a:ext uri="{FF2B5EF4-FFF2-40B4-BE49-F238E27FC236}">
                  <a16:creationId xmlns:a16="http://schemas.microsoft.com/office/drawing/2014/main" id="{29651D79-14E4-62BB-2043-AD4D69C54626}"/>
                </a:ext>
              </a:extLst>
            </p:cNvPr>
            <p:cNvGrpSpPr>
              <a:grpSpLocks/>
            </p:cNvGrpSpPr>
            <p:nvPr/>
          </p:nvGrpSpPr>
          <p:grpSpPr bwMode="auto">
            <a:xfrm>
              <a:off x="1491" y="3881"/>
              <a:ext cx="21" cy="55"/>
              <a:chOff x="1491" y="3881"/>
              <a:chExt cx="21" cy="55"/>
            </a:xfrm>
          </p:grpSpPr>
          <p:sp>
            <p:nvSpPr>
              <p:cNvPr id="1045" name="Freeform 5287">
                <a:extLst>
                  <a:ext uri="{FF2B5EF4-FFF2-40B4-BE49-F238E27FC236}">
                    <a16:creationId xmlns:a16="http://schemas.microsoft.com/office/drawing/2014/main" id="{C3F86038-207E-8DD3-A442-231144B83BCD}"/>
                  </a:ext>
                </a:extLst>
              </p:cNvPr>
              <p:cNvSpPr>
                <a:spLocks/>
              </p:cNvSpPr>
              <p:nvPr/>
            </p:nvSpPr>
            <p:spPr bwMode="auto">
              <a:xfrm>
                <a:off x="1491" y="3881"/>
                <a:ext cx="21" cy="55"/>
              </a:xfrm>
              <a:custGeom>
                <a:avLst/>
                <a:gdLst>
                  <a:gd name="T0" fmla="+- 0 1506 1491"/>
                  <a:gd name="T1" fmla="*/ T0 w 21"/>
                  <a:gd name="T2" fmla="+- 0 3887 3881"/>
                  <a:gd name="T3" fmla="*/ 3887 h 55"/>
                  <a:gd name="T4" fmla="+- 0 1496 1491"/>
                  <a:gd name="T5" fmla="*/ T4 w 21"/>
                  <a:gd name="T6" fmla="+- 0 3887 3881"/>
                  <a:gd name="T7" fmla="*/ 3887 h 55"/>
                  <a:gd name="T8" fmla="+- 0 1498 1491"/>
                  <a:gd name="T9" fmla="*/ T8 w 21"/>
                  <a:gd name="T10" fmla="+- 0 3888 3881"/>
                  <a:gd name="T11" fmla="*/ 3888 h 55"/>
                  <a:gd name="T12" fmla="+- 0 1499 1491"/>
                  <a:gd name="T13" fmla="*/ T12 w 21"/>
                  <a:gd name="T14" fmla="+- 0 3890 3881"/>
                  <a:gd name="T15" fmla="*/ 3890 h 55"/>
                  <a:gd name="T16" fmla="+- 0 1499 1491"/>
                  <a:gd name="T17" fmla="*/ T16 w 21"/>
                  <a:gd name="T18" fmla="+- 0 3891 3881"/>
                  <a:gd name="T19" fmla="*/ 3891 h 55"/>
                  <a:gd name="T20" fmla="+- 0 1499 1491"/>
                  <a:gd name="T21" fmla="*/ T20 w 21"/>
                  <a:gd name="T22" fmla="+- 0 3931 3881"/>
                  <a:gd name="T23" fmla="*/ 3931 h 55"/>
                  <a:gd name="T24" fmla="+- 0 1492 1491"/>
                  <a:gd name="T25" fmla="*/ T24 w 21"/>
                  <a:gd name="T26" fmla="+- 0 3934 3881"/>
                  <a:gd name="T27" fmla="*/ 3934 h 55"/>
                  <a:gd name="T28" fmla="+- 0 1492 1491"/>
                  <a:gd name="T29" fmla="*/ T28 w 21"/>
                  <a:gd name="T30" fmla="+- 0 3935 3881"/>
                  <a:gd name="T31" fmla="*/ 3935 h 55"/>
                  <a:gd name="T32" fmla="+- 0 1512 1491"/>
                  <a:gd name="T33" fmla="*/ T32 w 21"/>
                  <a:gd name="T34" fmla="+- 0 3935 3881"/>
                  <a:gd name="T35" fmla="*/ 3935 h 55"/>
                  <a:gd name="T36" fmla="+- 0 1512 1491"/>
                  <a:gd name="T37" fmla="*/ T36 w 21"/>
                  <a:gd name="T38" fmla="+- 0 3934 3881"/>
                  <a:gd name="T39" fmla="*/ 3934 h 55"/>
                  <a:gd name="T40" fmla="+- 0 1510 1491"/>
                  <a:gd name="T41" fmla="*/ T40 w 21"/>
                  <a:gd name="T42" fmla="+- 0 3934 3881"/>
                  <a:gd name="T43" fmla="*/ 3934 h 55"/>
                  <a:gd name="T44" fmla="+- 0 1508 1491"/>
                  <a:gd name="T45" fmla="*/ T44 w 21"/>
                  <a:gd name="T46" fmla="+- 0 3934 3881"/>
                  <a:gd name="T47" fmla="*/ 3934 h 55"/>
                  <a:gd name="T48" fmla="+- 0 1507 1491"/>
                  <a:gd name="T49" fmla="*/ T48 w 21"/>
                  <a:gd name="T50" fmla="+- 0 3933 3881"/>
                  <a:gd name="T51" fmla="*/ 3933 h 55"/>
                  <a:gd name="T52" fmla="+- 0 1506 1491"/>
                  <a:gd name="T53" fmla="*/ T52 w 21"/>
                  <a:gd name="T54" fmla="+- 0 3931 3881"/>
                  <a:gd name="T55" fmla="*/ 3931 h 55"/>
                  <a:gd name="T56" fmla="+- 0 1506 1491"/>
                  <a:gd name="T57" fmla="*/ T56 w 21"/>
                  <a:gd name="T58" fmla="+- 0 3931 3881"/>
                  <a:gd name="T59" fmla="*/ 3931 h 55"/>
                  <a:gd name="T60" fmla="+- 0 1506 1491"/>
                  <a:gd name="T61" fmla="*/ T60 w 21"/>
                  <a:gd name="T62" fmla="+- 0 3887 3881"/>
                  <a:gd name="T63"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5" y="6"/>
                    </a:moveTo>
                    <a:lnTo>
                      <a:pt x="5" y="6"/>
                    </a:lnTo>
                    <a:lnTo>
                      <a:pt x="7" y="7"/>
                    </a:lnTo>
                    <a:lnTo>
                      <a:pt x="8" y="9"/>
                    </a:lnTo>
                    <a:lnTo>
                      <a:pt x="8" y="10"/>
                    </a:lnTo>
                    <a:lnTo>
                      <a:pt x="8" y="50"/>
                    </a:lnTo>
                    <a:lnTo>
                      <a:pt x="1" y="53"/>
                    </a:lnTo>
                    <a:lnTo>
                      <a:pt x="1" y="54"/>
                    </a:lnTo>
                    <a:lnTo>
                      <a:pt x="21" y="54"/>
                    </a:lnTo>
                    <a:lnTo>
                      <a:pt x="21" y="53"/>
                    </a:lnTo>
                    <a:lnTo>
                      <a:pt x="19" y="53"/>
                    </a:lnTo>
                    <a:lnTo>
                      <a:pt x="17" y="53"/>
                    </a:lnTo>
                    <a:lnTo>
                      <a:pt x="16"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46" name="Freeform 5288">
                <a:extLst>
                  <a:ext uri="{FF2B5EF4-FFF2-40B4-BE49-F238E27FC236}">
                    <a16:creationId xmlns:a16="http://schemas.microsoft.com/office/drawing/2014/main" id="{F710554B-70D6-DBB8-1F81-194F37FD191C}"/>
                  </a:ext>
                </a:extLst>
              </p:cNvPr>
              <p:cNvSpPr>
                <a:spLocks/>
              </p:cNvSpPr>
              <p:nvPr/>
            </p:nvSpPr>
            <p:spPr bwMode="auto">
              <a:xfrm>
                <a:off x="1491" y="3881"/>
                <a:ext cx="21" cy="55"/>
              </a:xfrm>
              <a:custGeom>
                <a:avLst/>
                <a:gdLst>
                  <a:gd name="T0" fmla="+- 0 1505 1491"/>
                  <a:gd name="T1" fmla="*/ T0 w 21"/>
                  <a:gd name="T2" fmla="+- 0 3881 3881"/>
                  <a:gd name="T3" fmla="*/ 3881 h 55"/>
                  <a:gd name="T4" fmla="+- 0 1504 1491"/>
                  <a:gd name="T5" fmla="*/ T4 w 21"/>
                  <a:gd name="T6" fmla="+- 0 3881 3881"/>
                  <a:gd name="T7" fmla="*/ 3881 h 55"/>
                  <a:gd name="T8" fmla="+- 0 1491 1491"/>
                  <a:gd name="T9" fmla="*/ T8 w 21"/>
                  <a:gd name="T10" fmla="+- 0 3887 3881"/>
                  <a:gd name="T11" fmla="*/ 3887 h 55"/>
                  <a:gd name="T12" fmla="+- 0 1492 1491"/>
                  <a:gd name="T13" fmla="*/ T12 w 21"/>
                  <a:gd name="T14" fmla="+- 0 3888 3881"/>
                  <a:gd name="T15" fmla="*/ 3888 h 55"/>
                  <a:gd name="T16" fmla="+- 0 1496 1491"/>
                  <a:gd name="T17" fmla="*/ T16 w 21"/>
                  <a:gd name="T18" fmla="+- 0 3887 3881"/>
                  <a:gd name="T19" fmla="*/ 3887 h 55"/>
                  <a:gd name="T20" fmla="+- 0 1506 1491"/>
                  <a:gd name="T21" fmla="*/ T20 w 21"/>
                  <a:gd name="T22" fmla="+- 0 3887 3881"/>
                  <a:gd name="T23" fmla="*/ 3887 h 55"/>
                  <a:gd name="T24" fmla="+- 0 1505 1491"/>
                  <a:gd name="T25" fmla="*/ T24 w 21"/>
                  <a:gd name="T26" fmla="+- 0 3881 3881"/>
                  <a:gd name="T27" fmla="*/ 388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1" y="7"/>
                    </a:lnTo>
                    <a:lnTo>
                      <a:pt x="5" y="6"/>
                    </a:lnTo>
                    <a:lnTo>
                      <a:pt x="15"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5" name="Group 324">
              <a:extLst>
                <a:ext uri="{FF2B5EF4-FFF2-40B4-BE49-F238E27FC236}">
                  <a16:creationId xmlns:a16="http://schemas.microsoft.com/office/drawing/2014/main" id="{465906D8-619D-2C1F-C2F5-766C07FBB5B9}"/>
                </a:ext>
              </a:extLst>
            </p:cNvPr>
            <p:cNvGrpSpPr>
              <a:grpSpLocks/>
            </p:cNvGrpSpPr>
            <p:nvPr/>
          </p:nvGrpSpPr>
          <p:grpSpPr bwMode="auto">
            <a:xfrm>
              <a:off x="1941" y="3881"/>
              <a:ext cx="35" cy="56"/>
              <a:chOff x="1941" y="3881"/>
              <a:chExt cx="35" cy="56"/>
            </a:xfrm>
          </p:grpSpPr>
          <p:sp>
            <p:nvSpPr>
              <p:cNvPr id="1043" name="Freeform 5290">
                <a:extLst>
                  <a:ext uri="{FF2B5EF4-FFF2-40B4-BE49-F238E27FC236}">
                    <a16:creationId xmlns:a16="http://schemas.microsoft.com/office/drawing/2014/main" id="{B921C055-DC5E-9C1D-0EA5-4E942F51A5E2}"/>
                  </a:ext>
                </a:extLst>
              </p:cNvPr>
              <p:cNvSpPr>
                <a:spLocks/>
              </p:cNvSpPr>
              <p:nvPr/>
            </p:nvSpPr>
            <p:spPr bwMode="auto">
              <a:xfrm>
                <a:off x="1941" y="3881"/>
                <a:ext cx="35" cy="56"/>
              </a:xfrm>
              <a:custGeom>
                <a:avLst/>
                <a:gdLst>
                  <a:gd name="T0" fmla="+- 0 1962 1941"/>
                  <a:gd name="T1" fmla="*/ T0 w 35"/>
                  <a:gd name="T2" fmla="+- 0 3881 3881"/>
                  <a:gd name="T3" fmla="*/ 3881 h 56"/>
                  <a:gd name="T4" fmla="+- 0 1956 1941"/>
                  <a:gd name="T5" fmla="*/ T4 w 35"/>
                  <a:gd name="T6" fmla="+- 0 3881 3881"/>
                  <a:gd name="T7" fmla="*/ 3881 h 56"/>
                  <a:gd name="T8" fmla="+- 0 1953 1941"/>
                  <a:gd name="T9" fmla="*/ T8 w 35"/>
                  <a:gd name="T10" fmla="+- 0 3882 3881"/>
                  <a:gd name="T11" fmla="*/ 3882 h 56"/>
                  <a:gd name="T12" fmla="+- 0 1951 1941"/>
                  <a:gd name="T13" fmla="*/ T12 w 35"/>
                  <a:gd name="T14" fmla="+- 0 3883 3881"/>
                  <a:gd name="T15" fmla="*/ 3883 h 56"/>
                  <a:gd name="T16" fmla="+- 0 1948 1941"/>
                  <a:gd name="T17" fmla="*/ T16 w 35"/>
                  <a:gd name="T18" fmla="+- 0 3886 3881"/>
                  <a:gd name="T19" fmla="*/ 3886 h 56"/>
                  <a:gd name="T20" fmla="+- 0 1945 1941"/>
                  <a:gd name="T21" fmla="*/ T20 w 35"/>
                  <a:gd name="T22" fmla="+- 0 3889 3881"/>
                  <a:gd name="T23" fmla="*/ 3889 h 56"/>
                  <a:gd name="T24" fmla="+- 0 1942 1941"/>
                  <a:gd name="T25" fmla="*/ T24 w 35"/>
                  <a:gd name="T26" fmla="+- 0 3898 3881"/>
                  <a:gd name="T27" fmla="*/ 3898 h 56"/>
                  <a:gd name="T28" fmla="+- 0 1941 1941"/>
                  <a:gd name="T29" fmla="*/ T28 w 35"/>
                  <a:gd name="T30" fmla="+- 0 3903 3881"/>
                  <a:gd name="T31" fmla="*/ 3903 h 56"/>
                  <a:gd name="T32" fmla="+- 0 1941 1941"/>
                  <a:gd name="T33" fmla="*/ T32 w 35"/>
                  <a:gd name="T34" fmla="+- 0 3916 3881"/>
                  <a:gd name="T35" fmla="*/ 3916 h 56"/>
                  <a:gd name="T36" fmla="+- 0 1942 1941"/>
                  <a:gd name="T37" fmla="*/ T36 w 35"/>
                  <a:gd name="T38" fmla="+- 0 3922 3881"/>
                  <a:gd name="T39" fmla="*/ 3922 h 56"/>
                  <a:gd name="T40" fmla="+- 0 1949 1941"/>
                  <a:gd name="T41" fmla="*/ T40 w 35"/>
                  <a:gd name="T42" fmla="+- 0 3933 3881"/>
                  <a:gd name="T43" fmla="*/ 3933 h 56"/>
                  <a:gd name="T44" fmla="+- 0 1953 1941"/>
                  <a:gd name="T45" fmla="*/ T44 w 35"/>
                  <a:gd name="T46" fmla="+- 0 3936 3881"/>
                  <a:gd name="T47" fmla="*/ 3936 h 56"/>
                  <a:gd name="T48" fmla="+- 0 1960 1941"/>
                  <a:gd name="T49" fmla="*/ T48 w 35"/>
                  <a:gd name="T50" fmla="+- 0 3936 3881"/>
                  <a:gd name="T51" fmla="*/ 3936 h 56"/>
                  <a:gd name="T52" fmla="+- 0 1963 1941"/>
                  <a:gd name="T53" fmla="*/ T52 w 35"/>
                  <a:gd name="T54" fmla="+- 0 3935 3881"/>
                  <a:gd name="T55" fmla="*/ 3935 h 56"/>
                  <a:gd name="T56" fmla="+- 0 1965 1941"/>
                  <a:gd name="T57" fmla="*/ T56 w 35"/>
                  <a:gd name="T58" fmla="+- 0 3934 3881"/>
                  <a:gd name="T59" fmla="*/ 3934 h 56"/>
                  <a:gd name="T60" fmla="+- 0 1955 1941"/>
                  <a:gd name="T61" fmla="*/ T60 w 35"/>
                  <a:gd name="T62" fmla="+- 0 3934 3881"/>
                  <a:gd name="T63" fmla="*/ 3934 h 56"/>
                  <a:gd name="T64" fmla="+- 0 1953 1941"/>
                  <a:gd name="T65" fmla="*/ T64 w 35"/>
                  <a:gd name="T66" fmla="+- 0 3932 3881"/>
                  <a:gd name="T67" fmla="*/ 3932 h 56"/>
                  <a:gd name="T68" fmla="+- 0 1951 1941"/>
                  <a:gd name="T69" fmla="*/ T68 w 35"/>
                  <a:gd name="T70" fmla="+- 0 3928 3881"/>
                  <a:gd name="T71" fmla="*/ 3928 h 56"/>
                  <a:gd name="T72" fmla="+- 0 1950 1941"/>
                  <a:gd name="T73" fmla="*/ T72 w 35"/>
                  <a:gd name="T74" fmla="+- 0 3923 3881"/>
                  <a:gd name="T75" fmla="*/ 3923 h 56"/>
                  <a:gd name="T76" fmla="+- 0 1949 1941"/>
                  <a:gd name="T77" fmla="*/ T76 w 35"/>
                  <a:gd name="T78" fmla="+- 0 3917 3881"/>
                  <a:gd name="T79" fmla="*/ 3917 h 56"/>
                  <a:gd name="T80" fmla="+- 0 1958 1941"/>
                  <a:gd name="T81" fmla="*/ T80 w 35"/>
                  <a:gd name="T82" fmla="+- 0 3883 3881"/>
                  <a:gd name="T83" fmla="*/ 3883 h 56"/>
                  <a:gd name="T84" fmla="+- 0 1966 1941"/>
                  <a:gd name="T85" fmla="*/ T84 w 35"/>
                  <a:gd name="T86" fmla="+- 0 3883 3881"/>
                  <a:gd name="T87" fmla="*/ 3883 h 56"/>
                  <a:gd name="T88" fmla="+- 0 1966 1941"/>
                  <a:gd name="T89" fmla="*/ T88 w 35"/>
                  <a:gd name="T90" fmla="+- 0 3883 3881"/>
                  <a:gd name="T91" fmla="*/ 3883 h 56"/>
                  <a:gd name="T92" fmla="+- 0 1962 1941"/>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2"/>
                    </a:lnTo>
                    <a:lnTo>
                      <a:pt x="8"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44" name="Freeform 5291">
                <a:extLst>
                  <a:ext uri="{FF2B5EF4-FFF2-40B4-BE49-F238E27FC236}">
                    <a16:creationId xmlns:a16="http://schemas.microsoft.com/office/drawing/2014/main" id="{5DBE8D99-9915-FE76-80F1-09D631F95175}"/>
                  </a:ext>
                </a:extLst>
              </p:cNvPr>
              <p:cNvSpPr>
                <a:spLocks/>
              </p:cNvSpPr>
              <p:nvPr/>
            </p:nvSpPr>
            <p:spPr bwMode="auto">
              <a:xfrm>
                <a:off x="1941" y="3881"/>
                <a:ext cx="35" cy="56"/>
              </a:xfrm>
              <a:custGeom>
                <a:avLst/>
                <a:gdLst>
                  <a:gd name="T0" fmla="+- 0 1966 1941"/>
                  <a:gd name="T1" fmla="*/ T0 w 35"/>
                  <a:gd name="T2" fmla="+- 0 3883 3881"/>
                  <a:gd name="T3" fmla="*/ 3883 h 56"/>
                  <a:gd name="T4" fmla="+- 0 1958 1941"/>
                  <a:gd name="T5" fmla="*/ T4 w 35"/>
                  <a:gd name="T6" fmla="+- 0 3883 3881"/>
                  <a:gd name="T7" fmla="*/ 3883 h 56"/>
                  <a:gd name="T8" fmla="+- 0 1962 1941"/>
                  <a:gd name="T9" fmla="*/ T8 w 35"/>
                  <a:gd name="T10" fmla="+- 0 3885 3881"/>
                  <a:gd name="T11" fmla="*/ 3885 h 56"/>
                  <a:gd name="T12" fmla="+- 0 1964 1941"/>
                  <a:gd name="T13" fmla="*/ T12 w 35"/>
                  <a:gd name="T14" fmla="+- 0 3886 3881"/>
                  <a:gd name="T15" fmla="*/ 3886 h 56"/>
                  <a:gd name="T16" fmla="+- 0 1968 1941"/>
                  <a:gd name="T17" fmla="*/ T16 w 35"/>
                  <a:gd name="T18" fmla="+- 0 3916 3881"/>
                  <a:gd name="T19" fmla="*/ 3916 h 56"/>
                  <a:gd name="T20" fmla="+- 0 1967 1941"/>
                  <a:gd name="T21" fmla="*/ T20 w 35"/>
                  <a:gd name="T22" fmla="+- 0 3921 3881"/>
                  <a:gd name="T23" fmla="*/ 3921 h 56"/>
                  <a:gd name="T24" fmla="+- 0 1965 1941"/>
                  <a:gd name="T25" fmla="*/ T24 w 35"/>
                  <a:gd name="T26" fmla="+- 0 3928 3881"/>
                  <a:gd name="T27" fmla="*/ 3928 h 56"/>
                  <a:gd name="T28" fmla="+- 0 1964 1941"/>
                  <a:gd name="T29" fmla="*/ T28 w 35"/>
                  <a:gd name="T30" fmla="+- 0 3931 3881"/>
                  <a:gd name="T31" fmla="*/ 3931 h 56"/>
                  <a:gd name="T32" fmla="+- 0 1962 1941"/>
                  <a:gd name="T33" fmla="*/ T32 w 35"/>
                  <a:gd name="T34" fmla="+- 0 3932 3881"/>
                  <a:gd name="T35" fmla="*/ 3932 h 56"/>
                  <a:gd name="T36" fmla="+- 0 1958 1941"/>
                  <a:gd name="T37" fmla="*/ T36 w 35"/>
                  <a:gd name="T38" fmla="+- 0 3934 3881"/>
                  <a:gd name="T39" fmla="*/ 3934 h 56"/>
                  <a:gd name="T40" fmla="+- 0 1965 1941"/>
                  <a:gd name="T41" fmla="*/ T40 w 35"/>
                  <a:gd name="T42" fmla="+- 0 3934 3881"/>
                  <a:gd name="T43" fmla="*/ 3934 h 56"/>
                  <a:gd name="T44" fmla="+- 0 1975 1941"/>
                  <a:gd name="T45" fmla="*/ T44 w 35"/>
                  <a:gd name="T46" fmla="+- 0 3899 3881"/>
                  <a:gd name="T47" fmla="*/ 3899 h 56"/>
                  <a:gd name="T48" fmla="+- 0 1973 1941"/>
                  <a:gd name="T49" fmla="*/ T48 w 35"/>
                  <a:gd name="T50" fmla="+- 0 3892 3881"/>
                  <a:gd name="T51" fmla="*/ 3892 h 56"/>
                  <a:gd name="T52" fmla="+- 0 1966 1941"/>
                  <a:gd name="T53" fmla="*/ T52 w 35"/>
                  <a:gd name="T54" fmla="+- 0 3883 3881"/>
                  <a:gd name="T55"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2"/>
                    </a:moveTo>
                    <a:lnTo>
                      <a:pt x="17" y="2"/>
                    </a:lnTo>
                    <a:lnTo>
                      <a:pt x="21" y="4"/>
                    </a:lnTo>
                    <a:lnTo>
                      <a:pt x="23" y="5"/>
                    </a:lnTo>
                    <a:lnTo>
                      <a:pt x="27"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6" name="Group 325">
              <a:extLst>
                <a:ext uri="{FF2B5EF4-FFF2-40B4-BE49-F238E27FC236}">
                  <a16:creationId xmlns:a16="http://schemas.microsoft.com/office/drawing/2014/main" id="{A8435A2F-31E1-B603-87DB-05ABDDC0A691}"/>
                </a:ext>
              </a:extLst>
            </p:cNvPr>
            <p:cNvGrpSpPr>
              <a:grpSpLocks/>
            </p:cNvGrpSpPr>
            <p:nvPr/>
          </p:nvGrpSpPr>
          <p:grpSpPr bwMode="auto">
            <a:xfrm>
              <a:off x="2398" y="3881"/>
              <a:ext cx="31" cy="56"/>
              <a:chOff x="2398" y="3881"/>
              <a:chExt cx="31" cy="56"/>
            </a:xfrm>
          </p:grpSpPr>
          <p:sp>
            <p:nvSpPr>
              <p:cNvPr id="1040" name="Freeform 5293">
                <a:extLst>
                  <a:ext uri="{FF2B5EF4-FFF2-40B4-BE49-F238E27FC236}">
                    <a16:creationId xmlns:a16="http://schemas.microsoft.com/office/drawing/2014/main" id="{3FD5B086-31E7-B055-06F7-ED9701041848}"/>
                  </a:ext>
                </a:extLst>
              </p:cNvPr>
              <p:cNvSpPr>
                <a:spLocks/>
              </p:cNvSpPr>
              <p:nvPr/>
            </p:nvSpPr>
            <p:spPr bwMode="auto">
              <a:xfrm>
                <a:off x="2398" y="3881"/>
                <a:ext cx="31" cy="56"/>
              </a:xfrm>
              <a:custGeom>
                <a:avLst/>
                <a:gdLst>
                  <a:gd name="T0" fmla="+- 0 2401 2398"/>
                  <a:gd name="T1" fmla="*/ T0 w 31"/>
                  <a:gd name="T2" fmla="+- 0 3929 3881"/>
                  <a:gd name="T3" fmla="*/ 3929 h 56"/>
                  <a:gd name="T4" fmla="+- 0 2399 2398"/>
                  <a:gd name="T5" fmla="*/ T4 w 31"/>
                  <a:gd name="T6" fmla="+- 0 3930 3881"/>
                  <a:gd name="T7" fmla="*/ 3930 h 56"/>
                  <a:gd name="T8" fmla="+- 0 2398 2398"/>
                  <a:gd name="T9" fmla="*/ T8 w 31"/>
                  <a:gd name="T10" fmla="+- 0 3932 3881"/>
                  <a:gd name="T11" fmla="*/ 3932 h 56"/>
                  <a:gd name="T12" fmla="+- 0 2400 2398"/>
                  <a:gd name="T13" fmla="*/ T12 w 31"/>
                  <a:gd name="T14" fmla="+- 0 3935 3881"/>
                  <a:gd name="T15" fmla="*/ 3935 h 56"/>
                  <a:gd name="T16" fmla="+- 0 2401 2398"/>
                  <a:gd name="T17" fmla="*/ T16 w 31"/>
                  <a:gd name="T18" fmla="+- 0 3936 3881"/>
                  <a:gd name="T19" fmla="*/ 3936 h 56"/>
                  <a:gd name="T20" fmla="+- 0 2403 2398"/>
                  <a:gd name="T21" fmla="*/ T20 w 31"/>
                  <a:gd name="T22" fmla="+- 0 3936 3881"/>
                  <a:gd name="T23" fmla="*/ 3936 h 56"/>
                  <a:gd name="T24" fmla="+- 0 2414 2398"/>
                  <a:gd name="T25" fmla="*/ T24 w 31"/>
                  <a:gd name="T26" fmla="+- 0 3936 3881"/>
                  <a:gd name="T27" fmla="*/ 3936 h 56"/>
                  <a:gd name="T28" fmla="+- 0 2420 2398"/>
                  <a:gd name="T29" fmla="*/ T28 w 31"/>
                  <a:gd name="T30" fmla="+- 0 3934 3881"/>
                  <a:gd name="T31" fmla="*/ 3934 h 56"/>
                  <a:gd name="T32" fmla="+- 0 2421 2398"/>
                  <a:gd name="T33" fmla="*/ T32 w 31"/>
                  <a:gd name="T34" fmla="+- 0 3933 3881"/>
                  <a:gd name="T35" fmla="*/ 3933 h 56"/>
                  <a:gd name="T36" fmla="+- 0 2412 2398"/>
                  <a:gd name="T37" fmla="*/ T36 w 31"/>
                  <a:gd name="T38" fmla="+- 0 3933 3881"/>
                  <a:gd name="T39" fmla="*/ 3933 h 56"/>
                  <a:gd name="T40" fmla="+- 0 2409 2398"/>
                  <a:gd name="T41" fmla="*/ T40 w 31"/>
                  <a:gd name="T42" fmla="+- 0 3932 3881"/>
                  <a:gd name="T43" fmla="*/ 3932 h 56"/>
                  <a:gd name="T44" fmla="+- 0 2403 2398"/>
                  <a:gd name="T45" fmla="*/ T44 w 31"/>
                  <a:gd name="T46" fmla="+- 0 3929 3881"/>
                  <a:gd name="T47" fmla="*/ 3929 h 56"/>
                  <a:gd name="T48" fmla="+- 0 2401 2398"/>
                  <a:gd name="T49" fmla="*/ T48 w 31"/>
                  <a:gd name="T50" fmla="+- 0 3929 3881"/>
                  <a:gd name="T51" fmla="*/ 392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31" h="56">
                    <a:moveTo>
                      <a:pt x="3" y="48"/>
                    </a:moveTo>
                    <a:lnTo>
                      <a:pt x="1" y="49"/>
                    </a:lnTo>
                    <a:lnTo>
                      <a:pt x="0" y="51"/>
                    </a:lnTo>
                    <a:lnTo>
                      <a:pt x="2" y="54"/>
                    </a:lnTo>
                    <a:lnTo>
                      <a:pt x="3" y="55"/>
                    </a:lnTo>
                    <a:lnTo>
                      <a:pt x="5" y="55"/>
                    </a:lnTo>
                    <a:lnTo>
                      <a:pt x="16" y="55"/>
                    </a:lnTo>
                    <a:lnTo>
                      <a:pt x="22" y="53"/>
                    </a:lnTo>
                    <a:lnTo>
                      <a:pt x="23" y="52"/>
                    </a:lnTo>
                    <a:lnTo>
                      <a:pt x="14" y="52"/>
                    </a:lnTo>
                    <a:lnTo>
                      <a:pt x="11" y="51"/>
                    </a:lnTo>
                    <a:lnTo>
                      <a:pt x="5" y="48"/>
                    </a:lnTo>
                    <a:lnTo>
                      <a:pt x="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41" name="Freeform 5294">
                <a:extLst>
                  <a:ext uri="{FF2B5EF4-FFF2-40B4-BE49-F238E27FC236}">
                    <a16:creationId xmlns:a16="http://schemas.microsoft.com/office/drawing/2014/main" id="{9ED1C070-96FA-9C07-87AF-0032BB293AE9}"/>
                  </a:ext>
                </a:extLst>
              </p:cNvPr>
              <p:cNvSpPr>
                <a:spLocks/>
              </p:cNvSpPr>
              <p:nvPr/>
            </p:nvSpPr>
            <p:spPr bwMode="auto">
              <a:xfrm>
                <a:off x="2398" y="3881"/>
                <a:ext cx="31" cy="56"/>
              </a:xfrm>
              <a:custGeom>
                <a:avLst/>
                <a:gdLst>
                  <a:gd name="T0" fmla="+- 0 2424 2398"/>
                  <a:gd name="T1" fmla="*/ T0 w 31"/>
                  <a:gd name="T2" fmla="+- 0 3886 3881"/>
                  <a:gd name="T3" fmla="*/ 3886 h 56"/>
                  <a:gd name="T4" fmla="+- 0 2413 2398"/>
                  <a:gd name="T5" fmla="*/ T4 w 31"/>
                  <a:gd name="T6" fmla="+- 0 3886 3881"/>
                  <a:gd name="T7" fmla="*/ 3886 h 56"/>
                  <a:gd name="T8" fmla="+- 0 2415 2398"/>
                  <a:gd name="T9" fmla="*/ T8 w 31"/>
                  <a:gd name="T10" fmla="+- 0 3887 3881"/>
                  <a:gd name="T11" fmla="*/ 3887 h 56"/>
                  <a:gd name="T12" fmla="+- 0 2418 2398"/>
                  <a:gd name="T13" fmla="*/ T12 w 31"/>
                  <a:gd name="T14" fmla="+- 0 3890 3881"/>
                  <a:gd name="T15" fmla="*/ 3890 h 56"/>
                  <a:gd name="T16" fmla="+- 0 2419 2398"/>
                  <a:gd name="T17" fmla="*/ T16 w 31"/>
                  <a:gd name="T18" fmla="+- 0 3892 3881"/>
                  <a:gd name="T19" fmla="*/ 3892 h 56"/>
                  <a:gd name="T20" fmla="+- 0 2419 2398"/>
                  <a:gd name="T21" fmla="*/ T20 w 31"/>
                  <a:gd name="T22" fmla="+- 0 3897 3881"/>
                  <a:gd name="T23" fmla="*/ 3897 h 56"/>
                  <a:gd name="T24" fmla="+- 0 2418 2398"/>
                  <a:gd name="T25" fmla="*/ T24 w 31"/>
                  <a:gd name="T26" fmla="+- 0 3899 3881"/>
                  <a:gd name="T27" fmla="*/ 3899 h 56"/>
                  <a:gd name="T28" fmla="+- 0 2407 2398"/>
                  <a:gd name="T29" fmla="*/ T28 w 31"/>
                  <a:gd name="T30" fmla="+- 0 3908 3881"/>
                  <a:gd name="T31" fmla="*/ 3908 h 56"/>
                  <a:gd name="T32" fmla="+- 0 2407 2398"/>
                  <a:gd name="T33" fmla="*/ T32 w 31"/>
                  <a:gd name="T34" fmla="+- 0 3909 3881"/>
                  <a:gd name="T35" fmla="*/ 3909 h 56"/>
                  <a:gd name="T36" fmla="+- 0 2410 2398"/>
                  <a:gd name="T37" fmla="*/ T36 w 31"/>
                  <a:gd name="T38" fmla="+- 0 3909 3881"/>
                  <a:gd name="T39" fmla="*/ 3909 h 56"/>
                  <a:gd name="T40" fmla="+- 0 2412 2398"/>
                  <a:gd name="T41" fmla="*/ T40 w 31"/>
                  <a:gd name="T42" fmla="+- 0 3909 3881"/>
                  <a:gd name="T43" fmla="*/ 3909 h 56"/>
                  <a:gd name="T44" fmla="+- 0 2422 2398"/>
                  <a:gd name="T45" fmla="*/ T44 w 31"/>
                  <a:gd name="T46" fmla="+- 0 3920 3881"/>
                  <a:gd name="T47" fmla="*/ 3920 h 56"/>
                  <a:gd name="T48" fmla="+- 0 2422 2398"/>
                  <a:gd name="T49" fmla="*/ T48 w 31"/>
                  <a:gd name="T50" fmla="+- 0 3925 3881"/>
                  <a:gd name="T51" fmla="*/ 3925 h 56"/>
                  <a:gd name="T52" fmla="+- 0 2421 2398"/>
                  <a:gd name="T53" fmla="*/ T52 w 31"/>
                  <a:gd name="T54" fmla="+- 0 3928 3881"/>
                  <a:gd name="T55" fmla="*/ 3928 h 56"/>
                  <a:gd name="T56" fmla="+- 0 2417 2398"/>
                  <a:gd name="T57" fmla="*/ T56 w 31"/>
                  <a:gd name="T58" fmla="+- 0 3932 3881"/>
                  <a:gd name="T59" fmla="*/ 3932 h 56"/>
                  <a:gd name="T60" fmla="+- 0 2415 2398"/>
                  <a:gd name="T61" fmla="*/ T60 w 31"/>
                  <a:gd name="T62" fmla="+- 0 3933 3881"/>
                  <a:gd name="T63" fmla="*/ 3933 h 56"/>
                  <a:gd name="T64" fmla="+- 0 2421 2398"/>
                  <a:gd name="T65" fmla="*/ T64 w 31"/>
                  <a:gd name="T66" fmla="+- 0 3933 3881"/>
                  <a:gd name="T67" fmla="*/ 3933 h 56"/>
                  <a:gd name="T68" fmla="+- 0 2427 2398"/>
                  <a:gd name="T69" fmla="*/ T68 w 31"/>
                  <a:gd name="T70" fmla="+- 0 3926 3881"/>
                  <a:gd name="T71" fmla="*/ 3926 h 56"/>
                  <a:gd name="T72" fmla="+- 0 2428 2398"/>
                  <a:gd name="T73" fmla="*/ T72 w 31"/>
                  <a:gd name="T74" fmla="+- 0 3922 3881"/>
                  <a:gd name="T75" fmla="*/ 3922 h 56"/>
                  <a:gd name="T76" fmla="+- 0 2428 2398"/>
                  <a:gd name="T77" fmla="*/ T76 w 31"/>
                  <a:gd name="T78" fmla="+- 0 3914 3881"/>
                  <a:gd name="T79" fmla="*/ 3914 h 56"/>
                  <a:gd name="T80" fmla="+- 0 2427 2398"/>
                  <a:gd name="T81" fmla="*/ T80 w 31"/>
                  <a:gd name="T82" fmla="+- 0 3912 3881"/>
                  <a:gd name="T83" fmla="*/ 3912 h 56"/>
                  <a:gd name="T84" fmla="+- 0 2424 2398"/>
                  <a:gd name="T85" fmla="*/ T84 w 31"/>
                  <a:gd name="T86" fmla="+- 0 3907 3881"/>
                  <a:gd name="T87" fmla="*/ 3907 h 56"/>
                  <a:gd name="T88" fmla="+- 0 2421 2398"/>
                  <a:gd name="T89" fmla="*/ T88 w 31"/>
                  <a:gd name="T90" fmla="+- 0 3905 3881"/>
                  <a:gd name="T91" fmla="*/ 3905 h 56"/>
                  <a:gd name="T92" fmla="+- 0 2418 2398"/>
                  <a:gd name="T93" fmla="*/ T92 w 31"/>
                  <a:gd name="T94" fmla="+- 0 3904 3881"/>
                  <a:gd name="T95" fmla="*/ 3904 h 56"/>
                  <a:gd name="T96" fmla="+- 0 2423 2398"/>
                  <a:gd name="T97" fmla="*/ T96 w 31"/>
                  <a:gd name="T98" fmla="+- 0 3900 3881"/>
                  <a:gd name="T99" fmla="*/ 3900 h 56"/>
                  <a:gd name="T100" fmla="+- 0 2425 2398"/>
                  <a:gd name="T101" fmla="*/ T100 w 31"/>
                  <a:gd name="T102" fmla="+- 0 3896 3881"/>
                  <a:gd name="T103" fmla="*/ 3896 h 56"/>
                  <a:gd name="T104" fmla="+- 0 2425 2398"/>
                  <a:gd name="T105" fmla="*/ T104 w 31"/>
                  <a:gd name="T106" fmla="+- 0 3889 3881"/>
                  <a:gd name="T107" fmla="*/ 3889 h 56"/>
                  <a:gd name="T108" fmla="+- 0 2424 2398"/>
                  <a:gd name="T109" fmla="*/ T108 w 31"/>
                  <a:gd name="T110" fmla="+- 0 3887 3881"/>
                  <a:gd name="T111" fmla="*/ 3887 h 56"/>
                  <a:gd name="T112" fmla="+- 0 2424 2398"/>
                  <a:gd name="T113" fmla="*/ T112 w 31"/>
                  <a:gd name="T114" fmla="+- 0 3886 3881"/>
                  <a:gd name="T115" fmla="*/ 388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5"/>
                    </a:moveTo>
                    <a:lnTo>
                      <a:pt x="15" y="5"/>
                    </a:lnTo>
                    <a:lnTo>
                      <a:pt x="17" y="6"/>
                    </a:lnTo>
                    <a:lnTo>
                      <a:pt x="20" y="9"/>
                    </a:lnTo>
                    <a:lnTo>
                      <a:pt x="21" y="11"/>
                    </a:lnTo>
                    <a:lnTo>
                      <a:pt x="21" y="16"/>
                    </a:lnTo>
                    <a:lnTo>
                      <a:pt x="20" y="18"/>
                    </a:lnTo>
                    <a:lnTo>
                      <a:pt x="9" y="27"/>
                    </a:lnTo>
                    <a:lnTo>
                      <a:pt x="9" y="28"/>
                    </a:lnTo>
                    <a:lnTo>
                      <a:pt x="12" y="28"/>
                    </a:lnTo>
                    <a:lnTo>
                      <a:pt x="14" y="28"/>
                    </a:lnTo>
                    <a:lnTo>
                      <a:pt x="24" y="39"/>
                    </a:lnTo>
                    <a:lnTo>
                      <a:pt x="24" y="44"/>
                    </a:lnTo>
                    <a:lnTo>
                      <a:pt x="23" y="47"/>
                    </a:lnTo>
                    <a:lnTo>
                      <a:pt x="19" y="51"/>
                    </a:lnTo>
                    <a:lnTo>
                      <a:pt x="17" y="52"/>
                    </a:lnTo>
                    <a:lnTo>
                      <a:pt x="23" y="52"/>
                    </a:lnTo>
                    <a:lnTo>
                      <a:pt x="29" y="45"/>
                    </a:lnTo>
                    <a:lnTo>
                      <a:pt x="30" y="41"/>
                    </a:lnTo>
                    <a:lnTo>
                      <a:pt x="30" y="33"/>
                    </a:lnTo>
                    <a:lnTo>
                      <a:pt x="29" y="31"/>
                    </a:lnTo>
                    <a:lnTo>
                      <a:pt x="26" y="26"/>
                    </a:lnTo>
                    <a:lnTo>
                      <a:pt x="23" y="24"/>
                    </a:lnTo>
                    <a:lnTo>
                      <a:pt x="20" y="23"/>
                    </a:lnTo>
                    <a:lnTo>
                      <a:pt x="25" y="19"/>
                    </a:lnTo>
                    <a:lnTo>
                      <a:pt x="27" y="15"/>
                    </a:lnTo>
                    <a:lnTo>
                      <a:pt x="27" y="8"/>
                    </a:lnTo>
                    <a:lnTo>
                      <a:pt x="26" y="6"/>
                    </a:lnTo>
                    <a:lnTo>
                      <a:pt x="2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42" name="Freeform 5295">
                <a:extLst>
                  <a:ext uri="{FF2B5EF4-FFF2-40B4-BE49-F238E27FC236}">
                    <a16:creationId xmlns:a16="http://schemas.microsoft.com/office/drawing/2014/main" id="{0941F509-D4B0-E270-2BD9-ED2E11C210B0}"/>
                  </a:ext>
                </a:extLst>
              </p:cNvPr>
              <p:cNvSpPr>
                <a:spLocks/>
              </p:cNvSpPr>
              <p:nvPr/>
            </p:nvSpPr>
            <p:spPr bwMode="auto">
              <a:xfrm>
                <a:off x="2398" y="3881"/>
                <a:ext cx="31" cy="56"/>
              </a:xfrm>
              <a:custGeom>
                <a:avLst/>
                <a:gdLst>
                  <a:gd name="T0" fmla="+- 0 2417 2398"/>
                  <a:gd name="T1" fmla="*/ T0 w 31"/>
                  <a:gd name="T2" fmla="+- 0 3881 3881"/>
                  <a:gd name="T3" fmla="*/ 3881 h 56"/>
                  <a:gd name="T4" fmla="+- 0 2409 2398"/>
                  <a:gd name="T5" fmla="*/ T4 w 31"/>
                  <a:gd name="T6" fmla="+- 0 3881 3881"/>
                  <a:gd name="T7" fmla="*/ 3881 h 56"/>
                  <a:gd name="T8" fmla="+- 0 2407 2398"/>
                  <a:gd name="T9" fmla="*/ T8 w 31"/>
                  <a:gd name="T10" fmla="+- 0 3882 3881"/>
                  <a:gd name="T11" fmla="*/ 3882 h 56"/>
                  <a:gd name="T12" fmla="+- 0 2402 2398"/>
                  <a:gd name="T13" fmla="*/ T12 w 31"/>
                  <a:gd name="T14" fmla="+- 0 3886 3881"/>
                  <a:gd name="T15" fmla="*/ 3886 h 56"/>
                  <a:gd name="T16" fmla="+- 0 2400 2398"/>
                  <a:gd name="T17" fmla="*/ T16 w 31"/>
                  <a:gd name="T18" fmla="+- 0 3889 3881"/>
                  <a:gd name="T19" fmla="*/ 3889 h 56"/>
                  <a:gd name="T20" fmla="+- 0 2399 2398"/>
                  <a:gd name="T21" fmla="*/ T20 w 31"/>
                  <a:gd name="T22" fmla="+- 0 3892 3881"/>
                  <a:gd name="T23" fmla="*/ 3892 h 56"/>
                  <a:gd name="T24" fmla="+- 0 2400 2398"/>
                  <a:gd name="T25" fmla="*/ T24 w 31"/>
                  <a:gd name="T26" fmla="+- 0 3893 3881"/>
                  <a:gd name="T27" fmla="*/ 3893 h 56"/>
                  <a:gd name="T28" fmla="+- 0 2403 2398"/>
                  <a:gd name="T29" fmla="*/ T28 w 31"/>
                  <a:gd name="T30" fmla="+- 0 3888 3881"/>
                  <a:gd name="T31" fmla="*/ 3888 h 56"/>
                  <a:gd name="T32" fmla="+- 0 2406 2398"/>
                  <a:gd name="T33" fmla="*/ T32 w 31"/>
                  <a:gd name="T34" fmla="+- 0 3886 3881"/>
                  <a:gd name="T35" fmla="*/ 3886 h 56"/>
                  <a:gd name="T36" fmla="+- 0 2424 2398"/>
                  <a:gd name="T37" fmla="*/ T36 w 31"/>
                  <a:gd name="T38" fmla="+- 0 3886 3881"/>
                  <a:gd name="T39" fmla="*/ 3886 h 56"/>
                  <a:gd name="T40" fmla="+- 0 2420 2398"/>
                  <a:gd name="T41" fmla="*/ T40 w 31"/>
                  <a:gd name="T42" fmla="+- 0 3882 3881"/>
                  <a:gd name="T43" fmla="*/ 3882 h 56"/>
                  <a:gd name="T44" fmla="+- 0 2417 2398"/>
                  <a:gd name="T45" fmla="*/ T44 w 31"/>
                  <a:gd name="T46" fmla="+- 0 3881 3881"/>
                  <a:gd name="T47"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19" y="0"/>
                    </a:moveTo>
                    <a:lnTo>
                      <a:pt x="11" y="0"/>
                    </a:lnTo>
                    <a:lnTo>
                      <a:pt x="9" y="1"/>
                    </a:lnTo>
                    <a:lnTo>
                      <a:pt x="4" y="5"/>
                    </a:lnTo>
                    <a:lnTo>
                      <a:pt x="2" y="8"/>
                    </a:lnTo>
                    <a:lnTo>
                      <a:pt x="1" y="11"/>
                    </a:lnTo>
                    <a:lnTo>
                      <a:pt x="2" y="12"/>
                    </a:lnTo>
                    <a:lnTo>
                      <a:pt x="5" y="7"/>
                    </a:lnTo>
                    <a:lnTo>
                      <a:pt x="8" y="5"/>
                    </a:lnTo>
                    <a:lnTo>
                      <a:pt x="26" y="5"/>
                    </a:lnTo>
                    <a:lnTo>
                      <a:pt x="22" y="1"/>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7" name="Group 326">
              <a:extLst>
                <a:ext uri="{FF2B5EF4-FFF2-40B4-BE49-F238E27FC236}">
                  <a16:creationId xmlns:a16="http://schemas.microsoft.com/office/drawing/2014/main" id="{AB8A476B-D18B-906E-3815-6CF05634AE39}"/>
                </a:ext>
              </a:extLst>
            </p:cNvPr>
            <p:cNvGrpSpPr>
              <a:grpSpLocks/>
            </p:cNvGrpSpPr>
            <p:nvPr/>
          </p:nvGrpSpPr>
          <p:grpSpPr bwMode="auto">
            <a:xfrm>
              <a:off x="2860" y="3881"/>
              <a:ext cx="21" cy="55"/>
              <a:chOff x="2860" y="3881"/>
              <a:chExt cx="21" cy="55"/>
            </a:xfrm>
          </p:grpSpPr>
          <p:sp>
            <p:nvSpPr>
              <p:cNvPr id="1038" name="Freeform 5297">
                <a:extLst>
                  <a:ext uri="{FF2B5EF4-FFF2-40B4-BE49-F238E27FC236}">
                    <a16:creationId xmlns:a16="http://schemas.microsoft.com/office/drawing/2014/main" id="{43C3B134-78F4-7B08-D51E-A3D16628B3F3}"/>
                  </a:ext>
                </a:extLst>
              </p:cNvPr>
              <p:cNvSpPr>
                <a:spLocks/>
              </p:cNvSpPr>
              <p:nvPr/>
            </p:nvSpPr>
            <p:spPr bwMode="auto">
              <a:xfrm>
                <a:off x="2860" y="3881"/>
                <a:ext cx="21" cy="55"/>
              </a:xfrm>
              <a:custGeom>
                <a:avLst/>
                <a:gdLst>
                  <a:gd name="T0" fmla="+- 0 2874 2860"/>
                  <a:gd name="T1" fmla="*/ T0 w 21"/>
                  <a:gd name="T2" fmla="+- 0 3887 3881"/>
                  <a:gd name="T3" fmla="*/ 3887 h 55"/>
                  <a:gd name="T4" fmla="+- 0 2865 2860"/>
                  <a:gd name="T5" fmla="*/ T4 w 21"/>
                  <a:gd name="T6" fmla="+- 0 3887 3881"/>
                  <a:gd name="T7" fmla="*/ 3887 h 55"/>
                  <a:gd name="T8" fmla="+- 0 2867 2860"/>
                  <a:gd name="T9" fmla="*/ T8 w 21"/>
                  <a:gd name="T10" fmla="+- 0 3888 3881"/>
                  <a:gd name="T11" fmla="*/ 3888 h 55"/>
                  <a:gd name="T12" fmla="+- 0 2868 2860"/>
                  <a:gd name="T13" fmla="*/ T12 w 21"/>
                  <a:gd name="T14" fmla="+- 0 3890 3881"/>
                  <a:gd name="T15" fmla="*/ 3890 h 55"/>
                  <a:gd name="T16" fmla="+- 0 2868 2860"/>
                  <a:gd name="T17" fmla="*/ T16 w 21"/>
                  <a:gd name="T18" fmla="+- 0 3891 3881"/>
                  <a:gd name="T19" fmla="*/ 3891 h 55"/>
                  <a:gd name="T20" fmla="+- 0 2868 2860"/>
                  <a:gd name="T21" fmla="*/ T20 w 21"/>
                  <a:gd name="T22" fmla="+- 0 3931 3881"/>
                  <a:gd name="T23" fmla="*/ 3931 h 55"/>
                  <a:gd name="T24" fmla="+- 0 2861 2860"/>
                  <a:gd name="T25" fmla="*/ T24 w 21"/>
                  <a:gd name="T26" fmla="+- 0 3934 3881"/>
                  <a:gd name="T27" fmla="*/ 3934 h 55"/>
                  <a:gd name="T28" fmla="+- 0 2861 2860"/>
                  <a:gd name="T29" fmla="*/ T28 w 21"/>
                  <a:gd name="T30" fmla="+- 0 3935 3881"/>
                  <a:gd name="T31" fmla="*/ 3935 h 55"/>
                  <a:gd name="T32" fmla="+- 0 2881 2860"/>
                  <a:gd name="T33" fmla="*/ T32 w 21"/>
                  <a:gd name="T34" fmla="+- 0 3935 3881"/>
                  <a:gd name="T35" fmla="*/ 3935 h 55"/>
                  <a:gd name="T36" fmla="+- 0 2881 2860"/>
                  <a:gd name="T37" fmla="*/ T36 w 21"/>
                  <a:gd name="T38" fmla="+- 0 3934 3881"/>
                  <a:gd name="T39" fmla="*/ 3934 h 55"/>
                  <a:gd name="T40" fmla="+- 0 2879 2860"/>
                  <a:gd name="T41" fmla="*/ T40 w 21"/>
                  <a:gd name="T42" fmla="+- 0 3934 3881"/>
                  <a:gd name="T43" fmla="*/ 3934 h 55"/>
                  <a:gd name="T44" fmla="+- 0 2877 2860"/>
                  <a:gd name="T45" fmla="*/ T44 w 21"/>
                  <a:gd name="T46" fmla="+- 0 3934 3881"/>
                  <a:gd name="T47" fmla="*/ 3934 h 55"/>
                  <a:gd name="T48" fmla="+- 0 2876 2860"/>
                  <a:gd name="T49" fmla="*/ T48 w 21"/>
                  <a:gd name="T50" fmla="+- 0 3933 3881"/>
                  <a:gd name="T51" fmla="*/ 3933 h 55"/>
                  <a:gd name="T52" fmla="+- 0 2875 2860"/>
                  <a:gd name="T53" fmla="*/ T52 w 21"/>
                  <a:gd name="T54" fmla="+- 0 3931 3881"/>
                  <a:gd name="T55" fmla="*/ 3931 h 55"/>
                  <a:gd name="T56" fmla="+- 0 2875 2860"/>
                  <a:gd name="T57" fmla="*/ T56 w 21"/>
                  <a:gd name="T58" fmla="+- 0 3931 3881"/>
                  <a:gd name="T59" fmla="*/ 3931 h 55"/>
                  <a:gd name="T60" fmla="+- 0 2874 2860"/>
                  <a:gd name="T61" fmla="*/ T60 w 21"/>
                  <a:gd name="T62" fmla="+- 0 3887 3881"/>
                  <a:gd name="T63"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6"/>
                    </a:moveTo>
                    <a:lnTo>
                      <a:pt x="5" y="6"/>
                    </a:lnTo>
                    <a:lnTo>
                      <a:pt x="7" y="7"/>
                    </a:lnTo>
                    <a:lnTo>
                      <a:pt x="8" y="9"/>
                    </a:lnTo>
                    <a:lnTo>
                      <a:pt x="8" y="10"/>
                    </a:lnTo>
                    <a:lnTo>
                      <a:pt x="8" y="50"/>
                    </a:lnTo>
                    <a:lnTo>
                      <a:pt x="1" y="53"/>
                    </a:lnTo>
                    <a:lnTo>
                      <a:pt x="1" y="54"/>
                    </a:lnTo>
                    <a:lnTo>
                      <a:pt x="21" y="54"/>
                    </a:lnTo>
                    <a:lnTo>
                      <a:pt x="21" y="53"/>
                    </a:lnTo>
                    <a:lnTo>
                      <a:pt x="19" y="53"/>
                    </a:lnTo>
                    <a:lnTo>
                      <a:pt x="17" y="53"/>
                    </a:lnTo>
                    <a:lnTo>
                      <a:pt x="16" y="52"/>
                    </a:lnTo>
                    <a:lnTo>
                      <a:pt x="15"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9" name="Freeform 5298">
                <a:extLst>
                  <a:ext uri="{FF2B5EF4-FFF2-40B4-BE49-F238E27FC236}">
                    <a16:creationId xmlns:a16="http://schemas.microsoft.com/office/drawing/2014/main" id="{F0DA9502-5ABB-422D-D88F-C2F99F027D7E}"/>
                  </a:ext>
                </a:extLst>
              </p:cNvPr>
              <p:cNvSpPr>
                <a:spLocks/>
              </p:cNvSpPr>
              <p:nvPr/>
            </p:nvSpPr>
            <p:spPr bwMode="auto">
              <a:xfrm>
                <a:off x="2860" y="3881"/>
                <a:ext cx="21" cy="55"/>
              </a:xfrm>
              <a:custGeom>
                <a:avLst/>
                <a:gdLst>
                  <a:gd name="T0" fmla="+- 0 2874 2860"/>
                  <a:gd name="T1" fmla="*/ T0 w 21"/>
                  <a:gd name="T2" fmla="+- 0 3881 3881"/>
                  <a:gd name="T3" fmla="*/ 3881 h 55"/>
                  <a:gd name="T4" fmla="+- 0 2873 2860"/>
                  <a:gd name="T5" fmla="*/ T4 w 21"/>
                  <a:gd name="T6" fmla="+- 0 3881 3881"/>
                  <a:gd name="T7" fmla="*/ 3881 h 55"/>
                  <a:gd name="T8" fmla="+- 0 2860 2860"/>
                  <a:gd name="T9" fmla="*/ T8 w 21"/>
                  <a:gd name="T10" fmla="+- 0 3887 3881"/>
                  <a:gd name="T11" fmla="*/ 3887 h 55"/>
                  <a:gd name="T12" fmla="+- 0 2861 2860"/>
                  <a:gd name="T13" fmla="*/ T12 w 21"/>
                  <a:gd name="T14" fmla="+- 0 3888 3881"/>
                  <a:gd name="T15" fmla="*/ 3888 h 55"/>
                  <a:gd name="T16" fmla="+- 0 2865 2860"/>
                  <a:gd name="T17" fmla="*/ T16 w 21"/>
                  <a:gd name="T18" fmla="+- 0 3887 3881"/>
                  <a:gd name="T19" fmla="*/ 3887 h 55"/>
                  <a:gd name="T20" fmla="+- 0 2874 2860"/>
                  <a:gd name="T21" fmla="*/ T20 w 21"/>
                  <a:gd name="T22" fmla="+- 0 3887 3881"/>
                  <a:gd name="T23" fmla="*/ 3887 h 55"/>
                  <a:gd name="T24" fmla="+- 0 2874 2860"/>
                  <a:gd name="T25" fmla="*/ T24 w 21"/>
                  <a:gd name="T26" fmla="+- 0 3881 3881"/>
                  <a:gd name="T27" fmla="*/ 388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1" y="7"/>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8" name="Group 327">
              <a:extLst>
                <a:ext uri="{FF2B5EF4-FFF2-40B4-BE49-F238E27FC236}">
                  <a16:creationId xmlns:a16="http://schemas.microsoft.com/office/drawing/2014/main" id="{2FEBBFC6-871D-51F8-C075-139DA87F1976}"/>
                </a:ext>
              </a:extLst>
            </p:cNvPr>
            <p:cNvGrpSpPr>
              <a:grpSpLocks/>
            </p:cNvGrpSpPr>
            <p:nvPr/>
          </p:nvGrpSpPr>
          <p:grpSpPr bwMode="auto">
            <a:xfrm>
              <a:off x="3310" y="3881"/>
              <a:ext cx="35" cy="56"/>
              <a:chOff x="3310" y="3881"/>
              <a:chExt cx="35" cy="56"/>
            </a:xfrm>
          </p:grpSpPr>
          <p:sp>
            <p:nvSpPr>
              <p:cNvPr id="1036" name="Freeform 5300">
                <a:extLst>
                  <a:ext uri="{FF2B5EF4-FFF2-40B4-BE49-F238E27FC236}">
                    <a16:creationId xmlns:a16="http://schemas.microsoft.com/office/drawing/2014/main" id="{7C7842BF-174C-9FC4-A51F-91A755E3CC48}"/>
                  </a:ext>
                </a:extLst>
              </p:cNvPr>
              <p:cNvSpPr>
                <a:spLocks/>
              </p:cNvSpPr>
              <p:nvPr/>
            </p:nvSpPr>
            <p:spPr bwMode="auto">
              <a:xfrm>
                <a:off x="3310" y="3881"/>
                <a:ext cx="35" cy="56"/>
              </a:xfrm>
              <a:custGeom>
                <a:avLst/>
                <a:gdLst>
                  <a:gd name="T0" fmla="+- 0 3331 3310"/>
                  <a:gd name="T1" fmla="*/ T0 w 35"/>
                  <a:gd name="T2" fmla="+- 0 3881 3881"/>
                  <a:gd name="T3" fmla="*/ 3881 h 56"/>
                  <a:gd name="T4" fmla="+- 0 3325 3310"/>
                  <a:gd name="T5" fmla="*/ T4 w 35"/>
                  <a:gd name="T6" fmla="+- 0 3881 3881"/>
                  <a:gd name="T7" fmla="*/ 3881 h 56"/>
                  <a:gd name="T8" fmla="+- 0 3322 3310"/>
                  <a:gd name="T9" fmla="*/ T8 w 35"/>
                  <a:gd name="T10" fmla="+- 0 3882 3881"/>
                  <a:gd name="T11" fmla="*/ 3882 h 56"/>
                  <a:gd name="T12" fmla="+- 0 3320 3310"/>
                  <a:gd name="T13" fmla="*/ T12 w 35"/>
                  <a:gd name="T14" fmla="+- 0 3883 3881"/>
                  <a:gd name="T15" fmla="*/ 3883 h 56"/>
                  <a:gd name="T16" fmla="+- 0 3317 3310"/>
                  <a:gd name="T17" fmla="*/ T16 w 35"/>
                  <a:gd name="T18" fmla="+- 0 3886 3881"/>
                  <a:gd name="T19" fmla="*/ 3886 h 56"/>
                  <a:gd name="T20" fmla="+- 0 3315 3310"/>
                  <a:gd name="T21" fmla="*/ T20 w 35"/>
                  <a:gd name="T22" fmla="+- 0 3889 3881"/>
                  <a:gd name="T23" fmla="*/ 3889 h 56"/>
                  <a:gd name="T24" fmla="+- 0 3311 3310"/>
                  <a:gd name="T25" fmla="*/ T24 w 35"/>
                  <a:gd name="T26" fmla="+- 0 3898 3881"/>
                  <a:gd name="T27" fmla="*/ 3898 h 56"/>
                  <a:gd name="T28" fmla="+- 0 3310 3310"/>
                  <a:gd name="T29" fmla="*/ T28 w 35"/>
                  <a:gd name="T30" fmla="+- 0 3903 3881"/>
                  <a:gd name="T31" fmla="*/ 3903 h 56"/>
                  <a:gd name="T32" fmla="+- 0 3310 3310"/>
                  <a:gd name="T33" fmla="*/ T32 w 35"/>
                  <a:gd name="T34" fmla="+- 0 3916 3881"/>
                  <a:gd name="T35" fmla="*/ 3916 h 56"/>
                  <a:gd name="T36" fmla="+- 0 3311 3310"/>
                  <a:gd name="T37" fmla="*/ T36 w 35"/>
                  <a:gd name="T38" fmla="+- 0 3922 3881"/>
                  <a:gd name="T39" fmla="*/ 3922 h 56"/>
                  <a:gd name="T40" fmla="+- 0 3318 3310"/>
                  <a:gd name="T41" fmla="*/ T40 w 35"/>
                  <a:gd name="T42" fmla="+- 0 3933 3881"/>
                  <a:gd name="T43" fmla="*/ 3933 h 56"/>
                  <a:gd name="T44" fmla="+- 0 3322 3310"/>
                  <a:gd name="T45" fmla="*/ T44 w 35"/>
                  <a:gd name="T46" fmla="+- 0 3936 3881"/>
                  <a:gd name="T47" fmla="*/ 3936 h 56"/>
                  <a:gd name="T48" fmla="+- 0 3330 3310"/>
                  <a:gd name="T49" fmla="*/ T48 w 35"/>
                  <a:gd name="T50" fmla="+- 0 3936 3881"/>
                  <a:gd name="T51" fmla="*/ 3936 h 56"/>
                  <a:gd name="T52" fmla="+- 0 3332 3310"/>
                  <a:gd name="T53" fmla="*/ T52 w 35"/>
                  <a:gd name="T54" fmla="+- 0 3935 3881"/>
                  <a:gd name="T55" fmla="*/ 3935 h 56"/>
                  <a:gd name="T56" fmla="+- 0 3334 3310"/>
                  <a:gd name="T57" fmla="*/ T56 w 35"/>
                  <a:gd name="T58" fmla="+- 0 3934 3881"/>
                  <a:gd name="T59" fmla="*/ 3934 h 56"/>
                  <a:gd name="T60" fmla="+- 0 3324 3310"/>
                  <a:gd name="T61" fmla="*/ T60 w 35"/>
                  <a:gd name="T62" fmla="+- 0 3934 3881"/>
                  <a:gd name="T63" fmla="*/ 3934 h 56"/>
                  <a:gd name="T64" fmla="+- 0 3322 3310"/>
                  <a:gd name="T65" fmla="*/ T64 w 35"/>
                  <a:gd name="T66" fmla="+- 0 3932 3881"/>
                  <a:gd name="T67" fmla="*/ 3932 h 56"/>
                  <a:gd name="T68" fmla="+- 0 3320 3310"/>
                  <a:gd name="T69" fmla="*/ T68 w 35"/>
                  <a:gd name="T70" fmla="+- 0 3928 3881"/>
                  <a:gd name="T71" fmla="*/ 3928 h 56"/>
                  <a:gd name="T72" fmla="+- 0 3319 3310"/>
                  <a:gd name="T73" fmla="*/ T72 w 35"/>
                  <a:gd name="T74" fmla="+- 0 3923 3881"/>
                  <a:gd name="T75" fmla="*/ 3923 h 56"/>
                  <a:gd name="T76" fmla="+- 0 3318 3310"/>
                  <a:gd name="T77" fmla="*/ T76 w 35"/>
                  <a:gd name="T78" fmla="+- 0 3917 3881"/>
                  <a:gd name="T79" fmla="*/ 3917 h 56"/>
                  <a:gd name="T80" fmla="+- 0 3327 3310"/>
                  <a:gd name="T81" fmla="*/ T80 w 35"/>
                  <a:gd name="T82" fmla="+- 0 3883 3881"/>
                  <a:gd name="T83" fmla="*/ 3883 h 56"/>
                  <a:gd name="T84" fmla="+- 0 3336 3310"/>
                  <a:gd name="T85" fmla="*/ T84 w 35"/>
                  <a:gd name="T86" fmla="+- 0 3883 3881"/>
                  <a:gd name="T87" fmla="*/ 3883 h 56"/>
                  <a:gd name="T88" fmla="+- 0 3335 3310"/>
                  <a:gd name="T89" fmla="*/ T88 w 35"/>
                  <a:gd name="T90" fmla="+- 0 3883 3881"/>
                  <a:gd name="T91" fmla="*/ 3883 h 56"/>
                  <a:gd name="T92" fmla="+- 0 3331 3310"/>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5"/>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10" y="47"/>
                    </a:lnTo>
                    <a:lnTo>
                      <a:pt x="9" y="42"/>
                    </a:lnTo>
                    <a:lnTo>
                      <a:pt x="8" y="36"/>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7" name="Freeform 5301">
                <a:extLst>
                  <a:ext uri="{FF2B5EF4-FFF2-40B4-BE49-F238E27FC236}">
                    <a16:creationId xmlns:a16="http://schemas.microsoft.com/office/drawing/2014/main" id="{7B844B97-D017-8E29-3681-6FD72135DE0F}"/>
                  </a:ext>
                </a:extLst>
              </p:cNvPr>
              <p:cNvSpPr>
                <a:spLocks/>
              </p:cNvSpPr>
              <p:nvPr/>
            </p:nvSpPr>
            <p:spPr bwMode="auto">
              <a:xfrm>
                <a:off x="3310" y="3881"/>
                <a:ext cx="35" cy="56"/>
              </a:xfrm>
              <a:custGeom>
                <a:avLst/>
                <a:gdLst>
                  <a:gd name="T0" fmla="+- 0 3336 3310"/>
                  <a:gd name="T1" fmla="*/ T0 w 35"/>
                  <a:gd name="T2" fmla="+- 0 3883 3881"/>
                  <a:gd name="T3" fmla="*/ 3883 h 56"/>
                  <a:gd name="T4" fmla="+- 0 3327 3310"/>
                  <a:gd name="T5" fmla="*/ T4 w 35"/>
                  <a:gd name="T6" fmla="+- 0 3883 3881"/>
                  <a:gd name="T7" fmla="*/ 3883 h 56"/>
                  <a:gd name="T8" fmla="+- 0 3331 3310"/>
                  <a:gd name="T9" fmla="*/ T8 w 35"/>
                  <a:gd name="T10" fmla="+- 0 3885 3881"/>
                  <a:gd name="T11" fmla="*/ 3885 h 56"/>
                  <a:gd name="T12" fmla="+- 0 3333 3310"/>
                  <a:gd name="T13" fmla="*/ T12 w 35"/>
                  <a:gd name="T14" fmla="+- 0 3886 3881"/>
                  <a:gd name="T15" fmla="*/ 3886 h 56"/>
                  <a:gd name="T16" fmla="+- 0 3337 3310"/>
                  <a:gd name="T17" fmla="*/ T16 w 35"/>
                  <a:gd name="T18" fmla="+- 0 3916 3881"/>
                  <a:gd name="T19" fmla="*/ 3916 h 56"/>
                  <a:gd name="T20" fmla="+- 0 3336 3310"/>
                  <a:gd name="T21" fmla="*/ T20 w 35"/>
                  <a:gd name="T22" fmla="+- 0 3921 3881"/>
                  <a:gd name="T23" fmla="*/ 3921 h 56"/>
                  <a:gd name="T24" fmla="+- 0 3334 3310"/>
                  <a:gd name="T25" fmla="*/ T24 w 35"/>
                  <a:gd name="T26" fmla="+- 0 3928 3881"/>
                  <a:gd name="T27" fmla="*/ 3928 h 56"/>
                  <a:gd name="T28" fmla="+- 0 3333 3310"/>
                  <a:gd name="T29" fmla="*/ T28 w 35"/>
                  <a:gd name="T30" fmla="+- 0 3931 3881"/>
                  <a:gd name="T31" fmla="*/ 3931 h 56"/>
                  <a:gd name="T32" fmla="+- 0 3332 3310"/>
                  <a:gd name="T33" fmla="*/ T32 w 35"/>
                  <a:gd name="T34" fmla="+- 0 3932 3881"/>
                  <a:gd name="T35" fmla="*/ 3932 h 56"/>
                  <a:gd name="T36" fmla="+- 0 3327 3310"/>
                  <a:gd name="T37" fmla="*/ T36 w 35"/>
                  <a:gd name="T38" fmla="+- 0 3934 3881"/>
                  <a:gd name="T39" fmla="*/ 3934 h 56"/>
                  <a:gd name="T40" fmla="+- 0 3334 3310"/>
                  <a:gd name="T41" fmla="*/ T40 w 35"/>
                  <a:gd name="T42" fmla="+- 0 3934 3881"/>
                  <a:gd name="T43" fmla="*/ 3934 h 56"/>
                  <a:gd name="T44" fmla="+- 0 3344 3310"/>
                  <a:gd name="T45" fmla="*/ T44 w 35"/>
                  <a:gd name="T46" fmla="+- 0 3899 3881"/>
                  <a:gd name="T47" fmla="*/ 3899 h 56"/>
                  <a:gd name="T48" fmla="+- 0 3342 3310"/>
                  <a:gd name="T49" fmla="*/ T48 w 35"/>
                  <a:gd name="T50" fmla="+- 0 3892 3881"/>
                  <a:gd name="T51" fmla="*/ 3892 h 56"/>
                  <a:gd name="T52" fmla="+- 0 3336 3310"/>
                  <a:gd name="T53" fmla="*/ T52 w 35"/>
                  <a:gd name="T54" fmla="+- 0 3883 3881"/>
                  <a:gd name="T55"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7" y="2"/>
                    </a:lnTo>
                    <a:lnTo>
                      <a:pt x="21" y="4"/>
                    </a:lnTo>
                    <a:lnTo>
                      <a:pt x="23" y="5"/>
                    </a:lnTo>
                    <a:lnTo>
                      <a:pt x="27" y="35"/>
                    </a:lnTo>
                    <a:lnTo>
                      <a:pt x="26" y="40"/>
                    </a:lnTo>
                    <a:lnTo>
                      <a:pt x="24" y="47"/>
                    </a:lnTo>
                    <a:lnTo>
                      <a:pt x="23" y="50"/>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29" name="Group 328">
              <a:extLst>
                <a:ext uri="{FF2B5EF4-FFF2-40B4-BE49-F238E27FC236}">
                  <a16:creationId xmlns:a16="http://schemas.microsoft.com/office/drawing/2014/main" id="{72B22FAA-5059-6983-BAE5-914E993A7782}"/>
                </a:ext>
              </a:extLst>
            </p:cNvPr>
            <p:cNvGrpSpPr>
              <a:grpSpLocks/>
            </p:cNvGrpSpPr>
            <p:nvPr/>
          </p:nvGrpSpPr>
          <p:grpSpPr bwMode="auto">
            <a:xfrm>
              <a:off x="3766" y="3881"/>
              <a:ext cx="35" cy="56"/>
              <a:chOff x="3766" y="3881"/>
              <a:chExt cx="35" cy="56"/>
            </a:xfrm>
          </p:grpSpPr>
          <p:sp>
            <p:nvSpPr>
              <p:cNvPr id="1034" name="Freeform 5303">
                <a:extLst>
                  <a:ext uri="{FF2B5EF4-FFF2-40B4-BE49-F238E27FC236}">
                    <a16:creationId xmlns:a16="http://schemas.microsoft.com/office/drawing/2014/main" id="{3B6F8D11-3B72-56C8-8419-B3D22D200988}"/>
                  </a:ext>
                </a:extLst>
              </p:cNvPr>
              <p:cNvSpPr>
                <a:spLocks/>
              </p:cNvSpPr>
              <p:nvPr/>
            </p:nvSpPr>
            <p:spPr bwMode="auto">
              <a:xfrm>
                <a:off x="3766" y="3881"/>
                <a:ext cx="35" cy="56"/>
              </a:xfrm>
              <a:custGeom>
                <a:avLst/>
                <a:gdLst>
                  <a:gd name="T0" fmla="+- 0 3788 3766"/>
                  <a:gd name="T1" fmla="*/ T0 w 35"/>
                  <a:gd name="T2" fmla="+- 0 3881 3881"/>
                  <a:gd name="T3" fmla="*/ 3881 h 56"/>
                  <a:gd name="T4" fmla="+- 0 3781 3766"/>
                  <a:gd name="T5" fmla="*/ T4 w 35"/>
                  <a:gd name="T6" fmla="+- 0 3881 3881"/>
                  <a:gd name="T7" fmla="*/ 3881 h 56"/>
                  <a:gd name="T8" fmla="+- 0 3779 3766"/>
                  <a:gd name="T9" fmla="*/ T8 w 35"/>
                  <a:gd name="T10" fmla="+- 0 3882 3881"/>
                  <a:gd name="T11" fmla="*/ 3882 h 56"/>
                  <a:gd name="T12" fmla="+- 0 3776 3766"/>
                  <a:gd name="T13" fmla="*/ T12 w 35"/>
                  <a:gd name="T14" fmla="+- 0 3883 3881"/>
                  <a:gd name="T15" fmla="*/ 3883 h 56"/>
                  <a:gd name="T16" fmla="+- 0 3773 3766"/>
                  <a:gd name="T17" fmla="*/ T16 w 35"/>
                  <a:gd name="T18" fmla="+- 0 3886 3881"/>
                  <a:gd name="T19" fmla="*/ 3886 h 56"/>
                  <a:gd name="T20" fmla="+- 0 3771 3766"/>
                  <a:gd name="T21" fmla="*/ T20 w 35"/>
                  <a:gd name="T22" fmla="+- 0 3889 3881"/>
                  <a:gd name="T23" fmla="*/ 3889 h 56"/>
                  <a:gd name="T24" fmla="+- 0 3767 3766"/>
                  <a:gd name="T25" fmla="*/ T24 w 35"/>
                  <a:gd name="T26" fmla="+- 0 3898 3881"/>
                  <a:gd name="T27" fmla="*/ 3898 h 56"/>
                  <a:gd name="T28" fmla="+- 0 3766 3766"/>
                  <a:gd name="T29" fmla="*/ T28 w 35"/>
                  <a:gd name="T30" fmla="+- 0 3903 3881"/>
                  <a:gd name="T31" fmla="*/ 3903 h 56"/>
                  <a:gd name="T32" fmla="+- 0 3766 3766"/>
                  <a:gd name="T33" fmla="*/ T32 w 35"/>
                  <a:gd name="T34" fmla="+- 0 3916 3881"/>
                  <a:gd name="T35" fmla="*/ 3916 h 56"/>
                  <a:gd name="T36" fmla="+- 0 3768 3766"/>
                  <a:gd name="T37" fmla="*/ T36 w 35"/>
                  <a:gd name="T38" fmla="+- 0 3922 3881"/>
                  <a:gd name="T39" fmla="*/ 3922 h 56"/>
                  <a:gd name="T40" fmla="+- 0 3774 3766"/>
                  <a:gd name="T41" fmla="*/ T40 w 35"/>
                  <a:gd name="T42" fmla="+- 0 3933 3881"/>
                  <a:gd name="T43" fmla="*/ 3933 h 56"/>
                  <a:gd name="T44" fmla="+- 0 3778 3766"/>
                  <a:gd name="T45" fmla="*/ T44 w 35"/>
                  <a:gd name="T46" fmla="+- 0 3936 3881"/>
                  <a:gd name="T47" fmla="*/ 3936 h 56"/>
                  <a:gd name="T48" fmla="+- 0 3786 3766"/>
                  <a:gd name="T49" fmla="*/ T48 w 35"/>
                  <a:gd name="T50" fmla="+- 0 3936 3881"/>
                  <a:gd name="T51" fmla="*/ 3936 h 56"/>
                  <a:gd name="T52" fmla="+- 0 3788 3766"/>
                  <a:gd name="T53" fmla="*/ T52 w 35"/>
                  <a:gd name="T54" fmla="+- 0 3935 3881"/>
                  <a:gd name="T55" fmla="*/ 3935 h 56"/>
                  <a:gd name="T56" fmla="+- 0 3791 3766"/>
                  <a:gd name="T57" fmla="*/ T56 w 35"/>
                  <a:gd name="T58" fmla="+- 0 3934 3881"/>
                  <a:gd name="T59" fmla="*/ 3934 h 56"/>
                  <a:gd name="T60" fmla="+- 0 3780 3766"/>
                  <a:gd name="T61" fmla="*/ T60 w 35"/>
                  <a:gd name="T62" fmla="+- 0 3934 3881"/>
                  <a:gd name="T63" fmla="*/ 3934 h 56"/>
                  <a:gd name="T64" fmla="+- 0 3778 3766"/>
                  <a:gd name="T65" fmla="*/ T64 w 35"/>
                  <a:gd name="T66" fmla="+- 0 3932 3881"/>
                  <a:gd name="T67" fmla="*/ 3932 h 56"/>
                  <a:gd name="T68" fmla="+- 0 3777 3766"/>
                  <a:gd name="T69" fmla="*/ T68 w 35"/>
                  <a:gd name="T70" fmla="+- 0 3928 3881"/>
                  <a:gd name="T71" fmla="*/ 3928 h 56"/>
                  <a:gd name="T72" fmla="+- 0 3775 3766"/>
                  <a:gd name="T73" fmla="*/ T72 w 35"/>
                  <a:gd name="T74" fmla="+- 0 3923 3881"/>
                  <a:gd name="T75" fmla="*/ 3923 h 56"/>
                  <a:gd name="T76" fmla="+- 0 3774 3766"/>
                  <a:gd name="T77" fmla="*/ T76 w 35"/>
                  <a:gd name="T78" fmla="+- 0 3917 3881"/>
                  <a:gd name="T79" fmla="*/ 3917 h 56"/>
                  <a:gd name="T80" fmla="+- 0 3784 3766"/>
                  <a:gd name="T81" fmla="*/ T80 w 35"/>
                  <a:gd name="T82" fmla="+- 0 3883 3881"/>
                  <a:gd name="T83" fmla="*/ 3883 h 56"/>
                  <a:gd name="T84" fmla="+- 0 3792 3766"/>
                  <a:gd name="T85" fmla="*/ T84 w 35"/>
                  <a:gd name="T86" fmla="+- 0 3883 3881"/>
                  <a:gd name="T87" fmla="*/ 3883 h 56"/>
                  <a:gd name="T88" fmla="+- 0 3791 3766"/>
                  <a:gd name="T89" fmla="*/ T88 w 35"/>
                  <a:gd name="T90" fmla="+- 0 3883 3881"/>
                  <a:gd name="T91" fmla="*/ 3883 h 56"/>
                  <a:gd name="T92" fmla="+- 0 3788 3766"/>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5" name="Freeform 5304">
                <a:extLst>
                  <a:ext uri="{FF2B5EF4-FFF2-40B4-BE49-F238E27FC236}">
                    <a16:creationId xmlns:a16="http://schemas.microsoft.com/office/drawing/2014/main" id="{63D2936D-4B33-C4A9-4B02-44FAC92E16B2}"/>
                  </a:ext>
                </a:extLst>
              </p:cNvPr>
              <p:cNvSpPr>
                <a:spLocks/>
              </p:cNvSpPr>
              <p:nvPr/>
            </p:nvSpPr>
            <p:spPr bwMode="auto">
              <a:xfrm>
                <a:off x="3766" y="3881"/>
                <a:ext cx="35" cy="56"/>
              </a:xfrm>
              <a:custGeom>
                <a:avLst/>
                <a:gdLst>
                  <a:gd name="T0" fmla="+- 0 3792 3766"/>
                  <a:gd name="T1" fmla="*/ T0 w 35"/>
                  <a:gd name="T2" fmla="+- 0 3883 3881"/>
                  <a:gd name="T3" fmla="*/ 3883 h 56"/>
                  <a:gd name="T4" fmla="+- 0 3784 3766"/>
                  <a:gd name="T5" fmla="*/ T4 w 35"/>
                  <a:gd name="T6" fmla="+- 0 3883 3881"/>
                  <a:gd name="T7" fmla="*/ 3883 h 56"/>
                  <a:gd name="T8" fmla="+- 0 3787 3766"/>
                  <a:gd name="T9" fmla="*/ T8 w 35"/>
                  <a:gd name="T10" fmla="+- 0 3885 3881"/>
                  <a:gd name="T11" fmla="*/ 3885 h 56"/>
                  <a:gd name="T12" fmla="+- 0 3789 3766"/>
                  <a:gd name="T13" fmla="*/ T12 w 35"/>
                  <a:gd name="T14" fmla="+- 0 3886 3881"/>
                  <a:gd name="T15" fmla="*/ 3886 h 56"/>
                  <a:gd name="T16" fmla="+- 0 3790 3766"/>
                  <a:gd name="T17" fmla="*/ T16 w 35"/>
                  <a:gd name="T18" fmla="+- 0 3888 3881"/>
                  <a:gd name="T19" fmla="*/ 3888 h 56"/>
                  <a:gd name="T20" fmla="+- 0 3792 3766"/>
                  <a:gd name="T21" fmla="*/ T20 w 35"/>
                  <a:gd name="T22" fmla="+- 0 3895 3881"/>
                  <a:gd name="T23" fmla="*/ 3895 h 56"/>
                  <a:gd name="T24" fmla="+- 0 3793 3766"/>
                  <a:gd name="T25" fmla="*/ T24 w 35"/>
                  <a:gd name="T26" fmla="+- 0 3898 3881"/>
                  <a:gd name="T27" fmla="*/ 3898 h 56"/>
                  <a:gd name="T28" fmla="+- 0 3793 3766"/>
                  <a:gd name="T29" fmla="*/ T28 w 35"/>
                  <a:gd name="T30" fmla="+- 0 3916 3881"/>
                  <a:gd name="T31" fmla="*/ 3916 h 56"/>
                  <a:gd name="T32" fmla="+- 0 3792 3766"/>
                  <a:gd name="T33" fmla="*/ T32 w 35"/>
                  <a:gd name="T34" fmla="+- 0 3921 3881"/>
                  <a:gd name="T35" fmla="*/ 3921 h 56"/>
                  <a:gd name="T36" fmla="+- 0 3790 3766"/>
                  <a:gd name="T37" fmla="*/ T36 w 35"/>
                  <a:gd name="T38" fmla="+- 0 3928 3881"/>
                  <a:gd name="T39" fmla="*/ 3928 h 56"/>
                  <a:gd name="T40" fmla="+- 0 3789 3766"/>
                  <a:gd name="T41" fmla="*/ T40 w 35"/>
                  <a:gd name="T42" fmla="+- 0 3931 3881"/>
                  <a:gd name="T43" fmla="*/ 3931 h 56"/>
                  <a:gd name="T44" fmla="+- 0 3788 3766"/>
                  <a:gd name="T45" fmla="*/ T44 w 35"/>
                  <a:gd name="T46" fmla="+- 0 3932 3881"/>
                  <a:gd name="T47" fmla="*/ 3932 h 56"/>
                  <a:gd name="T48" fmla="+- 0 3783 3766"/>
                  <a:gd name="T49" fmla="*/ T48 w 35"/>
                  <a:gd name="T50" fmla="+- 0 3934 3881"/>
                  <a:gd name="T51" fmla="*/ 3934 h 56"/>
                  <a:gd name="T52" fmla="+- 0 3791 3766"/>
                  <a:gd name="T53" fmla="*/ T52 w 35"/>
                  <a:gd name="T54" fmla="+- 0 3934 3881"/>
                  <a:gd name="T55" fmla="*/ 3934 h 56"/>
                  <a:gd name="T56" fmla="+- 0 3801 3766"/>
                  <a:gd name="T57" fmla="*/ T56 w 35"/>
                  <a:gd name="T58" fmla="+- 0 3899 3881"/>
                  <a:gd name="T59" fmla="*/ 3899 h 56"/>
                  <a:gd name="T60" fmla="+- 0 3799 3766"/>
                  <a:gd name="T61" fmla="*/ T60 w 35"/>
                  <a:gd name="T62" fmla="+- 0 3892 3881"/>
                  <a:gd name="T63" fmla="*/ 3892 h 56"/>
                  <a:gd name="T64" fmla="+- 0 3792 3766"/>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0" name="Group 329">
              <a:extLst>
                <a:ext uri="{FF2B5EF4-FFF2-40B4-BE49-F238E27FC236}">
                  <a16:creationId xmlns:a16="http://schemas.microsoft.com/office/drawing/2014/main" id="{B9203D98-A944-0CEC-F39E-B04D0EC90851}"/>
                </a:ext>
              </a:extLst>
            </p:cNvPr>
            <p:cNvGrpSpPr>
              <a:grpSpLocks/>
            </p:cNvGrpSpPr>
            <p:nvPr/>
          </p:nvGrpSpPr>
          <p:grpSpPr bwMode="auto">
            <a:xfrm>
              <a:off x="4223" y="3881"/>
              <a:ext cx="35" cy="56"/>
              <a:chOff x="4223" y="3881"/>
              <a:chExt cx="35" cy="56"/>
            </a:xfrm>
          </p:grpSpPr>
          <p:sp>
            <p:nvSpPr>
              <p:cNvPr id="1032" name="Freeform 5306">
                <a:extLst>
                  <a:ext uri="{FF2B5EF4-FFF2-40B4-BE49-F238E27FC236}">
                    <a16:creationId xmlns:a16="http://schemas.microsoft.com/office/drawing/2014/main" id="{B0022BB3-878C-B867-D590-DC2356C3CA57}"/>
                  </a:ext>
                </a:extLst>
              </p:cNvPr>
              <p:cNvSpPr>
                <a:spLocks/>
              </p:cNvSpPr>
              <p:nvPr/>
            </p:nvSpPr>
            <p:spPr bwMode="auto">
              <a:xfrm>
                <a:off x="4223" y="3881"/>
                <a:ext cx="35" cy="56"/>
              </a:xfrm>
              <a:custGeom>
                <a:avLst/>
                <a:gdLst>
                  <a:gd name="T0" fmla="+- 0 4244 4223"/>
                  <a:gd name="T1" fmla="*/ T0 w 35"/>
                  <a:gd name="T2" fmla="+- 0 3881 3881"/>
                  <a:gd name="T3" fmla="*/ 3881 h 56"/>
                  <a:gd name="T4" fmla="+- 0 4237 4223"/>
                  <a:gd name="T5" fmla="*/ T4 w 35"/>
                  <a:gd name="T6" fmla="+- 0 3881 3881"/>
                  <a:gd name="T7" fmla="*/ 3881 h 56"/>
                  <a:gd name="T8" fmla="+- 0 4235 4223"/>
                  <a:gd name="T9" fmla="*/ T8 w 35"/>
                  <a:gd name="T10" fmla="+- 0 3882 3881"/>
                  <a:gd name="T11" fmla="*/ 3882 h 56"/>
                  <a:gd name="T12" fmla="+- 0 4233 4223"/>
                  <a:gd name="T13" fmla="*/ T12 w 35"/>
                  <a:gd name="T14" fmla="+- 0 3883 3881"/>
                  <a:gd name="T15" fmla="*/ 3883 h 56"/>
                  <a:gd name="T16" fmla="+- 0 4230 4223"/>
                  <a:gd name="T17" fmla="*/ T16 w 35"/>
                  <a:gd name="T18" fmla="+- 0 3886 3881"/>
                  <a:gd name="T19" fmla="*/ 3886 h 56"/>
                  <a:gd name="T20" fmla="+- 0 4227 4223"/>
                  <a:gd name="T21" fmla="*/ T20 w 35"/>
                  <a:gd name="T22" fmla="+- 0 3889 3881"/>
                  <a:gd name="T23" fmla="*/ 3889 h 56"/>
                  <a:gd name="T24" fmla="+- 0 4223 4223"/>
                  <a:gd name="T25" fmla="*/ T24 w 35"/>
                  <a:gd name="T26" fmla="+- 0 3898 3881"/>
                  <a:gd name="T27" fmla="*/ 3898 h 56"/>
                  <a:gd name="T28" fmla="+- 0 4223 4223"/>
                  <a:gd name="T29" fmla="*/ T28 w 35"/>
                  <a:gd name="T30" fmla="+- 0 3903 3881"/>
                  <a:gd name="T31" fmla="*/ 3903 h 56"/>
                  <a:gd name="T32" fmla="+- 0 4223 4223"/>
                  <a:gd name="T33" fmla="*/ T32 w 35"/>
                  <a:gd name="T34" fmla="+- 0 3916 3881"/>
                  <a:gd name="T35" fmla="*/ 3916 h 56"/>
                  <a:gd name="T36" fmla="+- 0 4224 4223"/>
                  <a:gd name="T37" fmla="*/ T36 w 35"/>
                  <a:gd name="T38" fmla="+- 0 3922 3881"/>
                  <a:gd name="T39" fmla="*/ 3922 h 56"/>
                  <a:gd name="T40" fmla="+- 0 4230 4223"/>
                  <a:gd name="T41" fmla="*/ T40 w 35"/>
                  <a:gd name="T42" fmla="+- 0 3933 3881"/>
                  <a:gd name="T43" fmla="*/ 3933 h 56"/>
                  <a:gd name="T44" fmla="+- 0 4234 4223"/>
                  <a:gd name="T45" fmla="*/ T44 w 35"/>
                  <a:gd name="T46" fmla="+- 0 3936 3881"/>
                  <a:gd name="T47" fmla="*/ 3936 h 56"/>
                  <a:gd name="T48" fmla="+- 0 4242 4223"/>
                  <a:gd name="T49" fmla="*/ T48 w 35"/>
                  <a:gd name="T50" fmla="+- 0 3936 3881"/>
                  <a:gd name="T51" fmla="*/ 3936 h 56"/>
                  <a:gd name="T52" fmla="+- 0 4245 4223"/>
                  <a:gd name="T53" fmla="*/ T52 w 35"/>
                  <a:gd name="T54" fmla="+- 0 3935 3881"/>
                  <a:gd name="T55" fmla="*/ 3935 h 56"/>
                  <a:gd name="T56" fmla="+- 0 4247 4223"/>
                  <a:gd name="T57" fmla="*/ T56 w 35"/>
                  <a:gd name="T58" fmla="+- 0 3934 3881"/>
                  <a:gd name="T59" fmla="*/ 3934 h 56"/>
                  <a:gd name="T60" fmla="+- 0 4237 4223"/>
                  <a:gd name="T61" fmla="*/ T60 w 35"/>
                  <a:gd name="T62" fmla="+- 0 3934 3881"/>
                  <a:gd name="T63" fmla="*/ 3934 h 56"/>
                  <a:gd name="T64" fmla="+- 0 4234 4223"/>
                  <a:gd name="T65" fmla="*/ T64 w 35"/>
                  <a:gd name="T66" fmla="+- 0 3932 3881"/>
                  <a:gd name="T67" fmla="*/ 3932 h 56"/>
                  <a:gd name="T68" fmla="+- 0 4233 4223"/>
                  <a:gd name="T69" fmla="*/ T68 w 35"/>
                  <a:gd name="T70" fmla="+- 0 3928 3881"/>
                  <a:gd name="T71" fmla="*/ 3928 h 56"/>
                  <a:gd name="T72" fmla="+- 0 4231 4223"/>
                  <a:gd name="T73" fmla="*/ T72 w 35"/>
                  <a:gd name="T74" fmla="+- 0 3923 3881"/>
                  <a:gd name="T75" fmla="*/ 3923 h 56"/>
                  <a:gd name="T76" fmla="+- 0 4230 4223"/>
                  <a:gd name="T77" fmla="*/ T76 w 35"/>
                  <a:gd name="T78" fmla="+- 0 3917 3881"/>
                  <a:gd name="T79" fmla="*/ 3917 h 56"/>
                  <a:gd name="T80" fmla="+- 0 4240 4223"/>
                  <a:gd name="T81" fmla="*/ T80 w 35"/>
                  <a:gd name="T82" fmla="+- 0 3883 3881"/>
                  <a:gd name="T83" fmla="*/ 3883 h 56"/>
                  <a:gd name="T84" fmla="+- 0 4248 4223"/>
                  <a:gd name="T85" fmla="*/ T84 w 35"/>
                  <a:gd name="T86" fmla="+- 0 3883 3881"/>
                  <a:gd name="T87" fmla="*/ 3883 h 56"/>
                  <a:gd name="T88" fmla="+- 0 4248 4223"/>
                  <a:gd name="T89" fmla="*/ T88 w 35"/>
                  <a:gd name="T90" fmla="+- 0 3883 3881"/>
                  <a:gd name="T91" fmla="*/ 3883 h 56"/>
                  <a:gd name="T92" fmla="+- 0 4244 4223"/>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2"/>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3" name="Freeform 5307">
                <a:extLst>
                  <a:ext uri="{FF2B5EF4-FFF2-40B4-BE49-F238E27FC236}">
                    <a16:creationId xmlns:a16="http://schemas.microsoft.com/office/drawing/2014/main" id="{5D957406-B873-8BE2-60E4-6F7C1B3F7CBA}"/>
                  </a:ext>
                </a:extLst>
              </p:cNvPr>
              <p:cNvSpPr>
                <a:spLocks/>
              </p:cNvSpPr>
              <p:nvPr/>
            </p:nvSpPr>
            <p:spPr bwMode="auto">
              <a:xfrm>
                <a:off x="4223" y="3881"/>
                <a:ext cx="35" cy="56"/>
              </a:xfrm>
              <a:custGeom>
                <a:avLst/>
                <a:gdLst>
                  <a:gd name="T0" fmla="+- 0 4248 4223"/>
                  <a:gd name="T1" fmla="*/ T0 w 35"/>
                  <a:gd name="T2" fmla="+- 0 3883 3881"/>
                  <a:gd name="T3" fmla="*/ 3883 h 56"/>
                  <a:gd name="T4" fmla="+- 0 4240 4223"/>
                  <a:gd name="T5" fmla="*/ T4 w 35"/>
                  <a:gd name="T6" fmla="+- 0 3883 3881"/>
                  <a:gd name="T7" fmla="*/ 3883 h 56"/>
                  <a:gd name="T8" fmla="+- 0 4244 4223"/>
                  <a:gd name="T9" fmla="*/ T8 w 35"/>
                  <a:gd name="T10" fmla="+- 0 3885 3881"/>
                  <a:gd name="T11" fmla="*/ 3885 h 56"/>
                  <a:gd name="T12" fmla="+- 0 4245 4223"/>
                  <a:gd name="T13" fmla="*/ T12 w 35"/>
                  <a:gd name="T14" fmla="+- 0 3886 3881"/>
                  <a:gd name="T15" fmla="*/ 3886 h 56"/>
                  <a:gd name="T16" fmla="+- 0 4246 4223"/>
                  <a:gd name="T17" fmla="*/ T16 w 35"/>
                  <a:gd name="T18" fmla="+- 0 3888 3881"/>
                  <a:gd name="T19" fmla="*/ 3888 h 56"/>
                  <a:gd name="T20" fmla="+- 0 4249 4223"/>
                  <a:gd name="T21" fmla="*/ T20 w 35"/>
                  <a:gd name="T22" fmla="+- 0 3895 3881"/>
                  <a:gd name="T23" fmla="*/ 3895 h 56"/>
                  <a:gd name="T24" fmla="+- 0 4249 4223"/>
                  <a:gd name="T25" fmla="*/ T24 w 35"/>
                  <a:gd name="T26" fmla="+- 0 3898 3881"/>
                  <a:gd name="T27" fmla="*/ 3898 h 56"/>
                  <a:gd name="T28" fmla="+- 0 4249 4223"/>
                  <a:gd name="T29" fmla="*/ T28 w 35"/>
                  <a:gd name="T30" fmla="+- 0 3916 3881"/>
                  <a:gd name="T31" fmla="*/ 3916 h 56"/>
                  <a:gd name="T32" fmla="+- 0 4249 4223"/>
                  <a:gd name="T33" fmla="*/ T32 w 35"/>
                  <a:gd name="T34" fmla="+- 0 3921 3881"/>
                  <a:gd name="T35" fmla="*/ 3921 h 56"/>
                  <a:gd name="T36" fmla="+- 0 4247 4223"/>
                  <a:gd name="T37" fmla="*/ T36 w 35"/>
                  <a:gd name="T38" fmla="+- 0 3928 3881"/>
                  <a:gd name="T39" fmla="*/ 3928 h 56"/>
                  <a:gd name="T40" fmla="+- 0 4246 4223"/>
                  <a:gd name="T41" fmla="*/ T40 w 35"/>
                  <a:gd name="T42" fmla="+- 0 3931 3881"/>
                  <a:gd name="T43" fmla="*/ 3931 h 56"/>
                  <a:gd name="T44" fmla="+- 0 4244 4223"/>
                  <a:gd name="T45" fmla="*/ T44 w 35"/>
                  <a:gd name="T46" fmla="+- 0 3932 3881"/>
                  <a:gd name="T47" fmla="*/ 3932 h 56"/>
                  <a:gd name="T48" fmla="+- 0 4240 4223"/>
                  <a:gd name="T49" fmla="*/ T48 w 35"/>
                  <a:gd name="T50" fmla="+- 0 3934 3881"/>
                  <a:gd name="T51" fmla="*/ 3934 h 56"/>
                  <a:gd name="T52" fmla="+- 0 4247 4223"/>
                  <a:gd name="T53" fmla="*/ T52 w 35"/>
                  <a:gd name="T54" fmla="+- 0 3934 3881"/>
                  <a:gd name="T55" fmla="*/ 3934 h 56"/>
                  <a:gd name="T56" fmla="+- 0 4257 4223"/>
                  <a:gd name="T57" fmla="*/ T56 w 35"/>
                  <a:gd name="T58" fmla="+- 0 3899 3881"/>
                  <a:gd name="T59" fmla="*/ 3899 h 56"/>
                  <a:gd name="T60" fmla="+- 0 4255 4223"/>
                  <a:gd name="T61" fmla="*/ T60 w 35"/>
                  <a:gd name="T62" fmla="+- 0 3892 3881"/>
                  <a:gd name="T63" fmla="*/ 3892 h 56"/>
                  <a:gd name="T64" fmla="+- 0 4248 4223"/>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1" name="Group 330">
              <a:extLst>
                <a:ext uri="{FF2B5EF4-FFF2-40B4-BE49-F238E27FC236}">
                  <a16:creationId xmlns:a16="http://schemas.microsoft.com/office/drawing/2014/main" id="{8CA5CB96-9685-A414-A9C4-7A480CDCC1AD}"/>
                </a:ext>
              </a:extLst>
            </p:cNvPr>
            <p:cNvGrpSpPr>
              <a:grpSpLocks/>
            </p:cNvGrpSpPr>
            <p:nvPr/>
          </p:nvGrpSpPr>
          <p:grpSpPr bwMode="auto">
            <a:xfrm>
              <a:off x="4610" y="3881"/>
              <a:ext cx="104" cy="56"/>
              <a:chOff x="4610" y="3881"/>
              <a:chExt cx="104" cy="56"/>
            </a:xfrm>
          </p:grpSpPr>
          <p:sp>
            <p:nvSpPr>
              <p:cNvPr id="1026" name="Freeform 5309">
                <a:extLst>
                  <a:ext uri="{FF2B5EF4-FFF2-40B4-BE49-F238E27FC236}">
                    <a16:creationId xmlns:a16="http://schemas.microsoft.com/office/drawing/2014/main" id="{7E8A9C02-8CCB-CA9A-4B26-B4AEB4BBE459}"/>
                  </a:ext>
                </a:extLst>
              </p:cNvPr>
              <p:cNvSpPr>
                <a:spLocks/>
              </p:cNvSpPr>
              <p:nvPr/>
            </p:nvSpPr>
            <p:spPr bwMode="auto">
              <a:xfrm>
                <a:off x="4610" y="3881"/>
                <a:ext cx="104" cy="56"/>
              </a:xfrm>
              <a:custGeom>
                <a:avLst/>
                <a:gdLst>
                  <a:gd name="T0" fmla="+- 0 4625 4610"/>
                  <a:gd name="T1" fmla="*/ T0 w 104"/>
                  <a:gd name="T2" fmla="+- 0 3887 3881"/>
                  <a:gd name="T3" fmla="*/ 3887 h 56"/>
                  <a:gd name="T4" fmla="+- 0 4615 4610"/>
                  <a:gd name="T5" fmla="*/ T4 w 104"/>
                  <a:gd name="T6" fmla="+- 0 3887 3881"/>
                  <a:gd name="T7" fmla="*/ 3887 h 56"/>
                  <a:gd name="T8" fmla="+- 0 4617 4610"/>
                  <a:gd name="T9" fmla="*/ T8 w 104"/>
                  <a:gd name="T10" fmla="+- 0 3888 3881"/>
                  <a:gd name="T11" fmla="*/ 3888 h 56"/>
                  <a:gd name="T12" fmla="+- 0 4618 4610"/>
                  <a:gd name="T13" fmla="*/ T12 w 104"/>
                  <a:gd name="T14" fmla="+- 0 3890 3881"/>
                  <a:gd name="T15" fmla="*/ 3890 h 56"/>
                  <a:gd name="T16" fmla="+- 0 4618 4610"/>
                  <a:gd name="T17" fmla="*/ T16 w 104"/>
                  <a:gd name="T18" fmla="+- 0 3891 3881"/>
                  <a:gd name="T19" fmla="*/ 3891 h 56"/>
                  <a:gd name="T20" fmla="+- 0 4618 4610"/>
                  <a:gd name="T21" fmla="*/ T20 w 104"/>
                  <a:gd name="T22" fmla="+- 0 3931 3881"/>
                  <a:gd name="T23" fmla="*/ 3931 h 56"/>
                  <a:gd name="T24" fmla="+- 0 4618 4610"/>
                  <a:gd name="T25" fmla="*/ T24 w 104"/>
                  <a:gd name="T26" fmla="+- 0 3931 3881"/>
                  <a:gd name="T27" fmla="*/ 3931 h 56"/>
                  <a:gd name="T28" fmla="+- 0 4611 4610"/>
                  <a:gd name="T29" fmla="*/ T28 w 104"/>
                  <a:gd name="T30" fmla="+- 0 3934 3881"/>
                  <a:gd name="T31" fmla="*/ 3934 h 56"/>
                  <a:gd name="T32" fmla="+- 0 4611 4610"/>
                  <a:gd name="T33" fmla="*/ T32 w 104"/>
                  <a:gd name="T34" fmla="+- 0 3935 3881"/>
                  <a:gd name="T35" fmla="*/ 3935 h 56"/>
                  <a:gd name="T36" fmla="+- 0 4631 4610"/>
                  <a:gd name="T37" fmla="*/ T36 w 104"/>
                  <a:gd name="T38" fmla="+- 0 3935 3881"/>
                  <a:gd name="T39" fmla="*/ 3935 h 56"/>
                  <a:gd name="T40" fmla="+- 0 4631 4610"/>
                  <a:gd name="T41" fmla="*/ T40 w 104"/>
                  <a:gd name="T42" fmla="+- 0 3934 3881"/>
                  <a:gd name="T43" fmla="*/ 3934 h 56"/>
                  <a:gd name="T44" fmla="+- 0 4629 4610"/>
                  <a:gd name="T45" fmla="*/ T44 w 104"/>
                  <a:gd name="T46" fmla="+- 0 3934 3881"/>
                  <a:gd name="T47" fmla="*/ 3934 h 56"/>
                  <a:gd name="T48" fmla="+- 0 4627 4610"/>
                  <a:gd name="T49" fmla="*/ T48 w 104"/>
                  <a:gd name="T50" fmla="+- 0 3934 3881"/>
                  <a:gd name="T51" fmla="*/ 3934 h 56"/>
                  <a:gd name="T52" fmla="+- 0 4627 4610"/>
                  <a:gd name="T53" fmla="*/ T52 w 104"/>
                  <a:gd name="T54" fmla="+- 0 3933 3881"/>
                  <a:gd name="T55" fmla="*/ 3933 h 56"/>
                  <a:gd name="T56" fmla="+- 0 4625 4610"/>
                  <a:gd name="T57" fmla="*/ T56 w 104"/>
                  <a:gd name="T58" fmla="+- 0 3931 3881"/>
                  <a:gd name="T59" fmla="*/ 3931 h 56"/>
                  <a:gd name="T60" fmla="+- 0 4625 4610"/>
                  <a:gd name="T61" fmla="*/ T60 w 104"/>
                  <a:gd name="T62" fmla="+- 0 3931 3881"/>
                  <a:gd name="T63" fmla="*/ 3931 h 56"/>
                  <a:gd name="T64" fmla="+- 0 4625 4610"/>
                  <a:gd name="T65" fmla="*/ T64 w 104"/>
                  <a:gd name="T66" fmla="+- 0 3887 3881"/>
                  <a:gd name="T67" fmla="*/ 388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04" h="56">
                    <a:moveTo>
                      <a:pt x="15" y="6"/>
                    </a:moveTo>
                    <a:lnTo>
                      <a:pt x="5" y="6"/>
                    </a:lnTo>
                    <a:lnTo>
                      <a:pt x="7" y="7"/>
                    </a:lnTo>
                    <a:lnTo>
                      <a:pt x="8" y="9"/>
                    </a:lnTo>
                    <a:lnTo>
                      <a:pt x="8" y="10"/>
                    </a:lnTo>
                    <a:lnTo>
                      <a:pt x="8" y="50"/>
                    </a:lnTo>
                    <a:lnTo>
                      <a:pt x="1" y="53"/>
                    </a:lnTo>
                    <a:lnTo>
                      <a:pt x="1" y="54"/>
                    </a:lnTo>
                    <a:lnTo>
                      <a:pt x="21" y="54"/>
                    </a:lnTo>
                    <a:lnTo>
                      <a:pt x="21" y="53"/>
                    </a:lnTo>
                    <a:lnTo>
                      <a:pt x="19" y="53"/>
                    </a:lnTo>
                    <a:lnTo>
                      <a:pt x="17"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7" name="Freeform 5310">
                <a:extLst>
                  <a:ext uri="{FF2B5EF4-FFF2-40B4-BE49-F238E27FC236}">
                    <a16:creationId xmlns:a16="http://schemas.microsoft.com/office/drawing/2014/main" id="{3C2EF229-3CC3-BF9E-7E9C-085DD23077A0}"/>
                  </a:ext>
                </a:extLst>
              </p:cNvPr>
              <p:cNvSpPr>
                <a:spLocks/>
              </p:cNvSpPr>
              <p:nvPr/>
            </p:nvSpPr>
            <p:spPr bwMode="auto">
              <a:xfrm>
                <a:off x="4610" y="3881"/>
                <a:ext cx="104" cy="56"/>
              </a:xfrm>
              <a:custGeom>
                <a:avLst/>
                <a:gdLst>
                  <a:gd name="T0" fmla="+- 0 4625 4610"/>
                  <a:gd name="T1" fmla="*/ T0 w 104"/>
                  <a:gd name="T2" fmla="+- 0 3881 3881"/>
                  <a:gd name="T3" fmla="*/ 3881 h 56"/>
                  <a:gd name="T4" fmla="+- 0 4623 4610"/>
                  <a:gd name="T5" fmla="*/ T4 w 104"/>
                  <a:gd name="T6" fmla="+- 0 3881 3881"/>
                  <a:gd name="T7" fmla="*/ 3881 h 56"/>
                  <a:gd name="T8" fmla="+- 0 4610 4610"/>
                  <a:gd name="T9" fmla="*/ T8 w 104"/>
                  <a:gd name="T10" fmla="+- 0 3887 3881"/>
                  <a:gd name="T11" fmla="*/ 3887 h 56"/>
                  <a:gd name="T12" fmla="+- 0 4611 4610"/>
                  <a:gd name="T13" fmla="*/ T12 w 104"/>
                  <a:gd name="T14" fmla="+- 0 3888 3881"/>
                  <a:gd name="T15" fmla="*/ 3888 h 56"/>
                  <a:gd name="T16" fmla="+- 0 4615 4610"/>
                  <a:gd name="T17" fmla="*/ T16 w 104"/>
                  <a:gd name="T18" fmla="+- 0 3887 3881"/>
                  <a:gd name="T19" fmla="*/ 3887 h 56"/>
                  <a:gd name="T20" fmla="+- 0 4625 4610"/>
                  <a:gd name="T21" fmla="*/ T20 w 104"/>
                  <a:gd name="T22" fmla="+- 0 3887 3881"/>
                  <a:gd name="T23" fmla="*/ 3887 h 56"/>
                  <a:gd name="T24" fmla="+- 0 4625 4610"/>
                  <a:gd name="T25" fmla="*/ T24 w 104"/>
                  <a:gd name="T26" fmla="+- 0 3881 3881"/>
                  <a:gd name="T27" fmla="*/ 3881 h 56"/>
                </a:gdLst>
                <a:ahLst/>
                <a:cxnLst>
                  <a:cxn ang="0">
                    <a:pos x="T1" y="T3"/>
                  </a:cxn>
                  <a:cxn ang="0">
                    <a:pos x="T5" y="T7"/>
                  </a:cxn>
                  <a:cxn ang="0">
                    <a:pos x="T9" y="T11"/>
                  </a:cxn>
                  <a:cxn ang="0">
                    <a:pos x="T13" y="T15"/>
                  </a:cxn>
                  <a:cxn ang="0">
                    <a:pos x="T17" y="T19"/>
                  </a:cxn>
                  <a:cxn ang="0">
                    <a:pos x="T21" y="T23"/>
                  </a:cxn>
                  <a:cxn ang="0">
                    <a:pos x="T25" y="T27"/>
                  </a:cxn>
                </a:cxnLst>
                <a:rect l="0" t="0" r="r" b="b"/>
                <a:pathLst>
                  <a:path w="104" h="56">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8" name="Freeform 5311">
                <a:extLst>
                  <a:ext uri="{FF2B5EF4-FFF2-40B4-BE49-F238E27FC236}">
                    <a16:creationId xmlns:a16="http://schemas.microsoft.com/office/drawing/2014/main" id="{7B73DB49-E31E-AE9A-A7D0-07799414B719}"/>
                  </a:ext>
                </a:extLst>
              </p:cNvPr>
              <p:cNvSpPr>
                <a:spLocks/>
              </p:cNvSpPr>
              <p:nvPr/>
            </p:nvSpPr>
            <p:spPr bwMode="auto">
              <a:xfrm>
                <a:off x="4610" y="3881"/>
                <a:ext cx="104" cy="56"/>
              </a:xfrm>
              <a:custGeom>
                <a:avLst/>
                <a:gdLst>
                  <a:gd name="T0" fmla="+- 0 4663 4610"/>
                  <a:gd name="T1" fmla="*/ T0 w 104"/>
                  <a:gd name="T2" fmla="+- 0 3881 3881"/>
                  <a:gd name="T3" fmla="*/ 3881 h 56"/>
                  <a:gd name="T4" fmla="+- 0 4656 4610"/>
                  <a:gd name="T5" fmla="*/ T4 w 104"/>
                  <a:gd name="T6" fmla="+- 0 3881 3881"/>
                  <a:gd name="T7" fmla="*/ 3881 h 56"/>
                  <a:gd name="T8" fmla="+- 0 4654 4610"/>
                  <a:gd name="T9" fmla="*/ T8 w 104"/>
                  <a:gd name="T10" fmla="+- 0 3882 3881"/>
                  <a:gd name="T11" fmla="*/ 3882 h 56"/>
                  <a:gd name="T12" fmla="+- 0 4651 4610"/>
                  <a:gd name="T13" fmla="*/ T12 w 104"/>
                  <a:gd name="T14" fmla="+- 0 3883 3881"/>
                  <a:gd name="T15" fmla="*/ 3883 h 56"/>
                  <a:gd name="T16" fmla="+- 0 4648 4610"/>
                  <a:gd name="T17" fmla="*/ T16 w 104"/>
                  <a:gd name="T18" fmla="+- 0 3886 3881"/>
                  <a:gd name="T19" fmla="*/ 3886 h 56"/>
                  <a:gd name="T20" fmla="+- 0 4646 4610"/>
                  <a:gd name="T21" fmla="*/ T20 w 104"/>
                  <a:gd name="T22" fmla="+- 0 3889 3881"/>
                  <a:gd name="T23" fmla="*/ 3889 h 56"/>
                  <a:gd name="T24" fmla="+- 0 4642 4610"/>
                  <a:gd name="T25" fmla="*/ T24 w 104"/>
                  <a:gd name="T26" fmla="+- 0 3898 3881"/>
                  <a:gd name="T27" fmla="*/ 3898 h 56"/>
                  <a:gd name="T28" fmla="+- 0 4641 4610"/>
                  <a:gd name="T29" fmla="*/ T28 w 104"/>
                  <a:gd name="T30" fmla="+- 0 3903 3881"/>
                  <a:gd name="T31" fmla="*/ 3903 h 56"/>
                  <a:gd name="T32" fmla="+- 0 4641 4610"/>
                  <a:gd name="T33" fmla="*/ T32 w 104"/>
                  <a:gd name="T34" fmla="+- 0 3916 3881"/>
                  <a:gd name="T35" fmla="*/ 3916 h 56"/>
                  <a:gd name="T36" fmla="+- 0 4643 4610"/>
                  <a:gd name="T37" fmla="*/ T36 w 104"/>
                  <a:gd name="T38" fmla="+- 0 3922 3881"/>
                  <a:gd name="T39" fmla="*/ 3922 h 56"/>
                  <a:gd name="T40" fmla="+- 0 4649 4610"/>
                  <a:gd name="T41" fmla="*/ T40 w 104"/>
                  <a:gd name="T42" fmla="+- 0 3933 3881"/>
                  <a:gd name="T43" fmla="*/ 3933 h 56"/>
                  <a:gd name="T44" fmla="+- 0 4653 4610"/>
                  <a:gd name="T45" fmla="*/ T44 w 104"/>
                  <a:gd name="T46" fmla="+- 0 3936 3881"/>
                  <a:gd name="T47" fmla="*/ 3936 h 56"/>
                  <a:gd name="T48" fmla="+- 0 4661 4610"/>
                  <a:gd name="T49" fmla="*/ T48 w 104"/>
                  <a:gd name="T50" fmla="+- 0 3936 3881"/>
                  <a:gd name="T51" fmla="*/ 3936 h 56"/>
                  <a:gd name="T52" fmla="+- 0 4664 4610"/>
                  <a:gd name="T53" fmla="*/ T52 w 104"/>
                  <a:gd name="T54" fmla="+- 0 3935 3881"/>
                  <a:gd name="T55" fmla="*/ 3935 h 56"/>
                  <a:gd name="T56" fmla="+- 0 4666 4610"/>
                  <a:gd name="T57" fmla="*/ T56 w 104"/>
                  <a:gd name="T58" fmla="+- 0 3934 3881"/>
                  <a:gd name="T59" fmla="*/ 3934 h 56"/>
                  <a:gd name="T60" fmla="+- 0 4656 4610"/>
                  <a:gd name="T61" fmla="*/ T60 w 104"/>
                  <a:gd name="T62" fmla="+- 0 3934 3881"/>
                  <a:gd name="T63" fmla="*/ 3934 h 56"/>
                  <a:gd name="T64" fmla="+- 0 4653 4610"/>
                  <a:gd name="T65" fmla="*/ T64 w 104"/>
                  <a:gd name="T66" fmla="+- 0 3932 3881"/>
                  <a:gd name="T67" fmla="*/ 3932 h 56"/>
                  <a:gd name="T68" fmla="+- 0 4650 4610"/>
                  <a:gd name="T69" fmla="*/ T68 w 104"/>
                  <a:gd name="T70" fmla="+- 0 3923 3881"/>
                  <a:gd name="T71" fmla="*/ 3923 h 56"/>
                  <a:gd name="T72" fmla="+- 0 4649 4610"/>
                  <a:gd name="T73" fmla="*/ T72 w 104"/>
                  <a:gd name="T74" fmla="+- 0 3917 3881"/>
                  <a:gd name="T75" fmla="*/ 3917 h 56"/>
                  <a:gd name="T76" fmla="+- 0 4649 4610"/>
                  <a:gd name="T77" fmla="*/ T76 w 104"/>
                  <a:gd name="T78" fmla="+- 0 3903 3881"/>
                  <a:gd name="T79" fmla="*/ 3903 h 56"/>
                  <a:gd name="T80" fmla="+- 0 4659 4610"/>
                  <a:gd name="T81" fmla="*/ T80 w 104"/>
                  <a:gd name="T82" fmla="+- 0 3883 3881"/>
                  <a:gd name="T83" fmla="*/ 3883 h 56"/>
                  <a:gd name="T84" fmla="+- 0 4667 4610"/>
                  <a:gd name="T85" fmla="*/ T84 w 104"/>
                  <a:gd name="T86" fmla="+- 0 3883 3881"/>
                  <a:gd name="T87" fmla="*/ 3883 h 56"/>
                  <a:gd name="T88" fmla="+- 0 4666 4610"/>
                  <a:gd name="T89" fmla="*/ T88 w 104"/>
                  <a:gd name="T90" fmla="+- 0 3883 3881"/>
                  <a:gd name="T91" fmla="*/ 3883 h 56"/>
                  <a:gd name="T92" fmla="+- 0 4663 4610"/>
                  <a:gd name="T93" fmla="*/ T92 w 104"/>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104" h="56">
                    <a:moveTo>
                      <a:pt x="53" y="0"/>
                    </a:moveTo>
                    <a:lnTo>
                      <a:pt x="46" y="0"/>
                    </a:lnTo>
                    <a:lnTo>
                      <a:pt x="44" y="1"/>
                    </a:lnTo>
                    <a:lnTo>
                      <a:pt x="41" y="2"/>
                    </a:lnTo>
                    <a:lnTo>
                      <a:pt x="38" y="5"/>
                    </a:lnTo>
                    <a:lnTo>
                      <a:pt x="36" y="8"/>
                    </a:lnTo>
                    <a:lnTo>
                      <a:pt x="32" y="17"/>
                    </a:lnTo>
                    <a:lnTo>
                      <a:pt x="31" y="22"/>
                    </a:lnTo>
                    <a:lnTo>
                      <a:pt x="31" y="35"/>
                    </a:lnTo>
                    <a:lnTo>
                      <a:pt x="33" y="41"/>
                    </a:lnTo>
                    <a:lnTo>
                      <a:pt x="39" y="52"/>
                    </a:lnTo>
                    <a:lnTo>
                      <a:pt x="43" y="55"/>
                    </a:lnTo>
                    <a:lnTo>
                      <a:pt x="51" y="55"/>
                    </a:lnTo>
                    <a:lnTo>
                      <a:pt x="54" y="54"/>
                    </a:lnTo>
                    <a:lnTo>
                      <a:pt x="56" y="53"/>
                    </a:lnTo>
                    <a:lnTo>
                      <a:pt x="46" y="53"/>
                    </a:lnTo>
                    <a:lnTo>
                      <a:pt x="43" y="51"/>
                    </a:lnTo>
                    <a:lnTo>
                      <a:pt x="40" y="42"/>
                    </a:lnTo>
                    <a:lnTo>
                      <a:pt x="39" y="36"/>
                    </a:lnTo>
                    <a:lnTo>
                      <a:pt x="39" y="22"/>
                    </a:lnTo>
                    <a:lnTo>
                      <a:pt x="49" y="2"/>
                    </a:lnTo>
                    <a:lnTo>
                      <a:pt x="57" y="2"/>
                    </a:lnTo>
                    <a:lnTo>
                      <a:pt x="56" y="2"/>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9" name="Freeform 5312">
                <a:extLst>
                  <a:ext uri="{FF2B5EF4-FFF2-40B4-BE49-F238E27FC236}">
                    <a16:creationId xmlns:a16="http://schemas.microsoft.com/office/drawing/2014/main" id="{B3C6E1DA-EED2-2781-D4F6-06E56FEEDC4F}"/>
                  </a:ext>
                </a:extLst>
              </p:cNvPr>
              <p:cNvSpPr>
                <a:spLocks/>
              </p:cNvSpPr>
              <p:nvPr/>
            </p:nvSpPr>
            <p:spPr bwMode="auto">
              <a:xfrm>
                <a:off x="4610" y="3881"/>
                <a:ext cx="104" cy="56"/>
              </a:xfrm>
              <a:custGeom>
                <a:avLst/>
                <a:gdLst>
                  <a:gd name="T0" fmla="+- 0 4667 4610"/>
                  <a:gd name="T1" fmla="*/ T0 w 104"/>
                  <a:gd name="T2" fmla="+- 0 3883 3881"/>
                  <a:gd name="T3" fmla="*/ 3883 h 56"/>
                  <a:gd name="T4" fmla="+- 0 4659 4610"/>
                  <a:gd name="T5" fmla="*/ T4 w 104"/>
                  <a:gd name="T6" fmla="+- 0 3883 3881"/>
                  <a:gd name="T7" fmla="*/ 3883 h 56"/>
                  <a:gd name="T8" fmla="+- 0 4663 4610"/>
                  <a:gd name="T9" fmla="*/ T8 w 104"/>
                  <a:gd name="T10" fmla="+- 0 3885 3881"/>
                  <a:gd name="T11" fmla="*/ 3885 h 56"/>
                  <a:gd name="T12" fmla="+- 0 4664 4610"/>
                  <a:gd name="T13" fmla="*/ T12 w 104"/>
                  <a:gd name="T14" fmla="+- 0 3886 3881"/>
                  <a:gd name="T15" fmla="*/ 3886 h 56"/>
                  <a:gd name="T16" fmla="+- 0 4665 4610"/>
                  <a:gd name="T17" fmla="*/ T16 w 104"/>
                  <a:gd name="T18" fmla="+- 0 3888 3881"/>
                  <a:gd name="T19" fmla="*/ 3888 h 56"/>
                  <a:gd name="T20" fmla="+- 0 4668 4610"/>
                  <a:gd name="T21" fmla="*/ T20 w 104"/>
                  <a:gd name="T22" fmla="+- 0 3895 3881"/>
                  <a:gd name="T23" fmla="*/ 3895 h 56"/>
                  <a:gd name="T24" fmla="+- 0 4668 4610"/>
                  <a:gd name="T25" fmla="*/ T24 w 104"/>
                  <a:gd name="T26" fmla="+- 0 3898 3881"/>
                  <a:gd name="T27" fmla="*/ 3898 h 56"/>
                  <a:gd name="T28" fmla="+- 0 4668 4610"/>
                  <a:gd name="T29" fmla="*/ T28 w 104"/>
                  <a:gd name="T30" fmla="+- 0 3916 3881"/>
                  <a:gd name="T31" fmla="*/ 3916 h 56"/>
                  <a:gd name="T32" fmla="+- 0 4668 4610"/>
                  <a:gd name="T33" fmla="*/ T32 w 104"/>
                  <a:gd name="T34" fmla="+- 0 3921 3881"/>
                  <a:gd name="T35" fmla="*/ 3921 h 56"/>
                  <a:gd name="T36" fmla="+- 0 4666 4610"/>
                  <a:gd name="T37" fmla="*/ T36 w 104"/>
                  <a:gd name="T38" fmla="+- 0 3928 3881"/>
                  <a:gd name="T39" fmla="*/ 3928 h 56"/>
                  <a:gd name="T40" fmla="+- 0 4664 4610"/>
                  <a:gd name="T41" fmla="*/ T40 w 104"/>
                  <a:gd name="T42" fmla="+- 0 3931 3881"/>
                  <a:gd name="T43" fmla="*/ 3931 h 56"/>
                  <a:gd name="T44" fmla="+- 0 4663 4610"/>
                  <a:gd name="T45" fmla="*/ T44 w 104"/>
                  <a:gd name="T46" fmla="+- 0 3932 3881"/>
                  <a:gd name="T47" fmla="*/ 3932 h 56"/>
                  <a:gd name="T48" fmla="+- 0 4658 4610"/>
                  <a:gd name="T49" fmla="*/ T48 w 104"/>
                  <a:gd name="T50" fmla="+- 0 3934 3881"/>
                  <a:gd name="T51" fmla="*/ 3934 h 56"/>
                  <a:gd name="T52" fmla="+- 0 4666 4610"/>
                  <a:gd name="T53" fmla="*/ T52 w 104"/>
                  <a:gd name="T54" fmla="+- 0 3934 3881"/>
                  <a:gd name="T55" fmla="*/ 3934 h 56"/>
                  <a:gd name="T56" fmla="+- 0 4676 4610"/>
                  <a:gd name="T57" fmla="*/ T56 w 104"/>
                  <a:gd name="T58" fmla="+- 0 3899 3881"/>
                  <a:gd name="T59" fmla="*/ 3899 h 56"/>
                  <a:gd name="T60" fmla="+- 0 4674 4610"/>
                  <a:gd name="T61" fmla="*/ T60 w 104"/>
                  <a:gd name="T62" fmla="+- 0 3892 3881"/>
                  <a:gd name="T63" fmla="*/ 3892 h 56"/>
                  <a:gd name="T64" fmla="+- 0 4667 4610"/>
                  <a:gd name="T65" fmla="*/ T64 w 104"/>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04" h="56">
                    <a:moveTo>
                      <a:pt x="57" y="2"/>
                    </a:moveTo>
                    <a:lnTo>
                      <a:pt x="49" y="2"/>
                    </a:lnTo>
                    <a:lnTo>
                      <a:pt x="53" y="4"/>
                    </a:lnTo>
                    <a:lnTo>
                      <a:pt x="54" y="5"/>
                    </a:lnTo>
                    <a:lnTo>
                      <a:pt x="55" y="7"/>
                    </a:lnTo>
                    <a:lnTo>
                      <a:pt x="58" y="14"/>
                    </a:lnTo>
                    <a:lnTo>
                      <a:pt x="58" y="17"/>
                    </a:lnTo>
                    <a:lnTo>
                      <a:pt x="58" y="35"/>
                    </a:lnTo>
                    <a:lnTo>
                      <a:pt x="58" y="40"/>
                    </a:lnTo>
                    <a:lnTo>
                      <a:pt x="56" y="47"/>
                    </a:lnTo>
                    <a:lnTo>
                      <a:pt x="54" y="50"/>
                    </a:lnTo>
                    <a:lnTo>
                      <a:pt x="53" y="51"/>
                    </a:lnTo>
                    <a:lnTo>
                      <a:pt x="48" y="53"/>
                    </a:lnTo>
                    <a:lnTo>
                      <a:pt x="56" y="53"/>
                    </a:lnTo>
                    <a:lnTo>
                      <a:pt x="66" y="18"/>
                    </a:lnTo>
                    <a:lnTo>
                      <a:pt x="64" y="11"/>
                    </a:lnTo>
                    <a:lnTo>
                      <a:pt x="5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0" name="Freeform 5313">
                <a:extLst>
                  <a:ext uri="{FF2B5EF4-FFF2-40B4-BE49-F238E27FC236}">
                    <a16:creationId xmlns:a16="http://schemas.microsoft.com/office/drawing/2014/main" id="{B7ECBBEE-58BE-320D-FCF1-D9E99B94FC07}"/>
                  </a:ext>
                </a:extLst>
              </p:cNvPr>
              <p:cNvSpPr>
                <a:spLocks/>
              </p:cNvSpPr>
              <p:nvPr/>
            </p:nvSpPr>
            <p:spPr bwMode="auto">
              <a:xfrm>
                <a:off x="4610" y="3881"/>
                <a:ext cx="104" cy="56"/>
              </a:xfrm>
              <a:custGeom>
                <a:avLst/>
                <a:gdLst>
                  <a:gd name="T0" fmla="+- 0 4700 4610"/>
                  <a:gd name="T1" fmla="*/ T0 w 104"/>
                  <a:gd name="T2" fmla="+- 0 3881 3881"/>
                  <a:gd name="T3" fmla="*/ 3881 h 56"/>
                  <a:gd name="T4" fmla="+- 0 4694 4610"/>
                  <a:gd name="T5" fmla="*/ T4 w 104"/>
                  <a:gd name="T6" fmla="+- 0 3881 3881"/>
                  <a:gd name="T7" fmla="*/ 3881 h 56"/>
                  <a:gd name="T8" fmla="+- 0 4691 4610"/>
                  <a:gd name="T9" fmla="*/ T8 w 104"/>
                  <a:gd name="T10" fmla="+- 0 3882 3881"/>
                  <a:gd name="T11" fmla="*/ 3882 h 56"/>
                  <a:gd name="T12" fmla="+- 0 4689 4610"/>
                  <a:gd name="T13" fmla="*/ T12 w 104"/>
                  <a:gd name="T14" fmla="+- 0 3883 3881"/>
                  <a:gd name="T15" fmla="*/ 3883 h 56"/>
                  <a:gd name="T16" fmla="+- 0 4686 4610"/>
                  <a:gd name="T17" fmla="*/ T16 w 104"/>
                  <a:gd name="T18" fmla="+- 0 3886 3881"/>
                  <a:gd name="T19" fmla="*/ 3886 h 56"/>
                  <a:gd name="T20" fmla="+- 0 4684 4610"/>
                  <a:gd name="T21" fmla="*/ T20 w 104"/>
                  <a:gd name="T22" fmla="+- 0 3889 3881"/>
                  <a:gd name="T23" fmla="*/ 3889 h 56"/>
                  <a:gd name="T24" fmla="+- 0 4680 4610"/>
                  <a:gd name="T25" fmla="*/ T24 w 104"/>
                  <a:gd name="T26" fmla="+- 0 3898 3881"/>
                  <a:gd name="T27" fmla="*/ 3898 h 56"/>
                  <a:gd name="T28" fmla="+- 0 4679 4610"/>
                  <a:gd name="T29" fmla="*/ T28 w 104"/>
                  <a:gd name="T30" fmla="+- 0 3903 3881"/>
                  <a:gd name="T31" fmla="*/ 3903 h 56"/>
                  <a:gd name="T32" fmla="+- 0 4679 4610"/>
                  <a:gd name="T33" fmla="*/ T32 w 104"/>
                  <a:gd name="T34" fmla="+- 0 3916 3881"/>
                  <a:gd name="T35" fmla="*/ 3916 h 56"/>
                  <a:gd name="T36" fmla="+- 0 4680 4610"/>
                  <a:gd name="T37" fmla="*/ T36 w 104"/>
                  <a:gd name="T38" fmla="+- 0 3922 3881"/>
                  <a:gd name="T39" fmla="*/ 3922 h 56"/>
                  <a:gd name="T40" fmla="+- 0 4687 4610"/>
                  <a:gd name="T41" fmla="*/ T40 w 104"/>
                  <a:gd name="T42" fmla="+- 0 3933 3881"/>
                  <a:gd name="T43" fmla="*/ 3933 h 56"/>
                  <a:gd name="T44" fmla="+- 0 4691 4610"/>
                  <a:gd name="T45" fmla="*/ T44 w 104"/>
                  <a:gd name="T46" fmla="+- 0 3936 3881"/>
                  <a:gd name="T47" fmla="*/ 3936 h 56"/>
                  <a:gd name="T48" fmla="+- 0 4698 4610"/>
                  <a:gd name="T49" fmla="*/ T48 w 104"/>
                  <a:gd name="T50" fmla="+- 0 3936 3881"/>
                  <a:gd name="T51" fmla="*/ 3936 h 56"/>
                  <a:gd name="T52" fmla="+- 0 4701 4610"/>
                  <a:gd name="T53" fmla="*/ T52 w 104"/>
                  <a:gd name="T54" fmla="+- 0 3935 3881"/>
                  <a:gd name="T55" fmla="*/ 3935 h 56"/>
                  <a:gd name="T56" fmla="+- 0 4703 4610"/>
                  <a:gd name="T57" fmla="*/ T56 w 104"/>
                  <a:gd name="T58" fmla="+- 0 3934 3881"/>
                  <a:gd name="T59" fmla="*/ 3934 h 56"/>
                  <a:gd name="T60" fmla="+- 0 4693 4610"/>
                  <a:gd name="T61" fmla="*/ T60 w 104"/>
                  <a:gd name="T62" fmla="+- 0 3934 3881"/>
                  <a:gd name="T63" fmla="*/ 3934 h 56"/>
                  <a:gd name="T64" fmla="+- 0 4691 4610"/>
                  <a:gd name="T65" fmla="*/ T64 w 104"/>
                  <a:gd name="T66" fmla="+- 0 3932 3881"/>
                  <a:gd name="T67" fmla="*/ 3932 h 56"/>
                  <a:gd name="T68" fmla="+- 0 4688 4610"/>
                  <a:gd name="T69" fmla="*/ T68 w 104"/>
                  <a:gd name="T70" fmla="+- 0 3923 3881"/>
                  <a:gd name="T71" fmla="*/ 3923 h 56"/>
                  <a:gd name="T72" fmla="+- 0 4687 4610"/>
                  <a:gd name="T73" fmla="*/ T72 w 104"/>
                  <a:gd name="T74" fmla="+- 0 3917 3881"/>
                  <a:gd name="T75" fmla="*/ 3917 h 56"/>
                  <a:gd name="T76" fmla="+- 0 4687 4610"/>
                  <a:gd name="T77" fmla="*/ T76 w 104"/>
                  <a:gd name="T78" fmla="+- 0 3903 3881"/>
                  <a:gd name="T79" fmla="*/ 3903 h 56"/>
                  <a:gd name="T80" fmla="+- 0 4696 4610"/>
                  <a:gd name="T81" fmla="*/ T80 w 104"/>
                  <a:gd name="T82" fmla="+- 0 3883 3881"/>
                  <a:gd name="T83" fmla="*/ 3883 h 56"/>
                  <a:gd name="T84" fmla="+- 0 4704 4610"/>
                  <a:gd name="T85" fmla="*/ T84 w 104"/>
                  <a:gd name="T86" fmla="+- 0 3883 3881"/>
                  <a:gd name="T87" fmla="*/ 3883 h 56"/>
                  <a:gd name="T88" fmla="+- 0 4704 4610"/>
                  <a:gd name="T89" fmla="*/ T88 w 104"/>
                  <a:gd name="T90" fmla="+- 0 3883 3881"/>
                  <a:gd name="T91" fmla="*/ 3883 h 56"/>
                  <a:gd name="T92" fmla="+- 0 4700 4610"/>
                  <a:gd name="T93" fmla="*/ T92 w 104"/>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104" h="56">
                    <a:moveTo>
                      <a:pt x="90" y="0"/>
                    </a:moveTo>
                    <a:lnTo>
                      <a:pt x="84" y="0"/>
                    </a:lnTo>
                    <a:lnTo>
                      <a:pt x="81" y="1"/>
                    </a:lnTo>
                    <a:lnTo>
                      <a:pt x="79" y="2"/>
                    </a:lnTo>
                    <a:lnTo>
                      <a:pt x="76" y="5"/>
                    </a:lnTo>
                    <a:lnTo>
                      <a:pt x="74" y="8"/>
                    </a:lnTo>
                    <a:lnTo>
                      <a:pt x="70" y="17"/>
                    </a:lnTo>
                    <a:lnTo>
                      <a:pt x="69" y="22"/>
                    </a:lnTo>
                    <a:lnTo>
                      <a:pt x="69" y="35"/>
                    </a:lnTo>
                    <a:lnTo>
                      <a:pt x="70" y="41"/>
                    </a:lnTo>
                    <a:lnTo>
                      <a:pt x="77" y="52"/>
                    </a:lnTo>
                    <a:lnTo>
                      <a:pt x="81" y="55"/>
                    </a:lnTo>
                    <a:lnTo>
                      <a:pt x="88" y="55"/>
                    </a:lnTo>
                    <a:lnTo>
                      <a:pt x="91" y="54"/>
                    </a:lnTo>
                    <a:lnTo>
                      <a:pt x="93" y="53"/>
                    </a:lnTo>
                    <a:lnTo>
                      <a:pt x="83" y="53"/>
                    </a:lnTo>
                    <a:lnTo>
                      <a:pt x="81" y="51"/>
                    </a:lnTo>
                    <a:lnTo>
                      <a:pt x="78" y="42"/>
                    </a:lnTo>
                    <a:lnTo>
                      <a:pt x="77" y="36"/>
                    </a:lnTo>
                    <a:lnTo>
                      <a:pt x="77" y="22"/>
                    </a:lnTo>
                    <a:lnTo>
                      <a:pt x="86" y="2"/>
                    </a:lnTo>
                    <a:lnTo>
                      <a:pt x="94" y="2"/>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31" name="Freeform 5314">
                <a:extLst>
                  <a:ext uri="{FF2B5EF4-FFF2-40B4-BE49-F238E27FC236}">
                    <a16:creationId xmlns:a16="http://schemas.microsoft.com/office/drawing/2014/main" id="{A3D9414C-441B-134C-589C-9AF3522D5AE8}"/>
                  </a:ext>
                </a:extLst>
              </p:cNvPr>
              <p:cNvSpPr>
                <a:spLocks/>
              </p:cNvSpPr>
              <p:nvPr/>
            </p:nvSpPr>
            <p:spPr bwMode="auto">
              <a:xfrm>
                <a:off x="4610" y="3881"/>
                <a:ext cx="104" cy="56"/>
              </a:xfrm>
              <a:custGeom>
                <a:avLst/>
                <a:gdLst>
                  <a:gd name="T0" fmla="+- 0 4704 4610"/>
                  <a:gd name="T1" fmla="*/ T0 w 104"/>
                  <a:gd name="T2" fmla="+- 0 3883 3881"/>
                  <a:gd name="T3" fmla="*/ 3883 h 56"/>
                  <a:gd name="T4" fmla="+- 0 4696 4610"/>
                  <a:gd name="T5" fmla="*/ T4 w 104"/>
                  <a:gd name="T6" fmla="+- 0 3883 3881"/>
                  <a:gd name="T7" fmla="*/ 3883 h 56"/>
                  <a:gd name="T8" fmla="+- 0 4700 4610"/>
                  <a:gd name="T9" fmla="*/ T8 w 104"/>
                  <a:gd name="T10" fmla="+- 0 3885 3881"/>
                  <a:gd name="T11" fmla="*/ 3885 h 56"/>
                  <a:gd name="T12" fmla="+- 0 4702 4610"/>
                  <a:gd name="T13" fmla="*/ T12 w 104"/>
                  <a:gd name="T14" fmla="+- 0 3886 3881"/>
                  <a:gd name="T15" fmla="*/ 3886 h 56"/>
                  <a:gd name="T16" fmla="+- 0 4703 4610"/>
                  <a:gd name="T17" fmla="*/ T16 w 104"/>
                  <a:gd name="T18" fmla="+- 0 3888 3881"/>
                  <a:gd name="T19" fmla="*/ 3888 h 56"/>
                  <a:gd name="T20" fmla="+- 0 4705 4610"/>
                  <a:gd name="T21" fmla="*/ T20 w 104"/>
                  <a:gd name="T22" fmla="+- 0 3895 3881"/>
                  <a:gd name="T23" fmla="*/ 3895 h 56"/>
                  <a:gd name="T24" fmla="+- 0 4705 4610"/>
                  <a:gd name="T25" fmla="*/ T24 w 104"/>
                  <a:gd name="T26" fmla="+- 0 3898 3881"/>
                  <a:gd name="T27" fmla="*/ 3898 h 56"/>
                  <a:gd name="T28" fmla="+- 0 4706 4610"/>
                  <a:gd name="T29" fmla="*/ T28 w 104"/>
                  <a:gd name="T30" fmla="+- 0 3916 3881"/>
                  <a:gd name="T31" fmla="*/ 3916 h 56"/>
                  <a:gd name="T32" fmla="+- 0 4705 4610"/>
                  <a:gd name="T33" fmla="*/ T32 w 104"/>
                  <a:gd name="T34" fmla="+- 0 3921 3881"/>
                  <a:gd name="T35" fmla="*/ 3921 h 56"/>
                  <a:gd name="T36" fmla="+- 0 4703 4610"/>
                  <a:gd name="T37" fmla="*/ T36 w 104"/>
                  <a:gd name="T38" fmla="+- 0 3928 3881"/>
                  <a:gd name="T39" fmla="*/ 3928 h 56"/>
                  <a:gd name="T40" fmla="+- 0 4702 4610"/>
                  <a:gd name="T41" fmla="*/ T40 w 104"/>
                  <a:gd name="T42" fmla="+- 0 3931 3881"/>
                  <a:gd name="T43" fmla="*/ 3931 h 56"/>
                  <a:gd name="T44" fmla="+- 0 4700 4610"/>
                  <a:gd name="T45" fmla="*/ T44 w 104"/>
                  <a:gd name="T46" fmla="+- 0 3932 3881"/>
                  <a:gd name="T47" fmla="*/ 3932 h 56"/>
                  <a:gd name="T48" fmla="+- 0 4696 4610"/>
                  <a:gd name="T49" fmla="*/ T48 w 104"/>
                  <a:gd name="T50" fmla="+- 0 3934 3881"/>
                  <a:gd name="T51" fmla="*/ 3934 h 56"/>
                  <a:gd name="T52" fmla="+- 0 4703 4610"/>
                  <a:gd name="T53" fmla="*/ T52 w 104"/>
                  <a:gd name="T54" fmla="+- 0 3934 3881"/>
                  <a:gd name="T55" fmla="*/ 3934 h 56"/>
                  <a:gd name="T56" fmla="+- 0 4713 4610"/>
                  <a:gd name="T57" fmla="*/ T56 w 104"/>
                  <a:gd name="T58" fmla="+- 0 3899 3881"/>
                  <a:gd name="T59" fmla="*/ 3899 h 56"/>
                  <a:gd name="T60" fmla="+- 0 4711 4610"/>
                  <a:gd name="T61" fmla="*/ T60 w 104"/>
                  <a:gd name="T62" fmla="+- 0 3892 3881"/>
                  <a:gd name="T63" fmla="*/ 3892 h 56"/>
                  <a:gd name="T64" fmla="+- 0 4704 4610"/>
                  <a:gd name="T65" fmla="*/ T64 w 104"/>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04" h="56">
                    <a:moveTo>
                      <a:pt x="94" y="2"/>
                    </a:moveTo>
                    <a:lnTo>
                      <a:pt x="86" y="2"/>
                    </a:lnTo>
                    <a:lnTo>
                      <a:pt x="90" y="4"/>
                    </a:lnTo>
                    <a:lnTo>
                      <a:pt x="92" y="5"/>
                    </a:lnTo>
                    <a:lnTo>
                      <a:pt x="93" y="7"/>
                    </a:lnTo>
                    <a:lnTo>
                      <a:pt x="95" y="14"/>
                    </a:lnTo>
                    <a:lnTo>
                      <a:pt x="95" y="17"/>
                    </a:lnTo>
                    <a:lnTo>
                      <a:pt x="96" y="35"/>
                    </a:lnTo>
                    <a:lnTo>
                      <a:pt x="95" y="40"/>
                    </a:lnTo>
                    <a:lnTo>
                      <a:pt x="93" y="47"/>
                    </a:lnTo>
                    <a:lnTo>
                      <a:pt x="92" y="50"/>
                    </a:lnTo>
                    <a:lnTo>
                      <a:pt x="90" y="51"/>
                    </a:lnTo>
                    <a:lnTo>
                      <a:pt x="86" y="53"/>
                    </a:lnTo>
                    <a:lnTo>
                      <a:pt x="93" y="53"/>
                    </a:lnTo>
                    <a:lnTo>
                      <a:pt x="103" y="18"/>
                    </a:lnTo>
                    <a:lnTo>
                      <a:pt x="101" y="11"/>
                    </a:lnTo>
                    <a:lnTo>
                      <a:pt x="9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2" name="Group 331">
              <a:extLst>
                <a:ext uri="{FF2B5EF4-FFF2-40B4-BE49-F238E27FC236}">
                  <a16:creationId xmlns:a16="http://schemas.microsoft.com/office/drawing/2014/main" id="{EC963EE1-10B1-5F63-B552-6677EAEEDC46}"/>
                </a:ext>
              </a:extLst>
            </p:cNvPr>
            <p:cNvGrpSpPr>
              <a:grpSpLocks/>
            </p:cNvGrpSpPr>
            <p:nvPr/>
          </p:nvGrpSpPr>
          <p:grpSpPr bwMode="auto">
            <a:xfrm>
              <a:off x="5135" y="3881"/>
              <a:ext cx="35" cy="56"/>
              <a:chOff x="5135" y="3881"/>
              <a:chExt cx="35" cy="56"/>
            </a:xfrm>
          </p:grpSpPr>
          <p:sp>
            <p:nvSpPr>
              <p:cNvPr id="1024" name="Freeform 5316">
                <a:extLst>
                  <a:ext uri="{FF2B5EF4-FFF2-40B4-BE49-F238E27FC236}">
                    <a16:creationId xmlns:a16="http://schemas.microsoft.com/office/drawing/2014/main" id="{65BF4253-00F9-4B4A-8469-E58A7009DCB0}"/>
                  </a:ext>
                </a:extLst>
              </p:cNvPr>
              <p:cNvSpPr>
                <a:spLocks/>
              </p:cNvSpPr>
              <p:nvPr/>
            </p:nvSpPr>
            <p:spPr bwMode="auto">
              <a:xfrm>
                <a:off x="5135" y="3881"/>
                <a:ext cx="35" cy="56"/>
              </a:xfrm>
              <a:custGeom>
                <a:avLst/>
                <a:gdLst>
                  <a:gd name="T0" fmla="+- 0 5157 5135"/>
                  <a:gd name="T1" fmla="*/ T0 w 35"/>
                  <a:gd name="T2" fmla="+- 0 3881 3881"/>
                  <a:gd name="T3" fmla="*/ 3881 h 56"/>
                  <a:gd name="T4" fmla="+- 0 5150 5135"/>
                  <a:gd name="T5" fmla="*/ T4 w 35"/>
                  <a:gd name="T6" fmla="+- 0 3881 3881"/>
                  <a:gd name="T7" fmla="*/ 3881 h 56"/>
                  <a:gd name="T8" fmla="+- 0 5148 5135"/>
                  <a:gd name="T9" fmla="*/ T8 w 35"/>
                  <a:gd name="T10" fmla="+- 0 3882 3881"/>
                  <a:gd name="T11" fmla="*/ 3882 h 56"/>
                  <a:gd name="T12" fmla="+- 0 5145 5135"/>
                  <a:gd name="T13" fmla="*/ T12 w 35"/>
                  <a:gd name="T14" fmla="+- 0 3883 3881"/>
                  <a:gd name="T15" fmla="*/ 3883 h 56"/>
                  <a:gd name="T16" fmla="+- 0 5142 5135"/>
                  <a:gd name="T17" fmla="*/ T16 w 35"/>
                  <a:gd name="T18" fmla="+- 0 3886 3881"/>
                  <a:gd name="T19" fmla="*/ 3886 h 56"/>
                  <a:gd name="T20" fmla="+- 0 5140 5135"/>
                  <a:gd name="T21" fmla="*/ T20 w 35"/>
                  <a:gd name="T22" fmla="+- 0 3889 3881"/>
                  <a:gd name="T23" fmla="*/ 3889 h 56"/>
                  <a:gd name="T24" fmla="+- 0 5136 5135"/>
                  <a:gd name="T25" fmla="*/ T24 w 35"/>
                  <a:gd name="T26" fmla="+- 0 3898 3881"/>
                  <a:gd name="T27" fmla="*/ 3898 h 56"/>
                  <a:gd name="T28" fmla="+- 0 5135 5135"/>
                  <a:gd name="T29" fmla="*/ T28 w 35"/>
                  <a:gd name="T30" fmla="+- 0 3903 3881"/>
                  <a:gd name="T31" fmla="*/ 3903 h 56"/>
                  <a:gd name="T32" fmla="+- 0 5135 5135"/>
                  <a:gd name="T33" fmla="*/ T32 w 35"/>
                  <a:gd name="T34" fmla="+- 0 3916 3881"/>
                  <a:gd name="T35" fmla="*/ 3916 h 56"/>
                  <a:gd name="T36" fmla="+- 0 5137 5135"/>
                  <a:gd name="T37" fmla="*/ T36 w 35"/>
                  <a:gd name="T38" fmla="+- 0 3922 3881"/>
                  <a:gd name="T39" fmla="*/ 3922 h 56"/>
                  <a:gd name="T40" fmla="+- 0 5143 5135"/>
                  <a:gd name="T41" fmla="*/ T40 w 35"/>
                  <a:gd name="T42" fmla="+- 0 3933 3881"/>
                  <a:gd name="T43" fmla="*/ 3933 h 56"/>
                  <a:gd name="T44" fmla="+- 0 5147 5135"/>
                  <a:gd name="T45" fmla="*/ T44 w 35"/>
                  <a:gd name="T46" fmla="+- 0 3936 3881"/>
                  <a:gd name="T47" fmla="*/ 3936 h 56"/>
                  <a:gd name="T48" fmla="+- 0 5155 5135"/>
                  <a:gd name="T49" fmla="*/ T48 w 35"/>
                  <a:gd name="T50" fmla="+- 0 3936 3881"/>
                  <a:gd name="T51" fmla="*/ 3936 h 56"/>
                  <a:gd name="T52" fmla="+- 0 5157 5135"/>
                  <a:gd name="T53" fmla="*/ T52 w 35"/>
                  <a:gd name="T54" fmla="+- 0 3935 3881"/>
                  <a:gd name="T55" fmla="*/ 3935 h 56"/>
                  <a:gd name="T56" fmla="+- 0 5159 5135"/>
                  <a:gd name="T57" fmla="*/ T56 w 35"/>
                  <a:gd name="T58" fmla="+- 0 3934 3881"/>
                  <a:gd name="T59" fmla="*/ 3934 h 56"/>
                  <a:gd name="T60" fmla="+- 0 5149 5135"/>
                  <a:gd name="T61" fmla="*/ T60 w 35"/>
                  <a:gd name="T62" fmla="+- 0 3934 3881"/>
                  <a:gd name="T63" fmla="*/ 3934 h 56"/>
                  <a:gd name="T64" fmla="+- 0 5147 5135"/>
                  <a:gd name="T65" fmla="*/ T64 w 35"/>
                  <a:gd name="T66" fmla="+- 0 3932 3881"/>
                  <a:gd name="T67" fmla="*/ 3932 h 56"/>
                  <a:gd name="T68" fmla="+- 0 5146 5135"/>
                  <a:gd name="T69" fmla="*/ T68 w 35"/>
                  <a:gd name="T70" fmla="+- 0 3928 3881"/>
                  <a:gd name="T71" fmla="*/ 3928 h 56"/>
                  <a:gd name="T72" fmla="+- 0 5144 5135"/>
                  <a:gd name="T73" fmla="*/ T72 w 35"/>
                  <a:gd name="T74" fmla="+- 0 3923 3881"/>
                  <a:gd name="T75" fmla="*/ 3923 h 56"/>
                  <a:gd name="T76" fmla="+- 0 5143 5135"/>
                  <a:gd name="T77" fmla="*/ T76 w 35"/>
                  <a:gd name="T78" fmla="+- 0 3917 3881"/>
                  <a:gd name="T79" fmla="*/ 3917 h 56"/>
                  <a:gd name="T80" fmla="+- 0 5152 5135"/>
                  <a:gd name="T81" fmla="*/ T80 w 35"/>
                  <a:gd name="T82" fmla="+- 0 3883 3881"/>
                  <a:gd name="T83" fmla="*/ 3883 h 56"/>
                  <a:gd name="T84" fmla="+- 0 5161 5135"/>
                  <a:gd name="T85" fmla="*/ T84 w 35"/>
                  <a:gd name="T86" fmla="+- 0 3883 3881"/>
                  <a:gd name="T87" fmla="*/ 3883 h 56"/>
                  <a:gd name="T88" fmla="+- 0 5160 5135"/>
                  <a:gd name="T89" fmla="*/ T88 w 35"/>
                  <a:gd name="T90" fmla="+- 0 3883 3881"/>
                  <a:gd name="T91" fmla="*/ 3883 h 56"/>
                  <a:gd name="T92" fmla="+- 0 5157 5135"/>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5" name="Freeform 5317">
                <a:extLst>
                  <a:ext uri="{FF2B5EF4-FFF2-40B4-BE49-F238E27FC236}">
                    <a16:creationId xmlns:a16="http://schemas.microsoft.com/office/drawing/2014/main" id="{2AF0F9BF-E6EB-A63A-BDB0-D47CD7937511}"/>
                  </a:ext>
                </a:extLst>
              </p:cNvPr>
              <p:cNvSpPr>
                <a:spLocks/>
              </p:cNvSpPr>
              <p:nvPr/>
            </p:nvSpPr>
            <p:spPr bwMode="auto">
              <a:xfrm>
                <a:off x="5135" y="3881"/>
                <a:ext cx="35" cy="56"/>
              </a:xfrm>
              <a:custGeom>
                <a:avLst/>
                <a:gdLst>
                  <a:gd name="T0" fmla="+- 0 5161 5135"/>
                  <a:gd name="T1" fmla="*/ T0 w 35"/>
                  <a:gd name="T2" fmla="+- 0 3883 3881"/>
                  <a:gd name="T3" fmla="*/ 3883 h 56"/>
                  <a:gd name="T4" fmla="+- 0 5152 5135"/>
                  <a:gd name="T5" fmla="*/ T4 w 35"/>
                  <a:gd name="T6" fmla="+- 0 3883 3881"/>
                  <a:gd name="T7" fmla="*/ 3883 h 56"/>
                  <a:gd name="T8" fmla="+- 0 5156 5135"/>
                  <a:gd name="T9" fmla="*/ T8 w 35"/>
                  <a:gd name="T10" fmla="+- 0 3885 3881"/>
                  <a:gd name="T11" fmla="*/ 3885 h 56"/>
                  <a:gd name="T12" fmla="+- 0 5158 5135"/>
                  <a:gd name="T13" fmla="*/ T12 w 35"/>
                  <a:gd name="T14" fmla="+- 0 3886 3881"/>
                  <a:gd name="T15" fmla="*/ 3886 h 56"/>
                  <a:gd name="T16" fmla="+- 0 5159 5135"/>
                  <a:gd name="T17" fmla="*/ T16 w 35"/>
                  <a:gd name="T18" fmla="+- 0 3888 3881"/>
                  <a:gd name="T19" fmla="*/ 3888 h 56"/>
                  <a:gd name="T20" fmla="+- 0 5161 5135"/>
                  <a:gd name="T21" fmla="*/ T20 w 35"/>
                  <a:gd name="T22" fmla="+- 0 3895 3881"/>
                  <a:gd name="T23" fmla="*/ 3895 h 56"/>
                  <a:gd name="T24" fmla="+- 0 5162 5135"/>
                  <a:gd name="T25" fmla="*/ T24 w 35"/>
                  <a:gd name="T26" fmla="+- 0 3898 3881"/>
                  <a:gd name="T27" fmla="*/ 3898 h 56"/>
                  <a:gd name="T28" fmla="+- 0 5162 5135"/>
                  <a:gd name="T29" fmla="*/ T28 w 35"/>
                  <a:gd name="T30" fmla="+- 0 3916 3881"/>
                  <a:gd name="T31" fmla="*/ 3916 h 56"/>
                  <a:gd name="T32" fmla="+- 0 5161 5135"/>
                  <a:gd name="T33" fmla="*/ T32 w 35"/>
                  <a:gd name="T34" fmla="+- 0 3921 3881"/>
                  <a:gd name="T35" fmla="*/ 3921 h 56"/>
                  <a:gd name="T36" fmla="+- 0 5159 5135"/>
                  <a:gd name="T37" fmla="*/ T36 w 35"/>
                  <a:gd name="T38" fmla="+- 0 3928 3881"/>
                  <a:gd name="T39" fmla="*/ 3928 h 56"/>
                  <a:gd name="T40" fmla="+- 0 5158 5135"/>
                  <a:gd name="T41" fmla="*/ T40 w 35"/>
                  <a:gd name="T42" fmla="+- 0 3931 3881"/>
                  <a:gd name="T43" fmla="*/ 3931 h 56"/>
                  <a:gd name="T44" fmla="+- 0 5157 5135"/>
                  <a:gd name="T45" fmla="*/ T44 w 35"/>
                  <a:gd name="T46" fmla="+- 0 3932 3881"/>
                  <a:gd name="T47" fmla="*/ 3932 h 56"/>
                  <a:gd name="T48" fmla="+- 0 5152 5135"/>
                  <a:gd name="T49" fmla="*/ T48 w 35"/>
                  <a:gd name="T50" fmla="+- 0 3934 3881"/>
                  <a:gd name="T51" fmla="*/ 3934 h 56"/>
                  <a:gd name="T52" fmla="+- 0 5159 5135"/>
                  <a:gd name="T53" fmla="*/ T52 w 35"/>
                  <a:gd name="T54" fmla="+- 0 3934 3881"/>
                  <a:gd name="T55" fmla="*/ 3934 h 56"/>
                  <a:gd name="T56" fmla="+- 0 5170 5135"/>
                  <a:gd name="T57" fmla="*/ T56 w 35"/>
                  <a:gd name="T58" fmla="+- 0 3899 3881"/>
                  <a:gd name="T59" fmla="*/ 3899 h 56"/>
                  <a:gd name="T60" fmla="+- 0 5168 5135"/>
                  <a:gd name="T61" fmla="*/ T60 w 35"/>
                  <a:gd name="T62" fmla="+- 0 3892 3881"/>
                  <a:gd name="T63" fmla="*/ 3892 h 56"/>
                  <a:gd name="T64" fmla="+- 0 5161 5135"/>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3" name="Group 332">
              <a:extLst>
                <a:ext uri="{FF2B5EF4-FFF2-40B4-BE49-F238E27FC236}">
                  <a16:creationId xmlns:a16="http://schemas.microsoft.com/office/drawing/2014/main" id="{A0881A78-56EB-BACA-9B42-16449D923F5B}"/>
                </a:ext>
              </a:extLst>
            </p:cNvPr>
            <p:cNvGrpSpPr>
              <a:grpSpLocks/>
            </p:cNvGrpSpPr>
            <p:nvPr/>
          </p:nvGrpSpPr>
          <p:grpSpPr bwMode="auto">
            <a:xfrm>
              <a:off x="5592" y="3881"/>
              <a:ext cx="35" cy="56"/>
              <a:chOff x="5592" y="3881"/>
              <a:chExt cx="35" cy="56"/>
            </a:xfrm>
          </p:grpSpPr>
          <p:sp>
            <p:nvSpPr>
              <p:cNvPr id="1022" name="Freeform 5319">
                <a:extLst>
                  <a:ext uri="{FF2B5EF4-FFF2-40B4-BE49-F238E27FC236}">
                    <a16:creationId xmlns:a16="http://schemas.microsoft.com/office/drawing/2014/main" id="{B17270C1-380A-0B62-AC80-8209CC18F7DB}"/>
                  </a:ext>
                </a:extLst>
              </p:cNvPr>
              <p:cNvSpPr>
                <a:spLocks/>
              </p:cNvSpPr>
              <p:nvPr/>
            </p:nvSpPr>
            <p:spPr bwMode="auto">
              <a:xfrm>
                <a:off x="5592" y="3881"/>
                <a:ext cx="35" cy="56"/>
              </a:xfrm>
              <a:custGeom>
                <a:avLst/>
                <a:gdLst>
                  <a:gd name="T0" fmla="+- 0 5613 5592"/>
                  <a:gd name="T1" fmla="*/ T0 w 35"/>
                  <a:gd name="T2" fmla="+- 0 3881 3881"/>
                  <a:gd name="T3" fmla="*/ 3881 h 56"/>
                  <a:gd name="T4" fmla="+- 0 5606 5592"/>
                  <a:gd name="T5" fmla="*/ T4 w 35"/>
                  <a:gd name="T6" fmla="+- 0 3881 3881"/>
                  <a:gd name="T7" fmla="*/ 3881 h 56"/>
                  <a:gd name="T8" fmla="+- 0 5604 5592"/>
                  <a:gd name="T9" fmla="*/ T8 w 35"/>
                  <a:gd name="T10" fmla="+- 0 3882 3881"/>
                  <a:gd name="T11" fmla="*/ 3882 h 56"/>
                  <a:gd name="T12" fmla="+- 0 5602 5592"/>
                  <a:gd name="T13" fmla="*/ T12 w 35"/>
                  <a:gd name="T14" fmla="+- 0 3883 3881"/>
                  <a:gd name="T15" fmla="*/ 3883 h 56"/>
                  <a:gd name="T16" fmla="+- 0 5599 5592"/>
                  <a:gd name="T17" fmla="*/ T16 w 35"/>
                  <a:gd name="T18" fmla="+- 0 3886 3881"/>
                  <a:gd name="T19" fmla="*/ 3886 h 56"/>
                  <a:gd name="T20" fmla="+- 0 5596 5592"/>
                  <a:gd name="T21" fmla="*/ T20 w 35"/>
                  <a:gd name="T22" fmla="+- 0 3889 3881"/>
                  <a:gd name="T23" fmla="*/ 3889 h 56"/>
                  <a:gd name="T24" fmla="+- 0 5592 5592"/>
                  <a:gd name="T25" fmla="*/ T24 w 35"/>
                  <a:gd name="T26" fmla="+- 0 3898 3881"/>
                  <a:gd name="T27" fmla="*/ 3898 h 56"/>
                  <a:gd name="T28" fmla="+- 0 5592 5592"/>
                  <a:gd name="T29" fmla="*/ T28 w 35"/>
                  <a:gd name="T30" fmla="+- 0 3903 3881"/>
                  <a:gd name="T31" fmla="*/ 3903 h 56"/>
                  <a:gd name="T32" fmla="+- 0 5592 5592"/>
                  <a:gd name="T33" fmla="*/ T32 w 35"/>
                  <a:gd name="T34" fmla="+- 0 3916 3881"/>
                  <a:gd name="T35" fmla="*/ 3916 h 56"/>
                  <a:gd name="T36" fmla="+- 0 5593 5592"/>
                  <a:gd name="T37" fmla="*/ T36 w 35"/>
                  <a:gd name="T38" fmla="+- 0 3922 3881"/>
                  <a:gd name="T39" fmla="*/ 3922 h 56"/>
                  <a:gd name="T40" fmla="+- 0 5599 5592"/>
                  <a:gd name="T41" fmla="*/ T40 w 35"/>
                  <a:gd name="T42" fmla="+- 0 3933 3881"/>
                  <a:gd name="T43" fmla="*/ 3933 h 56"/>
                  <a:gd name="T44" fmla="+- 0 5603 5592"/>
                  <a:gd name="T45" fmla="*/ T44 w 35"/>
                  <a:gd name="T46" fmla="+- 0 3936 3881"/>
                  <a:gd name="T47" fmla="*/ 3936 h 56"/>
                  <a:gd name="T48" fmla="+- 0 5611 5592"/>
                  <a:gd name="T49" fmla="*/ T48 w 35"/>
                  <a:gd name="T50" fmla="+- 0 3936 3881"/>
                  <a:gd name="T51" fmla="*/ 3936 h 56"/>
                  <a:gd name="T52" fmla="+- 0 5614 5592"/>
                  <a:gd name="T53" fmla="*/ T52 w 35"/>
                  <a:gd name="T54" fmla="+- 0 3935 3881"/>
                  <a:gd name="T55" fmla="*/ 3935 h 56"/>
                  <a:gd name="T56" fmla="+- 0 5616 5592"/>
                  <a:gd name="T57" fmla="*/ T56 w 35"/>
                  <a:gd name="T58" fmla="+- 0 3934 3881"/>
                  <a:gd name="T59" fmla="*/ 3934 h 56"/>
                  <a:gd name="T60" fmla="+- 0 5606 5592"/>
                  <a:gd name="T61" fmla="*/ T60 w 35"/>
                  <a:gd name="T62" fmla="+- 0 3934 3881"/>
                  <a:gd name="T63" fmla="*/ 3934 h 56"/>
                  <a:gd name="T64" fmla="+- 0 5603 5592"/>
                  <a:gd name="T65" fmla="*/ T64 w 35"/>
                  <a:gd name="T66" fmla="+- 0 3932 3881"/>
                  <a:gd name="T67" fmla="*/ 3932 h 56"/>
                  <a:gd name="T68" fmla="+- 0 5602 5592"/>
                  <a:gd name="T69" fmla="*/ T68 w 35"/>
                  <a:gd name="T70" fmla="+- 0 3928 3881"/>
                  <a:gd name="T71" fmla="*/ 3928 h 56"/>
                  <a:gd name="T72" fmla="+- 0 5600 5592"/>
                  <a:gd name="T73" fmla="*/ T72 w 35"/>
                  <a:gd name="T74" fmla="+- 0 3923 3881"/>
                  <a:gd name="T75" fmla="*/ 3923 h 56"/>
                  <a:gd name="T76" fmla="+- 0 5599 5592"/>
                  <a:gd name="T77" fmla="*/ T76 w 35"/>
                  <a:gd name="T78" fmla="+- 0 3917 3881"/>
                  <a:gd name="T79" fmla="*/ 3917 h 56"/>
                  <a:gd name="T80" fmla="+- 0 5609 5592"/>
                  <a:gd name="T81" fmla="*/ T80 w 35"/>
                  <a:gd name="T82" fmla="+- 0 3883 3881"/>
                  <a:gd name="T83" fmla="*/ 3883 h 56"/>
                  <a:gd name="T84" fmla="+- 0 5617 5592"/>
                  <a:gd name="T85" fmla="*/ T84 w 35"/>
                  <a:gd name="T86" fmla="+- 0 3883 3881"/>
                  <a:gd name="T87" fmla="*/ 3883 h 56"/>
                  <a:gd name="T88" fmla="+- 0 5617 5592"/>
                  <a:gd name="T89" fmla="*/ T88 w 35"/>
                  <a:gd name="T90" fmla="+- 0 3883 3881"/>
                  <a:gd name="T91" fmla="*/ 3883 h 56"/>
                  <a:gd name="T92" fmla="+- 0 5613 5592"/>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2"/>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3" name="Freeform 5320">
                <a:extLst>
                  <a:ext uri="{FF2B5EF4-FFF2-40B4-BE49-F238E27FC236}">
                    <a16:creationId xmlns:a16="http://schemas.microsoft.com/office/drawing/2014/main" id="{A82348C2-B7A4-BDC7-2806-D91AE1B758F6}"/>
                  </a:ext>
                </a:extLst>
              </p:cNvPr>
              <p:cNvSpPr>
                <a:spLocks/>
              </p:cNvSpPr>
              <p:nvPr/>
            </p:nvSpPr>
            <p:spPr bwMode="auto">
              <a:xfrm>
                <a:off x="5592" y="3881"/>
                <a:ext cx="35" cy="56"/>
              </a:xfrm>
              <a:custGeom>
                <a:avLst/>
                <a:gdLst>
                  <a:gd name="T0" fmla="+- 0 5617 5592"/>
                  <a:gd name="T1" fmla="*/ T0 w 35"/>
                  <a:gd name="T2" fmla="+- 0 3883 3881"/>
                  <a:gd name="T3" fmla="*/ 3883 h 56"/>
                  <a:gd name="T4" fmla="+- 0 5609 5592"/>
                  <a:gd name="T5" fmla="*/ T4 w 35"/>
                  <a:gd name="T6" fmla="+- 0 3883 3881"/>
                  <a:gd name="T7" fmla="*/ 3883 h 56"/>
                  <a:gd name="T8" fmla="+- 0 5613 5592"/>
                  <a:gd name="T9" fmla="*/ T8 w 35"/>
                  <a:gd name="T10" fmla="+- 0 3885 3881"/>
                  <a:gd name="T11" fmla="*/ 3885 h 56"/>
                  <a:gd name="T12" fmla="+- 0 5614 5592"/>
                  <a:gd name="T13" fmla="*/ T12 w 35"/>
                  <a:gd name="T14" fmla="+- 0 3886 3881"/>
                  <a:gd name="T15" fmla="*/ 3886 h 56"/>
                  <a:gd name="T16" fmla="+- 0 5615 5592"/>
                  <a:gd name="T17" fmla="*/ T16 w 35"/>
                  <a:gd name="T18" fmla="+- 0 3888 3881"/>
                  <a:gd name="T19" fmla="*/ 3888 h 56"/>
                  <a:gd name="T20" fmla="+- 0 5618 5592"/>
                  <a:gd name="T21" fmla="*/ T20 w 35"/>
                  <a:gd name="T22" fmla="+- 0 3895 3881"/>
                  <a:gd name="T23" fmla="*/ 3895 h 56"/>
                  <a:gd name="T24" fmla="+- 0 5618 5592"/>
                  <a:gd name="T25" fmla="*/ T24 w 35"/>
                  <a:gd name="T26" fmla="+- 0 3898 3881"/>
                  <a:gd name="T27" fmla="*/ 3898 h 56"/>
                  <a:gd name="T28" fmla="+- 0 5618 5592"/>
                  <a:gd name="T29" fmla="*/ T28 w 35"/>
                  <a:gd name="T30" fmla="+- 0 3916 3881"/>
                  <a:gd name="T31" fmla="*/ 3916 h 56"/>
                  <a:gd name="T32" fmla="+- 0 5618 5592"/>
                  <a:gd name="T33" fmla="*/ T32 w 35"/>
                  <a:gd name="T34" fmla="+- 0 3921 3881"/>
                  <a:gd name="T35" fmla="*/ 3921 h 56"/>
                  <a:gd name="T36" fmla="+- 0 5616 5592"/>
                  <a:gd name="T37" fmla="*/ T36 w 35"/>
                  <a:gd name="T38" fmla="+- 0 3928 3881"/>
                  <a:gd name="T39" fmla="*/ 3928 h 56"/>
                  <a:gd name="T40" fmla="+- 0 5615 5592"/>
                  <a:gd name="T41" fmla="*/ T40 w 35"/>
                  <a:gd name="T42" fmla="+- 0 3931 3881"/>
                  <a:gd name="T43" fmla="*/ 3931 h 56"/>
                  <a:gd name="T44" fmla="+- 0 5613 5592"/>
                  <a:gd name="T45" fmla="*/ T44 w 35"/>
                  <a:gd name="T46" fmla="+- 0 3932 3881"/>
                  <a:gd name="T47" fmla="*/ 3932 h 56"/>
                  <a:gd name="T48" fmla="+- 0 5609 5592"/>
                  <a:gd name="T49" fmla="*/ T48 w 35"/>
                  <a:gd name="T50" fmla="+- 0 3934 3881"/>
                  <a:gd name="T51" fmla="*/ 3934 h 56"/>
                  <a:gd name="T52" fmla="+- 0 5616 5592"/>
                  <a:gd name="T53" fmla="*/ T52 w 35"/>
                  <a:gd name="T54" fmla="+- 0 3934 3881"/>
                  <a:gd name="T55" fmla="*/ 3934 h 56"/>
                  <a:gd name="T56" fmla="+- 0 5626 5592"/>
                  <a:gd name="T57" fmla="*/ T56 w 35"/>
                  <a:gd name="T58" fmla="+- 0 3899 3881"/>
                  <a:gd name="T59" fmla="*/ 3899 h 56"/>
                  <a:gd name="T60" fmla="+- 0 5624 5592"/>
                  <a:gd name="T61" fmla="*/ T60 w 35"/>
                  <a:gd name="T62" fmla="+- 0 3892 3881"/>
                  <a:gd name="T63" fmla="*/ 3892 h 56"/>
                  <a:gd name="T64" fmla="+- 0 5617 5592"/>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4" name="Group 333">
              <a:extLst>
                <a:ext uri="{FF2B5EF4-FFF2-40B4-BE49-F238E27FC236}">
                  <a16:creationId xmlns:a16="http://schemas.microsoft.com/office/drawing/2014/main" id="{F67C8714-91F6-838E-1848-AB7040DC6166}"/>
                </a:ext>
              </a:extLst>
            </p:cNvPr>
            <p:cNvGrpSpPr>
              <a:grpSpLocks/>
            </p:cNvGrpSpPr>
            <p:nvPr/>
          </p:nvGrpSpPr>
          <p:grpSpPr bwMode="auto">
            <a:xfrm>
              <a:off x="6047" y="3881"/>
              <a:ext cx="36" cy="55"/>
              <a:chOff x="6047" y="3881"/>
              <a:chExt cx="36" cy="55"/>
            </a:xfrm>
          </p:grpSpPr>
          <p:sp>
            <p:nvSpPr>
              <p:cNvPr id="1019" name="Freeform 5322">
                <a:extLst>
                  <a:ext uri="{FF2B5EF4-FFF2-40B4-BE49-F238E27FC236}">
                    <a16:creationId xmlns:a16="http://schemas.microsoft.com/office/drawing/2014/main" id="{A9210F1F-5AC5-3D13-A5DD-2B8B572C5ECC}"/>
                  </a:ext>
                </a:extLst>
              </p:cNvPr>
              <p:cNvSpPr>
                <a:spLocks/>
              </p:cNvSpPr>
              <p:nvPr/>
            </p:nvSpPr>
            <p:spPr bwMode="auto">
              <a:xfrm>
                <a:off x="6047" y="3881"/>
                <a:ext cx="36" cy="55"/>
              </a:xfrm>
              <a:custGeom>
                <a:avLst/>
                <a:gdLst>
                  <a:gd name="T0" fmla="+- 0 6076 6047"/>
                  <a:gd name="T1" fmla="*/ T0 w 36"/>
                  <a:gd name="T2" fmla="+- 0 3887 3881"/>
                  <a:gd name="T3" fmla="*/ 3887 h 55"/>
                  <a:gd name="T4" fmla="+- 0 6064 6047"/>
                  <a:gd name="T5" fmla="*/ T4 w 36"/>
                  <a:gd name="T6" fmla="+- 0 3887 3881"/>
                  <a:gd name="T7" fmla="*/ 3887 h 55"/>
                  <a:gd name="T8" fmla="+- 0 6067 6047"/>
                  <a:gd name="T9" fmla="*/ T8 w 36"/>
                  <a:gd name="T10" fmla="+- 0 3888 3881"/>
                  <a:gd name="T11" fmla="*/ 3888 h 55"/>
                  <a:gd name="T12" fmla="+- 0 6071 6047"/>
                  <a:gd name="T13" fmla="*/ T12 w 36"/>
                  <a:gd name="T14" fmla="+- 0 3892 3881"/>
                  <a:gd name="T15" fmla="*/ 3892 h 55"/>
                  <a:gd name="T16" fmla="+- 0 6072 6047"/>
                  <a:gd name="T17" fmla="*/ T16 w 36"/>
                  <a:gd name="T18" fmla="+- 0 3895 3881"/>
                  <a:gd name="T19" fmla="*/ 3895 h 55"/>
                  <a:gd name="T20" fmla="+- 0 6072 6047"/>
                  <a:gd name="T21" fmla="*/ T20 w 36"/>
                  <a:gd name="T22" fmla="+- 0 3903 3881"/>
                  <a:gd name="T23" fmla="*/ 3903 h 55"/>
                  <a:gd name="T24" fmla="+- 0 6070 6047"/>
                  <a:gd name="T25" fmla="*/ T24 w 36"/>
                  <a:gd name="T26" fmla="+- 0 3908 3881"/>
                  <a:gd name="T27" fmla="*/ 3908 h 55"/>
                  <a:gd name="T28" fmla="+- 0 6062 6047"/>
                  <a:gd name="T29" fmla="*/ T28 w 36"/>
                  <a:gd name="T30" fmla="+- 0 3918 3881"/>
                  <a:gd name="T31" fmla="*/ 3918 h 55"/>
                  <a:gd name="T32" fmla="+- 0 6056 6047"/>
                  <a:gd name="T33" fmla="*/ T32 w 36"/>
                  <a:gd name="T34" fmla="+- 0 3925 3881"/>
                  <a:gd name="T35" fmla="*/ 3925 h 55"/>
                  <a:gd name="T36" fmla="+- 0 6047 6047"/>
                  <a:gd name="T37" fmla="*/ T36 w 36"/>
                  <a:gd name="T38" fmla="+- 0 3934 3881"/>
                  <a:gd name="T39" fmla="*/ 3934 h 55"/>
                  <a:gd name="T40" fmla="+- 0 6047 6047"/>
                  <a:gd name="T41" fmla="*/ T40 w 36"/>
                  <a:gd name="T42" fmla="+- 0 3935 3881"/>
                  <a:gd name="T43" fmla="*/ 3935 h 55"/>
                  <a:gd name="T44" fmla="+- 0 6078 6047"/>
                  <a:gd name="T45" fmla="*/ T44 w 36"/>
                  <a:gd name="T46" fmla="+- 0 3935 3881"/>
                  <a:gd name="T47" fmla="*/ 3935 h 55"/>
                  <a:gd name="T48" fmla="+- 0 6080 6047"/>
                  <a:gd name="T49" fmla="*/ T48 w 36"/>
                  <a:gd name="T50" fmla="+- 0 3929 3881"/>
                  <a:gd name="T51" fmla="*/ 3929 h 55"/>
                  <a:gd name="T52" fmla="+- 0 6055 6047"/>
                  <a:gd name="T53" fmla="*/ T52 w 36"/>
                  <a:gd name="T54" fmla="+- 0 3929 3881"/>
                  <a:gd name="T55" fmla="*/ 3929 h 55"/>
                  <a:gd name="T56" fmla="+- 0 6057 6047"/>
                  <a:gd name="T57" fmla="*/ T56 w 36"/>
                  <a:gd name="T58" fmla="+- 0 3928 3881"/>
                  <a:gd name="T59" fmla="*/ 3928 h 55"/>
                  <a:gd name="T60" fmla="+- 0 6061 6047"/>
                  <a:gd name="T61" fmla="*/ T60 w 36"/>
                  <a:gd name="T62" fmla="+- 0 3924 3881"/>
                  <a:gd name="T63" fmla="*/ 3924 h 55"/>
                  <a:gd name="T64" fmla="+- 0 6072 6047"/>
                  <a:gd name="T65" fmla="*/ T64 w 36"/>
                  <a:gd name="T66" fmla="+- 0 3912 3881"/>
                  <a:gd name="T67" fmla="*/ 3912 h 55"/>
                  <a:gd name="T68" fmla="+- 0 6075 6047"/>
                  <a:gd name="T69" fmla="*/ T68 w 36"/>
                  <a:gd name="T70" fmla="+- 0 3907 3881"/>
                  <a:gd name="T71" fmla="*/ 3907 h 55"/>
                  <a:gd name="T72" fmla="+- 0 6077 6047"/>
                  <a:gd name="T73" fmla="*/ T72 w 36"/>
                  <a:gd name="T74" fmla="+- 0 3903 3881"/>
                  <a:gd name="T75" fmla="*/ 3903 h 55"/>
                  <a:gd name="T76" fmla="+- 0 6078 6047"/>
                  <a:gd name="T77" fmla="*/ T76 w 36"/>
                  <a:gd name="T78" fmla="+- 0 3900 3881"/>
                  <a:gd name="T79" fmla="*/ 3900 h 55"/>
                  <a:gd name="T80" fmla="+- 0 6079 6047"/>
                  <a:gd name="T81" fmla="*/ T80 w 36"/>
                  <a:gd name="T82" fmla="+- 0 3898 3881"/>
                  <a:gd name="T83" fmla="*/ 3898 h 55"/>
                  <a:gd name="T84" fmla="+- 0 6078 6047"/>
                  <a:gd name="T85" fmla="*/ T84 w 36"/>
                  <a:gd name="T86" fmla="+- 0 3891 3881"/>
                  <a:gd name="T87" fmla="*/ 3891 h 55"/>
                  <a:gd name="T88" fmla="+- 0 6077 6047"/>
                  <a:gd name="T89" fmla="*/ T88 w 36"/>
                  <a:gd name="T90" fmla="+- 0 3888 3881"/>
                  <a:gd name="T91" fmla="*/ 3888 h 55"/>
                  <a:gd name="T92" fmla="+- 0 6076 6047"/>
                  <a:gd name="T93" fmla="*/ T92 w 36"/>
                  <a:gd name="T94" fmla="+- 0 3887 3881"/>
                  <a:gd name="T95"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1"/>
                    </a:lnTo>
                    <a:lnTo>
                      <a:pt x="25" y="14"/>
                    </a:lnTo>
                    <a:lnTo>
                      <a:pt x="25" y="22"/>
                    </a:lnTo>
                    <a:lnTo>
                      <a:pt x="23" y="27"/>
                    </a:lnTo>
                    <a:lnTo>
                      <a:pt x="15" y="37"/>
                    </a:lnTo>
                    <a:lnTo>
                      <a:pt x="9" y="44"/>
                    </a:lnTo>
                    <a:lnTo>
                      <a:pt x="0" y="53"/>
                    </a:lnTo>
                    <a:lnTo>
                      <a:pt x="0" y="54"/>
                    </a:lnTo>
                    <a:lnTo>
                      <a:pt x="31" y="54"/>
                    </a:lnTo>
                    <a:lnTo>
                      <a:pt x="33" y="48"/>
                    </a:lnTo>
                    <a:lnTo>
                      <a:pt x="8" y="48"/>
                    </a:lnTo>
                    <a:lnTo>
                      <a:pt x="10" y="47"/>
                    </a:lnTo>
                    <a:lnTo>
                      <a:pt x="14" y="43"/>
                    </a:lnTo>
                    <a:lnTo>
                      <a:pt x="25" y="31"/>
                    </a:lnTo>
                    <a:lnTo>
                      <a:pt x="28" y="26"/>
                    </a:lnTo>
                    <a:lnTo>
                      <a:pt x="30" y="22"/>
                    </a:lnTo>
                    <a:lnTo>
                      <a:pt x="31" y="19"/>
                    </a:lnTo>
                    <a:lnTo>
                      <a:pt x="32" y="17"/>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0" name="Freeform 5323">
                <a:extLst>
                  <a:ext uri="{FF2B5EF4-FFF2-40B4-BE49-F238E27FC236}">
                    <a16:creationId xmlns:a16="http://schemas.microsoft.com/office/drawing/2014/main" id="{F6D4730E-B0CF-9925-BCA7-F28A34E3BDED}"/>
                  </a:ext>
                </a:extLst>
              </p:cNvPr>
              <p:cNvSpPr>
                <a:spLocks/>
              </p:cNvSpPr>
              <p:nvPr/>
            </p:nvSpPr>
            <p:spPr bwMode="auto">
              <a:xfrm>
                <a:off x="6047" y="3881"/>
                <a:ext cx="36" cy="55"/>
              </a:xfrm>
              <a:custGeom>
                <a:avLst/>
                <a:gdLst>
                  <a:gd name="T0" fmla="+- 0 6082 6047"/>
                  <a:gd name="T1" fmla="*/ T0 w 36"/>
                  <a:gd name="T2" fmla="+- 0 3925 3881"/>
                  <a:gd name="T3" fmla="*/ 3925 h 55"/>
                  <a:gd name="T4" fmla="+- 0 6080 6047"/>
                  <a:gd name="T5" fmla="*/ T4 w 36"/>
                  <a:gd name="T6" fmla="+- 0 3925 3881"/>
                  <a:gd name="T7" fmla="*/ 3925 h 55"/>
                  <a:gd name="T8" fmla="+- 0 6078 6047"/>
                  <a:gd name="T9" fmla="*/ T8 w 36"/>
                  <a:gd name="T10" fmla="+- 0 3928 3881"/>
                  <a:gd name="T11" fmla="*/ 3928 h 55"/>
                  <a:gd name="T12" fmla="+- 0 6075 6047"/>
                  <a:gd name="T13" fmla="*/ T12 w 36"/>
                  <a:gd name="T14" fmla="+- 0 3929 3881"/>
                  <a:gd name="T15" fmla="*/ 3929 h 55"/>
                  <a:gd name="T16" fmla="+- 0 6072 6047"/>
                  <a:gd name="T17" fmla="*/ T16 w 36"/>
                  <a:gd name="T18" fmla="+- 0 3929 3881"/>
                  <a:gd name="T19" fmla="*/ 3929 h 55"/>
                  <a:gd name="T20" fmla="+- 0 6080 6047"/>
                  <a:gd name="T21" fmla="*/ T20 w 36"/>
                  <a:gd name="T22" fmla="+- 0 3929 3881"/>
                  <a:gd name="T23" fmla="*/ 3929 h 55"/>
                  <a:gd name="T24" fmla="+- 0 6082 6047"/>
                  <a:gd name="T25" fmla="*/ T24 w 36"/>
                  <a:gd name="T26" fmla="+- 0 3925 3881"/>
                  <a:gd name="T27" fmla="*/ 392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3" y="44"/>
                    </a:lnTo>
                    <a:lnTo>
                      <a:pt x="31" y="47"/>
                    </a:lnTo>
                    <a:lnTo>
                      <a:pt x="28" y="48"/>
                    </a:lnTo>
                    <a:lnTo>
                      <a:pt x="25"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21" name="Freeform 5324">
                <a:extLst>
                  <a:ext uri="{FF2B5EF4-FFF2-40B4-BE49-F238E27FC236}">
                    <a16:creationId xmlns:a16="http://schemas.microsoft.com/office/drawing/2014/main" id="{F87240F6-AC33-67E2-93F3-2F7F787057E8}"/>
                  </a:ext>
                </a:extLst>
              </p:cNvPr>
              <p:cNvSpPr>
                <a:spLocks/>
              </p:cNvSpPr>
              <p:nvPr/>
            </p:nvSpPr>
            <p:spPr bwMode="auto">
              <a:xfrm>
                <a:off x="6047" y="3881"/>
                <a:ext cx="36" cy="55"/>
              </a:xfrm>
              <a:custGeom>
                <a:avLst/>
                <a:gdLst>
                  <a:gd name="T0" fmla="+- 0 6068 6047"/>
                  <a:gd name="T1" fmla="*/ T0 w 36"/>
                  <a:gd name="T2" fmla="+- 0 3881 3881"/>
                  <a:gd name="T3" fmla="*/ 3881 h 55"/>
                  <a:gd name="T4" fmla="+- 0 6059 6047"/>
                  <a:gd name="T5" fmla="*/ T4 w 36"/>
                  <a:gd name="T6" fmla="+- 0 3881 3881"/>
                  <a:gd name="T7" fmla="*/ 3881 h 55"/>
                  <a:gd name="T8" fmla="+- 0 6056 6047"/>
                  <a:gd name="T9" fmla="*/ T8 w 36"/>
                  <a:gd name="T10" fmla="+- 0 3882 3881"/>
                  <a:gd name="T11" fmla="*/ 3882 h 55"/>
                  <a:gd name="T12" fmla="+- 0 6050 6047"/>
                  <a:gd name="T13" fmla="*/ T12 w 36"/>
                  <a:gd name="T14" fmla="+- 0 3887 3881"/>
                  <a:gd name="T15" fmla="*/ 3887 h 55"/>
                  <a:gd name="T16" fmla="+- 0 6049 6047"/>
                  <a:gd name="T17" fmla="*/ T16 w 36"/>
                  <a:gd name="T18" fmla="+- 0 3891 3881"/>
                  <a:gd name="T19" fmla="*/ 3891 h 55"/>
                  <a:gd name="T20" fmla="+- 0 6048 6047"/>
                  <a:gd name="T21" fmla="*/ T20 w 36"/>
                  <a:gd name="T22" fmla="+- 0 3896 3881"/>
                  <a:gd name="T23" fmla="*/ 3896 h 55"/>
                  <a:gd name="T24" fmla="+- 0 6050 6047"/>
                  <a:gd name="T25" fmla="*/ T24 w 36"/>
                  <a:gd name="T26" fmla="+- 0 3896 3881"/>
                  <a:gd name="T27" fmla="*/ 3896 h 55"/>
                  <a:gd name="T28" fmla="+- 0 6051 6047"/>
                  <a:gd name="T29" fmla="*/ T28 w 36"/>
                  <a:gd name="T30" fmla="+- 0 3893 3881"/>
                  <a:gd name="T31" fmla="*/ 3893 h 55"/>
                  <a:gd name="T32" fmla="+- 0 6052 6047"/>
                  <a:gd name="T33" fmla="*/ T32 w 36"/>
                  <a:gd name="T34" fmla="+- 0 3891 3881"/>
                  <a:gd name="T35" fmla="*/ 3891 h 55"/>
                  <a:gd name="T36" fmla="+- 0 6056 6047"/>
                  <a:gd name="T37" fmla="*/ T36 w 36"/>
                  <a:gd name="T38" fmla="+- 0 3888 3881"/>
                  <a:gd name="T39" fmla="*/ 3888 h 55"/>
                  <a:gd name="T40" fmla="+- 0 6059 6047"/>
                  <a:gd name="T41" fmla="*/ T40 w 36"/>
                  <a:gd name="T42" fmla="+- 0 3887 3881"/>
                  <a:gd name="T43" fmla="*/ 3887 h 55"/>
                  <a:gd name="T44" fmla="+- 0 6076 6047"/>
                  <a:gd name="T45" fmla="*/ T44 w 36"/>
                  <a:gd name="T46" fmla="+- 0 3887 3881"/>
                  <a:gd name="T47" fmla="*/ 3887 h 55"/>
                  <a:gd name="T48" fmla="+- 0 6071 6047"/>
                  <a:gd name="T49" fmla="*/ T48 w 36"/>
                  <a:gd name="T50" fmla="+- 0 3882 3881"/>
                  <a:gd name="T51" fmla="*/ 3882 h 55"/>
                  <a:gd name="T52" fmla="+- 0 6068 6047"/>
                  <a:gd name="T53" fmla="*/ T52 w 36"/>
                  <a:gd name="T54" fmla="+- 0 3881 3881"/>
                  <a:gd name="T55" fmla="*/ 388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1"/>
                    </a:lnTo>
                    <a:lnTo>
                      <a:pt x="3" y="6"/>
                    </a:lnTo>
                    <a:lnTo>
                      <a:pt x="2" y="10"/>
                    </a:lnTo>
                    <a:lnTo>
                      <a:pt x="1" y="15"/>
                    </a:lnTo>
                    <a:lnTo>
                      <a:pt x="3" y="15"/>
                    </a:lnTo>
                    <a:lnTo>
                      <a:pt x="4" y="12"/>
                    </a:lnTo>
                    <a:lnTo>
                      <a:pt x="5" y="10"/>
                    </a:lnTo>
                    <a:lnTo>
                      <a:pt x="9" y="7"/>
                    </a:lnTo>
                    <a:lnTo>
                      <a:pt x="12" y="6"/>
                    </a:lnTo>
                    <a:lnTo>
                      <a:pt x="29" y="6"/>
                    </a:lnTo>
                    <a:lnTo>
                      <a:pt x="24"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5" name="Group 334">
              <a:extLst>
                <a:ext uri="{FF2B5EF4-FFF2-40B4-BE49-F238E27FC236}">
                  <a16:creationId xmlns:a16="http://schemas.microsoft.com/office/drawing/2014/main" id="{DF40123D-6BF7-6ECC-2123-768DAF02A6D8}"/>
                </a:ext>
              </a:extLst>
            </p:cNvPr>
            <p:cNvGrpSpPr>
              <a:grpSpLocks/>
            </p:cNvGrpSpPr>
            <p:nvPr/>
          </p:nvGrpSpPr>
          <p:grpSpPr bwMode="auto">
            <a:xfrm>
              <a:off x="6504" y="3881"/>
              <a:ext cx="35" cy="56"/>
              <a:chOff x="6504" y="3881"/>
              <a:chExt cx="35" cy="56"/>
            </a:xfrm>
          </p:grpSpPr>
          <p:sp>
            <p:nvSpPr>
              <p:cNvPr id="1017" name="Freeform 5326">
                <a:extLst>
                  <a:ext uri="{FF2B5EF4-FFF2-40B4-BE49-F238E27FC236}">
                    <a16:creationId xmlns:a16="http://schemas.microsoft.com/office/drawing/2014/main" id="{BF2E260A-58E1-8BAF-BF33-613DB631D9FC}"/>
                  </a:ext>
                </a:extLst>
              </p:cNvPr>
              <p:cNvSpPr>
                <a:spLocks/>
              </p:cNvSpPr>
              <p:nvPr/>
            </p:nvSpPr>
            <p:spPr bwMode="auto">
              <a:xfrm>
                <a:off x="6504" y="3881"/>
                <a:ext cx="35" cy="56"/>
              </a:xfrm>
              <a:custGeom>
                <a:avLst/>
                <a:gdLst>
                  <a:gd name="T0" fmla="+- 0 6526 6504"/>
                  <a:gd name="T1" fmla="*/ T0 w 35"/>
                  <a:gd name="T2" fmla="+- 0 3881 3881"/>
                  <a:gd name="T3" fmla="*/ 3881 h 56"/>
                  <a:gd name="T4" fmla="+- 0 6519 6504"/>
                  <a:gd name="T5" fmla="*/ T4 w 35"/>
                  <a:gd name="T6" fmla="+- 0 3881 3881"/>
                  <a:gd name="T7" fmla="*/ 3881 h 56"/>
                  <a:gd name="T8" fmla="+- 0 6517 6504"/>
                  <a:gd name="T9" fmla="*/ T8 w 35"/>
                  <a:gd name="T10" fmla="+- 0 3882 3881"/>
                  <a:gd name="T11" fmla="*/ 3882 h 56"/>
                  <a:gd name="T12" fmla="+- 0 6514 6504"/>
                  <a:gd name="T13" fmla="*/ T12 w 35"/>
                  <a:gd name="T14" fmla="+- 0 3883 3881"/>
                  <a:gd name="T15" fmla="*/ 3883 h 56"/>
                  <a:gd name="T16" fmla="+- 0 6511 6504"/>
                  <a:gd name="T17" fmla="*/ T16 w 35"/>
                  <a:gd name="T18" fmla="+- 0 3886 3881"/>
                  <a:gd name="T19" fmla="*/ 3886 h 56"/>
                  <a:gd name="T20" fmla="+- 0 6509 6504"/>
                  <a:gd name="T21" fmla="*/ T20 w 35"/>
                  <a:gd name="T22" fmla="+- 0 3889 3881"/>
                  <a:gd name="T23" fmla="*/ 3889 h 56"/>
                  <a:gd name="T24" fmla="+- 0 6505 6504"/>
                  <a:gd name="T25" fmla="*/ T24 w 35"/>
                  <a:gd name="T26" fmla="+- 0 3898 3881"/>
                  <a:gd name="T27" fmla="*/ 3898 h 56"/>
                  <a:gd name="T28" fmla="+- 0 6504 6504"/>
                  <a:gd name="T29" fmla="*/ T28 w 35"/>
                  <a:gd name="T30" fmla="+- 0 3903 3881"/>
                  <a:gd name="T31" fmla="*/ 3903 h 56"/>
                  <a:gd name="T32" fmla="+- 0 6504 6504"/>
                  <a:gd name="T33" fmla="*/ T32 w 35"/>
                  <a:gd name="T34" fmla="+- 0 3916 3881"/>
                  <a:gd name="T35" fmla="*/ 3916 h 56"/>
                  <a:gd name="T36" fmla="+- 0 6506 6504"/>
                  <a:gd name="T37" fmla="*/ T36 w 35"/>
                  <a:gd name="T38" fmla="+- 0 3922 3881"/>
                  <a:gd name="T39" fmla="*/ 3922 h 56"/>
                  <a:gd name="T40" fmla="+- 0 6512 6504"/>
                  <a:gd name="T41" fmla="*/ T40 w 35"/>
                  <a:gd name="T42" fmla="+- 0 3933 3881"/>
                  <a:gd name="T43" fmla="*/ 3933 h 56"/>
                  <a:gd name="T44" fmla="+- 0 6516 6504"/>
                  <a:gd name="T45" fmla="*/ T44 w 35"/>
                  <a:gd name="T46" fmla="+- 0 3936 3881"/>
                  <a:gd name="T47" fmla="*/ 3936 h 56"/>
                  <a:gd name="T48" fmla="+- 0 6524 6504"/>
                  <a:gd name="T49" fmla="*/ T48 w 35"/>
                  <a:gd name="T50" fmla="+- 0 3936 3881"/>
                  <a:gd name="T51" fmla="*/ 3936 h 56"/>
                  <a:gd name="T52" fmla="+- 0 6526 6504"/>
                  <a:gd name="T53" fmla="*/ T52 w 35"/>
                  <a:gd name="T54" fmla="+- 0 3935 3881"/>
                  <a:gd name="T55" fmla="*/ 3935 h 56"/>
                  <a:gd name="T56" fmla="+- 0 6529 6504"/>
                  <a:gd name="T57" fmla="*/ T56 w 35"/>
                  <a:gd name="T58" fmla="+- 0 3934 3881"/>
                  <a:gd name="T59" fmla="*/ 3934 h 56"/>
                  <a:gd name="T60" fmla="+- 0 6518 6504"/>
                  <a:gd name="T61" fmla="*/ T60 w 35"/>
                  <a:gd name="T62" fmla="+- 0 3934 3881"/>
                  <a:gd name="T63" fmla="*/ 3934 h 56"/>
                  <a:gd name="T64" fmla="+- 0 6516 6504"/>
                  <a:gd name="T65" fmla="*/ T64 w 35"/>
                  <a:gd name="T66" fmla="+- 0 3932 3881"/>
                  <a:gd name="T67" fmla="*/ 3932 h 56"/>
                  <a:gd name="T68" fmla="+- 0 6515 6504"/>
                  <a:gd name="T69" fmla="*/ T68 w 35"/>
                  <a:gd name="T70" fmla="+- 0 3928 3881"/>
                  <a:gd name="T71" fmla="*/ 3928 h 56"/>
                  <a:gd name="T72" fmla="+- 0 6513 6504"/>
                  <a:gd name="T73" fmla="*/ T72 w 35"/>
                  <a:gd name="T74" fmla="+- 0 3923 3881"/>
                  <a:gd name="T75" fmla="*/ 3923 h 56"/>
                  <a:gd name="T76" fmla="+- 0 6512 6504"/>
                  <a:gd name="T77" fmla="*/ T76 w 35"/>
                  <a:gd name="T78" fmla="+- 0 3917 3881"/>
                  <a:gd name="T79" fmla="*/ 3917 h 56"/>
                  <a:gd name="T80" fmla="+- 0 6522 6504"/>
                  <a:gd name="T81" fmla="*/ T80 w 35"/>
                  <a:gd name="T82" fmla="+- 0 3883 3881"/>
                  <a:gd name="T83" fmla="*/ 3883 h 56"/>
                  <a:gd name="T84" fmla="+- 0 6530 6504"/>
                  <a:gd name="T85" fmla="*/ T84 w 35"/>
                  <a:gd name="T86" fmla="+- 0 3883 3881"/>
                  <a:gd name="T87" fmla="*/ 3883 h 56"/>
                  <a:gd name="T88" fmla="+- 0 6529 6504"/>
                  <a:gd name="T89" fmla="*/ T88 w 35"/>
                  <a:gd name="T90" fmla="+- 0 3883 3881"/>
                  <a:gd name="T91" fmla="*/ 3883 h 56"/>
                  <a:gd name="T92" fmla="+- 0 6526 6504"/>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18" name="Freeform 5327">
                <a:extLst>
                  <a:ext uri="{FF2B5EF4-FFF2-40B4-BE49-F238E27FC236}">
                    <a16:creationId xmlns:a16="http://schemas.microsoft.com/office/drawing/2014/main" id="{68D2B834-2C5A-4FA6-3F2D-BDA70913A567}"/>
                  </a:ext>
                </a:extLst>
              </p:cNvPr>
              <p:cNvSpPr>
                <a:spLocks/>
              </p:cNvSpPr>
              <p:nvPr/>
            </p:nvSpPr>
            <p:spPr bwMode="auto">
              <a:xfrm>
                <a:off x="6504" y="3881"/>
                <a:ext cx="35" cy="56"/>
              </a:xfrm>
              <a:custGeom>
                <a:avLst/>
                <a:gdLst>
                  <a:gd name="T0" fmla="+- 0 6530 6504"/>
                  <a:gd name="T1" fmla="*/ T0 w 35"/>
                  <a:gd name="T2" fmla="+- 0 3883 3881"/>
                  <a:gd name="T3" fmla="*/ 3883 h 56"/>
                  <a:gd name="T4" fmla="+- 0 6522 6504"/>
                  <a:gd name="T5" fmla="*/ T4 w 35"/>
                  <a:gd name="T6" fmla="+- 0 3883 3881"/>
                  <a:gd name="T7" fmla="*/ 3883 h 56"/>
                  <a:gd name="T8" fmla="+- 0 6525 6504"/>
                  <a:gd name="T9" fmla="*/ T8 w 35"/>
                  <a:gd name="T10" fmla="+- 0 3885 3881"/>
                  <a:gd name="T11" fmla="*/ 3885 h 56"/>
                  <a:gd name="T12" fmla="+- 0 6527 6504"/>
                  <a:gd name="T13" fmla="*/ T12 w 35"/>
                  <a:gd name="T14" fmla="+- 0 3886 3881"/>
                  <a:gd name="T15" fmla="*/ 3886 h 56"/>
                  <a:gd name="T16" fmla="+- 0 6528 6504"/>
                  <a:gd name="T17" fmla="*/ T16 w 35"/>
                  <a:gd name="T18" fmla="+- 0 3888 3881"/>
                  <a:gd name="T19" fmla="*/ 3888 h 56"/>
                  <a:gd name="T20" fmla="+- 0 6530 6504"/>
                  <a:gd name="T21" fmla="*/ T20 w 35"/>
                  <a:gd name="T22" fmla="+- 0 3895 3881"/>
                  <a:gd name="T23" fmla="*/ 3895 h 56"/>
                  <a:gd name="T24" fmla="+- 0 6531 6504"/>
                  <a:gd name="T25" fmla="*/ T24 w 35"/>
                  <a:gd name="T26" fmla="+- 0 3898 3881"/>
                  <a:gd name="T27" fmla="*/ 3898 h 56"/>
                  <a:gd name="T28" fmla="+- 0 6531 6504"/>
                  <a:gd name="T29" fmla="*/ T28 w 35"/>
                  <a:gd name="T30" fmla="+- 0 3916 3881"/>
                  <a:gd name="T31" fmla="*/ 3916 h 56"/>
                  <a:gd name="T32" fmla="+- 0 6530 6504"/>
                  <a:gd name="T33" fmla="*/ T32 w 35"/>
                  <a:gd name="T34" fmla="+- 0 3921 3881"/>
                  <a:gd name="T35" fmla="*/ 3921 h 56"/>
                  <a:gd name="T36" fmla="+- 0 6528 6504"/>
                  <a:gd name="T37" fmla="*/ T36 w 35"/>
                  <a:gd name="T38" fmla="+- 0 3928 3881"/>
                  <a:gd name="T39" fmla="*/ 3928 h 56"/>
                  <a:gd name="T40" fmla="+- 0 6527 6504"/>
                  <a:gd name="T41" fmla="*/ T40 w 35"/>
                  <a:gd name="T42" fmla="+- 0 3931 3881"/>
                  <a:gd name="T43" fmla="*/ 3931 h 56"/>
                  <a:gd name="T44" fmla="+- 0 6526 6504"/>
                  <a:gd name="T45" fmla="*/ T44 w 35"/>
                  <a:gd name="T46" fmla="+- 0 3932 3881"/>
                  <a:gd name="T47" fmla="*/ 3932 h 56"/>
                  <a:gd name="T48" fmla="+- 0 6521 6504"/>
                  <a:gd name="T49" fmla="*/ T48 w 35"/>
                  <a:gd name="T50" fmla="+- 0 3934 3881"/>
                  <a:gd name="T51" fmla="*/ 3934 h 56"/>
                  <a:gd name="T52" fmla="+- 0 6529 6504"/>
                  <a:gd name="T53" fmla="*/ T52 w 35"/>
                  <a:gd name="T54" fmla="+- 0 3934 3881"/>
                  <a:gd name="T55" fmla="*/ 3934 h 56"/>
                  <a:gd name="T56" fmla="+- 0 6539 6504"/>
                  <a:gd name="T57" fmla="*/ T56 w 35"/>
                  <a:gd name="T58" fmla="+- 0 3899 3881"/>
                  <a:gd name="T59" fmla="*/ 3899 h 56"/>
                  <a:gd name="T60" fmla="+- 0 6537 6504"/>
                  <a:gd name="T61" fmla="*/ T60 w 35"/>
                  <a:gd name="T62" fmla="+- 0 3892 3881"/>
                  <a:gd name="T63" fmla="*/ 3892 h 56"/>
                  <a:gd name="T64" fmla="+- 0 6530 6504"/>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50"/>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6" name="Group 335">
              <a:extLst>
                <a:ext uri="{FF2B5EF4-FFF2-40B4-BE49-F238E27FC236}">
                  <a16:creationId xmlns:a16="http://schemas.microsoft.com/office/drawing/2014/main" id="{7327C930-9D5E-F227-47ED-EDEF60C706C4}"/>
                </a:ext>
              </a:extLst>
            </p:cNvPr>
            <p:cNvGrpSpPr>
              <a:grpSpLocks/>
            </p:cNvGrpSpPr>
            <p:nvPr/>
          </p:nvGrpSpPr>
          <p:grpSpPr bwMode="auto">
            <a:xfrm>
              <a:off x="6960" y="3881"/>
              <a:ext cx="35" cy="56"/>
              <a:chOff x="6960" y="3881"/>
              <a:chExt cx="35" cy="56"/>
            </a:xfrm>
          </p:grpSpPr>
          <p:sp>
            <p:nvSpPr>
              <p:cNvPr id="1015" name="Freeform 5329">
                <a:extLst>
                  <a:ext uri="{FF2B5EF4-FFF2-40B4-BE49-F238E27FC236}">
                    <a16:creationId xmlns:a16="http://schemas.microsoft.com/office/drawing/2014/main" id="{2982D606-E1EE-572E-600B-BB6CBC03D151}"/>
                  </a:ext>
                </a:extLst>
              </p:cNvPr>
              <p:cNvSpPr>
                <a:spLocks/>
              </p:cNvSpPr>
              <p:nvPr/>
            </p:nvSpPr>
            <p:spPr bwMode="auto">
              <a:xfrm>
                <a:off x="6960" y="3881"/>
                <a:ext cx="35" cy="56"/>
              </a:xfrm>
              <a:custGeom>
                <a:avLst/>
                <a:gdLst>
                  <a:gd name="T0" fmla="+- 0 6982 6960"/>
                  <a:gd name="T1" fmla="*/ T0 w 35"/>
                  <a:gd name="T2" fmla="+- 0 3881 3881"/>
                  <a:gd name="T3" fmla="*/ 3881 h 56"/>
                  <a:gd name="T4" fmla="+- 0 6975 6960"/>
                  <a:gd name="T5" fmla="*/ T4 w 35"/>
                  <a:gd name="T6" fmla="+- 0 3881 3881"/>
                  <a:gd name="T7" fmla="*/ 3881 h 56"/>
                  <a:gd name="T8" fmla="+- 0 6973 6960"/>
                  <a:gd name="T9" fmla="*/ T8 w 35"/>
                  <a:gd name="T10" fmla="+- 0 3882 3881"/>
                  <a:gd name="T11" fmla="*/ 3882 h 56"/>
                  <a:gd name="T12" fmla="+- 0 6971 6960"/>
                  <a:gd name="T13" fmla="*/ T12 w 35"/>
                  <a:gd name="T14" fmla="+- 0 3883 3881"/>
                  <a:gd name="T15" fmla="*/ 3883 h 56"/>
                  <a:gd name="T16" fmla="+- 0 6967 6960"/>
                  <a:gd name="T17" fmla="*/ T16 w 35"/>
                  <a:gd name="T18" fmla="+- 0 3886 3881"/>
                  <a:gd name="T19" fmla="*/ 3886 h 56"/>
                  <a:gd name="T20" fmla="+- 0 6965 6960"/>
                  <a:gd name="T21" fmla="*/ T20 w 35"/>
                  <a:gd name="T22" fmla="+- 0 3889 3881"/>
                  <a:gd name="T23" fmla="*/ 3889 h 56"/>
                  <a:gd name="T24" fmla="+- 0 6961 6960"/>
                  <a:gd name="T25" fmla="*/ T24 w 35"/>
                  <a:gd name="T26" fmla="+- 0 3898 3881"/>
                  <a:gd name="T27" fmla="*/ 3898 h 56"/>
                  <a:gd name="T28" fmla="+- 0 6960 6960"/>
                  <a:gd name="T29" fmla="*/ T28 w 35"/>
                  <a:gd name="T30" fmla="+- 0 3903 3881"/>
                  <a:gd name="T31" fmla="*/ 3903 h 56"/>
                  <a:gd name="T32" fmla="+- 0 6960 6960"/>
                  <a:gd name="T33" fmla="*/ T32 w 35"/>
                  <a:gd name="T34" fmla="+- 0 3916 3881"/>
                  <a:gd name="T35" fmla="*/ 3916 h 56"/>
                  <a:gd name="T36" fmla="+- 0 6962 6960"/>
                  <a:gd name="T37" fmla="*/ T36 w 35"/>
                  <a:gd name="T38" fmla="+- 0 3922 3881"/>
                  <a:gd name="T39" fmla="*/ 3922 h 56"/>
                  <a:gd name="T40" fmla="+- 0 6968 6960"/>
                  <a:gd name="T41" fmla="*/ T40 w 35"/>
                  <a:gd name="T42" fmla="+- 0 3933 3881"/>
                  <a:gd name="T43" fmla="*/ 3933 h 56"/>
                  <a:gd name="T44" fmla="+- 0 6972 6960"/>
                  <a:gd name="T45" fmla="*/ T44 w 35"/>
                  <a:gd name="T46" fmla="+- 0 3936 3881"/>
                  <a:gd name="T47" fmla="*/ 3936 h 56"/>
                  <a:gd name="T48" fmla="+- 0 6980 6960"/>
                  <a:gd name="T49" fmla="*/ T48 w 35"/>
                  <a:gd name="T50" fmla="+- 0 3936 3881"/>
                  <a:gd name="T51" fmla="*/ 3936 h 56"/>
                  <a:gd name="T52" fmla="+- 0 6983 6960"/>
                  <a:gd name="T53" fmla="*/ T52 w 35"/>
                  <a:gd name="T54" fmla="+- 0 3935 3881"/>
                  <a:gd name="T55" fmla="*/ 3935 h 56"/>
                  <a:gd name="T56" fmla="+- 0 6985 6960"/>
                  <a:gd name="T57" fmla="*/ T56 w 35"/>
                  <a:gd name="T58" fmla="+- 0 3934 3881"/>
                  <a:gd name="T59" fmla="*/ 3934 h 56"/>
                  <a:gd name="T60" fmla="+- 0 6975 6960"/>
                  <a:gd name="T61" fmla="*/ T60 w 35"/>
                  <a:gd name="T62" fmla="+- 0 3934 3881"/>
                  <a:gd name="T63" fmla="*/ 3934 h 56"/>
                  <a:gd name="T64" fmla="+- 0 6972 6960"/>
                  <a:gd name="T65" fmla="*/ T64 w 35"/>
                  <a:gd name="T66" fmla="+- 0 3932 3881"/>
                  <a:gd name="T67" fmla="*/ 3932 h 56"/>
                  <a:gd name="T68" fmla="+- 0 6971 6960"/>
                  <a:gd name="T69" fmla="*/ T68 w 35"/>
                  <a:gd name="T70" fmla="+- 0 3928 3881"/>
                  <a:gd name="T71" fmla="*/ 3928 h 56"/>
                  <a:gd name="T72" fmla="+- 0 6969 6960"/>
                  <a:gd name="T73" fmla="*/ T72 w 35"/>
                  <a:gd name="T74" fmla="+- 0 3923 3881"/>
                  <a:gd name="T75" fmla="*/ 3923 h 56"/>
                  <a:gd name="T76" fmla="+- 0 6968 6960"/>
                  <a:gd name="T77" fmla="*/ T76 w 35"/>
                  <a:gd name="T78" fmla="+- 0 3917 3881"/>
                  <a:gd name="T79" fmla="*/ 3917 h 56"/>
                  <a:gd name="T80" fmla="+- 0 6978 6960"/>
                  <a:gd name="T81" fmla="*/ T80 w 35"/>
                  <a:gd name="T82" fmla="+- 0 3883 3881"/>
                  <a:gd name="T83" fmla="*/ 3883 h 56"/>
                  <a:gd name="T84" fmla="+- 0 6986 6960"/>
                  <a:gd name="T85" fmla="*/ T84 w 35"/>
                  <a:gd name="T86" fmla="+- 0 3883 3881"/>
                  <a:gd name="T87" fmla="*/ 3883 h 56"/>
                  <a:gd name="T88" fmla="+- 0 6986 6960"/>
                  <a:gd name="T89" fmla="*/ T88 w 35"/>
                  <a:gd name="T90" fmla="+- 0 3883 3881"/>
                  <a:gd name="T91" fmla="*/ 3883 h 56"/>
                  <a:gd name="T92" fmla="+- 0 6982 6960"/>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2"/>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16" name="Freeform 5330">
                <a:extLst>
                  <a:ext uri="{FF2B5EF4-FFF2-40B4-BE49-F238E27FC236}">
                    <a16:creationId xmlns:a16="http://schemas.microsoft.com/office/drawing/2014/main" id="{C2993AEC-AD92-CAE1-38F1-43FF786AA3F2}"/>
                  </a:ext>
                </a:extLst>
              </p:cNvPr>
              <p:cNvSpPr>
                <a:spLocks/>
              </p:cNvSpPr>
              <p:nvPr/>
            </p:nvSpPr>
            <p:spPr bwMode="auto">
              <a:xfrm>
                <a:off x="6960" y="3881"/>
                <a:ext cx="35" cy="56"/>
              </a:xfrm>
              <a:custGeom>
                <a:avLst/>
                <a:gdLst>
                  <a:gd name="T0" fmla="+- 0 6986 6960"/>
                  <a:gd name="T1" fmla="*/ T0 w 35"/>
                  <a:gd name="T2" fmla="+- 0 3883 3881"/>
                  <a:gd name="T3" fmla="*/ 3883 h 56"/>
                  <a:gd name="T4" fmla="+- 0 6978 6960"/>
                  <a:gd name="T5" fmla="*/ T4 w 35"/>
                  <a:gd name="T6" fmla="+- 0 3883 3881"/>
                  <a:gd name="T7" fmla="*/ 3883 h 56"/>
                  <a:gd name="T8" fmla="+- 0 6982 6960"/>
                  <a:gd name="T9" fmla="*/ T8 w 35"/>
                  <a:gd name="T10" fmla="+- 0 3885 3881"/>
                  <a:gd name="T11" fmla="*/ 3885 h 56"/>
                  <a:gd name="T12" fmla="+- 0 6983 6960"/>
                  <a:gd name="T13" fmla="*/ T12 w 35"/>
                  <a:gd name="T14" fmla="+- 0 3886 3881"/>
                  <a:gd name="T15" fmla="*/ 3886 h 56"/>
                  <a:gd name="T16" fmla="+- 0 6984 6960"/>
                  <a:gd name="T17" fmla="*/ T16 w 35"/>
                  <a:gd name="T18" fmla="+- 0 3888 3881"/>
                  <a:gd name="T19" fmla="*/ 3888 h 56"/>
                  <a:gd name="T20" fmla="+- 0 6987 6960"/>
                  <a:gd name="T21" fmla="*/ T20 w 35"/>
                  <a:gd name="T22" fmla="+- 0 3895 3881"/>
                  <a:gd name="T23" fmla="*/ 3895 h 56"/>
                  <a:gd name="T24" fmla="+- 0 6987 6960"/>
                  <a:gd name="T25" fmla="*/ T24 w 35"/>
                  <a:gd name="T26" fmla="+- 0 3898 3881"/>
                  <a:gd name="T27" fmla="*/ 3898 h 56"/>
                  <a:gd name="T28" fmla="+- 0 6987 6960"/>
                  <a:gd name="T29" fmla="*/ T28 w 35"/>
                  <a:gd name="T30" fmla="+- 0 3916 3881"/>
                  <a:gd name="T31" fmla="*/ 3916 h 56"/>
                  <a:gd name="T32" fmla="+- 0 6987 6960"/>
                  <a:gd name="T33" fmla="*/ T32 w 35"/>
                  <a:gd name="T34" fmla="+- 0 3921 3881"/>
                  <a:gd name="T35" fmla="*/ 3921 h 56"/>
                  <a:gd name="T36" fmla="+- 0 6985 6960"/>
                  <a:gd name="T37" fmla="*/ T36 w 35"/>
                  <a:gd name="T38" fmla="+- 0 3928 3881"/>
                  <a:gd name="T39" fmla="*/ 3928 h 56"/>
                  <a:gd name="T40" fmla="+- 0 6983 6960"/>
                  <a:gd name="T41" fmla="*/ T40 w 35"/>
                  <a:gd name="T42" fmla="+- 0 3931 3881"/>
                  <a:gd name="T43" fmla="*/ 3931 h 56"/>
                  <a:gd name="T44" fmla="+- 0 6982 6960"/>
                  <a:gd name="T45" fmla="*/ T44 w 35"/>
                  <a:gd name="T46" fmla="+- 0 3932 3881"/>
                  <a:gd name="T47" fmla="*/ 3932 h 56"/>
                  <a:gd name="T48" fmla="+- 0 6978 6960"/>
                  <a:gd name="T49" fmla="*/ T48 w 35"/>
                  <a:gd name="T50" fmla="+- 0 3934 3881"/>
                  <a:gd name="T51" fmla="*/ 3934 h 56"/>
                  <a:gd name="T52" fmla="+- 0 6985 6960"/>
                  <a:gd name="T53" fmla="*/ T52 w 35"/>
                  <a:gd name="T54" fmla="+- 0 3934 3881"/>
                  <a:gd name="T55" fmla="*/ 3934 h 56"/>
                  <a:gd name="T56" fmla="+- 0 6995 6960"/>
                  <a:gd name="T57" fmla="*/ T56 w 35"/>
                  <a:gd name="T58" fmla="+- 0 3899 3881"/>
                  <a:gd name="T59" fmla="*/ 3899 h 56"/>
                  <a:gd name="T60" fmla="+- 0 6993 6960"/>
                  <a:gd name="T61" fmla="*/ T60 w 35"/>
                  <a:gd name="T62" fmla="+- 0 3892 3881"/>
                  <a:gd name="T63" fmla="*/ 3892 h 56"/>
                  <a:gd name="T64" fmla="+- 0 6986 6960"/>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7"/>
                    </a:lnTo>
                    <a:lnTo>
                      <a:pt x="27" y="35"/>
                    </a:lnTo>
                    <a:lnTo>
                      <a:pt x="27" y="40"/>
                    </a:lnTo>
                    <a:lnTo>
                      <a:pt x="25" y="47"/>
                    </a:lnTo>
                    <a:lnTo>
                      <a:pt x="23" y="50"/>
                    </a:lnTo>
                    <a:lnTo>
                      <a:pt x="22" y="51"/>
                    </a:lnTo>
                    <a:lnTo>
                      <a:pt x="18"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7" name="Group 336">
              <a:extLst>
                <a:ext uri="{FF2B5EF4-FFF2-40B4-BE49-F238E27FC236}">
                  <a16:creationId xmlns:a16="http://schemas.microsoft.com/office/drawing/2014/main" id="{7B96A064-E173-77E5-42E3-ED25B936C1B0}"/>
                </a:ext>
              </a:extLst>
            </p:cNvPr>
            <p:cNvGrpSpPr>
              <a:grpSpLocks/>
            </p:cNvGrpSpPr>
            <p:nvPr/>
          </p:nvGrpSpPr>
          <p:grpSpPr bwMode="auto">
            <a:xfrm>
              <a:off x="7417" y="3881"/>
              <a:ext cx="35" cy="56"/>
              <a:chOff x="7417" y="3881"/>
              <a:chExt cx="35" cy="56"/>
            </a:xfrm>
          </p:grpSpPr>
          <p:sp>
            <p:nvSpPr>
              <p:cNvPr id="1013" name="Freeform 5332">
                <a:extLst>
                  <a:ext uri="{FF2B5EF4-FFF2-40B4-BE49-F238E27FC236}">
                    <a16:creationId xmlns:a16="http://schemas.microsoft.com/office/drawing/2014/main" id="{768C3B4D-76F9-F794-9539-9D4CADB073F2}"/>
                  </a:ext>
                </a:extLst>
              </p:cNvPr>
              <p:cNvSpPr>
                <a:spLocks/>
              </p:cNvSpPr>
              <p:nvPr/>
            </p:nvSpPr>
            <p:spPr bwMode="auto">
              <a:xfrm>
                <a:off x="7417" y="3881"/>
                <a:ext cx="35" cy="56"/>
              </a:xfrm>
              <a:custGeom>
                <a:avLst/>
                <a:gdLst>
                  <a:gd name="T0" fmla="+- 0 7438 7417"/>
                  <a:gd name="T1" fmla="*/ T0 w 35"/>
                  <a:gd name="T2" fmla="+- 0 3881 3881"/>
                  <a:gd name="T3" fmla="*/ 3881 h 56"/>
                  <a:gd name="T4" fmla="+- 0 7432 7417"/>
                  <a:gd name="T5" fmla="*/ T4 w 35"/>
                  <a:gd name="T6" fmla="+- 0 3881 3881"/>
                  <a:gd name="T7" fmla="*/ 3881 h 56"/>
                  <a:gd name="T8" fmla="+- 0 7429 7417"/>
                  <a:gd name="T9" fmla="*/ T8 w 35"/>
                  <a:gd name="T10" fmla="+- 0 3882 3881"/>
                  <a:gd name="T11" fmla="*/ 3882 h 56"/>
                  <a:gd name="T12" fmla="+- 0 7427 7417"/>
                  <a:gd name="T13" fmla="*/ T12 w 35"/>
                  <a:gd name="T14" fmla="+- 0 3883 3881"/>
                  <a:gd name="T15" fmla="*/ 3883 h 56"/>
                  <a:gd name="T16" fmla="+- 0 7424 7417"/>
                  <a:gd name="T17" fmla="*/ T16 w 35"/>
                  <a:gd name="T18" fmla="+- 0 3886 3881"/>
                  <a:gd name="T19" fmla="*/ 3886 h 56"/>
                  <a:gd name="T20" fmla="+- 0 7421 7417"/>
                  <a:gd name="T21" fmla="*/ T20 w 35"/>
                  <a:gd name="T22" fmla="+- 0 3889 3881"/>
                  <a:gd name="T23" fmla="*/ 3889 h 56"/>
                  <a:gd name="T24" fmla="+- 0 7418 7417"/>
                  <a:gd name="T25" fmla="*/ T24 w 35"/>
                  <a:gd name="T26" fmla="+- 0 3898 3881"/>
                  <a:gd name="T27" fmla="*/ 3898 h 56"/>
                  <a:gd name="T28" fmla="+- 0 7417 7417"/>
                  <a:gd name="T29" fmla="*/ T28 w 35"/>
                  <a:gd name="T30" fmla="+- 0 3903 3881"/>
                  <a:gd name="T31" fmla="*/ 3903 h 56"/>
                  <a:gd name="T32" fmla="+- 0 7417 7417"/>
                  <a:gd name="T33" fmla="*/ T32 w 35"/>
                  <a:gd name="T34" fmla="+- 0 3916 3881"/>
                  <a:gd name="T35" fmla="*/ 3916 h 56"/>
                  <a:gd name="T36" fmla="+- 0 7418 7417"/>
                  <a:gd name="T37" fmla="*/ T36 w 35"/>
                  <a:gd name="T38" fmla="+- 0 3922 3881"/>
                  <a:gd name="T39" fmla="*/ 3922 h 56"/>
                  <a:gd name="T40" fmla="+- 0 7425 7417"/>
                  <a:gd name="T41" fmla="*/ T40 w 35"/>
                  <a:gd name="T42" fmla="+- 0 3933 3881"/>
                  <a:gd name="T43" fmla="*/ 3933 h 56"/>
                  <a:gd name="T44" fmla="+- 0 7429 7417"/>
                  <a:gd name="T45" fmla="*/ T44 w 35"/>
                  <a:gd name="T46" fmla="+- 0 3936 3881"/>
                  <a:gd name="T47" fmla="*/ 3936 h 56"/>
                  <a:gd name="T48" fmla="+- 0 7436 7417"/>
                  <a:gd name="T49" fmla="*/ T48 w 35"/>
                  <a:gd name="T50" fmla="+- 0 3936 3881"/>
                  <a:gd name="T51" fmla="*/ 3936 h 56"/>
                  <a:gd name="T52" fmla="+- 0 7439 7417"/>
                  <a:gd name="T53" fmla="*/ T52 w 35"/>
                  <a:gd name="T54" fmla="+- 0 3935 3881"/>
                  <a:gd name="T55" fmla="*/ 3935 h 56"/>
                  <a:gd name="T56" fmla="+- 0 7441 7417"/>
                  <a:gd name="T57" fmla="*/ T56 w 35"/>
                  <a:gd name="T58" fmla="+- 0 3934 3881"/>
                  <a:gd name="T59" fmla="*/ 3934 h 56"/>
                  <a:gd name="T60" fmla="+- 0 7431 7417"/>
                  <a:gd name="T61" fmla="*/ T60 w 35"/>
                  <a:gd name="T62" fmla="+- 0 3934 3881"/>
                  <a:gd name="T63" fmla="*/ 3934 h 56"/>
                  <a:gd name="T64" fmla="+- 0 7429 7417"/>
                  <a:gd name="T65" fmla="*/ T64 w 35"/>
                  <a:gd name="T66" fmla="+- 0 3932 3881"/>
                  <a:gd name="T67" fmla="*/ 3932 h 56"/>
                  <a:gd name="T68" fmla="+- 0 7426 7417"/>
                  <a:gd name="T69" fmla="*/ T68 w 35"/>
                  <a:gd name="T70" fmla="+- 0 3923 3881"/>
                  <a:gd name="T71" fmla="*/ 3923 h 56"/>
                  <a:gd name="T72" fmla="+- 0 7425 7417"/>
                  <a:gd name="T73" fmla="*/ T72 w 35"/>
                  <a:gd name="T74" fmla="+- 0 3917 3881"/>
                  <a:gd name="T75" fmla="*/ 3917 h 56"/>
                  <a:gd name="T76" fmla="+- 0 7425 7417"/>
                  <a:gd name="T77" fmla="*/ T76 w 35"/>
                  <a:gd name="T78" fmla="+- 0 3903 3881"/>
                  <a:gd name="T79" fmla="*/ 3903 h 56"/>
                  <a:gd name="T80" fmla="+- 0 7434 7417"/>
                  <a:gd name="T81" fmla="*/ T80 w 35"/>
                  <a:gd name="T82" fmla="+- 0 3883 3881"/>
                  <a:gd name="T83" fmla="*/ 3883 h 56"/>
                  <a:gd name="T84" fmla="+- 0 7442 7417"/>
                  <a:gd name="T85" fmla="*/ T84 w 35"/>
                  <a:gd name="T86" fmla="+- 0 3883 3881"/>
                  <a:gd name="T87" fmla="*/ 3883 h 56"/>
                  <a:gd name="T88" fmla="+- 0 7442 7417"/>
                  <a:gd name="T89" fmla="*/ T88 w 35"/>
                  <a:gd name="T90" fmla="+- 0 3883 3881"/>
                  <a:gd name="T91" fmla="*/ 3883 h 56"/>
                  <a:gd name="T92" fmla="+- 0 7438 7417"/>
                  <a:gd name="T93" fmla="*/ T92 w 35"/>
                  <a:gd name="T94" fmla="+- 0 3881 3881"/>
                  <a:gd name="T95" fmla="*/ 388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14" name="Freeform 5333">
                <a:extLst>
                  <a:ext uri="{FF2B5EF4-FFF2-40B4-BE49-F238E27FC236}">
                    <a16:creationId xmlns:a16="http://schemas.microsoft.com/office/drawing/2014/main" id="{633704B3-FDE1-1911-1F4A-32E1F0C4023E}"/>
                  </a:ext>
                </a:extLst>
              </p:cNvPr>
              <p:cNvSpPr>
                <a:spLocks/>
              </p:cNvSpPr>
              <p:nvPr/>
            </p:nvSpPr>
            <p:spPr bwMode="auto">
              <a:xfrm>
                <a:off x="7417" y="3881"/>
                <a:ext cx="35" cy="56"/>
              </a:xfrm>
              <a:custGeom>
                <a:avLst/>
                <a:gdLst>
                  <a:gd name="T0" fmla="+- 0 7442 7417"/>
                  <a:gd name="T1" fmla="*/ T0 w 35"/>
                  <a:gd name="T2" fmla="+- 0 3883 3881"/>
                  <a:gd name="T3" fmla="*/ 3883 h 56"/>
                  <a:gd name="T4" fmla="+- 0 7434 7417"/>
                  <a:gd name="T5" fmla="*/ T4 w 35"/>
                  <a:gd name="T6" fmla="+- 0 3883 3881"/>
                  <a:gd name="T7" fmla="*/ 3883 h 56"/>
                  <a:gd name="T8" fmla="+- 0 7438 7417"/>
                  <a:gd name="T9" fmla="*/ T8 w 35"/>
                  <a:gd name="T10" fmla="+- 0 3885 3881"/>
                  <a:gd name="T11" fmla="*/ 3885 h 56"/>
                  <a:gd name="T12" fmla="+- 0 7440 7417"/>
                  <a:gd name="T13" fmla="*/ T12 w 35"/>
                  <a:gd name="T14" fmla="+- 0 3886 3881"/>
                  <a:gd name="T15" fmla="*/ 3886 h 56"/>
                  <a:gd name="T16" fmla="+- 0 7441 7417"/>
                  <a:gd name="T17" fmla="*/ T16 w 35"/>
                  <a:gd name="T18" fmla="+- 0 3888 3881"/>
                  <a:gd name="T19" fmla="*/ 3888 h 56"/>
                  <a:gd name="T20" fmla="+- 0 7443 7417"/>
                  <a:gd name="T21" fmla="*/ T20 w 35"/>
                  <a:gd name="T22" fmla="+- 0 3895 3881"/>
                  <a:gd name="T23" fmla="*/ 3895 h 56"/>
                  <a:gd name="T24" fmla="+- 0 7443 7417"/>
                  <a:gd name="T25" fmla="*/ T24 w 35"/>
                  <a:gd name="T26" fmla="+- 0 3898 3881"/>
                  <a:gd name="T27" fmla="*/ 3898 h 56"/>
                  <a:gd name="T28" fmla="+- 0 7444 7417"/>
                  <a:gd name="T29" fmla="*/ T28 w 35"/>
                  <a:gd name="T30" fmla="+- 0 3916 3881"/>
                  <a:gd name="T31" fmla="*/ 3916 h 56"/>
                  <a:gd name="T32" fmla="+- 0 7443 7417"/>
                  <a:gd name="T33" fmla="*/ T32 w 35"/>
                  <a:gd name="T34" fmla="+- 0 3921 3881"/>
                  <a:gd name="T35" fmla="*/ 3921 h 56"/>
                  <a:gd name="T36" fmla="+- 0 7441 7417"/>
                  <a:gd name="T37" fmla="*/ T36 w 35"/>
                  <a:gd name="T38" fmla="+- 0 3928 3881"/>
                  <a:gd name="T39" fmla="*/ 3928 h 56"/>
                  <a:gd name="T40" fmla="+- 0 7440 7417"/>
                  <a:gd name="T41" fmla="*/ T40 w 35"/>
                  <a:gd name="T42" fmla="+- 0 3931 3881"/>
                  <a:gd name="T43" fmla="*/ 3931 h 56"/>
                  <a:gd name="T44" fmla="+- 0 7438 7417"/>
                  <a:gd name="T45" fmla="*/ T44 w 35"/>
                  <a:gd name="T46" fmla="+- 0 3932 3881"/>
                  <a:gd name="T47" fmla="*/ 3932 h 56"/>
                  <a:gd name="T48" fmla="+- 0 7434 7417"/>
                  <a:gd name="T49" fmla="*/ T48 w 35"/>
                  <a:gd name="T50" fmla="+- 0 3934 3881"/>
                  <a:gd name="T51" fmla="*/ 3934 h 56"/>
                  <a:gd name="T52" fmla="+- 0 7441 7417"/>
                  <a:gd name="T53" fmla="*/ T52 w 35"/>
                  <a:gd name="T54" fmla="+- 0 3934 3881"/>
                  <a:gd name="T55" fmla="*/ 3934 h 56"/>
                  <a:gd name="T56" fmla="+- 0 7451 7417"/>
                  <a:gd name="T57" fmla="*/ T56 w 35"/>
                  <a:gd name="T58" fmla="+- 0 3899 3881"/>
                  <a:gd name="T59" fmla="*/ 3899 h 56"/>
                  <a:gd name="T60" fmla="+- 0 7449 7417"/>
                  <a:gd name="T61" fmla="*/ T60 w 35"/>
                  <a:gd name="T62" fmla="+- 0 3892 3881"/>
                  <a:gd name="T63" fmla="*/ 3892 h 56"/>
                  <a:gd name="T64" fmla="+- 0 7442 7417"/>
                  <a:gd name="T65" fmla="*/ T64 w 35"/>
                  <a:gd name="T66" fmla="+- 0 3883 3881"/>
                  <a:gd name="T67" fmla="*/ 38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50"/>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8" name="Group 337">
              <a:extLst>
                <a:ext uri="{FF2B5EF4-FFF2-40B4-BE49-F238E27FC236}">
                  <a16:creationId xmlns:a16="http://schemas.microsoft.com/office/drawing/2014/main" id="{308B4910-53A6-A2D5-7814-BF74FBA547CA}"/>
                </a:ext>
              </a:extLst>
            </p:cNvPr>
            <p:cNvGrpSpPr>
              <a:grpSpLocks/>
            </p:cNvGrpSpPr>
            <p:nvPr/>
          </p:nvGrpSpPr>
          <p:grpSpPr bwMode="auto">
            <a:xfrm>
              <a:off x="7880" y="3881"/>
              <a:ext cx="21" cy="55"/>
              <a:chOff x="7880" y="3881"/>
              <a:chExt cx="21" cy="55"/>
            </a:xfrm>
          </p:grpSpPr>
          <p:sp>
            <p:nvSpPr>
              <p:cNvPr id="1011" name="Freeform 5335">
                <a:extLst>
                  <a:ext uri="{FF2B5EF4-FFF2-40B4-BE49-F238E27FC236}">
                    <a16:creationId xmlns:a16="http://schemas.microsoft.com/office/drawing/2014/main" id="{0C13F1E1-99DD-248F-C4C4-5BCD94D6E786}"/>
                  </a:ext>
                </a:extLst>
              </p:cNvPr>
              <p:cNvSpPr>
                <a:spLocks/>
              </p:cNvSpPr>
              <p:nvPr/>
            </p:nvSpPr>
            <p:spPr bwMode="auto">
              <a:xfrm>
                <a:off x="7880" y="3881"/>
                <a:ext cx="21" cy="55"/>
              </a:xfrm>
              <a:custGeom>
                <a:avLst/>
                <a:gdLst>
                  <a:gd name="T0" fmla="+- 0 7894 7880"/>
                  <a:gd name="T1" fmla="*/ T0 w 21"/>
                  <a:gd name="T2" fmla="+- 0 3887 3881"/>
                  <a:gd name="T3" fmla="*/ 3887 h 55"/>
                  <a:gd name="T4" fmla="+- 0 7884 7880"/>
                  <a:gd name="T5" fmla="*/ T4 w 21"/>
                  <a:gd name="T6" fmla="+- 0 3887 3881"/>
                  <a:gd name="T7" fmla="*/ 3887 h 55"/>
                  <a:gd name="T8" fmla="+- 0 7886 7880"/>
                  <a:gd name="T9" fmla="*/ T8 w 21"/>
                  <a:gd name="T10" fmla="+- 0 3888 3881"/>
                  <a:gd name="T11" fmla="*/ 3888 h 55"/>
                  <a:gd name="T12" fmla="+- 0 7887 7880"/>
                  <a:gd name="T13" fmla="*/ T12 w 21"/>
                  <a:gd name="T14" fmla="+- 0 3890 3881"/>
                  <a:gd name="T15" fmla="*/ 3890 h 55"/>
                  <a:gd name="T16" fmla="+- 0 7887 7880"/>
                  <a:gd name="T17" fmla="*/ T16 w 21"/>
                  <a:gd name="T18" fmla="+- 0 3891 3881"/>
                  <a:gd name="T19" fmla="*/ 3891 h 55"/>
                  <a:gd name="T20" fmla="+- 0 7887 7880"/>
                  <a:gd name="T21" fmla="*/ T20 w 21"/>
                  <a:gd name="T22" fmla="+- 0 3931 3881"/>
                  <a:gd name="T23" fmla="*/ 3931 h 55"/>
                  <a:gd name="T24" fmla="+- 0 7881 7880"/>
                  <a:gd name="T25" fmla="*/ T24 w 21"/>
                  <a:gd name="T26" fmla="+- 0 3934 3881"/>
                  <a:gd name="T27" fmla="*/ 3934 h 55"/>
                  <a:gd name="T28" fmla="+- 0 7881 7880"/>
                  <a:gd name="T29" fmla="*/ T28 w 21"/>
                  <a:gd name="T30" fmla="+- 0 3935 3881"/>
                  <a:gd name="T31" fmla="*/ 3935 h 55"/>
                  <a:gd name="T32" fmla="+- 0 7901 7880"/>
                  <a:gd name="T33" fmla="*/ T32 w 21"/>
                  <a:gd name="T34" fmla="+- 0 3935 3881"/>
                  <a:gd name="T35" fmla="*/ 3935 h 55"/>
                  <a:gd name="T36" fmla="+- 0 7901 7880"/>
                  <a:gd name="T37" fmla="*/ T36 w 21"/>
                  <a:gd name="T38" fmla="+- 0 3934 3881"/>
                  <a:gd name="T39" fmla="*/ 3934 h 55"/>
                  <a:gd name="T40" fmla="+- 0 7898 7880"/>
                  <a:gd name="T41" fmla="*/ T40 w 21"/>
                  <a:gd name="T42" fmla="+- 0 3934 3881"/>
                  <a:gd name="T43" fmla="*/ 3934 h 55"/>
                  <a:gd name="T44" fmla="+- 0 7897 7880"/>
                  <a:gd name="T45" fmla="*/ T44 w 21"/>
                  <a:gd name="T46" fmla="+- 0 3934 3881"/>
                  <a:gd name="T47" fmla="*/ 3934 h 55"/>
                  <a:gd name="T48" fmla="+- 0 7896 7880"/>
                  <a:gd name="T49" fmla="*/ T48 w 21"/>
                  <a:gd name="T50" fmla="+- 0 3933 3881"/>
                  <a:gd name="T51" fmla="*/ 3933 h 55"/>
                  <a:gd name="T52" fmla="+- 0 7894 7880"/>
                  <a:gd name="T53" fmla="*/ T52 w 21"/>
                  <a:gd name="T54" fmla="+- 0 3931 3881"/>
                  <a:gd name="T55" fmla="*/ 3931 h 55"/>
                  <a:gd name="T56" fmla="+- 0 7894 7880"/>
                  <a:gd name="T57" fmla="*/ T56 w 21"/>
                  <a:gd name="T58" fmla="+- 0 3931 3881"/>
                  <a:gd name="T59" fmla="*/ 3931 h 55"/>
                  <a:gd name="T60" fmla="+- 0 7894 7880"/>
                  <a:gd name="T61" fmla="*/ T60 w 21"/>
                  <a:gd name="T62" fmla="+- 0 3887 3881"/>
                  <a:gd name="T63"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6"/>
                    </a:moveTo>
                    <a:lnTo>
                      <a:pt x="4" y="6"/>
                    </a:lnTo>
                    <a:lnTo>
                      <a:pt x="6" y="7"/>
                    </a:lnTo>
                    <a:lnTo>
                      <a:pt x="7" y="9"/>
                    </a:lnTo>
                    <a:lnTo>
                      <a:pt x="7" y="10"/>
                    </a:lnTo>
                    <a:lnTo>
                      <a:pt x="7" y="50"/>
                    </a:lnTo>
                    <a:lnTo>
                      <a:pt x="1" y="53"/>
                    </a:lnTo>
                    <a:lnTo>
                      <a:pt x="1" y="54"/>
                    </a:lnTo>
                    <a:lnTo>
                      <a:pt x="21" y="54"/>
                    </a:lnTo>
                    <a:lnTo>
                      <a:pt x="21" y="53"/>
                    </a:lnTo>
                    <a:lnTo>
                      <a:pt x="18" y="53"/>
                    </a:lnTo>
                    <a:lnTo>
                      <a:pt x="17" y="53"/>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12" name="Freeform 5336">
                <a:extLst>
                  <a:ext uri="{FF2B5EF4-FFF2-40B4-BE49-F238E27FC236}">
                    <a16:creationId xmlns:a16="http://schemas.microsoft.com/office/drawing/2014/main" id="{F1957FB5-C866-0403-6850-7ECA5DF56E22}"/>
                  </a:ext>
                </a:extLst>
              </p:cNvPr>
              <p:cNvSpPr>
                <a:spLocks/>
              </p:cNvSpPr>
              <p:nvPr/>
            </p:nvSpPr>
            <p:spPr bwMode="auto">
              <a:xfrm>
                <a:off x="7880" y="3881"/>
                <a:ext cx="21" cy="55"/>
              </a:xfrm>
              <a:custGeom>
                <a:avLst/>
                <a:gdLst>
                  <a:gd name="T0" fmla="+- 0 7894 7880"/>
                  <a:gd name="T1" fmla="*/ T0 w 21"/>
                  <a:gd name="T2" fmla="+- 0 3881 3881"/>
                  <a:gd name="T3" fmla="*/ 3881 h 55"/>
                  <a:gd name="T4" fmla="+- 0 7893 7880"/>
                  <a:gd name="T5" fmla="*/ T4 w 21"/>
                  <a:gd name="T6" fmla="+- 0 3881 3881"/>
                  <a:gd name="T7" fmla="*/ 3881 h 55"/>
                  <a:gd name="T8" fmla="+- 0 7880 7880"/>
                  <a:gd name="T9" fmla="*/ T8 w 21"/>
                  <a:gd name="T10" fmla="+- 0 3887 3881"/>
                  <a:gd name="T11" fmla="*/ 3887 h 55"/>
                  <a:gd name="T12" fmla="+- 0 7880 7880"/>
                  <a:gd name="T13" fmla="*/ T12 w 21"/>
                  <a:gd name="T14" fmla="+- 0 3888 3881"/>
                  <a:gd name="T15" fmla="*/ 3888 h 55"/>
                  <a:gd name="T16" fmla="+- 0 7884 7880"/>
                  <a:gd name="T17" fmla="*/ T16 w 21"/>
                  <a:gd name="T18" fmla="+- 0 3887 3881"/>
                  <a:gd name="T19" fmla="*/ 3887 h 55"/>
                  <a:gd name="T20" fmla="+- 0 7894 7880"/>
                  <a:gd name="T21" fmla="*/ T20 w 21"/>
                  <a:gd name="T22" fmla="+- 0 3887 3881"/>
                  <a:gd name="T23" fmla="*/ 3887 h 55"/>
                  <a:gd name="T24" fmla="+- 0 7894 7880"/>
                  <a:gd name="T25" fmla="*/ T24 w 21"/>
                  <a:gd name="T26" fmla="+- 0 3881 3881"/>
                  <a:gd name="T27" fmla="*/ 388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39" name="Group 338">
              <a:extLst>
                <a:ext uri="{FF2B5EF4-FFF2-40B4-BE49-F238E27FC236}">
                  <a16:creationId xmlns:a16="http://schemas.microsoft.com/office/drawing/2014/main" id="{70D9511D-653B-0FB3-9551-3CC53BD9A232}"/>
                </a:ext>
              </a:extLst>
            </p:cNvPr>
            <p:cNvGrpSpPr>
              <a:grpSpLocks/>
            </p:cNvGrpSpPr>
            <p:nvPr/>
          </p:nvGrpSpPr>
          <p:grpSpPr bwMode="auto">
            <a:xfrm>
              <a:off x="8328" y="3881"/>
              <a:ext cx="36" cy="55"/>
              <a:chOff x="8328" y="3881"/>
              <a:chExt cx="36" cy="55"/>
            </a:xfrm>
          </p:grpSpPr>
          <p:sp>
            <p:nvSpPr>
              <p:cNvPr id="1008" name="Freeform 5338">
                <a:extLst>
                  <a:ext uri="{FF2B5EF4-FFF2-40B4-BE49-F238E27FC236}">
                    <a16:creationId xmlns:a16="http://schemas.microsoft.com/office/drawing/2014/main" id="{CD309E53-AB05-06D6-037C-20DDB3B7523D}"/>
                  </a:ext>
                </a:extLst>
              </p:cNvPr>
              <p:cNvSpPr>
                <a:spLocks/>
              </p:cNvSpPr>
              <p:nvPr/>
            </p:nvSpPr>
            <p:spPr bwMode="auto">
              <a:xfrm>
                <a:off x="8328" y="3881"/>
                <a:ext cx="36" cy="55"/>
              </a:xfrm>
              <a:custGeom>
                <a:avLst/>
                <a:gdLst>
                  <a:gd name="T0" fmla="+- 0 8358 8328"/>
                  <a:gd name="T1" fmla="*/ T0 w 36"/>
                  <a:gd name="T2" fmla="+- 0 3887 3881"/>
                  <a:gd name="T3" fmla="*/ 3887 h 55"/>
                  <a:gd name="T4" fmla="+- 0 8346 8328"/>
                  <a:gd name="T5" fmla="*/ T4 w 36"/>
                  <a:gd name="T6" fmla="+- 0 3887 3881"/>
                  <a:gd name="T7" fmla="*/ 3887 h 55"/>
                  <a:gd name="T8" fmla="+- 0 8348 8328"/>
                  <a:gd name="T9" fmla="*/ T8 w 36"/>
                  <a:gd name="T10" fmla="+- 0 3888 3881"/>
                  <a:gd name="T11" fmla="*/ 3888 h 55"/>
                  <a:gd name="T12" fmla="+- 0 8352 8328"/>
                  <a:gd name="T13" fmla="*/ T12 w 36"/>
                  <a:gd name="T14" fmla="+- 0 3892 3881"/>
                  <a:gd name="T15" fmla="*/ 3892 h 55"/>
                  <a:gd name="T16" fmla="+- 0 8353 8328"/>
                  <a:gd name="T17" fmla="*/ T16 w 36"/>
                  <a:gd name="T18" fmla="+- 0 3895 3881"/>
                  <a:gd name="T19" fmla="*/ 3895 h 55"/>
                  <a:gd name="T20" fmla="+- 0 8353 8328"/>
                  <a:gd name="T21" fmla="*/ T20 w 36"/>
                  <a:gd name="T22" fmla="+- 0 3903 3881"/>
                  <a:gd name="T23" fmla="*/ 3903 h 55"/>
                  <a:gd name="T24" fmla="+- 0 8351 8328"/>
                  <a:gd name="T25" fmla="*/ T24 w 36"/>
                  <a:gd name="T26" fmla="+- 0 3908 3881"/>
                  <a:gd name="T27" fmla="*/ 3908 h 55"/>
                  <a:gd name="T28" fmla="+- 0 8344 8328"/>
                  <a:gd name="T29" fmla="*/ T28 w 36"/>
                  <a:gd name="T30" fmla="+- 0 3918 3881"/>
                  <a:gd name="T31" fmla="*/ 3918 h 55"/>
                  <a:gd name="T32" fmla="+- 0 8337 8328"/>
                  <a:gd name="T33" fmla="*/ T32 w 36"/>
                  <a:gd name="T34" fmla="+- 0 3925 3881"/>
                  <a:gd name="T35" fmla="*/ 3925 h 55"/>
                  <a:gd name="T36" fmla="+- 0 8328 8328"/>
                  <a:gd name="T37" fmla="*/ T36 w 36"/>
                  <a:gd name="T38" fmla="+- 0 3934 3881"/>
                  <a:gd name="T39" fmla="*/ 3934 h 55"/>
                  <a:gd name="T40" fmla="+- 0 8328 8328"/>
                  <a:gd name="T41" fmla="*/ T40 w 36"/>
                  <a:gd name="T42" fmla="+- 0 3935 3881"/>
                  <a:gd name="T43" fmla="*/ 3935 h 55"/>
                  <a:gd name="T44" fmla="+- 0 8360 8328"/>
                  <a:gd name="T45" fmla="*/ T44 w 36"/>
                  <a:gd name="T46" fmla="+- 0 3935 3881"/>
                  <a:gd name="T47" fmla="*/ 3935 h 55"/>
                  <a:gd name="T48" fmla="+- 0 8362 8328"/>
                  <a:gd name="T49" fmla="*/ T48 w 36"/>
                  <a:gd name="T50" fmla="+- 0 3929 3881"/>
                  <a:gd name="T51" fmla="*/ 3929 h 55"/>
                  <a:gd name="T52" fmla="+- 0 8337 8328"/>
                  <a:gd name="T53" fmla="*/ T52 w 36"/>
                  <a:gd name="T54" fmla="+- 0 3929 3881"/>
                  <a:gd name="T55" fmla="*/ 3929 h 55"/>
                  <a:gd name="T56" fmla="+- 0 8338 8328"/>
                  <a:gd name="T57" fmla="*/ T56 w 36"/>
                  <a:gd name="T58" fmla="+- 0 3928 3881"/>
                  <a:gd name="T59" fmla="*/ 3928 h 55"/>
                  <a:gd name="T60" fmla="+- 0 8342 8328"/>
                  <a:gd name="T61" fmla="*/ T60 w 36"/>
                  <a:gd name="T62" fmla="+- 0 3924 3881"/>
                  <a:gd name="T63" fmla="*/ 3924 h 55"/>
                  <a:gd name="T64" fmla="+- 0 8353 8328"/>
                  <a:gd name="T65" fmla="*/ T64 w 36"/>
                  <a:gd name="T66" fmla="+- 0 3912 3881"/>
                  <a:gd name="T67" fmla="*/ 3912 h 55"/>
                  <a:gd name="T68" fmla="+- 0 8356 8328"/>
                  <a:gd name="T69" fmla="*/ T68 w 36"/>
                  <a:gd name="T70" fmla="+- 0 3907 3881"/>
                  <a:gd name="T71" fmla="*/ 3907 h 55"/>
                  <a:gd name="T72" fmla="+- 0 8358 8328"/>
                  <a:gd name="T73" fmla="*/ T72 w 36"/>
                  <a:gd name="T74" fmla="+- 0 3903 3881"/>
                  <a:gd name="T75" fmla="*/ 3903 h 55"/>
                  <a:gd name="T76" fmla="+- 0 8359 8328"/>
                  <a:gd name="T77" fmla="*/ T76 w 36"/>
                  <a:gd name="T78" fmla="+- 0 3900 3881"/>
                  <a:gd name="T79" fmla="*/ 3900 h 55"/>
                  <a:gd name="T80" fmla="+- 0 8360 8328"/>
                  <a:gd name="T81" fmla="*/ T80 w 36"/>
                  <a:gd name="T82" fmla="+- 0 3898 3881"/>
                  <a:gd name="T83" fmla="*/ 3898 h 55"/>
                  <a:gd name="T84" fmla="+- 0 8360 8328"/>
                  <a:gd name="T85" fmla="*/ T84 w 36"/>
                  <a:gd name="T86" fmla="+- 0 3891 3881"/>
                  <a:gd name="T87" fmla="*/ 3891 h 55"/>
                  <a:gd name="T88" fmla="+- 0 8359 8328"/>
                  <a:gd name="T89" fmla="*/ T88 w 36"/>
                  <a:gd name="T90" fmla="+- 0 3888 3881"/>
                  <a:gd name="T91" fmla="*/ 3888 h 55"/>
                  <a:gd name="T92" fmla="+- 0 8358 8328"/>
                  <a:gd name="T93" fmla="*/ T92 w 36"/>
                  <a:gd name="T94" fmla="+- 0 3887 3881"/>
                  <a:gd name="T95"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30" y="6"/>
                    </a:moveTo>
                    <a:lnTo>
                      <a:pt x="18" y="6"/>
                    </a:lnTo>
                    <a:lnTo>
                      <a:pt x="20" y="7"/>
                    </a:lnTo>
                    <a:lnTo>
                      <a:pt x="24" y="11"/>
                    </a:lnTo>
                    <a:lnTo>
                      <a:pt x="25" y="14"/>
                    </a:lnTo>
                    <a:lnTo>
                      <a:pt x="25" y="22"/>
                    </a:lnTo>
                    <a:lnTo>
                      <a:pt x="23" y="27"/>
                    </a:lnTo>
                    <a:lnTo>
                      <a:pt x="16" y="37"/>
                    </a:lnTo>
                    <a:lnTo>
                      <a:pt x="9" y="44"/>
                    </a:lnTo>
                    <a:lnTo>
                      <a:pt x="0" y="53"/>
                    </a:lnTo>
                    <a:lnTo>
                      <a:pt x="0" y="54"/>
                    </a:lnTo>
                    <a:lnTo>
                      <a:pt x="32" y="54"/>
                    </a:lnTo>
                    <a:lnTo>
                      <a:pt x="34" y="48"/>
                    </a:lnTo>
                    <a:lnTo>
                      <a:pt x="9" y="48"/>
                    </a:lnTo>
                    <a:lnTo>
                      <a:pt x="10" y="47"/>
                    </a:lnTo>
                    <a:lnTo>
                      <a:pt x="14" y="43"/>
                    </a:lnTo>
                    <a:lnTo>
                      <a:pt x="25" y="31"/>
                    </a:lnTo>
                    <a:lnTo>
                      <a:pt x="28" y="26"/>
                    </a:lnTo>
                    <a:lnTo>
                      <a:pt x="30" y="22"/>
                    </a:lnTo>
                    <a:lnTo>
                      <a:pt x="31" y="19"/>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09" name="Freeform 5339">
                <a:extLst>
                  <a:ext uri="{FF2B5EF4-FFF2-40B4-BE49-F238E27FC236}">
                    <a16:creationId xmlns:a16="http://schemas.microsoft.com/office/drawing/2014/main" id="{397996DB-5393-3C4B-BB8F-7F22C5F30AFA}"/>
                  </a:ext>
                </a:extLst>
              </p:cNvPr>
              <p:cNvSpPr>
                <a:spLocks/>
              </p:cNvSpPr>
              <p:nvPr/>
            </p:nvSpPr>
            <p:spPr bwMode="auto">
              <a:xfrm>
                <a:off x="8328" y="3881"/>
                <a:ext cx="36" cy="55"/>
              </a:xfrm>
              <a:custGeom>
                <a:avLst/>
                <a:gdLst>
                  <a:gd name="T0" fmla="+- 0 8363 8328"/>
                  <a:gd name="T1" fmla="*/ T0 w 36"/>
                  <a:gd name="T2" fmla="+- 0 3925 3881"/>
                  <a:gd name="T3" fmla="*/ 3925 h 55"/>
                  <a:gd name="T4" fmla="+- 0 8362 8328"/>
                  <a:gd name="T5" fmla="*/ T4 w 36"/>
                  <a:gd name="T6" fmla="+- 0 3925 3881"/>
                  <a:gd name="T7" fmla="*/ 3925 h 55"/>
                  <a:gd name="T8" fmla="+- 0 8360 8328"/>
                  <a:gd name="T9" fmla="*/ T8 w 36"/>
                  <a:gd name="T10" fmla="+- 0 3928 3881"/>
                  <a:gd name="T11" fmla="*/ 3928 h 55"/>
                  <a:gd name="T12" fmla="+- 0 8356 8328"/>
                  <a:gd name="T13" fmla="*/ T12 w 36"/>
                  <a:gd name="T14" fmla="+- 0 3929 3881"/>
                  <a:gd name="T15" fmla="*/ 3929 h 55"/>
                  <a:gd name="T16" fmla="+- 0 8353 8328"/>
                  <a:gd name="T17" fmla="*/ T16 w 36"/>
                  <a:gd name="T18" fmla="+- 0 3929 3881"/>
                  <a:gd name="T19" fmla="*/ 3929 h 55"/>
                  <a:gd name="T20" fmla="+- 0 8362 8328"/>
                  <a:gd name="T21" fmla="*/ T20 w 36"/>
                  <a:gd name="T22" fmla="+- 0 3929 3881"/>
                  <a:gd name="T23" fmla="*/ 3929 h 55"/>
                  <a:gd name="T24" fmla="+- 0 8363 8328"/>
                  <a:gd name="T25" fmla="*/ T24 w 36"/>
                  <a:gd name="T26" fmla="+- 0 3925 3881"/>
                  <a:gd name="T27" fmla="*/ 392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2" y="47"/>
                    </a:lnTo>
                    <a:lnTo>
                      <a:pt x="28" y="48"/>
                    </a:lnTo>
                    <a:lnTo>
                      <a:pt x="25" y="48"/>
                    </a:lnTo>
                    <a:lnTo>
                      <a:pt x="34"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10" name="Freeform 5340">
                <a:extLst>
                  <a:ext uri="{FF2B5EF4-FFF2-40B4-BE49-F238E27FC236}">
                    <a16:creationId xmlns:a16="http://schemas.microsoft.com/office/drawing/2014/main" id="{0A294B0B-45CA-0E62-9C84-CD2758709B64}"/>
                  </a:ext>
                </a:extLst>
              </p:cNvPr>
              <p:cNvSpPr>
                <a:spLocks/>
              </p:cNvSpPr>
              <p:nvPr/>
            </p:nvSpPr>
            <p:spPr bwMode="auto">
              <a:xfrm>
                <a:off x="8328" y="3881"/>
                <a:ext cx="36" cy="55"/>
              </a:xfrm>
              <a:custGeom>
                <a:avLst/>
                <a:gdLst>
                  <a:gd name="T0" fmla="+- 0 8349 8328"/>
                  <a:gd name="T1" fmla="*/ T0 w 36"/>
                  <a:gd name="T2" fmla="+- 0 3881 3881"/>
                  <a:gd name="T3" fmla="*/ 3881 h 55"/>
                  <a:gd name="T4" fmla="+- 0 8341 8328"/>
                  <a:gd name="T5" fmla="*/ T4 w 36"/>
                  <a:gd name="T6" fmla="+- 0 3881 3881"/>
                  <a:gd name="T7" fmla="*/ 3881 h 55"/>
                  <a:gd name="T8" fmla="+- 0 8337 8328"/>
                  <a:gd name="T9" fmla="*/ T8 w 36"/>
                  <a:gd name="T10" fmla="+- 0 3882 3881"/>
                  <a:gd name="T11" fmla="*/ 3882 h 55"/>
                  <a:gd name="T12" fmla="+- 0 8332 8328"/>
                  <a:gd name="T13" fmla="*/ T12 w 36"/>
                  <a:gd name="T14" fmla="+- 0 3887 3881"/>
                  <a:gd name="T15" fmla="*/ 3887 h 55"/>
                  <a:gd name="T16" fmla="+- 0 8330 8328"/>
                  <a:gd name="T17" fmla="*/ T16 w 36"/>
                  <a:gd name="T18" fmla="+- 0 3891 3881"/>
                  <a:gd name="T19" fmla="*/ 3891 h 55"/>
                  <a:gd name="T20" fmla="+- 0 8330 8328"/>
                  <a:gd name="T21" fmla="*/ T20 w 36"/>
                  <a:gd name="T22" fmla="+- 0 3896 3881"/>
                  <a:gd name="T23" fmla="*/ 3896 h 55"/>
                  <a:gd name="T24" fmla="+- 0 8331 8328"/>
                  <a:gd name="T25" fmla="*/ T24 w 36"/>
                  <a:gd name="T26" fmla="+- 0 3896 3881"/>
                  <a:gd name="T27" fmla="*/ 3896 h 55"/>
                  <a:gd name="T28" fmla="+- 0 8332 8328"/>
                  <a:gd name="T29" fmla="*/ T28 w 36"/>
                  <a:gd name="T30" fmla="+- 0 3893 3881"/>
                  <a:gd name="T31" fmla="*/ 3893 h 55"/>
                  <a:gd name="T32" fmla="+- 0 8334 8328"/>
                  <a:gd name="T33" fmla="*/ T32 w 36"/>
                  <a:gd name="T34" fmla="+- 0 3891 3881"/>
                  <a:gd name="T35" fmla="*/ 3891 h 55"/>
                  <a:gd name="T36" fmla="+- 0 8338 8328"/>
                  <a:gd name="T37" fmla="*/ T36 w 36"/>
                  <a:gd name="T38" fmla="+- 0 3888 3881"/>
                  <a:gd name="T39" fmla="*/ 3888 h 55"/>
                  <a:gd name="T40" fmla="+- 0 8340 8328"/>
                  <a:gd name="T41" fmla="*/ T40 w 36"/>
                  <a:gd name="T42" fmla="+- 0 3887 3881"/>
                  <a:gd name="T43" fmla="*/ 3887 h 55"/>
                  <a:gd name="T44" fmla="+- 0 8358 8328"/>
                  <a:gd name="T45" fmla="*/ T44 w 36"/>
                  <a:gd name="T46" fmla="+- 0 3887 3881"/>
                  <a:gd name="T47" fmla="*/ 3887 h 55"/>
                  <a:gd name="T48" fmla="+- 0 8353 8328"/>
                  <a:gd name="T49" fmla="*/ T48 w 36"/>
                  <a:gd name="T50" fmla="+- 0 3882 3881"/>
                  <a:gd name="T51" fmla="*/ 3882 h 55"/>
                  <a:gd name="T52" fmla="+- 0 8349 8328"/>
                  <a:gd name="T53" fmla="*/ T52 w 36"/>
                  <a:gd name="T54" fmla="+- 0 3881 3881"/>
                  <a:gd name="T55" fmla="*/ 388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2" y="15"/>
                    </a:lnTo>
                    <a:lnTo>
                      <a:pt x="3" y="15"/>
                    </a:lnTo>
                    <a:lnTo>
                      <a:pt x="4" y="12"/>
                    </a:lnTo>
                    <a:lnTo>
                      <a:pt x="6" y="10"/>
                    </a:lnTo>
                    <a:lnTo>
                      <a:pt x="10" y="7"/>
                    </a:lnTo>
                    <a:lnTo>
                      <a:pt x="12" y="6"/>
                    </a:lnTo>
                    <a:lnTo>
                      <a:pt x="30"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0" name="Group 339">
              <a:extLst>
                <a:ext uri="{FF2B5EF4-FFF2-40B4-BE49-F238E27FC236}">
                  <a16:creationId xmlns:a16="http://schemas.microsoft.com/office/drawing/2014/main" id="{B711A446-454C-801A-E7CF-134800C890CD}"/>
                </a:ext>
              </a:extLst>
            </p:cNvPr>
            <p:cNvGrpSpPr>
              <a:grpSpLocks/>
            </p:cNvGrpSpPr>
            <p:nvPr/>
          </p:nvGrpSpPr>
          <p:grpSpPr bwMode="auto">
            <a:xfrm>
              <a:off x="8792" y="3881"/>
              <a:ext cx="21" cy="55"/>
              <a:chOff x="8792" y="3881"/>
              <a:chExt cx="21" cy="55"/>
            </a:xfrm>
          </p:grpSpPr>
          <p:sp>
            <p:nvSpPr>
              <p:cNvPr id="1006" name="Freeform 5342">
                <a:extLst>
                  <a:ext uri="{FF2B5EF4-FFF2-40B4-BE49-F238E27FC236}">
                    <a16:creationId xmlns:a16="http://schemas.microsoft.com/office/drawing/2014/main" id="{B243F198-94D9-5C39-CA7D-74509475CD04}"/>
                  </a:ext>
                </a:extLst>
              </p:cNvPr>
              <p:cNvSpPr>
                <a:spLocks/>
              </p:cNvSpPr>
              <p:nvPr/>
            </p:nvSpPr>
            <p:spPr bwMode="auto">
              <a:xfrm>
                <a:off x="8792" y="3881"/>
                <a:ext cx="21" cy="55"/>
              </a:xfrm>
              <a:custGeom>
                <a:avLst/>
                <a:gdLst>
                  <a:gd name="T0" fmla="+- 0 8807 8792"/>
                  <a:gd name="T1" fmla="*/ T0 w 21"/>
                  <a:gd name="T2" fmla="+- 0 3887 3881"/>
                  <a:gd name="T3" fmla="*/ 3887 h 55"/>
                  <a:gd name="T4" fmla="+- 0 8797 8792"/>
                  <a:gd name="T5" fmla="*/ T4 w 21"/>
                  <a:gd name="T6" fmla="+- 0 3887 3881"/>
                  <a:gd name="T7" fmla="*/ 3887 h 55"/>
                  <a:gd name="T8" fmla="+- 0 8799 8792"/>
                  <a:gd name="T9" fmla="*/ T8 w 21"/>
                  <a:gd name="T10" fmla="+- 0 3888 3881"/>
                  <a:gd name="T11" fmla="*/ 3888 h 55"/>
                  <a:gd name="T12" fmla="+- 0 8800 8792"/>
                  <a:gd name="T13" fmla="*/ T12 w 21"/>
                  <a:gd name="T14" fmla="+- 0 3890 3881"/>
                  <a:gd name="T15" fmla="*/ 3890 h 55"/>
                  <a:gd name="T16" fmla="+- 0 8800 8792"/>
                  <a:gd name="T17" fmla="*/ T16 w 21"/>
                  <a:gd name="T18" fmla="+- 0 3891 3881"/>
                  <a:gd name="T19" fmla="*/ 3891 h 55"/>
                  <a:gd name="T20" fmla="+- 0 8800 8792"/>
                  <a:gd name="T21" fmla="*/ T20 w 21"/>
                  <a:gd name="T22" fmla="+- 0 3931 3881"/>
                  <a:gd name="T23" fmla="*/ 3931 h 55"/>
                  <a:gd name="T24" fmla="+- 0 8800 8792"/>
                  <a:gd name="T25" fmla="*/ T24 w 21"/>
                  <a:gd name="T26" fmla="+- 0 3932 3881"/>
                  <a:gd name="T27" fmla="*/ 3932 h 55"/>
                  <a:gd name="T28" fmla="+- 0 8798 8792"/>
                  <a:gd name="T29" fmla="*/ T28 w 21"/>
                  <a:gd name="T30" fmla="+- 0 3933 3881"/>
                  <a:gd name="T31" fmla="*/ 3933 h 55"/>
                  <a:gd name="T32" fmla="+- 0 8797 8792"/>
                  <a:gd name="T33" fmla="*/ T32 w 21"/>
                  <a:gd name="T34" fmla="+- 0 3934 3881"/>
                  <a:gd name="T35" fmla="*/ 3934 h 55"/>
                  <a:gd name="T36" fmla="+- 0 8796 8792"/>
                  <a:gd name="T37" fmla="*/ T36 w 21"/>
                  <a:gd name="T38" fmla="+- 0 3934 3881"/>
                  <a:gd name="T39" fmla="*/ 3934 h 55"/>
                  <a:gd name="T40" fmla="+- 0 8793 8792"/>
                  <a:gd name="T41" fmla="*/ T40 w 21"/>
                  <a:gd name="T42" fmla="+- 0 3934 3881"/>
                  <a:gd name="T43" fmla="*/ 3934 h 55"/>
                  <a:gd name="T44" fmla="+- 0 8793 8792"/>
                  <a:gd name="T45" fmla="*/ T44 w 21"/>
                  <a:gd name="T46" fmla="+- 0 3935 3881"/>
                  <a:gd name="T47" fmla="*/ 3935 h 55"/>
                  <a:gd name="T48" fmla="+- 0 8813 8792"/>
                  <a:gd name="T49" fmla="*/ T48 w 21"/>
                  <a:gd name="T50" fmla="+- 0 3935 3881"/>
                  <a:gd name="T51" fmla="*/ 3935 h 55"/>
                  <a:gd name="T52" fmla="+- 0 8813 8792"/>
                  <a:gd name="T53" fmla="*/ T52 w 21"/>
                  <a:gd name="T54" fmla="+- 0 3934 3881"/>
                  <a:gd name="T55" fmla="*/ 3934 h 55"/>
                  <a:gd name="T56" fmla="+- 0 8811 8792"/>
                  <a:gd name="T57" fmla="*/ T56 w 21"/>
                  <a:gd name="T58" fmla="+- 0 3934 3881"/>
                  <a:gd name="T59" fmla="*/ 3934 h 55"/>
                  <a:gd name="T60" fmla="+- 0 8809 8792"/>
                  <a:gd name="T61" fmla="*/ T60 w 21"/>
                  <a:gd name="T62" fmla="+- 0 3934 3881"/>
                  <a:gd name="T63" fmla="*/ 3934 h 55"/>
                  <a:gd name="T64" fmla="+- 0 8809 8792"/>
                  <a:gd name="T65" fmla="*/ T64 w 21"/>
                  <a:gd name="T66" fmla="+- 0 3933 3881"/>
                  <a:gd name="T67" fmla="*/ 3933 h 55"/>
                  <a:gd name="T68" fmla="+- 0 8807 8792"/>
                  <a:gd name="T69" fmla="*/ T68 w 21"/>
                  <a:gd name="T70" fmla="+- 0 3931 3881"/>
                  <a:gd name="T71" fmla="*/ 3931 h 55"/>
                  <a:gd name="T72" fmla="+- 0 8807 8792"/>
                  <a:gd name="T73" fmla="*/ T72 w 21"/>
                  <a:gd name="T74" fmla="+- 0 3931 3881"/>
                  <a:gd name="T75" fmla="*/ 3931 h 55"/>
                  <a:gd name="T76" fmla="+- 0 8807 8792"/>
                  <a:gd name="T77" fmla="*/ T76 w 21"/>
                  <a:gd name="T78" fmla="+- 0 3887 3881"/>
                  <a:gd name="T79"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6"/>
                    </a:moveTo>
                    <a:lnTo>
                      <a:pt x="5" y="6"/>
                    </a:lnTo>
                    <a:lnTo>
                      <a:pt x="7" y="7"/>
                    </a:lnTo>
                    <a:lnTo>
                      <a:pt x="8" y="9"/>
                    </a:lnTo>
                    <a:lnTo>
                      <a:pt x="8" y="10"/>
                    </a:lnTo>
                    <a:lnTo>
                      <a:pt x="8" y="50"/>
                    </a:lnTo>
                    <a:lnTo>
                      <a:pt x="8" y="51"/>
                    </a:lnTo>
                    <a:lnTo>
                      <a:pt x="6" y="52"/>
                    </a:lnTo>
                    <a:lnTo>
                      <a:pt x="5" y="53"/>
                    </a:lnTo>
                    <a:lnTo>
                      <a:pt x="4" y="53"/>
                    </a:lnTo>
                    <a:lnTo>
                      <a:pt x="1" y="53"/>
                    </a:lnTo>
                    <a:lnTo>
                      <a:pt x="1" y="54"/>
                    </a:lnTo>
                    <a:lnTo>
                      <a:pt x="21" y="54"/>
                    </a:lnTo>
                    <a:lnTo>
                      <a:pt x="21" y="53"/>
                    </a:lnTo>
                    <a:lnTo>
                      <a:pt x="19" y="53"/>
                    </a:lnTo>
                    <a:lnTo>
                      <a:pt x="17"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07" name="Freeform 5343">
                <a:extLst>
                  <a:ext uri="{FF2B5EF4-FFF2-40B4-BE49-F238E27FC236}">
                    <a16:creationId xmlns:a16="http://schemas.microsoft.com/office/drawing/2014/main" id="{7DB4F69C-6D7C-12A3-46F6-171A4C60E09E}"/>
                  </a:ext>
                </a:extLst>
              </p:cNvPr>
              <p:cNvSpPr>
                <a:spLocks/>
              </p:cNvSpPr>
              <p:nvPr/>
            </p:nvSpPr>
            <p:spPr bwMode="auto">
              <a:xfrm>
                <a:off x="8792" y="3881"/>
                <a:ext cx="21" cy="55"/>
              </a:xfrm>
              <a:custGeom>
                <a:avLst/>
                <a:gdLst>
                  <a:gd name="T0" fmla="+- 0 8807 8792"/>
                  <a:gd name="T1" fmla="*/ T0 w 21"/>
                  <a:gd name="T2" fmla="+- 0 3881 3881"/>
                  <a:gd name="T3" fmla="*/ 3881 h 55"/>
                  <a:gd name="T4" fmla="+- 0 8805 8792"/>
                  <a:gd name="T5" fmla="*/ T4 w 21"/>
                  <a:gd name="T6" fmla="+- 0 3881 3881"/>
                  <a:gd name="T7" fmla="*/ 3881 h 55"/>
                  <a:gd name="T8" fmla="+- 0 8792 8792"/>
                  <a:gd name="T9" fmla="*/ T8 w 21"/>
                  <a:gd name="T10" fmla="+- 0 3887 3881"/>
                  <a:gd name="T11" fmla="*/ 3887 h 55"/>
                  <a:gd name="T12" fmla="+- 0 8793 8792"/>
                  <a:gd name="T13" fmla="*/ T12 w 21"/>
                  <a:gd name="T14" fmla="+- 0 3888 3881"/>
                  <a:gd name="T15" fmla="*/ 3888 h 55"/>
                  <a:gd name="T16" fmla="+- 0 8797 8792"/>
                  <a:gd name="T17" fmla="*/ T16 w 21"/>
                  <a:gd name="T18" fmla="+- 0 3887 3881"/>
                  <a:gd name="T19" fmla="*/ 3887 h 55"/>
                  <a:gd name="T20" fmla="+- 0 8807 8792"/>
                  <a:gd name="T21" fmla="*/ T20 w 21"/>
                  <a:gd name="T22" fmla="+- 0 3887 3881"/>
                  <a:gd name="T23" fmla="*/ 3887 h 55"/>
                  <a:gd name="T24" fmla="+- 0 8807 8792"/>
                  <a:gd name="T25" fmla="*/ T24 w 21"/>
                  <a:gd name="T26" fmla="+- 0 3881 3881"/>
                  <a:gd name="T27" fmla="*/ 388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1" name="Group 340">
              <a:extLst>
                <a:ext uri="{FF2B5EF4-FFF2-40B4-BE49-F238E27FC236}">
                  <a16:creationId xmlns:a16="http://schemas.microsoft.com/office/drawing/2014/main" id="{0C0D7A21-3D4E-5329-3EEF-7EF362B929C3}"/>
                </a:ext>
              </a:extLst>
            </p:cNvPr>
            <p:cNvGrpSpPr>
              <a:grpSpLocks/>
            </p:cNvGrpSpPr>
            <p:nvPr/>
          </p:nvGrpSpPr>
          <p:grpSpPr bwMode="auto">
            <a:xfrm>
              <a:off x="368" y="3881"/>
              <a:ext cx="8909" cy="356"/>
              <a:chOff x="368" y="3881"/>
              <a:chExt cx="8909" cy="356"/>
            </a:xfrm>
          </p:grpSpPr>
          <p:sp>
            <p:nvSpPr>
              <p:cNvPr id="1002" name="Freeform 5345">
                <a:extLst>
                  <a:ext uri="{FF2B5EF4-FFF2-40B4-BE49-F238E27FC236}">
                    <a16:creationId xmlns:a16="http://schemas.microsoft.com/office/drawing/2014/main" id="{A359D2BD-75AA-DBCB-B2DA-13CFE0028131}"/>
                  </a:ext>
                </a:extLst>
              </p:cNvPr>
              <p:cNvSpPr>
                <a:spLocks/>
              </p:cNvSpPr>
              <p:nvPr/>
            </p:nvSpPr>
            <p:spPr bwMode="auto">
              <a:xfrm>
                <a:off x="9241" y="3881"/>
                <a:ext cx="36" cy="55"/>
              </a:xfrm>
              <a:custGeom>
                <a:avLst/>
                <a:gdLst>
                  <a:gd name="T0" fmla="+- 0 9270 9241"/>
                  <a:gd name="T1" fmla="*/ T0 w 36"/>
                  <a:gd name="T2" fmla="+- 0 3887 3881"/>
                  <a:gd name="T3" fmla="*/ 3887 h 55"/>
                  <a:gd name="T4" fmla="+- 0 9258 9241"/>
                  <a:gd name="T5" fmla="*/ T4 w 36"/>
                  <a:gd name="T6" fmla="+- 0 3887 3881"/>
                  <a:gd name="T7" fmla="*/ 3887 h 55"/>
                  <a:gd name="T8" fmla="+- 0 9261 9241"/>
                  <a:gd name="T9" fmla="*/ T8 w 36"/>
                  <a:gd name="T10" fmla="+- 0 3888 3881"/>
                  <a:gd name="T11" fmla="*/ 3888 h 55"/>
                  <a:gd name="T12" fmla="+- 0 9265 9241"/>
                  <a:gd name="T13" fmla="*/ T12 w 36"/>
                  <a:gd name="T14" fmla="+- 0 3892 3881"/>
                  <a:gd name="T15" fmla="*/ 3892 h 55"/>
                  <a:gd name="T16" fmla="+- 0 9266 9241"/>
                  <a:gd name="T17" fmla="*/ T16 w 36"/>
                  <a:gd name="T18" fmla="+- 0 3895 3881"/>
                  <a:gd name="T19" fmla="*/ 3895 h 55"/>
                  <a:gd name="T20" fmla="+- 0 9266 9241"/>
                  <a:gd name="T21" fmla="*/ T20 w 36"/>
                  <a:gd name="T22" fmla="+- 0 3903 3881"/>
                  <a:gd name="T23" fmla="*/ 3903 h 55"/>
                  <a:gd name="T24" fmla="+- 0 9264 9241"/>
                  <a:gd name="T25" fmla="*/ T24 w 36"/>
                  <a:gd name="T26" fmla="+- 0 3908 3881"/>
                  <a:gd name="T27" fmla="*/ 3908 h 55"/>
                  <a:gd name="T28" fmla="+- 0 9257 9241"/>
                  <a:gd name="T29" fmla="*/ T28 w 36"/>
                  <a:gd name="T30" fmla="+- 0 3918 3881"/>
                  <a:gd name="T31" fmla="*/ 3918 h 55"/>
                  <a:gd name="T32" fmla="+- 0 9250 9241"/>
                  <a:gd name="T33" fmla="*/ T32 w 36"/>
                  <a:gd name="T34" fmla="+- 0 3925 3881"/>
                  <a:gd name="T35" fmla="*/ 3925 h 55"/>
                  <a:gd name="T36" fmla="+- 0 9241 9241"/>
                  <a:gd name="T37" fmla="*/ T36 w 36"/>
                  <a:gd name="T38" fmla="+- 0 3934 3881"/>
                  <a:gd name="T39" fmla="*/ 3934 h 55"/>
                  <a:gd name="T40" fmla="+- 0 9241 9241"/>
                  <a:gd name="T41" fmla="*/ T40 w 36"/>
                  <a:gd name="T42" fmla="+- 0 3935 3881"/>
                  <a:gd name="T43" fmla="*/ 3935 h 55"/>
                  <a:gd name="T44" fmla="+- 0 9272 9241"/>
                  <a:gd name="T45" fmla="*/ T44 w 36"/>
                  <a:gd name="T46" fmla="+- 0 3935 3881"/>
                  <a:gd name="T47" fmla="*/ 3935 h 55"/>
                  <a:gd name="T48" fmla="+- 0 9274 9241"/>
                  <a:gd name="T49" fmla="*/ T48 w 36"/>
                  <a:gd name="T50" fmla="+- 0 3929 3881"/>
                  <a:gd name="T51" fmla="*/ 3929 h 55"/>
                  <a:gd name="T52" fmla="+- 0 9249 9241"/>
                  <a:gd name="T53" fmla="*/ T52 w 36"/>
                  <a:gd name="T54" fmla="+- 0 3929 3881"/>
                  <a:gd name="T55" fmla="*/ 3929 h 55"/>
                  <a:gd name="T56" fmla="+- 0 9251 9241"/>
                  <a:gd name="T57" fmla="*/ T56 w 36"/>
                  <a:gd name="T58" fmla="+- 0 3928 3881"/>
                  <a:gd name="T59" fmla="*/ 3928 h 55"/>
                  <a:gd name="T60" fmla="+- 0 9273 9241"/>
                  <a:gd name="T61" fmla="*/ T60 w 36"/>
                  <a:gd name="T62" fmla="+- 0 3898 3881"/>
                  <a:gd name="T63" fmla="*/ 3898 h 55"/>
                  <a:gd name="T64" fmla="+- 0 9273 9241"/>
                  <a:gd name="T65" fmla="*/ T64 w 36"/>
                  <a:gd name="T66" fmla="+- 0 3891 3881"/>
                  <a:gd name="T67" fmla="*/ 3891 h 55"/>
                  <a:gd name="T68" fmla="+- 0 9271 9241"/>
                  <a:gd name="T69" fmla="*/ T68 w 36"/>
                  <a:gd name="T70" fmla="+- 0 3888 3881"/>
                  <a:gd name="T71" fmla="*/ 3888 h 55"/>
                  <a:gd name="T72" fmla="+- 0 9270 9241"/>
                  <a:gd name="T73" fmla="*/ T72 w 36"/>
                  <a:gd name="T74" fmla="+- 0 3887 3881"/>
                  <a:gd name="T75" fmla="*/ 388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7" y="6"/>
                    </a:lnTo>
                    <a:lnTo>
                      <a:pt x="20" y="7"/>
                    </a:lnTo>
                    <a:lnTo>
                      <a:pt x="24" y="11"/>
                    </a:lnTo>
                    <a:lnTo>
                      <a:pt x="25" y="14"/>
                    </a:lnTo>
                    <a:lnTo>
                      <a:pt x="25" y="22"/>
                    </a:lnTo>
                    <a:lnTo>
                      <a:pt x="23" y="27"/>
                    </a:lnTo>
                    <a:lnTo>
                      <a:pt x="16" y="37"/>
                    </a:lnTo>
                    <a:lnTo>
                      <a:pt x="9" y="44"/>
                    </a:lnTo>
                    <a:lnTo>
                      <a:pt x="0" y="53"/>
                    </a:lnTo>
                    <a:lnTo>
                      <a:pt x="0" y="54"/>
                    </a:lnTo>
                    <a:lnTo>
                      <a:pt x="31" y="54"/>
                    </a:lnTo>
                    <a:lnTo>
                      <a:pt x="33" y="48"/>
                    </a:lnTo>
                    <a:lnTo>
                      <a:pt x="8" y="48"/>
                    </a:lnTo>
                    <a:lnTo>
                      <a:pt x="10" y="47"/>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03" name="Freeform 5346">
                <a:extLst>
                  <a:ext uri="{FF2B5EF4-FFF2-40B4-BE49-F238E27FC236}">
                    <a16:creationId xmlns:a16="http://schemas.microsoft.com/office/drawing/2014/main" id="{E8526753-CBBA-B31B-0F5B-BFFC17D1AA0C}"/>
                  </a:ext>
                </a:extLst>
              </p:cNvPr>
              <p:cNvSpPr>
                <a:spLocks/>
              </p:cNvSpPr>
              <p:nvPr/>
            </p:nvSpPr>
            <p:spPr bwMode="auto">
              <a:xfrm>
                <a:off x="9241" y="3881"/>
                <a:ext cx="36" cy="55"/>
              </a:xfrm>
              <a:custGeom>
                <a:avLst/>
                <a:gdLst>
                  <a:gd name="T0" fmla="+- 0 9276 9241"/>
                  <a:gd name="T1" fmla="*/ T0 w 36"/>
                  <a:gd name="T2" fmla="+- 0 3925 3881"/>
                  <a:gd name="T3" fmla="*/ 3925 h 55"/>
                  <a:gd name="T4" fmla="+- 0 9275 9241"/>
                  <a:gd name="T5" fmla="*/ T4 w 36"/>
                  <a:gd name="T6" fmla="+- 0 3925 3881"/>
                  <a:gd name="T7" fmla="*/ 3925 h 55"/>
                  <a:gd name="T8" fmla="+- 0 9272 9241"/>
                  <a:gd name="T9" fmla="*/ T8 w 36"/>
                  <a:gd name="T10" fmla="+- 0 3928 3881"/>
                  <a:gd name="T11" fmla="*/ 3928 h 55"/>
                  <a:gd name="T12" fmla="+- 0 9269 9241"/>
                  <a:gd name="T13" fmla="*/ T12 w 36"/>
                  <a:gd name="T14" fmla="+- 0 3929 3881"/>
                  <a:gd name="T15" fmla="*/ 3929 h 55"/>
                  <a:gd name="T16" fmla="+- 0 9266 9241"/>
                  <a:gd name="T17" fmla="*/ T16 w 36"/>
                  <a:gd name="T18" fmla="+- 0 3929 3881"/>
                  <a:gd name="T19" fmla="*/ 3929 h 55"/>
                  <a:gd name="T20" fmla="+- 0 9274 9241"/>
                  <a:gd name="T21" fmla="*/ T20 w 36"/>
                  <a:gd name="T22" fmla="+- 0 3929 3881"/>
                  <a:gd name="T23" fmla="*/ 3929 h 55"/>
                  <a:gd name="T24" fmla="+- 0 9276 9241"/>
                  <a:gd name="T25" fmla="*/ T24 w 36"/>
                  <a:gd name="T26" fmla="+- 0 3925 3881"/>
                  <a:gd name="T27" fmla="*/ 392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04" name="Freeform 5347">
                <a:extLst>
                  <a:ext uri="{FF2B5EF4-FFF2-40B4-BE49-F238E27FC236}">
                    <a16:creationId xmlns:a16="http://schemas.microsoft.com/office/drawing/2014/main" id="{9F510243-8FBB-6B7A-7666-5CDD52230567}"/>
                  </a:ext>
                </a:extLst>
              </p:cNvPr>
              <p:cNvSpPr>
                <a:spLocks/>
              </p:cNvSpPr>
              <p:nvPr/>
            </p:nvSpPr>
            <p:spPr bwMode="auto">
              <a:xfrm>
                <a:off x="9241" y="3881"/>
                <a:ext cx="36" cy="55"/>
              </a:xfrm>
              <a:custGeom>
                <a:avLst/>
                <a:gdLst>
                  <a:gd name="T0" fmla="+- 0 9262 9241"/>
                  <a:gd name="T1" fmla="*/ T0 w 36"/>
                  <a:gd name="T2" fmla="+- 0 3881 3881"/>
                  <a:gd name="T3" fmla="*/ 3881 h 55"/>
                  <a:gd name="T4" fmla="+- 0 9254 9241"/>
                  <a:gd name="T5" fmla="*/ T4 w 36"/>
                  <a:gd name="T6" fmla="+- 0 3881 3881"/>
                  <a:gd name="T7" fmla="*/ 3881 h 55"/>
                  <a:gd name="T8" fmla="+- 0 9250 9241"/>
                  <a:gd name="T9" fmla="*/ T8 w 36"/>
                  <a:gd name="T10" fmla="+- 0 3882 3881"/>
                  <a:gd name="T11" fmla="*/ 3882 h 55"/>
                  <a:gd name="T12" fmla="+- 0 9245 9241"/>
                  <a:gd name="T13" fmla="*/ T12 w 36"/>
                  <a:gd name="T14" fmla="+- 0 3887 3881"/>
                  <a:gd name="T15" fmla="*/ 3887 h 55"/>
                  <a:gd name="T16" fmla="+- 0 9243 9241"/>
                  <a:gd name="T17" fmla="*/ T16 w 36"/>
                  <a:gd name="T18" fmla="+- 0 3891 3881"/>
                  <a:gd name="T19" fmla="*/ 3891 h 55"/>
                  <a:gd name="T20" fmla="+- 0 9242 9241"/>
                  <a:gd name="T21" fmla="*/ T20 w 36"/>
                  <a:gd name="T22" fmla="+- 0 3896 3881"/>
                  <a:gd name="T23" fmla="*/ 3896 h 55"/>
                  <a:gd name="T24" fmla="+- 0 9244 9241"/>
                  <a:gd name="T25" fmla="*/ T24 w 36"/>
                  <a:gd name="T26" fmla="+- 0 3896 3881"/>
                  <a:gd name="T27" fmla="*/ 3896 h 55"/>
                  <a:gd name="T28" fmla="+- 0 9245 9241"/>
                  <a:gd name="T29" fmla="*/ T28 w 36"/>
                  <a:gd name="T30" fmla="+- 0 3893 3881"/>
                  <a:gd name="T31" fmla="*/ 3893 h 55"/>
                  <a:gd name="T32" fmla="+- 0 9246 9241"/>
                  <a:gd name="T33" fmla="*/ T32 w 36"/>
                  <a:gd name="T34" fmla="+- 0 3891 3881"/>
                  <a:gd name="T35" fmla="*/ 3891 h 55"/>
                  <a:gd name="T36" fmla="+- 0 9251 9241"/>
                  <a:gd name="T37" fmla="*/ T36 w 36"/>
                  <a:gd name="T38" fmla="+- 0 3888 3881"/>
                  <a:gd name="T39" fmla="*/ 3888 h 55"/>
                  <a:gd name="T40" fmla="+- 0 9253 9241"/>
                  <a:gd name="T41" fmla="*/ T40 w 36"/>
                  <a:gd name="T42" fmla="+- 0 3887 3881"/>
                  <a:gd name="T43" fmla="*/ 3887 h 55"/>
                  <a:gd name="T44" fmla="+- 0 9270 9241"/>
                  <a:gd name="T45" fmla="*/ T44 w 36"/>
                  <a:gd name="T46" fmla="+- 0 3887 3881"/>
                  <a:gd name="T47" fmla="*/ 3887 h 55"/>
                  <a:gd name="T48" fmla="+- 0 9266 9241"/>
                  <a:gd name="T49" fmla="*/ T48 w 36"/>
                  <a:gd name="T50" fmla="+- 0 3882 3881"/>
                  <a:gd name="T51" fmla="*/ 3882 h 55"/>
                  <a:gd name="T52" fmla="+- 0 9262 9241"/>
                  <a:gd name="T53" fmla="*/ T52 w 36"/>
                  <a:gd name="T54" fmla="+- 0 3881 3881"/>
                  <a:gd name="T55" fmla="*/ 388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1" y="15"/>
                    </a:lnTo>
                    <a:lnTo>
                      <a:pt x="3" y="15"/>
                    </a:lnTo>
                    <a:lnTo>
                      <a:pt x="4" y="12"/>
                    </a:lnTo>
                    <a:lnTo>
                      <a:pt x="5" y="10"/>
                    </a:lnTo>
                    <a:lnTo>
                      <a:pt x="10" y="7"/>
                    </a:lnTo>
                    <a:lnTo>
                      <a:pt x="12" y="6"/>
                    </a:lnTo>
                    <a:lnTo>
                      <a:pt x="29"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1005" name="Picture 1004">
                <a:extLst>
                  <a:ext uri="{FF2B5EF4-FFF2-40B4-BE49-F238E27FC236}">
                    <a16:creationId xmlns:a16="http://schemas.microsoft.com/office/drawing/2014/main" id="{445EFD19-6564-037C-1280-38B9D0C7176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 y="4144"/>
                <a:ext cx="20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2" name="Group 341">
              <a:extLst>
                <a:ext uri="{FF2B5EF4-FFF2-40B4-BE49-F238E27FC236}">
                  <a16:creationId xmlns:a16="http://schemas.microsoft.com/office/drawing/2014/main" id="{E8D11B1B-CBA6-4F23-1E10-C65333CEB6D9}"/>
                </a:ext>
              </a:extLst>
            </p:cNvPr>
            <p:cNvGrpSpPr>
              <a:grpSpLocks/>
            </p:cNvGrpSpPr>
            <p:nvPr/>
          </p:nvGrpSpPr>
          <p:grpSpPr bwMode="auto">
            <a:xfrm>
              <a:off x="1028" y="4321"/>
              <a:ext cx="35" cy="56"/>
              <a:chOff x="1028" y="4321"/>
              <a:chExt cx="35" cy="56"/>
            </a:xfrm>
          </p:grpSpPr>
          <p:sp>
            <p:nvSpPr>
              <p:cNvPr id="1000" name="Freeform 5350">
                <a:extLst>
                  <a:ext uri="{FF2B5EF4-FFF2-40B4-BE49-F238E27FC236}">
                    <a16:creationId xmlns:a16="http://schemas.microsoft.com/office/drawing/2014/main" id="{C1617166-C9DD-1E8F-4AC2-154B23C81A04}"/>
                  </a:ext>
                </a:extLst>
              </p:cNvPr>
              <p:cNvSpPr>
                <a:spLocks/>
              </p:cNvSpPr>
              <p:nvPr/>
            </p:nvSpPr>
            <p:spPr bwMode="auto">
              <a:xfrm>
                <a:off x="1028" y="4321"/>
                <a:ext cx="35" cy="56"/>
              </a:xfrm>
              <a:custGeom>
                <a:avLst/>
                <a:gdLst>
                  <a:gd name="T0" fmla="+- 0 1050 1028"/>
                  <a:gd name="T1" fmla="*/ T0 w 35"/>
                  <a:gd name="T2" fmla="+- 0 4321 4321"/>
                  <a:gd name="T3" fmla="*/ 4321 h 56"/>
                  <a:gd name="T4" fmla="+- 0 1043 1028"/>
                  <a:gd name="T5" fmla="*/ T4 w 35"/>
                  <a:gd name="T6" fmla="+- 0 4321 4321"/>
                  <a:gd name="T7" fmla="*/ 4321 h 56"/>
                  <a:gd name="T8" fmla="+- 0 1041 1028"/>
                  <a:gd name="T9" fmla="*/ T8 w 35"/>
                  <a:gd name="T10" fmla="+- 0 4322 4321"/>
                  <a:gd name="T11" fmla="*/ 4322 h 56"/>
                  <a:gd name="T12" fmla="+- 0 1038 1028"/>
                  <a:gd name="T13" fmla="*/ T12 w 35"/>
                  <a:gd name="T14" fmla="+- 0 4324 4321"/>
                  <a:gd name="T15" fmla="*/ 4324 h 56"/>
                  <a:gd name="T16" fmla="+- 0 1035 1028"/>
                  <a:gd name="T17" fmla="*/ T16 w 35"/>
                  <a:gd name="T18" fmla="+- 0 4326 4321"/>
                  <a:gd name="T19" fmla="*/ 4326 h 56"/>
                  <a:gd name="T20" fmla="+- 0 1033 1028"/>
                  <a:gd name="T21" fmla="*/ T20 w 35"/>
                  <a:gd name="T22" fmla="+- 0 4329 4321"/>
                  <a:gd name="T23" fmla="*/ 4329 h 56"/>
                  <a:gd name="T24" fmla="+- 0 1029 1028"/>
                  <a:gd name="T25" fmla="*/ T24 w 35"/>
                  <a:gd name="T26" fmla="+- 0 4338 4321"/>
                  <a:gd name="T27" fmla="*/ 4338 h 56"/>
                  <a:gd name="T28" fmla="+- 0 1028 1028"/>
                  <a:gd name="T29" fmla="*/ T28 w 35"/>
                  <a:gd name="T30" fmla="+- 0 4343 4321"/>
                  <a:gd name="T31" fmla="*/ 4343 h 56"/>
                  <a:gd name="T32" fmla="+- 0 1028 1028"/>
                  <a:gd name="T33" fmla="*/ T32 w 35"/>
                  <a:gd name="T34" fmla="+- 0 4356 4321"/>
                  <a:gd name="T35" fmla="*/ 4356 h 56"/>
                  <a:gd name="T36" fmla="+- 0 1030 1028"/>
                  <a:gd name="T37" fmla="*/ T36 w 35"/>
                  <a:gd name="T38" fmla="+- 0 4362 4321"/>
                  <a:gd name="T39" fmla="*/ 4362 h 56"/>
                  <a:gd name="T40" fmla="+- 0 1036 1028"/>
                  <a:gd name="T41" fmla="*/ T40 w 35"/>
                  <a:gd name="T42" fmla="+- 0 4374 4321"/>
                  <a:gd name="T43" fmla="*/ 4374 h 56"/>
                  <a:gd name="T44" fmla="+- 0 1040 1028"/>
                  <a:gd name="T45" fmla="*/ T44 w 35"/>
                  <a:gd name="T46" fmla="+- 0 4377 4321"/>
                  <a:gd name="T47" fmla="*/ 4377 h 56"/>
                  <a:gd name="T48" fmla="+- 0 1048 1028"/>
                  <a:gd name="T49" fmla="*/ T48 w 35"/>
                  <a:gd name="T50" fmla="+- 0 4377 4321"/>
                  <a:gd name="T51" fmla="*/ 4377 h 56"/>
                  <a:gd name="T52" fmla="+- 0 1050 1028"/>
                  <a:gd name="T53" fmla="*/ T52 w 35"/>
                  <a:gd name="T54" fmla="+- 0 4376 4321"/>
                  <a:gd name="T55" fmla="*/ 4376 h 56"/>
                  <a:gd name="T56" fmla="+- 0 1053 1028"/>
                  <a:gd name="T57" fmla="*/ T56 w 35"/>
                  <a:gd name="T58" fmla="+- 0 4374 4321"/>
                  <a:gd name="T59" fmla="*/ 4374 h 56"/>
                  <a:gd name="T60" fmla="+- 0 1042 1028"/>
                  <a:gd name="T61" fmla="*/ T60 w 35"/>
                  <a:gd name="T62" fmla="+- 0 4374 4321"/>
                  <a:gd name="T63" fmla="*/ 4374 h 56"/>
                  <a:gd name="T64" fmla="+- 0 1040 1028"/>
                  <a:gd name="T65" fmla="*/ T64 w 35"/>
                  <a:gd name="T66" fmla="+- 0 4372 4321"/>
                  <a:gd name="T67" fmla="*/ 4372 h 56"/>
                  <a:gd name="T68" fmla="+- 0 1039 1028"/>
                  <a:gd name="T69" fmla="*/ T68 w 35"/>
                  <a:gd name="T70" fmla="+- 0 4368 4321"/>
                  <a:gd name="T71" fmla="*/ 4368 h 56"/>
                  <a:gd name="T72" fmla="+- 0 1037 1028"/>
                  <a:gd name="T73" fmla="*/ T72 w 35"/>
                  <a:gd name="T74" fmla="+- 0 4364 4321"/>
                  <a:gd name="T75" fmla="*/ 4364 h 56"/>
                  <a:gd name="T76" fmla="+- 0 1036 1028"/>
                  <a:gd name="T77" fmla="*/ T76 w 35"/>
                  <a:gd name="T78" fmla="+- 0 4358 4321"/>
                  <a:gd name="T79" fmla="*/ 4358 h 56"/>
                  <a:gd name="T80" fmla="+- 0 1046 1028"/>
                  <a:gd name="T81" fmla="*/ T80 w 35"/>
                  <a:gd name="T82" fmla="+- 0 4324 4321"/>
                  <a:gd name="T83" fmla="*/ 4324 h 56"/>
                  <a:gd name="T84" fmla="+- 0 1054 1028"/>
                  <a:gd name="T85" fmla="*/ T84 w 35"/>
                  <a:gd name="T86" fmla="+- 0 4324 4321"/>
                  <a:gd name="T87" fmla="*/ 4324 h 56"/>
                  <a:gd name="T88" fmla="+- 0 1053 1028"/>
                  <a:gd name="T89" fmla="*/ T88 w 35"/>
                  <a:gd name="T90" fmla="+- 0 4323 4321"/>
                  <a:gd name="T91" fmla="*/ 4323 h 56"/>
                  <a:gd name="T92" fmla="+- 0 1050 1028"/>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01" name="Freeform 5351">
                <a:extLst>
                  <a:ext uri="{FF2B5EF4-FFF2-40B4-BE49-F238E27FC236}">
                    <a16:creationId xmlns:a16="http://schemas.microsoft.com/office/drawing/2014/main" id="{2F3221FD-CCD9-ABD7-1E8A-F8DB5002637B}"/>
                  </a:ext>
                </a:extLst>
              </p:cNvPr>
              <p:cNvSpPr>
                <a:spLocks/>
              </p:cNvSpPr>
              <p:nvPr/>
            </p:nvSpPr>
            <p:spPr bwMode="auto">
              <a:xfrm>
                <a:off x="1028" y="4321"/>
                <a:ext cx="35" cy="56"/>
              </a:xfrm>
              <a:custGeom>
                <a:avLst/>
                <a:gdLst>
                  <a:gd name="T0" fmla="+- 0 1054 1028"/>
                  <a:gd name="T1" fmla="*/ T0 w 35"/>
                  <a:gd name="T2" fmla="+- 0 4324 4321"/>
                  <a:gd name="T3" fmla="*/ 4324 h 56"/>
                  <a:gd name="T4" fmla="+- 0 1046 1028"/>
                  <a:gd name="T5" fmla="*/ T4 w 35"/>
                  <a:gd name="T6" fmla="+- 0 4324 4321"/>
                  <a:gd name="T7" fmla="*/ 4324 h 56"/>
                  <a:gd name="T8" fmla="+- 0 1050 1028"/>
                  <a:gd name="T9" fmla="*/ T8 w 35"/>
                  <a:gd name="T10" fmla="+- 0 4325 4321"/>
                  <a:gd name="T11" fmla="*/ 4325 h 56"/>
                  <a:gd name="T12" fmla="+- 0 1051 1028"/>
                  <a:gd name="T13" fmla="*/ T12 w 35"/>
                  <a:gd name="T14" fmla="+- 0 4326 4321"/>
                  <a:gd name="T15" fmla="*/ 4326 h 56"/>
                  <a:gd name="T16" fmla="+- 0 1055 1028"/>
                  <a:gd name="T17" fmla="*/ T16 w 35"/>
                  <a:gd name="T18" fmla="+- 0 4356 4321"/>
                  <a:gd name="T19" fmla="*/ 4356 h 56"/>
                  <a:gd name="T20" fmla="+- 0 1054 1028"/>
                  <a:gd name="T21" fmla="*/ T20 w 35"/>
                  <a:gd name="T22" fmla="+- 0 4361 4321"/>
                  <a:gd name="T23" fmla="*/ 4361 h 56"/>
                  <a:gd name="T24" fmla="+- 0 1052 1028"/>
                  <a:gd name="T25" fmla="*/ T24 w 35"/>
                  <a:gd name="T26" fmla="+- 0 4369 4321"/>
                  <a:gd name="T27" fmla="*/ 4369 h 56"/>
                  <a:gd name="T28" fmla="+- 0 1051 1028"/>
                  <a:gd name="T29" fmla="*/ T28 w 35"/>
                  <a:gd name="T30" fmla="+- 0 4371 4321"/>
                  <a:gd name="T31" fmla="*/ 4371 h 56"/>
                  <a:gd name="T32" fmla="+- 0 1050 1028"/>
                  <a:gd name="T33" fmla="*/ T32 w 35"/>
                  <a:gd name="T34" fmla="+- 0 4372 4321"/>
                  <a:gd name="T35" fmla="*/ 4372 h 56"/>
                  <a:gd name="T36" fmla="+- 0 1045 1028"/>
                  <a:gd name="T37" fmla="*/ T36 w 35"/>
                  <a:gd name="T38" fmla="+- 0 4374 4321"/>
                  <a:gd name="T39" fmla="*/ 4374 h 56"/>
                  <a:gd name="T40" fmla="+- 0 1053 1028"/>
                  <a:gd name="T41" fmla="*/ T40 w 35"/>
                  <a:gd name="T42" fmla="+- 0 4374 4321"/>
                  <a:gd name="T43" fmla="*/ 4374 h 56"/>
                  <a:gd name="T44" fmla="+- 0 1063 1028"/>
                  <a:gd name="T45" fmla="*/ T44 w 35"/>
                  <a:gd name="T46" fmla="+- 0 4340 4321"/>
                  <a:gd name="T47" fmla="*/ 4340 h 56"/>
                  <a:gd name="T48" fmla="+- 0 1061 1028"/>
                  <a:gd name="T49" fmla="*/ T48 w 35"/>
                  <a:gd name="T50" fmla="+- 0 4333 4321"/>
                  <a:gd name="T51" fmla="*/ 4333 h 56"/>
                  <a:gd name="T52" fmla="+- 0 1054 1028"/>
                  <a:gd name="T53" fmla="*/ T52 w 35"/>
                  <a:gd name="T54" fmla="+- 0 4324 4321"/>
                  <a:gd name="T55"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8" y="3"/>
                    </a:lnTo>
                    <a:lnTo>
                      <a:pt x="22" y="4"/>
                    </a:lnTo>
                    <a:lnTo>
                      <a:pt x="23" y="5"/>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3" name="Group 342">
              <a:extLst>
                <a:ext uri="{FF2B5EF4-FFF2-40B4-BE49-F238E27FC236}">
                  <a16:creationId xmlns:a16="http://schemas.microsoft.com/office/drawing/2014/main" id="{BD6F5A85-F5FE-3F5C-26C3-42CD5565F5B8}"/>
                </a:ext>
              </a:extLst>
            </p:cNvPr>
            <p:cNvGrpSpPr>
              <a:grpSpLocks/>
            </p:cNvGrpSpPr>
            <p:nvPr/>
          </p:nvGrpSpPr>
          <p:grpSpPr bwMode="auto">
            <a:xfrm>
              <a:off x="1485" y="4321"/>
              <a:ext cx="35" cy="56"/>
              <a:chOff x="1485" y="4321"/>
              <a:chExt cx="35" cy="56"/>
            </a:xfrm>
          </p:grpSpPr>
          <p:sp>
            <p:nvSpPr>
              <p:cNvPr id="998" name="Freeform 5353">
                <a:extLst>
                  <a:ext uri="{FF2B5EF4-FFF2-40B4-BE49-F238E27FC236}">
                    <a16:creationId xmlns:a16="http://schemas.microsoft.com/office/drawing/2014/main" id="{4C092CEE-F35B-CCAC-3401-0062EF29F6B3}"/>
                  </a:ext>
                </a:extLst>
              </p:cNvPr>
              <p:cNvSpPr>
                <a:spLocks/>
              </p:cNvSpPr>
              <p:nvPr/>
            </p:nvSpPr>
            <p:spPr bwMode="auto">
              <a:xfrm>
                <a:off x="1485" y="4321"/>
                <a:ext cx="35" cy="56"/>
              </a:xfrm>
              <a:custGeom>
                <a:avLst/>
                <a:gdLst>
                  <a:gd name="T0" fmla="+- 0 1506 1485"/>
                  <a:gd name="T1" fmla="*/ T0 w 35"/>
                  <a:gd name="T2" fmla="+- 0 4321 4321"/>
                  <a:gd name="T3" fmla="*/ 4321 h 56"/>
                  <a:gd name="T4" fmla="+- 0 1500 1485"/>
                  <a:gd name="T5" fmla="*/ T4 w 35"/>
                  <a:gd name="T6" fmla="+- 0 4321 4321"/>
                  <a:gd name="T7" fmla="*/ 4321 h 56"/>
                  <a:gd name="T8" fmla="+- 0 1497 1485"/>
                  <a:gd name="T9" fmla="*/ T8 w 35"/>
                  <a:gd name="T10" fmla="+- 0 4322 4321"/>
                  <a:gd name="T11" fmla="*/ 4322 h 56"/>
                  <a:gd name="T12" fmla="+- 0 1495 1485"/>
                  <a:gd name="T13" fmla="*/ T12 w 35"/>
                  <a:gd name="T14" fmla="+- 0 4324 4321"/>
                  <a:gd name="T15" fmla="*/ 4324 h 56"/>
                  <a:gd name="T16" fmla="+- 0 1492 1485"/>
                  <a:gd name="T17" fmla="*/ T16 w 35"/>
                  <a:gd name="T18" fmla="+- 0 4326 4321"/>
                  <a:gd name="T19" fmla="*/ 4326 h 56"/>
                  <a:gd name="T20" fmla="+- 0 1489 1485"/>
                  <a:gd name="T21" fmla="*/ T20 w 35"/>
                  <a:gd name="T22" fmla="+- 0 4329 4321"/>
                  <a:gd name="T23" fmla="*/ 4329 h 56"/>
                  <a:gd name="T24" fmla="+- 0 1486 1485"/>
                  <a:gd name="T25" fmla="*/ T24 w 35"/>
                  <a:gd name="T26" fmla="+- 0 4338 4321"/>
                  <a:gd name="T27" fmla="*/ 4338 h 56"/>
                  <a:gd name="T28" fmla="+- 0 1485 1485"/>
                  <a:gd name="T29" fmla="*/ T28 w 35"/>
                  <a:gd name="T30" fmla="+- 0 4343 4321"/>
                  <a:gd name="T31" fmla="*/ 4343 h 56"/>
                  <a:gd name="T32" fmla="+- 0 1485 1485"/>
                  <a:gd name="T33" fmla="*/ T32 w 35"/>
                  <a:gd name="T34" fmla="+- 0 4356 4321"/>
                  <a:gd name="T35" fmla="*/ 4356 h 56"/>
                  <a:gd name="T36" fmla="+- 0 1486 1485"/>
                  <a:gd name="T37" fmla="*/ T36 w 35"/>
                  <a:gd name="T38" fmla="+- 0 4362 4321"/>
                  <a:gd name="T39" fmla="*/ 4362 h 56"/>
                  <a:gd name="T40" fmla="+- 0 1492 1485"/>
                  <a:gd name="T41" fmla="*/ T40 w 35"/>
                  <a:gd name="T42" fmla="+- 0 4374 4321"/>
                  <a:gd name="T43" fmla="*/ 4374 h 56"/>
                  <a:gd name="T44" fmla="+- 0 1497 1485"/>
                  <a:gd name="T45" fmla="*/ T44 w 35"/>
                  <a:gd name="T46" fmla="+- 0 4377 4321"/>
                  <a:gd name="T47" fmla="*/ 4377 h 56"/>
                  <a:gd name="T48" fmla="+- 0 1504 1485"/>
                  <a:gd name="T49" fmla="*/ T48 w 35"/>
                  <a:gd name="T50" fmla="+- 0 4377 4321"/>
                  <a:gd name="T51" fmla="*/ 4377 h 56"/>
                  <a:gd name="T52" fmla="+- 0 1507 1485"/>
                  <a:gd name="T53" fmla="*/ T52 w 35"/>
                  <a:gd name="T54" fmla="+- 0 4376 4321"/>
                  <a:gd name="T55" fmla="*/ 4376 h 56"/>
                  <a:gd name="T56" fmla="+- 0 1509 1485"/>
                  <a:gd name="T57" fmla="*/ T56 w 35"/>
                  <a:gd name="T58" fmla="+- 0 4374 4321"/>
                  <a:gd name="T59" fmla="*/ 4374 h 56"/>
                  <a:gd name="T60" fmla="+- 0 1499 1485"/>
                  <a:gd name="T61" fmla="*/ T60 w 35"/>
                  <a:gd name="T62" fmla="+- 0 4374 4321"/>
                  <a:gd name="T63" fmla="*/ 4374 h 56"/>
                  <a:gd name="T64" fmla="+- 0 1497 1485"/>
                  <a:gd name="T65" fmla="*/ T64 w 35"/>
                  <a:gd name="T66" fmla="+- 0 4372 4321"/>
                  <a:gd name="T67" fmla="*/ 4372 h 56"/>
                  <a:gd name="T68" fmla="+- 0 1493 1485"/>
                  <a:gd name="T69" fmla="*/ T68 w 35"/>
                  <a:gd name="T70" fmla="+- 0 4364 4321"/>
                  <a:gd name="T71" fmla="*/ 4364 h 56"/>
                  <a:gd name="T72" fmla="+- 0 1492 1485"/>
                  <a:gd name="T73" fmla="*/ T72 w 35"/>
                  <a:gd name="T74" fmla="+- 0 4358 4321"/>
                  <a:gd name="T75" fmla="*/ 4358 h 56"/>
                  <a:gd name="T76" fmla="+- 0 1493 1485"/>
                  <a:gd name="T77" fmla="*/ T76 w 35"/>
                  <a:gd name="T78" fmla="+- 0 4343 4321"/>
                  <a:gd name="T79" fmla="*/ 4343 h 56"/>
                  <a:gd name="T80" fmla="+- 0 1502 1485"/>
                  <a:gd name="T81" fmla="*/ T80 w 35"/>
                  <a:gd name="T82" fmla="+- 0 4324 4321"/>
                  <a:gd name="T83" fmla="*/ 4324 h 56"/>
                  <a:gd name="T84" fmla="+- 0 1510 1485"/>
                  <a:gd name="T85" fmla="*/ T84 w 35"/>
                  <a:gd name="T86" fmla="+- 0 4324 4321"/>
                  <a:gd name="T87" fmla="*/ 4324 h 56"/>
                  <a:gd name="T88" fmla="+- 0 1510 1485"/>
                  <a:gd name="T89" fmla="*/ T88 w 35"/>
                  <a:gd name="T90" fmla="+- 0 4323 4321"/>
                  <a:gd name="T91" fmla="*/ 4323 h 56"/>
                  <a:gd name="T92" fmla="+- 0 1506 1485"/>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9" name="Freeform 5354">
                <a:extLst>
                  <a:ext uri="{FF2B5EF4-FFF2-40B4-BE49-F238E27FC236}">
                    <a16:creationId xmlns:a16="http://schemas.microsoft.com/office/drawing/2014/main" id="{FCD8AACC-AA3F-D627-FEFE-DB4DA8AFCAD5}"/>
                  </a:ext>
                </a:extLst>
              </p:cNvPr>
              <p:cNvSpPr>
                <a:spLocks/>
              </p:cNvSpPr>
              <p:nvPr/>
            </p:nvSpPr>
            <p:spPr bwMode="auto">
              <a:xfrm>
                <a:off x="1485" y="4321"/>
                <a:ext cx="35" cy="56"/>
              </a:xfrm>
              <a:custGeom>
                <a:avLst/>
                <a:gdLst>
                  <a:gd name="T0" fmla="+- 0 1510 1485"/>
                  <a:gd name="T1" fmla="*/ T0 w 35"/>
                  <a:gd name="T2" fmla="+- 0 4324 4321"/>
                  <a:gd name="T3" fmla="*/ 4324 h 56"/>
                  <a:gd name="T4" fmla="+- 0 1502 1485"/>
                  <a:gd name="T5" fmla="*/ T4 w 35"/>
                  <a:gd name="T6" fmla="+- 0 4324 4321"/>
                  <a:gd name="T7" fmla="*/ 4324 h 56"/>
                  <a:gd name="T8" fmla="+- 0 1506 1485"/>
                  <a:gd name="T9" fmla="*/ T8 w 35"/>
                  <a:gd name="T10" fmla="+- 0 4325 4321"/>
                  <a:gd name="T11" fmla="*/ 4325 h 56"/>
                  <a:gd name="T12" fmla="+- 0 1507 1485"/>
                  <a:gd name="T13" fmla="*/ T12 w 35"/>
                  <a:gd name="T14" fmla="+- 0 4326 4321"/>
                  <a:gd name="T15" fmla="*/ 4326 h 56"/>
                  <a:gd name="T16" fmla="+- 0 1509 1485"/>
                  <a:gd name="T17" fmla="*/ T16 w 35"/>
                  <a:gd name="T18" fmla="+- 0 4328 4321"/>
                  <a:gd name="T19" fmla="*/ 4328 h 56"/>
                  <a:gd name="T20" fmla="+- 0 1511 1485"/>
                  <a:gd name="T21" fmla="*/ T20 w 35"/>
                  <a:gd name="T22" fmla="+- 0 4336 4321"/>
                  <a:gd name="T23" fmla="*/ 4336 h 56"/>
                  <a:gd name="T24" fmla="+- 0 1511 1485"/>
                  <a:gd name="T25" fmla="*/ T24 w 35"/>
                  <a:gd name="T26" fmla="+- 0 4338 4321"/>
                  <a:gd name="T27" fmla="*/ 4338 h 56"/>
                  <a:gd name="T28" fmla="+- 0 1511 1485"/>
                  <a:gd name="T29" fmla="*/ T28 w 35"/>
                  <a:gd name="T30" fmla="+- 0 4356 4321"/>
                  <a:gd name="T31" fmla="*/ 4356 h 56"/>
                  <a:gd name="T32" fmla="+- 0 1511 1485"/>
                  <a:gd name="T33" fmla="*/ T32 w 35"/>
                  <a:gd name="T34" fmla="+- 0 4361 4321"/>
                  <a:gd name="T35" fmla="*/ 4361 h 56"/>
                  <a:gd name="T36" fmla="+- 0 1510 1485"/>
                  <a:gd name="T37" fmla="*/ T36 w 35"/>
                  <a:gd name="T38" fmla="+- 0 4366 4321"/>
                  <a:gd name="T39" fmla="*/ 4366 h 56"/>
                  <a:gd name="T40" fmla="+- 0 1509 1485"/>
                  <a:gd name="T41" fmla="*/ T40 w 35"/>
                  <a:gd name="T42" fmla="+- 0 4369 4321"/>
                  <a:gd name="T43" fmla="*/ 4369 h 56"/>
                  <a:gd name="T44" fmla="+- 0 1508 1485"/>
                  <a:gd name="T45" fmla="*/ T44 w 35"/>
                  <a:gd name="T46" fmla="+- 0 4371 4321"/>
                  <a:gd name="T47" fmla="*/ 4371 h 56"/>
                  <a:gd name="T48" fmla="+- 0 1506 1485"/>
                  <a:gd name="T49" fmla="*/ T48 w 35"/>
                  <a:gd name="T50" fmla="+- 0 4372 4321"/>
                  <a:gd name="T51" fmla="*/ 4372 h 56"/>
                  <a:gd name="T52" fmla="+- 0 1502 1485"/>
                  <a:gd name="T53" fmla="*/ T52 w 35"/>
                  <a:gd name="T54" fmla="+- 0 4374 4321"/>
                  <a:gd name="T55" fmla="*/ 4374 h 56"/>
                  <a:gd name="T56" fmla="+- 0 1509 1485"/>
                  <a:gd name="T57" fmla="*/ T56 w 35"/>
                  <a:gd name="T58" fmla="+- 0 4374 4321"/>
                  <a:gd name="T59" fmla="*/ 4374 h 56"/>
                  <a:gd name="T60" fmla="+- 0 1519 1485"/>
                  <a:gd name="T61" fmla="*/ T60 w 35"/>
                  <a:gd name="T62" fmla="+- 0 4340 4321"/>
                  <a:gd name="T63" fmla="*/ 4340 h 56"/>
                  <a:gd name="T64" fmla="+- 0 1517 1485"/>
                  <a:gd name="T65" fmla="*/ T64 w 35"/>
                  <a:gd name="T66" fmla="+- 0 4333 4321"/>
                  <a:gd name="T67" fmla="*/ 4333 h 56"/>
                  <a:gd name="T68" fmla="+- 0 1510 1485"/>
                  <a:gd name="T69" fmla="*/ T68 w 35"/>
                  <a:gd name="T70" fmla="+- 0 4324 4321"/>
                  <a:gd name="T71"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5" h="56">
                    <a:moveTo>
                      <a:pt x="25" y="3"/>
                    </a:moveTo>
                    <a:lnTo>
                      <a:pt x="17" y="3"/>
                    </a:lnTo>
                    <a:lnTo>
                      <a:pt x="21" y="4"/>
                    </a:lnTo>
                    <a:lnTo>
                      <a:pt x="22" y="5"/>
                    </a:lnTo>
                    <a:lnTo>
                      <a:pt x="24" y="7"/>
                    </a:lnTo>
                    <a:lnTo>
                      <a:pt x="26" y="15"/>
                    </a:lnTo>
                    <a:lnTo>
                      <a:pt x="26" y="17"/>
                    </a:lnTo>
                    <a:lnTo>
                      <a:pt x="26" y="35"/>
                    </a:lnTo>
                    <a:lnTo>
                      <a:pt x="26" y="40"/>
                    </a:lnTo>
                    <a:lnTo>
                      <a:pt x="25" y="45"/>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4" name="Group 343">
              <a:extLst>
                <a:ext uri="{FF2B5EF4-FFF2-40B4-BE49-F238E27FC236}">
                  <a16:creationId xmlns:a16="http://schemas.microsoft.com/office/drawing/2014/main" id="{2593C849-1FBE-429F-5847-8B6F6999589C}"/>
                </a:ext>
              </a:extLst>
            </p:cNvPr>
            <p:cNvGrpSpPr>
              <a:grpSpLocks/>
            </p:cNvGrpSpPr>
            <p:nvPr/>
          </p:nvGrpSpPr>
          <p:grpSpPr bwMode="auto">
            <a:xfrm>
              <a:off x="1941" y="4321"/>
              <a:ext cx="35" cy="56"/>
              <a:chOff x="1941" y="4321"/>
              <a:chExt cx="35" cy="56"/>
            </a:xfrm>
          </p:grpSpPr>
          <p:sp>
            <p:nvSpPr>
              <p:cNvPr id="996" name="Freeform 5356">
                <a:extLst>
                  <a:ext uri="{FF2B5EF4-FFF2-40B4-BE49-F238E27FC236}">
                    <a16:creationId xmlns:a16="http://schemas.microsoft.com/office/drawing/2014/main" id="{D9AE111C-912C-616A-517D-91793707BEA0}"/>
                  </a:ext>
                </a:extLst>
              </p:cNvPr>
              <p:cNvSpPr>
                <a:spLocks/>
              </p:cNvSpPr>
              <p:nvPr/>
            </p:nvSpPr>
            <p:spPr bwMode="auto">
              <a:xfrm>
                <a:off x="1941" y="4321"/>
                <a:ext cx="35" cy="56"/>
              </a:xfrm>
              <a:custGeom>
                <a:avLst/>
                <a:gdLst>
                  <a:gd name="T0" fmla="+- 0 1962 1941"/>
                  <a:gd name="T1" fmla="*/ T0 w 35"/>
                  <a:gd name="T2" fmla="+- 0 4321 4321"/>
                  <a:gd name="T3" fmla="*/ 4321 h 56"/>
                  <a:gd name="T4" fmla="+- 0 1956 1941"/>
                  <a:gd name="T5" fmla="*/ T4 w 35"/>
                  <a:gd name="T6" fmla="+- 0 4321 4321"/>
                  <a:gd name="T7" fmla="*/ 4321 h 56"/>
                  <a:gd name="T8" fmla="+- 0 1953 1941"/>
                  <a:gd name="T9" fmla="*/ T8 w 35"/>
                  <a:gd name="T10" fmla="+- 0 4322 4321"/>
                  <a:gd name="T11" fmla="*/ 4322 h 56"/>
                  <a:gd name="T12" fmla="+- 0 1951 1941"/>
                  <a:gd name="T13" fmla="*/ T12 w 35"/>
                  <a:gd name="T14" fmla="+- 0 4324 4321"/>
                  <a:gd name="T15" fmla="*/ 4324 h 56"/>
                  <a:gd name="T16" fmla="+- 0 1948 1941"/>
                  <a:gd name="T17" fmla="*/ T16 w 35"/>
                  <a:gd name="T18" fmla="+- 0 4326 4321"/>
                  <a:gd name="T19" fmla="*/ 4326 h 56"/>
                  <a:gd name="T20" fmla="+- 0 1945 1941"/>
                  <a:gd name="T21" fmla="*/ T20 w 35"/>
                  <a:gd name="T22" fmla="+- 0 4329 4321"/>
                  <a:gd name="T23" fmla="*/ 4329 h 56"/>
                  <a:gd name="T24" fmla="+- 0 1942 1941"/>
                  <a:gd name="T25" fmla="*/ T24 w 35"/>
                  <a:gd name="T26" fmla="+- 0 4338 4321"/>
                  <a:gd name="T27" fmla="*/ 4338 h 56"/>
                  <a:gd name="T28" fmla="+- 0 1941 1941"/>
                  <a:gd name="T29" fmla="*/ T28 w 35"/>
                  <a:gd name="T30" fmla="+- 0 4343 4321"/>
                  <a:gd name="T31" fmla="*/ 4343 h 56"/>
                  <a:gd name="T32" fmla="+- 0 1941 1941"/>
                  <a:gd name="T33" fmla="*/ T32 w 35"/>
                  <a:gd name="T34" fmla="+- 0 4356 4321"/>
                  <a:gd name="T35" fmla="*/ 4356 h 56"/>
                  <a:gd name="T36" fmla="+- 0 1942 1941"/>
                  <a:gd name="T37" fmla="*/ T36 w 35"/>
                  <a:gd name="T38" fmla="+- 0 4362 4321"/>
                  <a:gd name="T39" fmla="*/ 4362 h 56"/>
                  <a:gd name="T40" fmla="+- 0 1949 1941"/>
                  <a:gd name="T41" fmla="*/ T40 w 35"/>
                  <a:gd name="T42" fmla="+- 0 4374 4321"/>
                  <a:gd name="T43" fmla="*/ 4374 h 56"/>
                  <a:gd name="T44" fmla="+- 0 1953 1941"/>
                  <a:gd name="T45" fmla="*/ T44 w 35"/>
                  <a:gd name="T46" fmla="+- 0 4377 4321"/>
                  <a:gd name="T47" fmla="*/ 4377 h 56"/>
                  <a:gd name="T48" fmla="+- 0 1960 1941"/>
                  <a:gd name="T49" fmla="*/ T48 w 35"/>
                  <a:gd name="T50" fmla="+- 0 4377 4321"/>
                  <a:gd name="T51" fmla="*/ 4377 h 56"/>
                  <a:gd name="T52" fmla="+- 0 1963 1941"/>
                  <a:gd name="T53" fmla="*/ T52 w 35"/>
                  <a:gd name="T54" fmla="+- 0 4376 4321"/>
                  <a:gd name="T55" fmla="*/ 4376 h 56"/>
                  <a:gd name="T56" fmla="+- 0 1965 1941"/>
                  <a:gd name="T57" fmla="*/ T56 w 35"/>
                  <a:gd name="T58" fmla="+- 0 4374 4321"/>
                  <a:gd name="T59" fmla="*/ 4374 h 56"/>
                  <a:gd name="T60" fmla="+- 0 1955 1941"/>
                  <a:gd name="T61" fmla="*/ T60 w 35"/>
                  <a:gd name="T62" fmla="+- 0 4374 4321"/>
                  <a:gd name="T63" fmla="*/ 4374 h 56"/>
                  <a:gd name="T64" fmla="+- 0 1953 1941"/>
                  <a:gd name="T65" fmla="*/ T64 w 35"/>
                  <a:gd name="T66" fmla="+- 0 4372 4321"/>
                  <a:gd name="T67" fmla="*/ 4372 h 56"/>
                  <a:gd name="T68" fmla="+- 0 1951 1941"/>
                  <a:gd name="T69" fmla="*/ T68 w 35"/>
                  <a:gd name="T70" fmla="+- 0 4368 4321"/>
                  <a:gd name="T71" fmla="*/ 4368 h 56"/>
                  <a:gd name="T72" fmla="+- 0 1950 1941"/>
                  <a:gd name="T73" fmla="*/ T72 w 35"/>
                  <a:gd name="T74" fmla="+- 0 4364 4321"/>
                  <a:gd name="T75" fmla="*/ 4364 h 56"/>
                  <a:gd name="T76" fmla="+- 0 1949 1941"/>
                  <a:gd name="T77" fmla="*/ T76 w 35"/>
                  <a:gd name="T78" fmla="+- 0 4358 4321"/>
                  <a:gd name="T79" fmla="*/ 4358 h 56"/>
                  <a:gd name="T80" fmla="+- 0 1958 1941"/>
                  <a:gd name="T81" fmla="*/ T80 w 35"/>
                  <a:gd name="T82" fmla="+- 0 4324 4321"/>
                  <a:gd name="T83" fmla="*/ 4324 h 56"/>
                  <a:gd name="T84" fmla="+- 0 1966 1941"/>
                  <a:gd name="T85" fmla="*/ T84 w 35"/>
                  <a:gd name="T86" fmla="+- 0 4324 4321"/>
                  <a:gd name="T87" fmla="*/ 4324 h 56"/>
                  <a:gd name="T88" fmla="+- 0 1966 1941"/>
                  <a:gd name="T89" fmla="*/ T88 w 35"/>
                  <a:gd name="T90" fmla="+- 0 4323 4321"/>
                  <a:gd name="T91" fmla="*/ 4323 h 56"/>
                  <a:gd name="T92" fmla="+- 0 1962 1941"/>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10" y="47"/>
                    </a:lnTo>
                    <a:lnTo>
                      <a:pt x="9" y="43"/>
                    </a:lnTo>
                    <a:lnTo>
                      <a:pt x="8"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7" name="Freeform 5357">
                <a:extLst>
                  <a:ext uri="{FF2B5EF4-FFF2-40B4-BE49-F238E27FC236}">
                    <a16:creationId xmlns:a16="http://schemas.microsoft.com/office/drawing/2014/main" id="{27B64B8C-8431-15CA-8572-A565303B2EC7}"/>
                  </a:ext>
                </a:extLst>
              </p:cNvPr>
              <p:cNvSpPr>
                <a:spLocks/>
              </p:cNvSpPr>
              <p:nvPr/>
            </p:nvSpPr>
            <p:spPr bwMode="auto">
              <a:xfrm>
                <a:off x="1941" y="4321"/>
                <a:ext cx="35" cy="56"/>
              </a:xfrm>
              <a:custGeom>
                <a:avLst/>
                <a:gdLst>
                  <a:gd name="T0" fmla="+- 0 1966 1941"/>
                  <a:gd name="T1" fmla="*/ T0 w 35"/>
                  <a:gd name="T2" fmla="+- 0 4324 4321"/>
                  <a:gd name="T3" fmla="*/ 4324 h 56"/>
                  <a:gd name="T4" fmla="+- 0 1958 1941"/>
                  <a:gd name="T5" fmla="*/ T4 w 35"/>
                  <a:gd name="T6" fmla="+- 0 4324 4321"/>
                  <a:gd name="T7" fmla="*/ 4324 h 56"/>
                  <a:gd name="T8" fmla="+- 0 1962 1941"/>
                  <a:gd name="T9" fmla="*/ T8 w 35"/>
                  <a:gd name="T10" fmla="+- 0 4325 4321"/>
                  <a:gd name="T11" fmla="*/ 4325 h 56"/>
                  <a:gd name="T12" fmla="+- 0 1964 1941"/>
                  <a:gd name="T13" fmla="*/ T12 w 35"/>
                  <a:gd name="T14" fmla="+- 0 4326 4321"/>
                  <a:gd name="T15" fmla="*/ 4326 h 56"/>
                  <a:gd name="T16" fmla="+- 0 1968 1941"/>
                  <a:gd name="T17" fmla="*/ T16 w 35"/>
                  <a:gd name="T18" fmla="+- 0 4356 4321"/>
                  <a:gd name="T19" fmla="*/ 4356 h 56"/>
                  <a:gd name="T20" fmla="+- 0 1967 1941"/>
                  <a:gd name="T21" fmla="*/ T20 w 35"/>
                  <a:gd name="T22" fmla="+- 0 4361 4321"/>
                  <a:gd name="T23" fmla="*/ 4361 h 56"/>
                  <a:gd name="T24" fmla="+- 0 1965 1941"/>
                  <a:gd name="T25" fmla="*/ T24 w 35"/>
                  <a:gd name="T26" fmla="+- 0 4369 4321"/>
                  <a:gd name="T27" fmla="*/ 4369 h 56"/>
                  <a:gd name="T28" fmla="+- 0 1964 1941"/>
                  <a:gd name="T29" fmla="*/ T28 w 35"/>
                  <a:gd name="T30" fmla="+- 0 4371 4321"/>
                  <a:gd name="T31" fmla="*/ 4371 h 56"/>
                  <a:gd name="T32" fmla="+- 0 1962 1941"/>
                  <a:gd name="T33" fmla="*/ T32 w 35"/>
                  <a:gd name="T34" fmla="+- 0 4372 4321"/>
                  <a:gd name="T35" fmla="*/ 4372 h 56"/>
                  <a:gd name="T36" fmla="+- 0 1958 1941"/>
                  <a:gd name="T37" fmla="*/ T36 w 35"/>
                  <a:gd name="T38" fmla="+- 0 4374 4321"/>
                  <a:gd name="T39" fmla="*/ 4374 h 56"/>
                  <a:gd name="T40" fmla="+- 0 1965 1941"/>
                  <a:gd name="T41" fmla="*/ T40 w 35"/>
                  <a:gd name="T42" fmla="+- 0 4374 4321"/>
                  <a:gd name="T43" fmla="*/ 4374 h 56"/>
                  <a:gd name="T44" fmla="+- 0 1975 1941"/>
                  <a:gd name="T45" fmla="*/ T44 w 35"/>
                  <a:gd name="T46" fmla="+- 0 4340 4321"/>
                  <a:gd name="T47" fmla="*/ 4340 h 56"/>
                  <a:gd name="T48" fmla="+- 0 1973 1941"/>
                  <a:gd name="T49" fmla="*/ T48 w 35"/>
                  <a:gd name="T50" fmla="+- 0 4333 4321"/>
                  <a:gd name="T51" fmla="*/ 4333 h 56"/>
                  <a:gd name="T52" fmla="+- 0 1966 1941"/>
                  <a:gd name="T53" fmla="*/ T52 w 35"/>
                  <a:gd name="T54" fmla="+- 0 4324 4321"/>
                  <a:gd name="T55"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3"/>
                    </a:moveTo>
                    <a:lnTo>
                      <a:pt x="17" y="3"/>
                    </a:lnTo>
                    <a:lnTo>
                      <a:pt x="21" y="4"/>
                    </a:lnTo>
                    <a:lnTo>
                      <a:pt x="23" y="5"/>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5" name="Group 344">
              <a:extLst>
                <a:ext uri="{FF2B5EF4-FFF2-40B4-BE49-F238E27FC236}">
                  <a16:creationId xmlns:a16="http://schemas.microsoft.com/office/drawing/2014/main" id="{94D6C19A-AD13-E16A-ADA1-5139CC814088}"/>
                </a:ext>
              </a:extLst>
            </p:cNvPr>
            <p:cNvGrpSpPr>
              <a:grpSpLocks/>
            </p:cNvGrpSpPr>
            <p:nvPr/>
          </p:nvGrpSpPr>
          <p:grpSpPr bwMode="auto">
            <a:xfrm>
              <a:off x="2398" y="4321"/>
              <a:ext cx="31" cy="56"/>
              <a:chOff x="2398" y="4321"/>
              <a:chExt cx="31" cy="56"/>
            </a:xfrm>
          </p:grpSpPr>
          <p:sp>
            <p:nvSpPr>
              <p:cNvPr id="993" name="Freeform 5359">
                <a:extLst>
                  <a:ext uri="{FF2B5EF4-FFF2-40B4-BE49-F238E27FC236}">
                    <a16:creationId xmlns:a16="http://schemas.microsoft.com/office/drawing/2014/main" id="{5FE0B3D7-F972-C9A6-9275-CE77348205E6}"/>
                  </a:ext>
                </a:extLst>
              </p:cNvPr>
              <p:cNvSpPr>
                <a:spLocks/>
              </p:cNvSpPr>
              <p:nvPr/>
            </p:nvSpPr>
            <p:spPr bwMode="auto">
              <a:xfrm>
                <a:off x="2398" y="4321"/>
                <a:ext cx="31" cy="56"/>
              </a:xfrm>
              <a:custGeom>
                <a:avLst/>
                <a:gdLst>
                  <a:gd name="T0" fmla="+- 0 2401 2398"/>
                  <a:gd name="T1" fmla="*/ T0 w 31"/>
                  <a:gd name="T2" fmla="+- 0 4369 4321"/>
                  <a:gd name="T3" fmla="*/ 4369 h 56"/>
                  <a:gd name="T4" fmla="+- 0 2399 2398"/>
                  <a:gd name="T5" fmla="*/ T4 w 31"/>
                  <a:gd name="T6" fmla="+- 0 4370 4321"/>
                  <a:gd name="T7" fmla="*/ 4370 h 56"/>
                  <a:gd name="T8" fmla="+- 0 2398 2398"/>
                  <a:gd name="T9" fmla="*/ T8 w 31"/>
                  <a:gd name="T10" fmla="+- 0 4372 4321"/>
                  <a:gd name="T11" fmla="*/ 4372 h 56"/>
                  <a:gd name="T12" fmla="+- 0 2400 2398"/>
                  <a:gd name="T13" fmla="*/ T12 w 31"/>
                  <a:gd name="T14" fmla="+- 0 4375 4321"/>
                  <a:gd name="T15" fmla="*/ 4375 h 56"/>
                  <a:gd name="T16" fmla="+- 0 2401 2398"/>
                  <a:gd name="T17" fmla="*/ T16 w 31"/>
                  <a:gd name="T18" fmla="+- 0 4376 4321"/>
                  <a:gd name="T19" fmla="*/ 4376 h 56"/>
                  <a:gd name="T20" fmla="+- 0 2403 2398"/>
                  <a:gd name="T21" fmla="*/ T20 w 31"/>
                  <a:gd name="T22" fmla="+- 0 4377 4321"/>
                  <a:gd name="T23" fmla="*/ 4377 h 56"/>
                  <a:gd name="T24" fmla="+- 0 2414 2398"/>
                  <a:gd name="T25" fmla="*/ T24 w 31"/>
                  <a:gd name="T26" fmla="+- 0 4377 4321"/>
                  <a:gd name="T27" fmla="*/ 4377 h 56"/>
                  <a:gd name="T28" fmla="+- 0 2420 2398"/>
                  <a:gd name="T29" fmla="*/ T28 w 31"/>
                  <a:gd name="T30" fmla="+- 0 4374 4321"/>
                  <a:gd name="T31" fmla="*/ 4374 h 56"/>
                  <a:gd name="T32" fmla="+- 0 2421 2398"/>
                  <a:gd name="T33" fmla="*/ T32 w 31"/>
                  <a:gd name="T34" fmla="+- 0 4373 4321"/>
                  <a:gd name="T35" fmla="*/ 4373 h 56"/>
                  <a:gd name="T36" fmla="+- 0 2412 2398"/>
                  <a:gd name="T37" fmla="*/ T36 w 31"/>
                  <a:gd name="T38" fmla="+- 0 4373 4321"/>
                  <a:gd name="T39" fmla="*/ 4373 h 56"/>
                  <a:gd name="T40" fmla="+- 0 2409 2398"/>
                  <a:gd name="T41" fmla="*/ T40 w 31"/>
                  <a:gd name="T42" fmla="+- 0 4373 4321"/>
                  <a:gd name="T43" fmla="*/ 4373 h 56"/>
                  <a:gd name="T44" fmla="+- 0 2403 2398"/>
                  <a:gd name="T45" fmla="*/ T44 w 31"/>
                  <a:gd name="T46" fmla="+- 0 4370 4321"/>
                  <a:gd name="T47" fmla="*/ 4370 h 56"/>
                  <a:gd name="T48" fmla="+- 0 2401 2398"/>
                  <a:gd name="T49" fmla="*/ T48 w 31"/>
                  <a:gd name="T50" fmla="+- 0 4369 4321"/>
                  <a:gd name="T51" fmla="*/ 436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31" h="56">
                    <a:moveTo>
                      <a:pt x="3" y="48"/>
                    </a:moveTo>
                    <a:lnTo>
                      <a:pt x="1" y="49"/>
                    </a:lnTo>
                    <a:lnTo>
                      <a:pt x="0" y="51"/>
                    </a:lnTo>
                    <a:lnTo>
                      <a:pt x="2" y="54"/>
                    </a:lnTo>
                    <a:lnTo>
                      <a:pt x="3" y="55"/>
                    </a:lnTo>
                    <a:lnTo>
                      <a:pt x="5" y="56"/>
                    </a:lnTo>
                    <a:lnTo>
                      <a:pt x="16" y="56"/>
                    </a:lnTo>
                    <a:lnTo>
                      <a:pt x="22" y="53"/>
                    </a:lnTo>
                    <a:lnTo>
                      <a:pt x="23" y="52"/>
                    </a:lnTo>
                    <a:lnTo>
                      <a:pt x="14" y="52"/>
                    </a:lnTo>
                    <a:lnTo>
                      <a:pt x="11" y="52"/>
                    </a:lnTo>
                    <a:lnTo>
                      <a:pt x="5" y="49"/>
                    </a:lnTo>
                    <a:lnTo>
                      <a:pt x="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4" name="Freeform 5360">
                <a:extLst>
                  <a:ext uri="{FF2B5EF4-FFF2-40B4-BE49-F238E27FC236}">
                    <a16:creationId xmlns:a16="http://schemas.microsoft.com/office/drawing/2014/main" id="{C6108340-E50C-E12E-9124-BE13593EFDA2}"/>
                  </a:ext>
                </a:extLst>
              </p:cNvPr>
              <p:cNvSpPr>
                <a:spLocks/>
              </p:cNvSpPr>
              <p:nvPr/>
            </p:nvSpPr>
            <p:spPr bwMode="auto">
              <a:xfrm>
                <a:off x="2398" y="4321"/>
                <a:ext cx="31" cy="56"/>
              </a:xfrm>
              <a:custGeom>
                <a:avLst/>
                <a:gdLst>
                  <a:gd name="T0" fmla="+- 0 2424 2398"/>
                  <a:gd name="T1" fmla="*/ T0 w 31"/>
                  <a:gd name="T2" fmla="+- 0 4327 4321"/>
                  <a:gd name="T3" fmla="*/ 4327 h 56"/>
                  <a:gd name="T4" fmla="+- 0 2413 2398"/>
                  <a:gd name="T5" fmla="*/ T4 w 31"/>
                  <a:gd name="T6" fmla="+- 0 4327 4321"/>
                  <a:gd name="T7" fmla="*/ 4327 h 56"/>
                  <a:gd name="T8" fmla="+- 0 2415 2398"/>
                  <a:gd name="T9" fmla="*/ T8 w 31"/>
                  <a:gd name="T10" fmla="+- 0 4327 4321"/>
                  <a:gd name="T11" fmla="*/ 4327 h 56"/>
                  <a:gd name="T12" fmla="+- 0 2418 2398"/>
                  <a:gd name="T13" fmla="*/ T12 w 31"/>
                  <a:gd name="T14" fmla="+- 0 4331 4321"/>
                  <a:gd name="T15" fmla="*/ 4331 h 56"/>
                  <a:gd name="T16" fmla="+- 0 2419 2398"/>
                  <a:gd name="T17" fmla="*/ T16 w 31"/>
                  <a:gd name="T18" fmla="+- 0 4332 4321"/>
                  <a:gd name="T19" fmla="*/ 4332 h 56"/>
                  <a:gd name="T20" fmla="+- 0 2419 2398"/>
                  <a:gd name="T21" fmla="*/ T20 w 31"/>
                  <a:gd name="T22" fmla="+- 0 4338 4321"/>
                  <a:gd name="T23" fmla="*/ 4338 h 56"/>
                  <a:gd name="T24" fmla="+- 0 2418 2398"/>
                  <a:gd name="T25" fmla="*/ T24 w 31"/>
                  <a:gd name="T26" fmla="+- 0 4340 4321"/>
                  <a:gd name="T27" fmla="*/ 4340 h 56"/>
                  <a:gd name="T28" fmla="+- 0 2407 2398"/>
                  <a:gd name="T29" fmla="*/ T28 w 31"/>
                  <a:gd name="T30" fmla="+- 0 4348 4321"/>
                  <a:gd name="T31" fmla="*/ 4348 h 56"/>
                  <a:gd name="T32" fmla="+- 0 2407 2398"/>
                  <a:gd name="T33" fmla="*/ T32 w 31"/>
                  <a:gd name="T34" fmla="+- 0 4349 4321"/>
                  <a:gd name="T35" fmla="*/ 4349 h 56"/>
                  <a:gd name="T36" fmla="+- 0 2410 2398"/>
                  <a:gd name="T37" fmla="*/ T36 w 31"/>
                  <a:gd name="T38" fmla="+- 0 4349 4321"/>
                  <a:gd name="T39" fmla="*/ 4349 h 56"/>
                  <a:gd name="T40" fmla="+- 0 2412 2398"/>
                  <a:gd name="T41" fmla="*/ T40 w 31"/>
                  <a:gd name="T42" fmla="+- 0 4350 4321"/>
                  <a:gd name="T43" fmla="*/ 4350 h 56"/>
                  <a:gd name="T44" fmla="+- 0 2422 2398"/>
                  <a:gd name="T45" fmla="*/ T44 w 31"/>
                  <a:gd name="T46" fmla="+- 0 4361 4321"/>
                  <a:gd name="T47" fmla="*/ 4361 h 56"/>
                  <a:gd name="T48" fmla="+- 0 2422 2398"/>
                  <a:gd name="T49" fmla="*/ T48 w 31"/>
                  <a:gd name="T50" fmla="+- 0 4365 4321"/>
                  <a:gd name="T51" fmla="*/ 4365 h 56"/>
                  <a:gd name="T52" fmla="+- 0 2421 2398"/>
                  <a:gd name="T53" fmla="*/ T52 w 31"/>
                  <a:gd name="T54" fmla="+- 0 4368 4321"/>
                  <a:gd name="T55" fmla="*/ 4368 h 56"/>
                  <a:gd name="T56" fmla="+- 0 2417 2398"/>
                  <a:gd name="T57" fmla="*/ T56 w 31"/>
                  <a:gd name="T58" fmla="+- 0 4372 4321"/>
                  <a:gd name="T59" fmla="*/ 4372 h 56"/>
                  <a:gd name="T60" fmla="+- 0 2415 2398"/>
                  <a:gd name="T61" fmla="*/ T60 w 31"/>
                  <a:gd name="T62" fmla="+- 0 4373 4321"/>
                  <a:gd name="T63" fmla="*/ 4373 h 56"/>
                  <a:gd name="T64" fmla="+- 0 2421 2398"/>
                  <a:gd name="T65" fmla="*/ T64 w 31"/>
                  <a:gd name="T66" fmla="+- 0 4373 4321"/>
                  <a:gd name="T67" fmla="*/ 4373 h 56"/>
                  <a:gd name="T68" fmla="+- 0 2427 2398"/>
                  <a:gd name="T69" fmla="*/ T68 w 31"/>
                  <a:gd name="T70" fmla="+- 0 4367 4321"/>
                  <a:gd name="T71" fmla="*/ 4367 h 56"/>
                  <a:gd name="T72" fmla="+- 0 2428 2398"/>
                  <a:gd name="T73" fmla="*/ T72 w 31"/>
                  <a:gd name="T74" fmla="+- 0 4363 4321"/>
                  <a:gd name="T75" fmla="*/ 4363 h 56"/>
                  <a:gd name="T76" fmla="+- 0 2428 2398"/>
                  <a:gd name="T77" fmla="*/ T76 w 31"/>
                  <a:gd name="T78" fmla="+- 0 4355 4321"/>
                  <a:gd name="T79" fmla="*/ 4355 h 56"/>
                  <a:gd name="T80" fmla="+- 0 2427 2398"/>
                  <a:gd name="T81" fmla="*/ T80 w 31"/>
                  <a:gd name="T82" fmla="+- 0 4352 4321"/>
                  <a:gd name="T83" fmla="*/ 4352 h 56"/>
                  <a:gd name="T84" fmla="+- 0 2424 2398"/>
                  <a:gd name="T85" fmla="*/ T84 w 31"/>
                  <a:gd name="T86" fmla="+- 0 4347 4321"/>
                  <a:gd name="T87" fmla="*/ 4347 h 56"/>
                  <a:gd name="T88" fmla="+- 0 2421 2398"/>
                  <a:gd name="T89" fmla="*/ T88 w 31"/>
                  <a:gd name="T90" fmla="+- 0 4345 4321"/>
                  <a:gd name="T91" fmla="*/ 4345 h 56"/>
                  <a:gd name="T92" fmla="+- 0 2418 2398"/>
                  <a:gd name="T93" fmla="*/ T92 w 31"/>
                  <a:gd name="T94" fmla="+- 0 4344 4321"/>
                  <a:gd name="T95" fmla="*/ 4344 h 56"/>
                  <a:gd name="T96" fmla="+- 0 2423 2398"/>
                  <a:gd name="T97" fmla="*/ T96 w 31"/>
                  <a:gd name="T98" fmla="+- 0 4340 4321"/>
                  <a:gd name="T99" fmla="*/ 4340 h 56"/>
                  <a:gd name="T100" fmla="+- 0 2425 2398"/>
                  <a:gd name="T101" fmla="*/ T100 w 31"/>
                  <a:gd name="T102" fmla="+- 0 4336 4321"/>
                  <a:gd name="T103" fmla="*/ 4336 h 56"/>
                  <a:gd name="T104" fmla="+- 0 2425 2398"/>
                  <a:gd name="T105" fmla="*/ T104 w 31"/>
                  <a:gd name="T106" fmla="+- 0 4330 4321"/>
                  <a:gd name="T107" fmla="*/ 4330 h 56"/>
                  <a:gd name="T108" fmla="+- 0 2424 2398"/>
                  <a:gd name="T109" fmla="*/ T108 w 31"/>
                  <a:gd name="T110" fmla="+- 0 4327 4321"/>
                  <a:gd name="T111" fmla="*/ 4327 h 56"/>
                  <a:gd name="T112" fmla="+- 0 2424 2398"/>
                  <a:gd name="T113" fmla="*/ T112 w 31"/>
                  <a:gd name="T114" fmla="+- 0 4327 4321"/>
                  <a:gd name="T115" fmla="*/ 432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6"/>
                    </a:moveTo>
                    <a:lnTo>
                      <a:pt x="15" y="6"/>
                    </a:lnTo>
                    <a:lnTo>
                      <a:pt x="17" y="6"/>
                    </a:lnTo>
                    <a:lnTo>
                      <a:pt x="20" y="10"/>
                    </a:lnTo>
                    <a:lnTo>
                      <a:pt x="21" y="11"/>
                    </a:lnTo>
                    <a:lnTo>
                      <a:pt x="21" y="17"/>
                    </a:lnTo>
                    <a:lnTo>
                      <a:pt x="20" y="19"/>
                    </a:lnTo>
                    <a:lnTo>
                      <a:pt x="9" y="27"/>
                    </a:lnTo>
                    <a:lnTo>
                      <a:pt x="9" y="28"/>
                    </a:lnTo>
                    <a:lnTo>
                      <a:pt x="12" y="28"/>
                    </a:lnTo>
                    <a:lnTo>
                      <a:pt x="14" y="29"/>
                    </a:lnTo>
                    <a:lnTo>
                      <a:pt x="24" y="40"/>
                    </a:lnTo>
                    <a:lnTo>
                      <a:pt x="24" y="44"/>
                    </a:lnTo>
                    <a:lnTo>
                      <a:pt x="23" y="47"/>
                    </a:lnTo>
                    <a:lnTo>
                      <a:pt x="19" y="51"/>
                    </a:lnTo>
                    <a:lnTo>
                      <a:pt x="17" y="52"/>
                    </a:lnTo>
                    <a:lnTo>
                      <a:pt x="23" y="52"/>
                    </a:lnTo>
                    <a:lnTo>
                      <a:pt x="29" y="46"/>
                    </a:lnTo>
                    <a:lnTo>
                      <a:pt x="30" y="42"/>
                    </a:lnTo>
                    <a:lnTo>
                      <a:pt x="30" y="34"/>
                    </a:lnTo>
                    <a:lnTo>
                      <a:pt x="29" y="31"/>
                    </a:lnTo>
                    <a:lnTo>
                      <a:pt x="26" y="26"/>
                    </a:lnTo>
                    <a:lnTo>
                      <a:pt x="23" y="24"/>
                    </a:lnTo>
                    <a:lnTo>
                      <a:pt x="20" y="23"/>
                    </a:lnTo>
                    <a:lnTo>
                      <a:pt x="25" y="19"/>
                    </a:lnTo>
                    <a:lnTo>
                      <a:pt x="27" y="15"/>
                    </a:lnTo>
                    <a:lnTo>
                      <a:pt x="27" y="9"/>
                    </a:lnTo>
                    <a:lnTo>
                      <a:pt x="2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5" name="Freeform 5361">
                <a:extLst>
                  <a:ext uri="{FF2B5EF4-FFF2-40B4-BE49-F238E27FC236}">
                    <a16:creationId xmlns:a16="http://schemas.microsoft.com/office/drawing/2014/main" id="{DA005208-438E-6901-00EF-B62E77FADFF1}"/>
                  </a:ext>
                </a:extLst>
              </p:cNvPr>
              <p:cNvSpPr>
                <a:spLocks/>
              </p:cNvSpPr>
              <p:nvPr/>
            </p:nvSpPr>
            <p:spPr bwMode="auto">
              <a:xfrm>
                <a:off x="2398" y="4321"/>
                <a:ext cx="31" cy="56"/>
              </a:xfrm>
              <a:custGeom>
                <a:avLst/>
                <a:gdLst>
                  <a:gd name="T0" fmla="+- 0 2417 2398"/>
                  <a:gd name="T1" fmla="*/ T0 w 31"/>
                  <a:gd name="T2" fmla="+- 0 4321 4321"/>
                  <a:gd name="T3" fmla="*/ 4321 h 56"/>
                  <a:gd name="T4" fmla="+- 0 2409 2398"/>
                  <a:gd name="T5" fmla="*/ T4 w 31"/>
                  <a:gd name="T6" fmla="+- 0 4321 4321"/>
                  <a:gd name="T7" fmla="*/ 4321 h 56"/>
                  <a:gd name="T8" fmla="+- 0 2407 2398"/>
                  <a:gd name="T9" fmla="*/ T8 w 31"/>
                  <a:gd name="T10" fmla="+- 0 4322 4321"/>
                  <a:gd name="T11" fmla="*/ 4322 h 56"/>
                  <a:gd name="T12" fmla="+- 0 2402 2398"/>
                  <a:gd name="T13" fmla="*/ T12 w 31"/>
                  <a:gd name="T14" fmla="+- 0 4326 4321"/>
                  <a:gd name="T15" fmla="*/ 4326 h 56"/>
                  <a:gd name="T16" fmla="+- 0 2400 2398"/>
                  <a:gd name="T17" fmla="*/ T16 w 31"/>
                  <a:gd name="T18" fmla="+- 0 4329 4321"/>
                  <a:gd name="T19" fmla="*/ 4329 h 56"/>
                  <a:gd name="T20" fmla="+- 0 2399 2398"/>
                  <a:gd name="T21" fmla="*/ T20 w 31"/>
                  <a:gd name="T22" fmla="+- 0 4332 4321"/>
                  <a:gd name="T23" fmla="*/ 4332 h 56"/>
                  <a:gd name="T24" fmla="+- 0 2400 2398"/>
                  <a:gd name="T25" fmla="*/ T24 w 31"/>
                  <a:gd name="T26" fmla="+- 0 4333 4321"/>
                  <a:gd name="T27" fmla="*/ 4333 h 56"/>
                  <a:gd name="T28" fmla="+- 0 2403 2398"/>
                  <a:gd name="T29" fmla="*/ T28 w 31"/>
                  <a:gd name="T30" fmla="+- 0 4329 4321"/>
                  <a:gd name="T31" fmla="*/ 4329 h 56"/>
                  <a:gd name="T32" fmla="+- 0 2406 2398"/>
                  <a:gd name="T33" fmla="*/ T32 w 31"/>
                  <a:gd name="T34" fmla="+- 0 4327 4321"/>
                  <a:gd name="T35" fmla="*/ 4327 h 56"/>
                  <a:gd name="T36" fmla="+- 0 2424 2398"/>
                  <a:gd name="T37" fmla="*/ T36 w 31"/>
                  <a:gd name="T38" fmla="+- 0 4327 4321"/>
                  <a:gd name="T39" fmla="*/ 4327 h 56"/>
                  <a:gd name="T40" fmla="+- 0 2420 2398"/>
                  <a:gd name="T41" fmla="*/ T40 w 31"/>
                  <a:gd name="T42" fmla="+- 0 4323 4321"/>
                  <a:gd name="T43" fmla="*/ 4323 h 56"/>
                  <a:gd name="T44" fmla="+- 0 2417 2398"/>
                  <a:gd name="T45" fmla="*/ T44 w 31"/>
                  <a:gd name="T46" fmla="+- 0 4321 4321"/>
                  <a:gd name="T47"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19" y="0"/>
                    </a:moveTo>
                    <a:lnTo>
                      <a:pt x="11" y="0"/>
                    </a:lnTo>
                    <a:lnTo>
                      <a:pt x="9" y="1"/>
                    </a:lnTo>
                    <a:lnTo>
                      <a:pt x="4" y="5"/>
                    </a:lnTo>
                    <a:lnTo>
                      <a:pt x="2" y="8"/>
                    </a:lnTo>
                    <a:lnTo>
                      <a:pt x="1" y="11"/>
                    </a:lnTo>
                    <a:lnTo>
                      <a:pt x="2" y="12"/>
                    </a:lnTo>
                    <a:lnTo>
                      <a:pt x="5" y="8"/>
                    </a:lnTo>
                    <a:lnTo>
                      <a:pt x="8" y="6"/>
                    </a:lnTo>
                    <a:lnTo>
                      <a:pt x="26" y="6"/>
                    </a:lnTo>
                    <a:lnTo>
                      <a:pt x="22" y="2"/>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6" name="Group 345">
              <a:extLst>
                <a:ext uri="{FF2B5EF4-FFF2-40B4-BE49-F238E27FC236}">
                  <a16:creationId xmlns:a16="http://schemas.microsoft.com/office/drawing/2014/main" id="{D105D205-D6D5-4C59-F0FB-A63FA494B275}"/>
                </a:ext>
              </a:extLst>
            </p:cNvPr>
            <p:cNvGrpSpPr>
              <a:grpSpLocks/>
            </p:cNvGrpSpPr>
            <p:nvPr/>
          </p:nvGrpSpPr>
          <p:grpSpPr bwMode="auto">
            <a:xfrm>
              <a:off x="2852" y="4321"/>
              <a:ext cx="36" cy="55"/>
              <a:chOff x="2852" y="4321"/>
              <a:chExt cx="36" cy="55"/>
            </a:xfrm>
          </p:grpSpPr>
          <p:sp>
            <p:nvSpPr>
              <p:cNvPr id="990" name="Freeform 5363">
                <a:extLst>
                  <a:ext uri="{FF2B5EF4-FFF2-40B4-BE49-F238E27FC236}">
                    <a16:creationId xmlns:a16="http://schemas.microsoft.com/office/drawing/2014/main" id="{876D2341-B541-3E74-311C-8DD6A4C7D859}"/>
                  </a:ext>
                </a:extLst>
              </p:cNvPr>
              <p:cNvSpPr>
                <a:spLocks/>
              </p:cNvSpPr>
              <p:nvPr/>
            </p:nvSpPr>
            <p:spPr bwMode="auto">
              <a:xfrm>
                <a:off x="2852" y="4321"/>
                <a:ext cx="36" cy="55"/>
              </a:xfrm>
              <a:custGeom>
                <a:avLst/>
                <a:gdLst>
                  <a:gd name="T0" fmla="+- 0 2882 2852"/>
                  <a:gd name="T1" fmla="*/ T0 w 36"/>
                  <a:gd name="T2" fmla="+- 0 4327 4321"/>
                  <a:gd name="T3" fmla="*/ 4327 h 55"/>
                  <a:gd name="T4" fmla="+- 0 2870 2852"/>
                  <a:gd name="T5" fmla="*/ T4 w 36"/>
                  <a:gd name="T6" fmla="+- 0 4327 4321"/>
                  <a:gd name="T7" fmla="*/ 4327 h 55"/>
                  <a:gd name="T8" fmla="+- 0 2872 2852"/>
                  <a:gd name="T9" fmla="*/ T8 w 36"/>
                  <a:gd name="T10" fmla="+- 0 4328 4321"/>
                  <a:gd name="T11" fmla="*/ 4328 h 55"/>
                  <a:gd name="T12" fmla="+- 0 2877 2852"/>
                  <a:gd name="T13" fmla="*/ T12 w 36"/>
                  <a:gd name="T14" fmla="+- 0 4333 4321"/>
                  <a:gd name="T15" fmla="*/ 4333 h 55"/>
                  <a:gd name="T16" fmla="+- 0 2878 2852"/>
                  <a:gd name="T17" fmla="*/ T16 w 36"/>
                  <a:gd name="T18" fmla="+- 0 4335 4321"/>
                  <a:gd name="T19" fmla="*/ 4335 h 55"/>
                  <a:gd name="T20" fmla="+- 0 2878 2852"/>
                  <a:gd name="T21" fmla="*/ T20 w 36"/>
                  <a:gd name="T22" fmla="+- 0 4343 4321"/>
                  <a:gd name="T23" fmla="*/ 4343 h 55"/>
                  <a:gd name="T24" fmla="+- 0 2876 2852"/>
                  <a:gd name="T25" fmla="*/ T24 w 36"/>
                  <a:gd name="T26" fmla="+- 0 4348 4321"/>
                  <a:gd name="T27" fmla="*/ 4348 h 55"/>
                  <a:gd name="T28" fmla="+- 0 2868 2852"/>
                  <a:gd name="T29" fmla="*/ T28 w 36"/>
                  <a:gd name="T30" fmla="+- 0 4359 4321"/>
                  <a:gd name="T31" fmla="*/ 4359 h 55"/>
                  <a:gd name="T32" fmla="+- 0 2862 2852"/>
                  <a:gd name="T33" fmla="*/ T32 w 36"/>
                  <a:gd name="T34" fmla="+- 0 4366 4321"/>
                  <a:gd name="T35" fmla="*/ 4366 h 55"/>
                  <a:gd name="T36" fmla="+- 0 2852 2852"/>
                  <a:gd name="T37" fmla="*/ T36 w 36"/>
                  <a:gd name="T38" fmla="+- 0 4374 4321"/>
                  <a:gd name="T39" fmla="*/ 4374 h 55"/>
                  <a:gd name="T40" fmla="+- 0 2852 2852"/>
                  <a:gd name="T41" fmla="*/ T40 w 36"/>
                  <a:gd name="T42" fmla="+- 0 4376 4321"/>
                  <a:gd name="T43" fmla="*/ 4376 h 55"/>
                  <a:gd name="T44" fmla="+- 0 2884 2852"/>
                  <a:gd name="T45" fmla="*/ T44 w 36"/>
                  <a:gd name="T46" fmla="+- 0 4376 4321"/>
                  <a:gd name="T47" fmla="*/ 4376 h 55"/>
                  <a:gd name="T48" fmla="+- 0 2886 2852"/>
                  <a:gd name="T49" fmla="*/ T48 w 36"/>
                  <a:gd name="T50" fmla="+- 0 4370 4321"/>
                  <a:gd name="T51" fmla="*/ 4370 h 55"/>
                  <a:gd name="T52" fmla="+- 0 2861 2852"/>
                  <a:gd name="T53" fmla="*/ T52 w 36"/>
                  <a:gd name="T54" fmla="+- 0 4370 4321"/>
                  <a:gd name="T55" fmla="*/ 4370 h 55"/>
                  <a:gd name="T56" fmla="+- 0 2863 2852"/>
                  <a:gd name="T57" fmla="*/ T56 w 36"/>
                  <a:gd name="T58" fmla="+- 0 4368 4321"/>
                  <a:gd name="T59" fmla="*/ 4368 h 55"/>
                  <a:gd name="T60" fmla="+- 0 2884 2852"/>
                  <a:gd name="T61" fmla="*/ T60 w 36"/>
                  <a:gd name="T62" fmla="+- 0 4338 4321"/>
                  <a:gd name="T63" fmla="*/ 4338 h 55"/>
                  <a:gd name="T64" fmla="+- 0 2884 2852"/>
                  <a:gd name="T65" fmla="*/ T64 w 36"/>
                  <a:gd name="T66" fmla="+- 0 4331 4321"/>
                  <a:gd name="T67" fmla="*/ 4331 h 55"/>
                  <a:gd name="T68" fmla="+- 0 2883 2852"/>
                  <a:gd name="T69" fmla="*/ T68 w 36"/>
                  <a:gd name="T70" fmla="+- 0 4328 4321"/>
                  <a:gd name="T71" fmla="*/ 4328 h 55"/>
                  <a:gd name="T72" fmla="+- 0 2882 2852"/>
                  <a:gd name="T73" fmla="*/ T72 w 36"/>
                  <a:gd name="T74" fmla="+- 0 4327 4321"/>
                  <a:gd name="T75" fmla="*/ 432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30" y="6"/>
                    </a:moveTo>
                    <a:lnTo>
                      <a:pt x="18" y="6"/>
                    </a:lnTo>
                    <a:lnTo>
                      <a:pt x="20" y="7"/>
                    </a:lnTo>
                    <a:lnTo>
                      <a:pt x="25" y="12"/>
                    </a:lnTo>
                    <a:lnTo>
                      <a:pt x="26" y="14"/>
                    </a:lnTo>
                    <a:lnTo>
                      <a:pt x="26" y="22"/>
                    </a:lnTo>
                    <a:lnTo>
                      <a:pt x="24" y="27"/>
                    </a:lnTo>
                    <a:lnTo>
                      <a:pt x="16" y="38"/>
                    </a:lnTo>
                    <a:lnTo>
                      <a:pt x="10" y="45"/>
                    </a:lnTo>
                    <a:lnTo>
                      <a:pt x="0" y="53"/>
                    </a:lnTo>
                    <a:lnTo>
                      <a:pt x="0" y="55"/>
                    </a:lnTo>
                    <a:lnTo>
                      <a:pt x="32" y="55"/>
                    </a:lnTo>
                    <a:lnTo>
                      <a:pt x="34" y="49"/>
                    </a:lnTo>
                    <a:lnTo>
                      <a:pt x="9" y="49"/>
                    </a:lnTo>
                    <a:lnTo>
                      <a:pt x="11" y="47"/>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1" name="Freeform 5364">
                <a:extLst>
                  <a:ext uri="{FF2B5EF4-FFF2-40B4-BE49-F238E27FC236}">
                    <a16:creationId xmlns:a16="http://schemas.microsoft.com/office/drawing/2014/main" id="{6791BCA1-AE1E-B9C7-7A7F-F8F6DE0750E6}"/>
                  </a:ext>
                </a:extLst>
              </p:cNvPr>
              <p:cNvSpPr>
                <a:spLocks/>
              </p:cNvSpPr>
              <p:nvPr/>
            </p:nvSpPr>
            <p:spPr bwMode="auto">
              <a:xfrm>
                <a:off x="2852" y="4321"/>
                <a:ext cx="36" cy="55"/>
              </a:xfrm>
              <a:custGeom>
                <a:avLst/>
                <a:gdLst>
                  <a:gd name="T0" fmla="+- 0 2888 2852"/>
                  <a:gd name="T1" fmla="*/ T0 w 36"/>
                  <a:gd name="T2" fmla="+- 0 4365 4321"/>
                  <a:gd name="T3" fmla="*/ 4365 h 55"/>
                  <a:gd name="T4" fmla="+- 0 2886 2852"/>
                  <a:gd name="T5" fmla="*/ T4 w 36"/>
                  <a:gd name="T6" fmla="+- 0 4365 4321"/>
                  <a:gd name="T7" fmla="*/ 4365 h 55"/>
                  <a:gd name="T8" fmla="+- 0 2884 2852"/>
                  <a:gd name="T9" fmla="*/ T8 w 36"/>
                  <a:gd name="T10" fmla="+- 0 4368 4321"/>
                  <a:gd name="T11" fmla="*/ 4368 h 55"/>
                  <a:gd name="T12" fmla="+- 0 2881 2852"/>
                  <a:gd name="T13" fmla="*/ T12 w 36"/>
                  <a:gd name="T14" fmla="+- 0 4369 4321"/>
                  <a:gd name="T15" fmla="*/ 4369 h 55"/>
                  <a:gd name="T16" fmla="+- 0 2878 2852"/>
                  <a:gd name="T17" fmla="*/ T16 w 36"/>
                  <a:gd name="T18" fmla="+- 0 4370 4321"/>
                  <a:gd name="T19" fmla="*/ 4370 h 55"/>
                  <a:gd name="T20" fmla="+- 0 2886 2852"/>
                  <a:gd name="T21" fmla="*/ T20 w 36"/>
                  <a:gd name="T22" fmla="+- 0 4370 4321"/>
                  <a:gd name="T23" fmla="*/ 4370 h 55"/>
                  <a:gd name="T24" fmla="+- 0 2888 2852"/>
                  <a:gd name="T25" fmla="*/ T24 w 36"/>
                  <a:gd name="T26" fmla="+- 0 4365 4321"/>
                  <a:gd name="T27" fmla="*/ 436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6" y="44"/>
                    </a:moveTo>
                    <a:lnTo>
                      <a:pt x="34" y="44"/>
                    </a:lnTo>
                    <a:lnTo>
                      <a:pt x="32" y="47"/>
                    </a:lnTo>
                    <a:lnTo>
                      <a:pt x="29" y="48"/>
                    </a:lnTo>
                    <a:lnTo>
                      <a:pt x="26" y="49"/>
                    </a:lnTo>
                    <a:lnTo>
                      <a:pt x="34" y="49"/>
                    </a:lnTo>
                    <a:lnTo>
                      <a:pt x="36"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92" name="Freeform 5365">
                <a:extLst>
                  <a:ext uri="{FF2B5EF4-FFF2-40B4-BE49-F238E27FC236}">
                    <a16:creationId xmlns:a16="http://schemas.microsoft.com/office/drawing/2014/main" id="{E0AC457F-A411-A9FE-BFF9-8315085439B9}"/>
                  </a:ext>
                </a:extLst>
              </p:cNvPr>
              <p:cNvSpPr>
                <a:spLocks/>
              </p:cNvSpPr>
              <p:nvPr/>
            </p:nvSpPr>
            <p:spPr bwMode="auto">
              <a:xfrm>
                <a:off x="2852" y="4321"/>
                <a:ext cx="36" cy="55"/>
              </a:xfrm>
              <a:custGeom>
                <a:avLst/>
                <a:gdLst>
                  <a:gd name="T0" fmla="+- 0 2873 2852"/>
                  <a:gd name="T1" fmla="*/ T0 w 36"/>
                  <a:gd name="T2" fmla="+- 0 4321 4321"/>
                  <a:gd name="T3" fmla="*/ 4321 h 55"/>
                  <a:gd name="T4" fmla="+- 0 2865 2852"/>
                  <a:gd name="T5" fmla="*/ T4 w 36"/>
                  <a:gd name="T6" fmla="+- 0 4321 4321"/>
                  <a:gd name="T7" fmla="*/ 4321 h 55"/>
                  <a:gd name="T8" fmla="+- 0 2862 2852"/>
                  <a:gd name="T9" fmla="*/ T8 w 36"/>
                  <a:gd name="T10" fmla="+- 0 4322 4321"/>
                  <a:gd name="T11" fmla="*/ 4322 h 55"/>
                  <a:gd name="T12" fmla="+- 0 2856 2852"/>
                  <a:gd name="T13" fmla="*/ T12 w 36"/>
                  <a:gd name="T14" fmla="+- 0 4328 4321"/>
                  <a:gd name="T15" fmla="*/ 4328 h 55"/>
                  <a:gd name="T16" fmla="+- 0 2855 2852"/>
                  <a:gd name="T17" fmla="*/ T16 w 36"/>
                  <a:gd name="T18" fmla="+- 0 4331 4321"/>
                  <a:gd name="T19" fmla="*/ 4331 h 55"/>
                  <a:gd name="T20" fmla="+- 0 2854 2852"/>
                  <a:gd name="T21" fmla="*/ T20 w 36"/>
                  <a:gd name="T22" fmla="+- 0 4336 4321"/>
                  <a:gd name="T23" fmla="*/ 4336 h 55"/>
                  <a:gd name="T24" fmla="+- 0 2855 2852"/>
                  <a:gd name="T25" fmla="*/ T24 w 36"/>
                  <a:gd name="T26" fmla="+- 0 4336 4321"/>
                  <a:gd name="T27" fmla="*/ 4336 h 55"/>
                  <a:gd name="T28" fmla="+- 0 2856 2852"/>
                  <a:gd name="T29" fmla="*/ T28 w 36"/>
                  <a:gd name="T30" fmla="+- 0 4333 4321"/>
                  <a:gd name="T31" fmla="*/ 4333 h 55"/>
                  <a:gd name="T32" fmla="+- 0 2858 2852"/>
                  <a:gd name="T33" fmla="*/ T32 w 36"/>
                  <a:gd name="T34" fmla="+- 0 4331 4321"/>
                  <a:gd name="T35" fmla="*/ 4331 h 55"/>
                  <a:gd name="T36" fmla="+- 0 2862 2852"/>
                  <a:gd name="T37" fmla="*/ T36 w 36"/>
                  <a:gd name="T38" fmla="+- 0 4328 4321"/>
                  <a:gd name="T39" fmla="*/ 4328 h 55"/>
                  <a:gd name="T40" fmla="+- 0 2864 2852"/>
                  <a:gd name="T41" fmla="*/ T40 w 36"/>
                  <a:gd name="T42" fmla="+- 0 4327 4321"/>
                  <a:gd name="T43" fmla="*/ 4327 h 55"/>
                  <a:gd name="T44" fmla="+- 0 2882 2852"/>
                  <a:gd name="T45" fmla="*/ T44 w 36"/>
                  <a:gd name="T46" fmla="+- 0 4327 4321"/>
                  <a:gd name="T47" fmla="*/ 4327 h 55"/>
                  <a:gd name="T48" fmla="+- 0 2877 2852"/>
                  <a:gd name="T49" fmla="*/ T48 w 36"/>
                  <a:gd name="T50" fmla="+- 0 4323 4321"/>
                  <a:gd name="T51" fmla="*/ 4323 h 55"/>
                  <a:gd name="T52" fmla="+- 0 2873 2852"/>
                  <a:gd name="T53" fmla="*/ T52 w 36"/>
                  <a:gd name="T54" fmla="+- 0 4321 4321"/>
                  <a:gd name="T55" fmla="*/ 432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10" y="1"/>
                    </a:lnTo>
                    <a:lnTo>
                      <a:pt x="4" y="7"/>
                    </a:lnTo>
                    <a:lnTo>
                      <a:pt x="3" y="10"/>
                    </a:lnTo>
                    <a:lnTo>
                      <a:pt x="2" y="15"/>
                    </a:lnTo>
                    <a:lnTo>
                      <a:pt x="3" y="15"/>
                    </a:lnTo>
                    <a:lnTo>
                      <a:pt x="4" y="12"/>
                    </a:lnTo>
                    <a:lnTo>
                      <a:pt x="6" y="10"/>
                    </a:lnTo>
                    <a:lnTo>
                      <a:pt x="10" y="7"/>
                    </a:lnTo>
                    <a:lnTo>
                      <a:pt x="12" y="6"/>
                    </a:lnTo>
                    <a:lnTo>
                      <a:pt x="30"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7" name="Group 346">
              <a:extLst>
                <a:ext uri="{FF2B5EF4-FFF2-40B4-BE49-F238E27FC236}">
                  <a16:creationId xmlns:a16="http://schemas.microsoft.com/office/drawing/2014/main" id="{E01D4378-2AE5-D59E-1D76-56EABD9FF762}"/>
                </a:ext>
              </a:extLst>
            </p:cNvPr>
            <p:cNvGrpSpPr>
              <a:grpSpLocks/>
            </p:cNvGrpSpPr>
            <p:nvPr/>
          </p:nvGrpSpPr>
          <p:grpSpPr bwMode="auto">
            <a:xfrm>
              <a:off x="3310" y="4321"/>
              <a:ext cx="31" cy="56"/>
              <a:chOff x="3310" y="4321"/>
              <a:chExt cx="31" cy="56"/>
            </a:xfrm>
          </p:grpSpPr>
          <p:sp>
            <p:nvSpPr>
              <p:cNvPr id="987" name="Freeform 5367">
                <a:extLst>
                  <a:ext uri="{FF2B5EF4-FFF2-40B4-BE49-F238E27FC236}">
                    <a16:creationId xmlns:a16="http://schemas.microsoft.com/office/drawing/2014/main" id="{9399BA5E-7A49-2951-6A8F-028DD8EB11A7}"/>
                  </a:ext>
                </a:extLst>
              </p:cNvPr>
              <p:cNvSpPr>
                <a:spLocks/>
              </p:cNvSpPr>
              <p:nvPr/>
            </p:nvSpPr>
            <p:spPr bwMode="auto">
              <a:xfrm>
                <a:off x="3310" y="4321"/>
                <a:ext cx="31" cy="56"/>
              </a:xfrm>
              <a:custGeom>
                <a:avLst/>
                <a:gdLst>
                  <a:gd name="T0" fmla="+- 0 3314 3310"/>
                  <a:gd name="T1" fmla="*/ T0 w 31"/>
                  <a:gd name="T2" fmla="+- 0 4369 4321"/>
                  <a:gd name="T3" fmla="*/ 4369 h 56"/>
                  <a:gd name="T4" fmla="+- 0 3311 3310"/>
                  <a:gd name="T5" fmla="*/ T4 w 31"/>
                  <a:gd name="T6" fmla="+- 0 4370 4321"/>
                  <a:gd name="T7" fmla="*/ 4370 h 56"/>
                  <a:gd name="T8" fmla="+- 0 3310 3310"/>
                  <a:gd name="T9" fmla="*/ T8 w 31"/>
                  <a:gd name="T10" fmla="+- 0 4372 4321"/>
                  <a:gd name="T11" fmla="*/ 4372 h 56"/>
                  <a:gd name="T12" fmla="+- 0 3312 3310"/>
                  <a:gd name="T13" fmla="*/ T12 w 31"/>
                  <a:gd name="T14" fmla="+- 0 4375 4321"/>
                  <a:gd name="T15" fmla="*/ 4375 h 56"/>
                  <a:gd name="T16" fmla="+- 0 3314 3310"/>
                  <a:gd name="T17" fmla="*/ T16 w 31"/>
                  <a:gd name="T18" fmla="+- 0 4376 4321"/>
                  <a:gd name="T19" fmla="*/ 4376 h 56"/>
                  <a:gd name="T20" fmla="+- 0 3316 3310"/>
                  <a:gd name="T21" fmla="*/ T20 w 31"/>
                  <a:gd name="T22" fmla="+- 0 4377 4321"/>
                  <a:gd name="T23" fmla="*/ 4377 h 56"/>
                  <a:gd name="T24" fmla="+- 0 3327 3310"/>
                  <a:gd name="T25" fmla="*/ T24 w 31"/>
                  <a:gd name="T26" fmla="+- 0 4377 4321"/>
                  <a:gd name="T27" fmla="*/ 4377 h 56"/>
                  <a:gd name="T28" fmla="+- 0 3332 3310"/>
                  <a:gd name="T29" fmla="*/ T28 w 31"/>
                  <a:gd name="T30" fmla="+- 0 4374 4321"/>
                  <a:gd name="T31" fmla="*/ 4374 h 56"/>
                  <a:gd name="T32" fmla="+- 0 3334 3310"/>
                  <a:gd name="T33" fmla="*/ T32 w 31"/>
                  <a:gd name="T34" fmla="+- 0 4373 4321"/>
                  <a:gd name="T35" fmla="*/ 4373 h 56"/>
                  <a:gd name="T36" fmla="+- 0 3325 3310"/>
                  <a:gd name="T37" fmla="*/ T36 w 31"/>
                  <a:gd name="T38" fmla="+- 0 4373 4321"/>
                  <a:gd name="T39" fmla="*/ 4373 h 56"/>
                  <a:gd name="T40" fmla="+- 0 3322 3310"/>
                  <a:gd name="T41" fmla="*/ T40 w 31"/>
                  <a:gd name="T42" fmla="+- 0 4373 4321"/>
                  <a:gd name="T43" fmla="*/ 4373 h 56"/>
                  <a:gd name="T44" fmla="+- 0 3319 3310"/>
                  <a:gd name="T45" fmla="*/ T44 w 31"/>
                  <a:gd name="T46" fmla="+- 0 4371 4321"/>
                  <a:gd name="T47" fmla="*/ 4371 h 56"/>
                  <a:gd name="T48" fmla="+- 0 3316 3310"/>
                  <a:gd name="T49" fmla="*/ T48 w 31"/>
                  <a:gd name="T50" fmla="+- 0 4370 4321"/>
                  <a:gd name="T51" fmla="*/ 4370 h 56"/>
                  <a:gd name="T52" fmla="+- 0 3314 3310"/>
                  <a:gd name="T53" fmla="*/ T52 w 31"/>
                  <a:gd name="T54" fmla="+- 0 4369 4321"/>
                  <a:gd name="T55" fmla="*/ 436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1" h="56">
                    <a:moveTo>
                      <a:pt x="4" y="48"/>
                    </a:moveTo>
                    <a:lnTo>
                      <a:pt x="1" y="49"/>
                    </a:lnTo>
                    <a:lnTo>
                      <a:pt x="0" y="51"/>
                    </a:lnTo>
                    <a:lnTo>
                      <a:pt x="2" y="54"/>
                    </a:lnTo>
                    <a:lnTo>
                      <a:pt x="4" y="55"/>
                    </a:lnTo>
                    <a:lnTo>
                      <a:pt x="6" y="56"/>
                    </a:lnTo>
                    <a:lnTo>
                      <a:pt x="17" y="56"/>
                    </a:lnTo>
                    <a:lnTo>
                      <a:pt x="22" y="53"/>
                    </a:lnTo>
                    <a:lnTo>
                      <a:pt x="24" y="52"/>
                    </a:lnTo>
                    <a:lnTo>
                      <a:pt x="15" y="52"/>
                    </a:lnTo>
                    <a:lnTo>
                      <a:pt x="12" y="52"/>
                    </a:lnTo>
                    <a:lnTo>
                      <a:pt x="9" y="50"/>
                    </a:lnTo>
                    <a:lnTo>
                      <a:pt x="6" y="49"/>
                    </a:lnTo>
                    <a:lnTo>
                      <a:pt x="4"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8" name="Freeform 5368">
                <a:extLst>
                  <a:ext uri="{FF2B5EF4-FFF2-40B4-BE49-F238E27FC236}">
                    <a16:creationId xmlns:a16="http://schemas.microsoft.com/office/drawing/2014/main" id="{548142E0-32B7-9036-D486-3B8F6F3FDDE2}"/>
                  </a:ext>
                </a:extLst>
              </p:cNvPr>
              <p:cNvSpPr>
                <a:spLocks/>
              </p:cNvSpPr>
              <p:nvPr/>
            </p:nvSpPr>
            <p:spPr bwMode="auto">
              <a:xfrm>
                <a:off x="3310" y="4321"/>
                <a:ext cx="31" cy="56"/>
              </a:xfrm>
              <a:custGeom>
                <a:avLst/>
                <a:gdLst>
                  <a:gd name="T0" fmla="+- 0 3336 3310"/>
                  <a:gd name="T1" fmla="*/ T0 w 31"/>
                  <a:gd name="T2" fmla="+- 0 4327 4321"/>
                  <a:gd name="T3" fmla="*/ 4327 h 56"/>
                  <a:gd name="T4" fmla="+- 0 3325 3310"/>
                  <a:gd name="T5" fmla="*/ T4 w 31"/>
                  <a:gd name="T6" fmla="+- 0 4327 4321"/>
                  <a:gd name="T7" fmla="*/ 4327 h 56"/>
                  <a:gd name="T8" fmla="+- 0 3327 3310"/>
                  <a:gd name="T9" fmla="*/ T8 w 31"/>
                  <a:gd name="T10" fmla="+- 0 4327 4321"/>
                  <a:gd name="T11" fmla="*/ 4327 h 56"/>
                  <a:gd name="T12" fmla="+- 0 3331 3310"/>
                  <a:gd name="T13" fmla="*/ T12 w 31"/>
                  <a:gd name="T14" fmla="+- 0 4331 4321"/>
                  <a:gd name="T15" fmla="*/ 4331 h 56"/>
                  <a:gd name="T16" fmla="+- 0 3331 3310"/>
                  <a:gd name="T17" fmla="*/ T16 w 31"/>
                  <a:gd name="T18" fmla="+- 0 4332 4321"/>
                  <a:gd name="T19" fmla="*/ 4332 h 56"/>
                  <a:gd name="T20" fmla="+- 0 3332 3310"/>
                  <a:gd name="T21" fmla="*/ T20 w 31"/>
                  <a:gd name="T22" fmla="+- 0 4338 4321"/>
                  <a:gd name="T23" fmla="*/ 4338 h 56"/>
                  <a:gd name="T24" fmla="+- 0 3331 3310"/>
                  <a:gd name="T25" fmla="*/ T24 w 31"/>
                  <a:gd name="T26" fmla="+- 0 4340 4321"/>
                  <a:gd name="T27" fmla="*/ 4340 h 56"/>
                  <a:gd name="T28" fmla="+- 0 3319 3310"/>
                  <a:gd name="T29" fmla="*/ T28 w 31"/>
                  <a:gd name="T30" fmla="+- 0 4348 4321"/>
                  <a:gd name="T31" fmla="*/ 4348 h 56"/>
                  <a:gd name="T32" fmla="+- 0 3319 3310"/>
                  <a:gd name="T33" fmla="*/ T32 w 31"/>
                  <a:gd name="T34" fmla="+- 0 4349 4321"/>
                  <a:gd name="T35" fmla="*/ 4349 h 56"/>
                  <a:gd name="T36" fmla="+- 0 3323 3310"/>
                  <a:gd name="T37" fmla="*/ T36 w 31"/>
                  <a:gd name="T38" fmla="+- 0 4349 4321"/>
                  <a:gd name="T39" fmla="*/ 4349 h 56"/>
                  <a:gd name="T40" fmla="+- 0 3325 3310"/>
                  <a:gd name="T41" fmla="*/ T40 w 31"/>
                  <a:gd name="T42" fmla="+- 0 4350 4321"/>
                  <a:gd name="T43" fmla="*/ 4350 h 56"/>
                  <a:gd name="T44" fmla="+- 0 3335 3310"/>
                  <a:gd name="T45" fmla="*/ T44 w 31"/>
                  <a:gd name="T46" fmla="+- 0 4361 4321"/>
                  <a:gd name="T47" fmla="*/ 4361 h 56"/>
                  <a:gd name="T48" fmla="+- 0 3335 3310"/>
                  <a:gd name="T49" fmla="*/ T48 w 31"/>
                  <a:gd name="T50" fmla="+- 0 4365 4321"/>
                  <a:gd name="T51" fmla="*/ 4365 h 56"/>
                  <a:gd name="T52" fmla="+- 0 3334 3310"/>
                  <a:gd name="T53" fmla="*/ T52 w 31"/>
                  <a:gd name="T54" fmla="+- 0 4368 4321"/>
                  <a:gd name="T55" fmla="*/ 4368 h 56"/>
                  <a:gd name="T56" fmla="+- 0 3330 3310"/>
                  <a:gd name="T57" fmla="*/ T56 w 31"/>
                  <a:gd name="T58" fmla="+- 0 4372 4321"/>
                  <a:gd name="T59" fmla="*/ 4372 h 56"/>
                  <a:gd name="T60" fmla="+- 0 3328 3310"/>
                  <a:gd name="T61" fmla="*/ T60 w 31"/>
                  <a:gd name="T62" fmla="+- 0 4373 4321"/>
                  <a:gd name="T63" fmla="*/ 4373 h 56"/>
                  <a:gd name="T64" fmla="+- 0 3334 3310"/>
                  <a:gd name="T65" fmla="*/ T64 w 31"/>
                  <a:gd name="T66" fmla="+- 0 4373 4321"/>
                  <a:gd name="T67" fmla="*/ 4373 h 56"/>
                  <a:gd name="T68" fmla="+- 0 3339 3310"/>
                  <a:gd name="T69" fmla="*/ T68 w 31"/>
                  <a:gd name="T70" fmla="+- 0 4367 4321"/>
                  <a:gd name="T71" fmla="*/ 4367 h 56"/>
                  <a:gd name="T72" fmla="+- 0 3341 3310"/>
                  <a:gd name="T73" fmla="*/ T72 w 31"/>
                  <a:gd name="T74" fmla="+- 0 4363 4321"/>
                  <a:gd name="T75" fmla="*/ 4363 h 56"/>
                  <a:gd name="T76" fmla="+- 0 3341 3310"/>
                  <a:gd name="T77" fmla="*/ T76 w 31"/>
                  <a:gd name="T78" fmla="+- 0 4355 4321"/>
                  <a:gd name="T79" fmla="*/ 4355 h 56"/>
                  <a:gd name="T80" fmla="+- 0 3340 3310"/>
                  <a:gd name="T81" fmla="*/ T80 w 31"/>
                  <a:gd name="T82" fmla="+- 0 4352 4321"/>
                  <a:gd name="T83" fmla="*/ 4352 h 56"/>
                  <a:gd name="T84" fmla="+- 0 3336 3310"/>
                  <a:gd name="T85" fmla="*/ T84 w 31"/>
                  <a:gd name="T86" fmla="+- 0 4347 4321"/>
                  <a:gd name="T87" fmla="*/ 4347 h 56"/>
                  <a:gd name="T88" fmla="+- 0 3334 3310"/>
                  <a:gd name="T89" fmla="*/ T88 w 31"/>
                  <a:gd name="T90" fmla="+- 0 4345 4321"/>
                  <a:gd name="T91" fmla="*/ 4345 h 56"/>
                  <a:gd name="T92" fmla="+- 0 3331 3310"/>
                  <a:gd name="T93" fmla="*/ T92 w 31"/>
                  <a:gd name="T94" fmla="+- 0 4344 4321"/>
                  <a:gd name="T95" fmla="*/ 4344 h 56"/>
                  <a:gd name="T96" fmla="+- 0 3336 3310"/>
                  <a:gd name="T97" fmla="*/ T96 w 31"/>
                  <a:gd name="T98" fmla="+- 0 4340 4321"/>
                  <a:gd name="T99" fmla="*/ 4340 h 56"/>
                  <a:gd name="T100" fmla="+- 0 3338 3310"/>
                  <a:gd name="T101" fmla="*/ T100 w 31"/>
                  <a:gd name="T102" fmla="+- 0 4336 4321"/>
                  <a:gd name="T103" fmla="*/ 4336 h 56"/>
                  <a:gd name="T104" fmla="+- 0 3338 3310"/>
                  <a:gd name="T105" fmla="*/ T104 w 31"/>
                  <a:gd name="T106" fmla="+- 0 4330 4321"/>
                  <a:gd name="T107" fmla="*/ 4330 h 56"/>
                  <a:gd name="T108" fmla="+- 0 3337 3310"/>
                  <a:gd name="T109" fmla="*/ T108 w 31"/>
                  <a:gd name="T110" fmla="+- 0 4327 4321"/>
                  <a:gd name="T111" fmla="*/ 4327 h 56"/>
                  <a:gd name="T112" fmla="+- 0 3336 3310"/>
                  <a:gd name="T113" fmla="*/ T112 w 31"/>
                  <a:gd name="T114" fmla="+- 0 4327 4321"/>
                  <a:gd name="T115" fmla="*/ 432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6"/>
                    </a:moveTo>
                    <a:lnTo>
                      <a:pt x="15" y="6"/>
                    </a:lnTo>
                    <a:lnTo>
                      <a:pt x="17" y="6"/>
                    </a:lnTo>
                    <a:lnTo>
                      <a:pt x="21" y="10"/>
                    </a:lnTo>
                    <a:lnTo>
                      <a:pt x="21" y="11"/>
                    </a:lnTo>
                    <a:lnTo>
                      <a:pt x="22" y="17"/>
                    </a:lnTo>
                    <a:lnTo>
                      <a:pt x="21" y="19"/>
                    </a:lnTo>
                    <a:lnTo>
                      <a:pt x="9" y="27"/>
                    </a:lnTo>
                    <a:lnTo>
                      <a:pt x="9" y="28"/>
                    </a:lnTo>
                    <a:lnTo>
                      <a:pt x="13" y="28"/>
                    </a:lnTo>
                    <a:lnTo>
                      <a:pt x="15" y="29"/>
                    </a:lnTo>
                    <a:lnTo>
                      <a:pt x="25" y="40"/>
                    </a:lnTo>
                    <a:lnTo>
                      <a:pt x="25" y="44"/>
                    </a:lnTo>
                    <a:lnTo>
                      <a:pt x="24" y="47"/>
                    </a:lnTo>
                    <a:lnTo>
                      <a:pt x="20" y="51"/>
                    </a:lnTo>
                    <a:lnTo>
                      <a:pt x="18" y="52"/>
                    </a:lnTo>
                    <a:lnTo>
                      <a:pt x="24" y="52"/>
                    </a:lnTo>
                    <a:lnTo>
                      <a:pt x="29" y="46"/>
                    </a:lnTo>
                    <a:lnTo>
                      <a:pt x="31" y="42"/>
                    </a:lnTo>
                    <a:lnTo>
                      <a:pt x="31" y="34"/>
                    </a:lnTo>
                    <a:lnTo>
                      <a:pt x="30" y="31"/>
                    </a:lnTo>
                    <a:lnTo>
                      <a:pt x="26" y="26"/>
                    </a:lnTo>
                    <a:lnTo>
                      <a:pt x="24" y="24"/>
                    </a:lnTo>
                    <a:lnTo>
                      <a:pt x="21" y="23"/>
                    </a:lnTo>
                    <a:lnTo>
                      <a:pt x="26" y="19"/>
                    </a:lnTo>
                    <a:lnTo>
                      <a:pt x="28" y="15"/>
                    </a:lnTo>
                    <a:lnTo>
                      <a:pt x="28" y="9"/>
                    </a:lnTo>
                    <a:lnTo>
                      <a:pt x="27" y="6"/>
                    </a:lnTo>
                    <a:lnTo>
                      <a:pt x="2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9" name="Freeform 5369">
                <a:extLst>
                  <a:ext uri="{FF2B5EF4-FFF2-40B4-BE49-F238E27FC236}">
                    <a16:creationId xmlns:a16="http://schemas.microsoft.com/office/drawing/2014/main" id="{709E4149-85B3-4A18-693D-8F8AC169A67E}"/>
                  </a:ext>
                </a:extLst>
              </p:cNvPr>
              <p:cNvSpPr>
                <a:spLocks/>
              </p:cNvSpPr>
              <p:nvPr/>
            </p:nvSpPr>
            <p:spPr bwMode="auto">
              <a:xfrm>
                <a:off x="3310" y="4321"/>
                <a:ext cx="31" cy="56"/>
              </a:xfrm>
              <a:custGeom>
                <a:avLst/>
                <a:gdLst>
                  <a:gd name="T0" fmla="+- 0 3330 3310"/>
                  <a:gd name="T1" fmla="*/ T0 w 31"/>
                  <a:gd name="T2" fmla="+- 0 4321 4321"/>
                  <a:gd name="T3" fmla="*/ 4321 h 56"/>
                  <a:gd name="T4" fmla="+- 0 3322 3310"/>
                  <a:gd name="T5" fmla="*/ T4 w 31"/>
                  <a:gd name="T6" fmla="+- 0 4321 4321"/>
                  <a:gd name="T7" fmla="*/ 4321 h 56"/>
                  <a:gd name="T8" fmla="+- 0 3319 3310"/>
                  <a:gd name="T9" fmla="*/ T8 w 31"/>
                  <a:gd name="T10" fmla="+- 0 4322 4321"/>
                  <a:gd name="T11" fmla="*/ 4322 h 56"/>
                  <a:gd name="T12" fmla="+- 0 3315 3310"/>
                  <a:gd name="T13" fmla="*/ T12 w 31"/>
                  <a:gd name="T14" fmla="+- 0 4326 4321"/>
                  <a:gd name="T15" fmla="*/ 4326 h 56"/>
                  <a:gd name="T16" fmla="+- 0 3313 3310"/>
                  <a:gd name="T17" fmla="*/ T16 w 31"/>
                  <a:gd name="T18" fmla="+- 0 4329 4321"/>
                  <a:gd name="T19" fmla="*/ 4329 h 56"/>
                  <a:gd name="T20" fmla="+- 0 3311 3310"/>
                  <a:gd name="T21" fmla="*/ T20 w 31"/>
                  <a:gd name="T22" fmla="+- 0 4332 4321"/>
                  <a:gd name="T23" fmla="*/ 4332 h 56"/>
                  <a:gd name="T24" fmla="+- 0 3313 3310"/>
                  <a:gd name="T25" fmla="*/ T24 w 31"/>
                  <a:gd name="T26" fmla="+- 0 4333 4321"/>
                  <a:gd name="T27" fmla="*/ 4333 h 56"/>
                  <a:gd name="T28" fmla="+- 0 3315 3310"/>
                  <a:gd name="T29" fmla="*/ T28 w 31"/>
                  <a:gd name="T30" fmla="+- 0 4329 4321"/>
                  <a:gd name="T31" fmla="*/ 4329 h 56"/>
                  <a:gd name="T32" fmla="+- 0 3319 3310"/>
                  <a:gd name="T33" fmla="*/ T32 w 31"/>
                  <a:gd name="T34" fmla="+- 0 4327 4321"/>
                  <a:gd name="T35" fmla="*/ 4327 h 56"/>
                  <a:gd name="T36" fmla="+- 0 3336 3310"/>
                  <a:gd name="T37" fmla="*/ T36 w 31"/>
                  <a:gd name="T38" fmla="+- 0 4327 4321"/>
                  <a:gd name="T39" fmla="*/ 4327 h 56"/>
                  <a:gd name="T40" fmla="+- 0 3333 3310"/>
                  <a:gd name="T41" fmla="*/ T40 w 31"/>
                  <a:gd name="T42" fmla="+- 0 4323 4321"/>
                  <a:gd name="T43" fmla="*/ 4323 h 56"/>
                  <a:gd name="T44" fmla="+- 0 3330 3310"/>
                  <a:gd name="T45" fmla="*/ T44 w 31"/>
                  <a:gd name="T46" fmla="+- 0 4321 4321"/>
                  <a:gd name="T47"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20" y="0"/>
                    </a:moveTo>
                    <a:lnTo>
                      <a:pt x="12" y="0"/>
                    </a:lnTo>
                    <a:lnTo>
                      <a:pt x="9" y="1"/>
                    </a:lnTo>
                    <a:lnTo>
                      <a:pt x="5" y="5"/>
                    </a:lnTo>
                    <a:lnTo>
                      <a:pt x="3" y="8"/>
                    </a:lnTo>
                    <a:lnTo>
                      <a:pt x="1" y="11"/>
                    </a:lnTo>
                    <a:lnTo>
                      <a:pt x="3" y="12"/>
                    </a:lnTo>
                    <a:lnTo>
                      <a:pt x="5" y="8"/>
                    </a:lnTo>
                    <a:lnTo>
                      <a:pt x="9" y="6"/>
                    </a:lnTo>
                    <a:lnTo>
                      <a:pt x="26" y="6"/>
                    </a:lnTo>
                    <a:lnTo>
                      <a:pt x="23" y="2"/>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8" name="Group 347">
              <a:extLst>
                <a:ext uri="{FF2B5EF4-FFF2-40B4-BE49-F238E27FC236}">
                  <a16:creationId xmlns:a16="http://schemas.microsoft.com/office/drawing/2014/main" id="{40AA795A-B11E-C8AB-294B-1A09B4036844}"/>
                </a:ext>
              </a:extLst>
            </p:cNvPr>
            <p:cNvGrpSpPr>
              <a:grpSpLocks/>
            </p:cNvGrpSpPr>
            <p:nvPr/>
          </p:nvGrpSpPr>
          <p:grpSpPr bwMode="auto">
            <a:xfrm>
              <a:off x="3767" y="4322"/>
              <a:ext cx="32" cy="55"/>
              <a:chOff x="3767" y="4322"/>
              <a:chExt cx="32" cy="55"/>
            </a:xfrm>
          </p:grpSpPr>
          <p:sp>
            <p:nvSpPr>
              <p:cNvPr id="985" name="Freeform 5371">
                <a:extLst>
                  <a:ext uri="{FF2B5EF4-FFF2-40B4-BE49-F238E27FC236}">
                    <a16:creationId xmlns:a16="http://schemas.microsoft.com/office/drawing/2014/main" id="{69F22184-1CE4-5D00-4F5D-102448A1CE3F}"/>
                  </a:ext>
                </a:extLst>
              </p:cNvPr>
              <p:cNvSpPr>
                <a:spLocks/>
              </p:cNvSpPr>
              <p:nvPr/>
            </p:nvSpPr>
            <p:spPr bwMode="auto">
              <a:xfrm>
                <a:off x="3767" y="4322"/>
                <a:ext cx="32" cy="55"/>
              </a:xfrm>
              <a:custGeom>
                <a:avLst/>
                <a:gdLst>
                  <a:gd name="T0" fmla="+- 0 3770 3767"/>
                  <a:gd name="T1" fmla="*/ T0 w 32"/>
                  <a:gd name="T2" fmla="+- 0 4368 4322"/>
                  <a:gd name="T3" fmla="*/ 4368 h 55"/>
                  <a:gd name="T4" fmla="+- 0 3768 3767"/>
                  <a:gd name="T5" fmla="*/ T4 w 32"/>
                  <a:gd name="T6" fmla="+- 0 4369 4322"/>
                  <a:gd name="T7" fmla="*/ 4369 h 55"/>
                  <a:gd name="T8" fmla="+- 0 3767 3767"/>
                  <a:gd name="T9" fmla="*/ T8 w 32"/>
                  <a:gd name="T10" fmla="+- 0 4371 4322"/>
                  <a:gd name="T11" fmla="*/ 4371 h 55"/>
                  <a:gd name="T12" fmla="+- 0 3769 3767"/>
                  <a:gd name="T13" fmla="*/ T12 w 32"/>
                  <a:gd name="T14" fmla="+- 0 4375 4322"/>
                  <a:gd name="T15" fmla="*/ 4375 h 55"/>
                  <a:gd name="T16" fmla="+- 0 3771 3767"/>
                  <a:gd name="T17" fmla="*/ T16 w 32"/>
                  <a:gd name="T18" fmla="+- 0 4376 4322"/>
                  <a:gd name="T19" fmla="*/ 4376 h 55"/>
                  <a:gd name="T20" fmla="+- 0 3773 3767"/>
                  <a:gd name="T21" fmla="*/ T20 w 32"/>
                  <a:gd name="T22" fmla="+- 0 4377 4322"/>
                  <a:gd name="T23" fmla="*/ 4377 h 55"/>
                  <a:gd name="T24" fmla="+- 0 3780 3767"/>
                  <a:gd name="T25" fmla="*/ T24 w 32"/>
                  <a:gd name="T26" fmla="+- 0 4377 4322"/>
                  <a:gd name="T27" fmla="*/ 4377 h 55"/>
                  <a:gd name="T28" fmla="+- 0 3783 3767"/>
                  <a:gd name="T29" fmla="*/ T28 w 32"/>
                  <a:gd name="T30" fmla="+- 0 4376 4322"/>
                  <a:gd name="T31" fmla="*/ 4376 h 55"/>
                  <a:gd name="T32" fmla="+- 0 3788 3767"/>
                  <a:gd name="T33" fmla="*/ T32 w 32"/>
                  <a:gd name="T34" fmla="+- 0 4373 4322"/>
                  <a:gd name="T35" fmla="*/ 4373 h 55"/>
                  <a:gd name="T36" fmla="+- 0 3789 3767"/>
                  <a:gd name="T37" fmla="*/ T36 w 32"/>
                  <a:gd name="T38" fmla="+- 0 4372 4322"/>
                  <a:gd name="T39" fmla="*/ 4372 h 55"/>
                  <a:gd name="T40" fmla="+- 0 3779 3767"/>
                  <a:gd name="T41" fmla="*/ T40 w 32"/>
                  <a:gd name="T42" fmla="+- 0 4372 4322"/>
                  <a:gd name="T43" fmla="*/ 4372 h 55"/>
                  <a:gd name="T44" fmla="+- 0 3777 3767"/>
                  <a:gd name="T45" fmla="*/ T44 w 32"/>
                  <a:gd name="T46" fmla="+- 0 4372 4322"/>
                  <a:gd name="T47" fmla="*/ 4372 h 55"/>
                  <a:gd name="T48" fmla="+- 0 3775 3767"/>
                  <a:gd name="T49" fmla="*/ T48 w 32"/>
                  <a:gd name="T50" fmla="+- 0 4370 4322"/>
                  <a:gd name="T51" fmla="*/ 4370 h 55"/>
                  <a:gd name="T52" fmla="+- 0 3772 3767"/>
                  <a:gd name="T53" fmla="*/ T52 w 32"/>
                  <a:gd name="T54" fmla="+- 0 4369 4322"/>
                  <a:gd name="T55" fmla="*/ 4369 h 55"/>
                  <a:gd name="T56" fmla="+- 0 3770 3767"/>
                  <a:gd name="T57" fmla="*/ T56 w 32"/>
                  <a:gd name="T58" fmla="+- 0 4368 4322"/>
                  <a:gd name="T59" fmla="*/ 436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2" h="55">
                    <a:moveTo>
                      <a:pt x="3" y="46"/>
                    </a:moveTo>
                    <a:lnTo>
                      <a:pt x="1" y="47"/>
                    </a:lnTo>
                    <a:lnTo>
                      <a:pt x="0" y="49"/>
                    </a:lnTo>
                    <a:lnTo>
                      <a:pt x="2" y="53"/>
                    </a:lnTo>
                    <a:lnTo>
                      <a:pt x="4" y="54"/>
                    </a:lnTo>
                    <a:lnTo>
                      <a:pt x="6" y="55"/>
                    </a:lnTo>
                    <a:lnTo>
                      <a:pt x="13" y="55"/>
                    </a:lnTo>
                    <a:lnTo>
                      <a:pt x="16" y="54"/>
                    </a:lnTo>
                    <a:lnTo>
                      <a:pt x="21" y="51"/>
                    </a:lnTo>
                    <a:lnTo>
                      <a:pt x="22" y="50"/>
                    </a:lnTo>
                    <a:lnTo>
                      <a:pt x="12" y="50"/>
                    </a:lnTo>
                    <a:lnTo>
                      <a:pt x="10" y="50"/>
                    </a:lnTo>
                    <a:lnTo>
                      <a:pt x="8" y="48"/>
                    </a:lnTo>
                    <a:lnTo>
                      <a:pt x="5" y="47"/>
                    </a:lnTo>
                    <a:lnTo>
                      <a:pt x="3"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6" name="Freeform 5372">
                <a:extLst>
                  <a:ext uri="{FF2B5EF4-FFF2-40B4-BE49-F238E27FC236}">
                    <a16:creationId xmlns:a16="http://schemas.microsoft.com/office/drawing/2014/main" id="{9BCD00C3-BF47-9E64-F0AA-B60AECB0E0CF}"/>
                  </a:ext>
                </a:extLst>
              </p:cNvPr>
              <p:cNvSpPr>
                <a:spLocks/>
              </p:cNvSpPr>
              <p:nvPr/>
            </p:nvSpPr>
            <p:spPr bwMode="auto">
              <a:xfrm>
                <a:off x="3767" y="4322"/>
                <a:ext cx="32" cy="55"/>
              </a:xfrm>
              <a:custGeom>
                <a:avLst/>
                <a:gdLst>
                  <a:gd name="T0" fmla="+- 0 3798 3767"/>
                  <a:gd name="T1" fmla="*/ T0 w 32"/>
                  <a:gd name="T2" fmla="+- 0 4322 4322"/>
                  <a:gd name="T3" fmla="*/ 4322 h 55"/>
                  <a:gd name="T4" fmla="+- 0 3779 3767"/>
                  <a:gd name="T5" fmla="*/ T4 w 32"/>
                  <a:gd name="T6" fmla="+- 0 4322 4322"/>
                  <a:gd name="T7" fmla="*/ 4322 h 55"/>
                  <a:gd name="T8" fmla="+- 0 3769 3767"/>
                  <a:gd name="T9" fmla="*/ T8 w 32"/>
                  <a:gd name="T10" fmla="+- 0 4343 4322"/>
                  <a:gd name="T11" fmla="*/ 4343 h 55"/>
                  <a:gd name="T12" fmla="+- 0 3774 3767"/>
                  <a:gd name="T13" fmla="*/ T12 w 32"/>
                  <a:gd name="T14" fmla="+- 0 4343 4322"/>
                  <a:gd name="T15" fmla="*/ 4343 h 55"/>
                  <a:gd name="T16" fmla="+- 0 3778 3767"/>
                  <a:gd name="T17" fmla="*/ T16 w 32"/>
                  <a:gd name="T18" fmla="+- 0 4344 4322"/>
                  <a:gd name="T19" fmla="*/ 4344 h 55"/>
                  <a:gd name="T20" fmla="+- 0 3784 3767"/>
                  <a:gd name="T21" fmla="*/ T20 w 32"/>
                  <a:gd name="T22" fmla="+- 0 4347 4322"/>
                  <a:gd name="T23" fmla="*/ 4347 h 55"/>
                  <a:gd name="T24" fmla="+- 0 3787 3767"/>
                  <a:gd name="T25" fmla="*/ T24 w 32"/>
                  <a:gd name="T26" fmla="+- 0 4349 4322"/>
                  <a:gd name="T27" fmla="*/ 4349 h 55"/>
                  <a:gd name="T28" fmla="+- 0 3791 3767"/>
                  <a:gd name="T29" fmla="*/ T28 w 32"/>
                  <a:gd name="T30" fmla="+- 0 4354 4322"/>
                  <a:gd name="T31" fmla="*/ 4354 h 55"/>
                  <a:gd name="T32" fmla="+- 0 3792 3767"/>
                  <a:gd name="T33" fmla="*/ T32 w 32"/>
                  <a:gd name="T34" fmla="+- 0 4357 4322"/>
                  <a:gd name="T35" fmla="*/ 4357 h 55"/>
                  <a:gd name="T36" fmla="+- 0 3792 3767"/>
                  <a:gd name="T37" fmla="*/ T36 w 32"/>
                  <a:gd name="T38" fmla="+- 0 4364 4322"/>
                  <a:gd name="T39" fmla="*/ 4364 h 55"/>
                  <a:gd name="T40" fmla="+- 0 3791 3767"/>
                  <a:gd name="T41" fmla="*/ T40 w 32"/>
                  <a:gd name="T42" fmla="+- 0 4367 4322"/>
                  <a:gd name="T43" fmla="*/ 4367 h 55"/>
                  <a:gd name="T44" fmla="+- 0 3786 3767"/>
                  <a:gd name="T45" fmla="*/ T44 w 32"/>
                  <a:gd name="T46" fmla="+- 0 4371 4322"/>
                  <a:gd name="T47" fmla="*/ 4371 h 55"/>
                  <a:gd name="T48" fmla="+- 0 3784 3767"/>
                  <a:gd name="T49" fmla="*/ T48 w 32"/>
                  <a:gd name="T50" fmla="+- 0 4372 4322"/>
                  <a:gd name="T51" fmla="*/ 4372 h 55"/>
                  <a:gd name="T52" fmla="+- 0 3789 3767"/>
                  <a:gd name="T53" fmla="*/ T52 w 32"/>
                  <a:gd name="T54" fmla="+- 0 4372 4322"/>
                  <a:gd name="T55" fmla="*/ 4372 h 55"/>
                  <a:gd name="T56" fmla="+- 0 3797 3767"/>
                  <a:gd name="T57" fmla="*/ T56 w 32"/>
                  <a:gd name="T58" fmla="+- 0 4359 4322"/>
                  <a:gd name="T59" fmla="*/ 4359 h 55"/>
                  <a:gd name="T60" fmla="+- 0 3797 3767"/>
                  <a:gd name="T61" fmla="*/ T60 w 32"/>
                  <a:gd name="T62" fmla="+- 0 4352 4322"/>
                  <a:gd name="T63" fmla="*/ 4352 h 55"/>
                  <a:gd name="T64" fmla="+- 0 3796 3767"/>
                  <a:gd name="T65" fmla="*/ T64 w 32"/>
                  <a:gd name="T66" fmla="+- 0 4347 4322"/>
                  <a:gd name="T67" fmla="*/ 4347 h 55"/>
                  <a:gd name="T68" fmla="+- 0 3788 3767"/>
                  <a:gd name="T69" fmla="*/ T68 w 32"/>
                  <a:gd name="T70" fmla="+- 0 4340 4322"/>
                  <a:gd name="T71" fmla="*/ 4340 h 55"/>
                  <a:gd name="T72" fmla="+- 0 3783 3767"/>
                  <a:gd name="T73" fmla="*/ T72 w 32"/>
                  <a:gd name="T74" fmla="+- 0 4337 4322"/>
                  <a:gd name="T75" fmla="*/ 4337 h 55"/>
                  <a:gd name="T76" fmla="+- 0 3776 3767"/>
                  <a:gd name="T77" fmla="*/ T76 w 32"/>
                  <a:gd name="T78" fmla="+- 0 4336 4322"/>
                  <a:gd name="T79" fmla="*/ 4336 h 55"/>
                  <a:gd name="T80" fmla="+- 0 3779 3767"/>
                  <a:gd name="T81" fmla="*/ T80 w 32"/>
                  <a:gd name="T82" fmla="+- 0 4329 4322"/>
                  <a:gd name="T83" fmla="*/ 4329 h 55"/>
                  <a:gd name="T84" fmla="+- 0 3795 3767"/>
                  <a:gd name="T85" fmla="*/ T84 w 32"/>
                  <a:gd name="T86" fmla="+- 0 4329 4322"/>
                  <a:gd name="T87" fmla="*/ 4329 h 55"/>
                  <a:gd name="T88" fmla="+- 0 3798 3767"/>
                  <a:gd name="T89" fmla="*/ T88 w 32"/>
                  <a:gd name="T90" fmla="+- 0 4322 4322"/>
                  <a:gd name="T91" fmla="*/ 432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2" h="55">
                    <a:moveTo>
                      <a:pt x="31" y="0"/>
                    </a:moveTo>
                    <a:lnTo>
                      <a:pt x="12" y="0"/>
                    </a:lnTo>
                    <a:lnTo>
                      <a:pt x="2" y="21"/>
                    </a:lnTo>
                    <a:lnTo>
                      <a:pt x="7" y="21"/>
                    </a:lnTo>
                    <a:lnTo>
                      <a:pt x="11" y="22"/>
                    </a:lnTo>
                    <a:lnTo>
                      <a:pt x="17" y="25"/>
                    </a:lnTo>
                    <a:lnTo>
                      <a:pt x="20" y="27"/>
                    </a:lnTo>
                    <a:lnTo>
                      <a:pt x="24" y="32"/>
                    </a:lnTo>
                    <a:lnTo>
                      <a:pt x="25" y="35"/>
                    </a:lnTo>
                    <a:lnTo>
                      <a:pt x="25" y="42"/>
                    </a:lnTo>
                    <a:lnTo>
                      <a:pt x="24" y="45"/>
                    </a:lnTo>
                    <a:lnTo>
                      <a:pt x="19" y="49"/>
                    </a:lnTo>
                    <a:lnTo>
                      <a:pt x="17" y="50"/>
                    </a:lnTo>
                    <a:lnTo>
                      <a:pt x="22" y="50"/>
                    </a:lnTo>
                    <a:lnTo>
                      <a:pt x="30" y="37"/>
                    </a:lnTo>
                    <a:lnTo>
                      <a:pt x="30" y="30"/>
                    </a:lnTo>
                    <a:lnTo>
                      <a:pt x="29" y="25"/>
                    </a:lnTo>
                    <a:lnTo>
                      <a:pt x="21" y="18"/>
                    </a:lnTo>
                    <a:lnTo>
                      <a:pt x="16" y="15"/>
                    </a:lnTo>
                    <a:lnTo>
                      <a:pt x="9" y="14"/>
                    </a:lnTo>
                    <a:lnTo>
                      <a:pt x="12" y="7"/>
                    </a:lnTo>
                    <a:lnTo>
                      <a:pt x="28" y="7"/>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49" name="Group 348">
              <a:extLst>
                <a:ext uri="{FF2B5EF4-FFF2-40B4-BE49-F238E27FC236}">
                  <a16:creationId xmlns:a16="http://schemas.microsoft.com/office/drawing/2014/main" id="{78ED76B1-B7E2-15C2-D574-2BFB46C253C1}"/>
                </a:ext>
              </a:extLst>
            </p:cNvPr>
            <p:cNvGrpSpPr>
              <a:grpSpLocks/>
            </p:cNvGrpSpPr>
            <p:nvPr/>
          </p:nvGrpSpPr>
          <p:grpSpPr bwMode="auto">
            <a:xfrm>
              <a:off x="4223" y="4322"/>
              <a:ext cx="34" cy="55"/>
              <a:chOff x="4223" y="4322"/>
              <a:chExt cx="34" cy="55"/>
            </a:xfrm>
          </p:grpSpPr>
          <p:sp>
            <p:nvSpPr>
              <p:cNvPr id="983" name="Freeform 5374">
                <a:extLst>
                  <a:ext uri="{FF2B5EF4-FFF2-40B4-BE49-F238E27FC236}">
                    <a16:creationId xmlns:a16="http://schemas.microsoft.com/office/drawing/2014/main" id="{C8DDDFB5-7BE4-CABC-BA1A-B92E46671978}"/>
                  </a:ext>
                </a:extLst>
              </p:cNvPr>
              <p:cNvSpPr>
                <a:spLocks/>
              </p:cNvSpPr>
              <p:nvPr/>
            </p:nvSpPr>
            <p:spPr bwMode="auto">
              <a:xfrm>
                <a:off x="4223" y="4322"/>
                <a:ext cx="34" cy="55"/>
              </a:xfrm>
              <a:custGeom>
                <a:avLst/>
                <a:gdLst>
                  <a:gd name="T0" fmla="+- 0 4255 4223"/>
                  <a:gd name="T1" fmla="*/ T0 w 34"/>
                  <a:gd name="T2" fmla="+- 0 4329 4322"/>
                  <a:gd name="T3" fmla="*/ 4329 h 55"/>
                  <a:gd name="T4" fmla="+- 0 4250 4223"/>
                  <a:gd name="T5" fmla="*/ T4 w 34"/>
                  <a:gd name="T6" fmla="+- 0 4329 4322"/>
                  <a:gd name="T7" fmla="*/ 4329 h 55"/>
                  <a:gd name="T8" fmla="+- 0 4234 4223"/>
                  <a:gd name="T9" fmla="*/ T8 w 34"/>
                  <a:gd name="T10" fmla="+- 0 4377 4322"/>
                  <a:gd name="T11" fmla="*/ 4377 h 55"/>
                  <a:gd name="T12" fmla="+- 0 4238 4223"/>
                  <a:gd name="T13" fmla="*/ T12 w 34"/>
                  <a:gd name="T14" fmla="+- 0 4377 4322"/>
                  <a:gd name="T15" fmla="*/ 4377 h 55"/>
                  <a:gd name="T16" fmla="+- 0 4255 4223"/>
                  <a:gd name="T17" fmla="*/ T16 w 34"/>
                  <a:gd name="T18" fmla="+- 0 4329 4322"/>
                  <a:gd name="T19" fmla="*/ 4329 h 55"/>
                </a:gdLst>
                <a:ahLst/>
                <a:cxnLst>
                  <a:cxn ang="0">
                    <a:pos x="T1" y="T3"/>
                  </a:cxn>
                  <a:cxn ang="0">
                    <a:pos x="T5" y="T7"/>
                  </a:cxn>
                  <a:cxn ang="0">
                    <a:pos x="T9" y="T11"/>
                  </a:cxn>
                  <a:cxn ang="0">
                    <a:pos x="T13" y="T15"/>
                  </a:cxn>
                  <a:cxn ang="0">
                    <a:pos x="T17" y="T19"/>
                  </a:cxn>
                </a:cxnLst>
                <a:rect l="0" t="0" r="r" b="b"/>
                <a:pathLst>
                  <a:path w="34" h="55">
                    <a:moveTo>
                      <a:pt x="32" y="7"/>
                    </a:moveTo>
                    <a:lnTo>
                      <a:pt x="27" y="7"/>
                    </a:lnTo>
                    <a:lnTo>
                      <a:pt x="11" y="55"/>
                    </a:lnTo>
                    <a:lnTo>
                      <a:pt x="15" y="55"/>
                    </a:lnTo>
                    <a:lnTo>
                      <a:pt x="3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4" name="Freeform 5375">
                <a:extLst>
                  <a:ext uri="{FF2B5EF4-FFF2-40B4-BE49-F238E27FC236}">
                    <a16:creationId xmlns:a16="http://schemas.microsoft.com/office/drawing/2014/main" id="{A30D7A4D-7B94-5B35-DCEE-BAC7D63B9660}"/>
                  </a:ext>
                </a:extLst>
              </p:cNvPr>
              <p:cNvSpPr>
                <a:spLocks/>
              </p:cNvSpPr>
              <p:nvPr/>
            </p:nvSpPr>
            <p:spPr bwMode="auto">
              <a:xfrm>
                <a:off x="4223" y="4322"/>
                <a:ext cx="34" cy="55"/>
              </a:xfrm>
              <a:custGeom>
                <a:avLst/>
                <a:gdLst>
                  <a:gd name="T0" fmla="+- 0 4256 4223"/>
                  <a:gd name="T1" fmla="*/ T0 w 34"/>
                  <a:gd name="T2" fmla="+- 0 4322 4322"/>
                  <a:gd name="T3" fmla="*/ 4322 h 55"/>
                  <a:gd name="T4" fmla="+- 0 4228 4223"/>
                  <a:gd name="T5" fmla="*/ T4 w 34"/>
                  <a:gd name="T6" fmla="+- 0 4322 4322"/>
                  <a:gd name="T7" fmla="*/ 4322 h 55"/>
                  <a:gd name="T8" fmla="+- 0 4223 4223"/>
                  <a:gd name="T9" fmla="*/ T8 w 34"/>
                  <a:gd name="T10" fmla="+- 0 4335 4322"/>
                  <a:gd name="T11" fmla="*/ 4335 h 55"/>
                  <a:gd name="T12" fmla="+- 0 4224 4223"/>
                  <a:gd name="T13" fmla="*/ T12 w 34"/>
                  <a:gd name="T14" fmla="+- 0 4335 4322"/>
                  <a:gd name="T15" fmla="*/ 4335 h 55"/>
                  <a:gd name="T16" fmla="+- 0 4225 4223"/>
                  <a:gd name="T17" fmla="*/ T16 w 34"/>
                  <a:gd name="T18" fmla="+- 0 4333 4322"/>
                  <a:gd name="T19" fmla="*/ 4333 h 55"/>
                  <a:gd name="T20" fmla="+- 0 4227 4223"/>
                  <a:gd name="T21" fmla="*/ T20 w 34"/>
                  <a:gd name="T22" fmla="+- 0 4331 4322"/>
                  <a:gd name="T23" fmla="*/ 4331 h 55"/>
                  <a:gd name="T24" fmla="+- 0 4230 4223"/>
                  <a:gd name="T25" fmla="*/ T24 w 34"/>
                  <a:gd name="T26" fmla="+- 0 4329 4322"/>
                  <a:gd name="T27" fmla="*/ 4329 h 55"/>
                  <a:gd name="T28" fmla="+- 0 4232 4223"/>
                  <a:gd name="T29" fmla="*/ T28 w 34"/>
                  <a:gd name="T30" fmla="+- 0 4329 4322"/>
                  <a:gd name="T31" fmla="*/ 4329 h 55"/>
                  <a:gd name="T32" fmla="+- 0 4255 4223"/>
                  <a:gd name="T33" fmla="*/ T32 w 34"/>
                  <a:gd name="T34" fmla="+- 0 4329 4322"/>
                  <a:gd name="T35" fmla="*/ 4329 h 55"/>
                  <a:gd name="T36" fmla="+- 0 4256 4223"/>
                  <a:gd name="T37" fmla="*/ T36 w 34"/>
                  <a:gd name="T38" fmla="+- 0 4324 4322"/>
                  <a:gd name="T39" fmla="*/ 4324 h 55"/>
                  <a:gd name="T40" fmla="+- 0 4256 4223"/>
                  <a:gd name="T41" fmla="*/ T40 w 34"/>
                  <a:gd name="T42" fmla="+- 0 4322 4322"/>
                  <a:gd name="T43" fmla="*/ 432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34" h="55">
                    <a:moveTo>
                      <a:pt x="33" y="0"/>
                    </a:moveTo>
                    <a:lnTo>
                      <a:pt x="5" y="0"/>
                    </a:lnTo>
                    <a:lnTo>
                      <a:pt x="0" y="13"/>
                    </a:lnTo>
                    <a:lnTo>
                      <a:pt x="1" y="13"/>
                    </a:lnTo>
                    <a:lnTo>
                      <a:pt x="2" y="11"/>
                    </a:lnTo>
                    <a:lnTo>
                      <a:pt x="4" y="9"/>
                    </a:lnTo>
                    <a:lnTo>
                      <a:pt x="7" y="7"/>
                    </a:lnTo>
                    <a:lnTo>
                      <a:pt x="9" y="7"/>
                    </a:lnTo>
                    <a:lnTo>
                      <a:pt x="32" y="7"/>
                    </a:lnTo>
                    <a:lnTo>
                      <a:pt x="33" y="2"/>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0" name="Group 349">
              <a:extLst>
                <a:ext uri="{FF2B5EF4-FFF2-40B4-BE49-F238E27FC236}">
                  <a16:creationId xmlns:a16="http://schemas.microsoft.com/office/drawing/2014/main" id="{1D9019E8-4FB5-2137-DC2B-5A9101B543AF}"/>
                </a:ext>
              </a:extLst>
            </p:cNvPr>
            <p:cNvGrpSpPr>
              <a:grpSpLocks/>
            </p:cNvGrpSpPr>
            <p:nvPr/>
          </p:nvGrpSpPr>
          <p:grpSpPr bwMode="auto">
            <a:xfrm>
              <a:off x="4679" y="4321"/>
              <a:ext cx="35" cy="56"/>
              <a:chOff x="4679" y="4321"/>
              <a:chExt cx="35" cy="56"/>
            </a:xfrm>
          </p:grpSpPr>
          <p:sp>
            <p:nvSpPr>
              <p:cNvPr id="981" name="Freeform 5377">
                <a:extLst>
                  <a:ext uri="{FF2B5EF4-FFF2-40B4-BE49-F238E27FC236}">
                    <a16:creationId xmlns:a16="http://schemas.microsoft.com/office/drawing/2014/main" id="{922CD629-534F-A874-9426-F908C456D3CC}"/>
                  </a:ext>
                </a:extLst>
              </p:cNvPr>
              <p:cNvSpPr>
                <a:spLocks/>
              </p:cNvSpPr>
              <p:nvPr/>
            </p:nvSpPr>
            <p:spPr bwMode="auto">
              <a:xfrm>
                <a:off x="4679" y="4321"/>
                <a:ext cx="35" cy="56"/>
              </a:xfrm>
              <a:custGeom>
                <a:avLst/>
                <a:gdLst>
                  <a:gd name="T0" fmla="+- 0 4700 4679"/>
                  <a:gd name="T1" fmla="*/ T0 w 35"/>
                  <a:gd name="T2" fmla="+- 0 4321 4321"/>
                  <a:gd name="T3" fmla="*/ 4321 h 56"/>
                  <a:gd name="T4" fmla="+- 0 4694 4679"/>
                  <a:gd name="T5" fmla="*/ T4 w 35"/>
                  <a:gd name="T6" fmla="+- 0 4321 4321"/>
                  <a:gd name="T7" fmla="*/ 4321 h 56"/>
                  <a:gd name="T8" fmla="+- 0 4691 4679"/>
                  <a:gd name="T9" fmla="*/ T8 w 35"/>
                  <a:gd name="T10" fmla="+- 0 4322 4321"/>
                  <a:gd name="T11" fmla="*/ 4322 h 56"/>
                  <a:gd name="T12" fmla="+- 0 4689 4679"/>
                  <a:gd name="T13" fmla="*/ T12 w 35"/>
                  <a:gd name="T14" fmla="+- 0 4324 4321"/>
                  <a:gd name="T15" fmla="*/ 4324 h 56"/>
                  <a:gd name="T16" fmla="+- 0 4686 4679"/>
                  <a:gd name="T17" fmla="*/ T16 w 35"/>
                  <a:gd name="T18" fmla="+- 0 4326 4321"/>
                  <a:gd name="T19" fmla="*/ 4326 h 56"/>
                  <a:gd name="T20" fmla="+- 0 4684 4679"/>
                  <a:gd name="T21" fmla="*/ T20 w 35"/>
                  <a:gd name="T22" fmla="+- 0 4329 4321"/>
                  <a:gd name="T23" fmla="*/ 4329 h 56"/>
                  <a:gd name="T24" fmla="+- 0 4680 4679"/>
                  <a:gd name="T25" fmla="*/ T24 w 35"/>
                  <a:gd name="T26" fmla="+- 0 4338 4321"/>
                  <a:gd name="T27" fmla="*/ 4338 h 56"/>
                  <a:gd name="T28" fmla="+- 0 4679 4679"/>
                  <a:gd name="T29" fmla="*/ T28 w 35"/>
                  <a:gd name="T30" fmla="+- 0 4343 4321"/>
                  <a:gd name="T31" fmla="*/ 4343 h 56"/>
                  <a:gd name="T32" fmla="+- 0 4679 4679"/>
                  <a:gd name="T33" fmla="*/ T32 w 35"/>
                  <a:gd name="T34" fmla="+- 0 4356 4321"/>
                  <a:gd name="T35" fmla="*/ 4356 h 56"/>
                  <a:gd name="T36" fmla="+- 0 4680 4679"/>
                  <a:gd name="T37" fmla="*/ T36 w 35"/>
                  <a:gd name="T38" fmla="+- 0 4362 4321"/>
                  <a:gd name="T39" fmla="*/ 4362 h 56"/>
                  <a:gd name="T40" fmla="+- 0 4687 4679"/>
                  <a:gd name="T41" fmla="*/ T40 w 35"/>
                  <a:gd name="T42" fmla="+- 0 4374 4321"/>
                  <a:gd name="T43" fmla="*/ 4374 h 56"/>
                  <a:gd name="T44" fmla="+- 0 4691 4679"/>
                  <a:gd name="T45" fmla="*/ T44 w 35"/>
                  <a:gd name="T46" fmla="+- 0 4377 4321"/>
                  <a:gd name="T47" fmla="*/ 4377 h 56"/>
                  <a:gd name="T48" fmla="+- 0 4698 4679"/>
                  <a:gd name="T49" fmla="*/ T48 w 35"/>
                  <a:gd name="T50" fmla="+- 0 4377 4321"/>
                  <a:gd name="T51" fmla="*/ 4377 h 56"/>
                  <a:gd name="T52" fmla="+- 0 4701 4679"/>
                  <a:gd name="T53" fmla="*/ T52 w 35"/>
                  <a:gd name="T54" fmla="+- 0 4376 4321"/>
                  <a:gd name="T55" fmla="*/ 4376 h 56"/>
                  <a:gd name="T56" fmla="+- 0 4703 4679"/>
                  <a:gd name="T57" fmla="*/ T56 w 35"/>
                  <a:gd name="T58" fmla="+- 0 4374 4321"/>
                  <a:gd name="T59" fmla="*/ 4374 h 56"/>
                  <a:gd name="T60" fmla="+- 0 4693 4679"/>
                  <a:gd name="T61" fmla="*/ T60 w 35"/>
                  <a:gd name="T62" fmla="+- 0 4374 4321"/>
                  <a:gd name="T63" fmla="*/ 4374 h 56"/>
                  <a:gd name="T64" fmla="+- 0 4691 4679"/>
                  <a:gd name="T65" fmla="*/ T64 w 35"/>
                  <a:gd name="T66" fmla="+- 0 4372 4321"/>
                  <a:gd name="T67" fmla="*/ 4372 h 56"/>
                  <a:gd name="T68" fmla="+- 0 4688 4679"/>
                  <a:gd name="T69" fmla="*/ T68 w 35"/>
                  <a:gd name="T70" fmla="+- 0 4364 4321"/>
                  <a:gd name="T71" fmla="*/ 4364 h 56"/>
                  <a:gd name="T72" fmla="+- 0 4687 4679"/>
                  <a:gd name="T73" fmla="*/ T72 w 35"/>
                  <a:gd name="T74" fmla="+- 0 4358 4321"/>
                  <a:gd name="T75" fmla="*/ 4358 h 56"/>
                  <a:gd name="T76" fmla="+- 0 4687 4679"/>
                  <a:gd name="T77" fmla="*/ T76 w 35"/>
                  <a:gd name="T78" fmla="+- 0 4343 4321"/>
                  <a:gd name="T79" fmla="*/ 4343 h 56"/>
                  <a:gd name="T80" fmla="+- 0 4696 4679"/>
                  <a:gd name="T81" fmla="*/ T80 w 35"/>
                  <a:gd name="T82" fmla="+- 0 4324 4321"/>
                  <a:gd name="T83" fmla="*/ 4324 h 56"/>
                  <a:gd name="T84" fmla="+- 0 4704 4679"/>
                  <a:gd name="T85" fmla="*/ T84 w 35"/>
                  <a:gd name="T86" fmla="+- 0 4324 4321"/>
                  <a:gd name="T87" fmla="*/ 4324 h 56"/>
                  <a:gd name="T88" fmla="+- 0 4704 4679"/>
                  <a:gd name="T89" fmla="*/ T88 w 35"/>
                  <a:gd name="T90" fmla="+- 0 4323 4321"/>
                  <a:gd name="T91" fmla="*/ 4323 h 56"/>
                  <a:gd name="T92" fmla="+- 0 4700 4679"/>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5"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2" name="Freeform 5378">
                <a:extLst>
                  <a:ext uri="{FF2B5EF4-FFF2-40B4-BE49-F238E27FC236}">
                    <a16:creationId xmlns:a16="http://schemas.microsoft.com/office/drawing/2014/main" id="{84DF4B11-D86A-588D-16E0-883D2865E451}"/>
                  </a:ext>
                </a:extLst>
              </p:cNvPr>
              <p:cNvSpPr>
                <a:spLocks/>
              </p:cNvSpPr>
              <p:nvPr/>
            </p:nvSpPr>
            <p:spPr bwMode="auto">
              <a:xfrm>
                <a:off x="4679" y="4321"/>
                <a:ext cx="35" cy="56"/>
              </a:xfrm>
              <a:custGeom>
                <a:avLst/>
                <a:gdLst>
                  <a:gd name="T0" fmla="+- 0 4704 4679"/>
                  <a:gd name="T1" fmla="*/ T0 w 35"/>
                  <a:gd name="T2" fmla="+- 0 4324 4321"/>
                  <a:gd name="T3" fmla="*/ 4324 h 56"/>
                  <a:gd name="T4" fmla="+- 0 4696 4679"/>
                  <a:gd name="T5" fmla="*/ T4 w 35"/>
                  <a:gd name="T6" fmla="+- 0 4324 4321"/>
                  <a:gd name="T7" fmla="*/ 4324 h 56"/>
                  <a:gd name="T8" fmla="+- 0 4700 4679"/>
                  <a:gd name="T9" fmla="*/ T8 w 35"/>
                  <a:gd name="T10" fmla="+- 0 4325 4321"/>
                  <a:gd name="T11" fmla="*/ 4325 h 56"/>
                  <a:gd name="T12" fmla="+- 0 4702 4679"/>
                  <a:gd name="T13" fmla="*/ T12 w 35"/>
                  <a:gd name="T14" fmla="+- 0 4326 4321"/>
                  <a:gd name="T15" fmla="*/ 4326 h 56"/>
                  <a:gd name="T16" fmla="+- 0 4703 4679"/>
                  <a:gd name="T17" fmla="*/ T16 w 35"/>
                  <a:gd name="T18" fmla="+- 0 4328 4321"/>
                  <a:gd name="T19" fmla="*/ 4328 h 56"/>
                  <a:gd name="T20" fmla="+- 0 4705 4679"/>
                  <a:gd name="T21" fmla="*/ T20 w 35"/>
                  <a:gd name="T22" fmla="+- 0 4336 4321"/>
                  <a:gd name="T23" fmla="*/ 4336 h 56"/>
                  <a:gd name="T24" fmla="+- 0 4705 4679"/>
                  <a:gd name="T25" fmla="*/ T24 w 35"/>
                  <a:gd name="T26" fmla="+- 0 4338 4321"/>
                  <a:gd name="T27" fmla="*/ 4338 h 56"/>
                  <a:gd name="T28" fmla="+- 0 4706 4679"/>
                  <a:gd name="T29" fmla="*/ T28 w 35"/>
                  <a:gd name="T30" fmla="+- 0 4356 4321"/>
                  <a:gd name="T31" fmla="*/ 4356 h 56"/>
                  <a:gd name="T32" fmla="+- 0 4705 4679"/>
                  <a:gd name="T33" fmla="*/ T32 w 35"/>
                  <a:gd name="T34" fmla="+- 0 4361 4321"/>
                  <a:gd name="T35" fmla="*/ 4361 h 56"/>
                  <a:gd name="T36" fmla="+- 0 4703 4679"/>
                  <a:gd name="T37" fmla="*/ T36 w 35"/>
                  <a:gd name="T38" fmla="+- 0 4369 4321"/>
                  <a:gd name="T39" fmla="*/ 4369 h 56"/>
                  <a:gd name="T40" fmla="+- 0 4702 4679"/>
                  <a:gd name="T41" fmla="*/ T40 w 35"/>
                  <a:gd name="T42" fmla="+- 0 4371 4321"/>
                  <a:gd name="T43" fmla="*/ 4371 h 56"/>
                  <a:gd name="T44" fmla="+- 0 4700 4679"/>
                  <a:gd name="T45" fmla="*/ T44 w 35"/>
                  <a:gd name="T46" fmla="+- 0 4372 4321"/>
                  <a:gd name="T47" fmla="*/ 4372 h 56"/>
                  <a:gd name="T48" fmla="+- 0 4696 4679"/>
                  <a:gd name="T49" fmla="*/ T48 w 35"/>
                  <a:gd name="T50" fmla="+- 0 4374 4321"/>
                  <a:gd name="T51" fmla="*/ 4374 h 56"/>
                  <a:gd name="T52" fmla="+- 0 4703 4679"/>
                  <a:gd name="T53" fmla="*/ T52 w 35"/>
                  <a:gd name="T54" fmla="+- 0 4374 4321"/>
                  <a:gd name="T55" fmla="*/ 4374 h 56"/>
                  <a:gd name="T56" fmla="+- 0 4713 4679"/>
                  <a:gd name="T57" fmla="*/ T56 w 35"/>
                  <a:gd name="T58" fmla="+- 0 4340 4321"/>
                  <a:gd name="T59" fmla="*/ 4340 h 56"/>
                  <a:gd name="T60" fmla="+- 0 4711 4679"/>
                  <a:gd name="T61" fmla="*/ T60 w 35"/>
                  <a:gd name="T62" fmla="+- 0 4333 4321"/>
                  <a:gd name="T63" fmla="*/ 4333 h 56"/>
                  <a:gd name="T64" fmla="+- 0 4704 4679"/>
                  <a:gd name="T65" fmla="*/ T64 w 35"/>
                  <a:gd name="T66" fmla="+- 0 4324 4321"/>
                  <a:gd name="T67"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1" name="Group 350">
              <a:extLst>
                <a:ext uri="{FF2B5EF4-FFF2-40B4-BE49-F238E27FC236}">
                  <a16:creationId xmlns:a16="http://schemas.microsoft.com/office/drawing/2014/main" id="{80FCE916-B622-AA6C-6236-94C47139AFC5}"/>
                </a:ext>
              </a:extLst>
            </p:cNvPr>
            <p:cNvGrpSpPr>
              <a:grpSpLocks/>
            </p:cNvGrpSpPr>
            <p:nvPr/>
          </p:nvGrpSpPr>
          <p:grpSpPr bwMode="auto">
            <a:xfrm>
              <a:off x="5098" y="4321"/>
              <a:ext cx="72" cy="56"/>
              <a:chOff x="5098" y="4321"/>
              <a:chExt cx="72" cy="56"/>
            </a:xfrm>
          </p:grpSpPr>
          <p:sp>
            <p:nvSpPr>
              <p:cNvPr id="975" name="Freeform 5380">
                <a:extLst>
                  <a:ext uri="{FF2B5EF4-FFF2-40B4-BE49-F238E27FC236}">
                    <a16:creationId xmlns:a16="http://schemas.microsoft.com/office/drawing/2014/main" id="{F22A91EB-BBD6-BFD6-8A1B-B20EE890A7C5}"/>
                  </a:ext>
                </a:extLst>
              </p:cNvPr>
              <p:cNvSpPr>
                <a:spLocks/>
              </p:cNvSpPr>
              <p:nvPr/>
            </p:nvSpPr>
            <p:spPr bwMode="auto">
              <a:xfrm>
                <a:off x="5098" y="4321"/>
                <a:ext cx="72" cy="56"/>
              </a:xfrm>
              <a:custGeom>
                <a:avLst/>
                <a:gdLst>
                  <a:gd name="T0" fmla="+- 0 5131 5098"/>
                  <a:gd name="T1" fmla="*/ T0 w 72"/>
                  <a:gd name="T2" fmla="+- 0 4352 4321"/>
                  <a:gd name="T3" fmla="*/ 4352 h 56"/>
                  <a:gd name="T4" fmla="+- 0 5123 5098"/>
                  <a:gd name="T5" fmla="*/ T4 w 72"/>
                  <a:gd name="T6" fmla="+- 0 4352 4321"/>
                  <a:gd name="T7" fmla="*/ 4352 h 56"/>
                  <a:gd name="T8" fmla="+- 0 5122 5098"/>
                  <a:gd name="T9" fmla="*/ T8 w 72"/>
                  <a:gd name="T10" fmla="+- 0 4357 4321"/>
                  <a:gd name="T11" fmla="*/ 4357 h 56"/>
                  <a:gd name="T12" fmla="+- 0 5120 5098"/>
                  <a:gd name="T13" fmla="*/ T12 w 72"/>
                  <a:gd name="T14" fmla="+- 0 4361 4321"/>
                  <a:gd name="T15" fmla="*/ 4361 h 56"/>
                  <a:gd name="T16" fmla="+- 0 5099 5098"/>
                  <a:gd name="T17" fmla="*/ T16 w 72"/>
                  <a:gd name="T18" fmla="+- 0 4375 4321"/>
                  <a:gd name="T19" fmla="*/ 4375 h 56"/>
                  <a:gd name="T20" fmla="+- 0 5099 5098"/>
                  <a:gd name="T21" fmla="*/ T20 w 72"/>
                  <a:gd name="T22" fmla="+- 0 4377 4321"/>
                  <a:gd name="T23" fmla="*/ 4377 h 56"/>
                  <a:gd name="T24" fmla="+- 0 5106 5098"/>
                  <a:gd name="T25" fmla="*/ T24 w 72"/>
                  <a:gd name="T26" fmla="+- 0 4377 4321"/>
                  <a:gd name="T27" fmla="*/ 4377 h 56"/>
                  <a:gd name="T28" fmla="+- 0 5111 5098"/>
                  <a:gd name="T29" fmla="*/ T28 w 72"/>
                  <a:gd name="T30" fmla="+- 0 4375 4321"/>
                  <a:gd name="T31" fmla="*/ 4375 h 56"/>
                  <a:gd name="T32" fmla="+- 0 5115 5098"/>
                  <a:gd name="T33" fmla="*/ T32 w 72"/>
                  <a:gd name="T34" fmla="+- 0 4372 4321"/>
                  <a:gd name="T35" fmla="*/ 4372 h 56"/>
                  <a:gd name="T36" fmla="+- 0 5120 5098"/>
                  <a:gd name="T37" fmla="*/ T36 w 72"/>
                  <a:gd name="T38" fmla="+- 0 4369 4321"/>
                  <a:gd name="T39" fmla="*/ 4369 h 56"/>
                  <a:gd name="T40" fmla="+- 0 5124 5098"/>
                  <a:gd name="T41" fmla="*/ T40 w 72"/>
                  <a:gd name="T42" fmla="+- 0 4365 4321"/>
                  <a:gd name="T43" fmla="*/ 4365 h 56"/>
                  <a:gd name="T44" fmla="+- 0 5130 5098"/>
                  <a:gd name="T45" fmla="*/ T44 w 72"/>
                  <a:gd name="T46" fmla="+- 0 4355 4321"/>
                  <a:gd name="T47" fmla="*/ 4355 h 56"/>
                  <a:gd name="T48" fmla="+- 0 5131 5098"/>
                  <a:gd name="T49" fmla="*/ T48 w 72"/>
                  <a:gd name="T50" fmla="+- 0 4352 4321"/>
                  <a:gd name="T51" fmla="*/ 435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72" h="56">
                    <a:moveTo>
                      <a:pt x="33" y="31"/>
                    </a:moveTo>
                    <a:lnTo>
                      <a:pt x="25" y="31"/>
                    </a:lnTo>
                    <a:lnTo>
                      <a:pt x="24" y="36"/>
                    </a:lnTo>
                    <a:lnTo>
                      <a:pt x="22" y="40"/>
                    </a:lnTo>
                    <a:lnTo>
                      <a:pt x="1" y="54"/>
                    </a:lnTo>
                    <a:lnTo>
                      <a:pt x="1" y="56"/>
                    </a:lnTo>
                    <a:lnTo>
                      <a:pt x="8" y="56"/>
                    </a:lnTo>
                    <a:lnTo>
                      <a:pt x="13" y="54"/>
                    </a:lnTo>
                    <a:lnTo>
                      <a:pt x="17" y="51"/>
                    </a:lnTo>
                    <a:lnTo>
                      <a:pt x="22" y="48"/>
                    </a:lnTo>
                    <a:lnTo>
                      <a:pt x="26" y="44"/>
                    </a:lnTo>
                    <a:lnTo>
                      <a:pt x="32" y="34"/>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6" name="Freeform 5381">
                <a:extLst>
                  <a:ext uri="{FF2B5EF4-FFF2-40B4-BE49-F238E27FC236}">
                    <a16:creationId xmlns:a16="http://schemas.microsoft.com/office/drawing/2014/main" id="{DFE52F97-7B7E-A96B-A7E7-97197AC796E4}"/>
                  </a:ext>
                </a:extLst>
              </p:cNvPr>
              <p:cNvSpPr>
                <a:spLocks/>
              </p:cNvSpPr>
              <p:nvPr/>
            </p:nvSpPr>
            <p:spPr bwMode="auto">
              <a:xfrm>
                <a:off x="5098" y="4321"/>
                <a:ext cx="72" cy="56"/>
              </a:xfrm>
              <a:custGeom>
                <a:avLst/>
                <a:gdLst>
                  <a:gd name="T0" fmla="+- 0 5119 5098"/>
                  <a:gd name="T1" fmla="*/ T0 w 72"/>
                  <a:gd name="T2" fmla="+- 0 4321 4321"/>
                  <a:gd name="T3" fmla="*/ 4321 h 56"/>
                  <a:gd name="T4" fmla="+- 0 5109 5098"/>
                  <a:gd name="T5" fmla="*/ T4 w 72"/>
                  <a:gd name="T6" fmla="+- 0 4321 4321"/>
                  <a:gd name="T7" fmla="*/ 4321 h 56"/>
                  <a:gd name="T8" fmla="+- 0 5105 5098"/>
                  <a:gd name="T9" fmla="*/ T8 w 72"/>
                  <a:gd name="T10" fmla="+- 0 4323 4321"/>
                  <a:gd name="T11" fmla="*/ 4323 h 56"/>
                  <a:gd name="T12" fmla="+- 0 5102 5098"/>
                  <a:gd name="T13" fmla="*/ T12 w 72"/>
                  <a:gd name="T14" fmla="+- 0 4328 4321"/>
                  <a:gd name="T15" fmla="*/ 4328 h 56"/>
                  <a:gd name="T16" fmla="+- 0 5099 5098"/>
                  <a:gd name="T17" fmla="*/ T16 w 72"/>
                  <a:gd name="T18" fmla="+- 0 4331 4321"/>
                  <a:gd name="T19" fmla="*/ 4331 h 56"/>
                  <a:gd name="T20" fmla="+- 0 5098 5098"/>
                  <a:gd name="T21" fmla="*/ T20 w 72"/>
                  <a:gd name="T22" fmla="+- 0 4336 4321"/>
                  <a:gd name="T23" fmla="*/ 4336 h 56"/>
                  <a:gd name="T24" fmla="+- 0 5098 5098"/>
                  <a:gd name="T25" fmla="*/ T24 w 72"/>
                  <a:gd name="T26" fmla="+- 0 4345 4321"/>
                  <a:gd name="T27" fmla="*/ 4345 h 56"/>
                  <a:gd name="T28" fmla="+- 0 5099 5098"/>
                  <a:gd name="T29" fmla="*/ T28 w 72"/>
                  <a:gd name="T30" fmla="+- 0 4349 4321"/>
                  <a:gd name="T31" fmla="*/ 4349 h 56"/>
                  <a:gd name="T32" fmla="+- 0 5105 5098"/>
                  <a:gd name="T33" fmla="*/ T32 w 72"/>
                  <a:gd name="T34" fmla="+- 0 4355 4321"/>
                  <a:gd name="T35" fmla="*/ 4355 h 56"/>
                  <a:gd name="T36" fmla="+- 0 5108 5098"/>
                  <a:gd name="T37" fmla="*/ T36 w 72"/>
                  <a:gd name="T38" fmla="+- 0 4356 4321"/>
                  <a:gd name="T39" fmla="*/ 4356 h 56"/>
                  <a:gd name="T40" fmla="+- 0 5115 5098"/>
                  <a:gd name="T41" fmla="*/ T40 w 72"/>
                  <a:gd name="T42" fmla="+- 0 4356 4321"/>
                  <a:gd name="T43" fmla="*/ 4356 h 56"/>
                  <a:gd name="T44" fmla="+- 0 5119 5098"/>
                  <a:gd name="T45" fmla="*/ T44 w 72"/>
                  <a:gd name="T46" fmla="+- 0 4355 4321"/>
                  <a:gd name="T47" fmla="*/ 4355 h 56"/>
                  <a:gd name="T48" fmla="+- 0 5122 5098"/>
                  <a:gd name="T49" fmla="*/ T48 w 72"/>
                  <a:gd name="T50" fmla="+- 0 4353 4321"/>
                  <a:gd name="T51" fmla="*/ 4353 h 56"/>
                  <a:gd name="T52" fmla="+- 0 5112 5098"/>
                  <a:gd name="T53" fmla="*/ T52 w 72"/>
                  <a:gd name="T54" fmla="+- 0 4353 4321"/>
                  <a:gd name="T55" fmla="*/ 4353 h 56"/>
                  <a:gd name="T56" fmla="+- 0 5110 5098"/>
                  <a:gd name="T57" fmla="*/ T56 w 72"/>
                  <a:gd name="T58" fmla="+- 0 4351 4321"/>
                  <a:gd name="T59" fmla="*/ 4351 h 56"/>
                  <a:gd name="T60" fmla="+- 0 5106 5098"/>
                  <a:gd name="T61" fmla="*/ T60 w 72"/>
                  <a:gd name="T62" fmla="+- 0 4346 4321"/>
                  <a:gd name="T63" fmla="*/ 4346 h 56"/>
                  <a:gd name="T64" fmla="+- 0 5105 5098"/>
                  <a:gd name="T65" fmla="*/ T64 w 72"/>
                  <a:gd name="T66" fmla="+- 0 4342 4321"/>
                  <a:gd name="T67" fmla="*/ 4342 h 56"/>
                  <a:gd name="T68" fmla="+- 0 5105 5098"/>
                  <a:gd name="T69" fmla="*/ T68 w 72"/>
                  <a:gd name="T70" fmla="+- 0 4331 4321"/>
                  <a:gd name="T71" fmla="*/ 4331 h 56"/>
                  <a:gd name="T72" fmla="+- 0 5106 5098"/>
                  <a:gd name="T73" fmla="*/ T72 w 72"/>
                  <a:gd name="T74" fmla="+- 0 4329 4321"/>
                  <a:gd name="T75" fmla="*/ 4329 h 56"/>
                  <a:gd name="T76" fmla="+- 0 5109 5098"/>
                  <a:gd name="T77" fmla="*/ T76 w 72"/>
                  <a:gd name="T78" fmla="+- 0 4325 4321"/>
                  <a:gd name="T79" fmla="*/ 4325 h 56"/>
                  <a:gd name="T80" fmla="+- 0 5111 5098"/>
                  <a:gd name="T81" fmla="*/ T80 w 72"/>
                  <a:gd name="T82" fmla="+- 0 4324 4321"/>
                  <a:gd name="T83" fmla="*/ 4324 h 56"/>
                  <a:gd name="T84" fmla="+- 0 5123 5098"/>
                  <a:gd name="T85" fmla="*/ T84 w 72"/>
                  <a:gd name="T86" fmla="+- 0 4324 4321"/>
                  <a:gd name="T87" fmla="*/ 4324 h 56"/>
                  <a:gd name="T88" fmla="+- 0 5123 5098"/>
                  <a:gd name="T89" fmla="*/ T88 w 72"/>
                  <a:gd name="T90" fmla="+- 0 4323 4321"/>
                  <a:gd name="T91" fmla="*/ 4323 h 56"/>
                  <a:gd name="T92" fmla="+- 0 5119 5098"/>
                  <a:gd name="T93" fmla="*/ T92 w 72"/>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2" h="56">
                    <a:moveTo>
                      <a:pt x="21" y="0"/>
                    </a:moveTo>
                    <a:lnTo>
                      <a:pt x="11" y="0"/>
                    </a:lnTo>
                    <a:lnTo>
                      <a:pt x="7" y="2"/>
                    </a:lnTo>
                    <a:lnTo>
                      <a:pt x="4" y="7"/>
                    </a:lnTo>
                    <a:lnTo>
                      <a:pt x="1" y="10"/>
                    </a:lnTo>
                    <a:lnTo>
                      <a:pt x="0" y="15"/>
                    </a:lnTo>
                    <a:lnTo>
                      <a:pt x="0" y="24"/>
                    </a:lnTo>
                    <a:lnTo>
                      <a:pt x="1" y="28"/>
                    </a:lnTo>
                    <a:lnTo>
                      <a:pt x="7" y="34"/>
                    </a:lnTo>
                    <a:lnTo>
                      <a:pt x="10" y="35"/>
                    </a:lnTo>
                    <a:lnTo>
                      <a:pt x="17" y="35"/>
                    </a:lnTo>
                    <a:lnTo>
                      <a:pt x="21" y="34"/>
                    </a:lnTo>
                    <a:lnTo>
                      <a:pt x="24" y="32"/>
                    </a:lnTo>
                    <a:lnTo>
                      <a:pt x="14" y="32"/>
                    </a:lnTo>
                    <a:lnTo>
                      <a:pt x="12" y="30"/>
                    </a:lnTo>
                    <a:lnTo>
                      <a:pt x="8" y="25"/>
                    </a:lnTo>
                    <a:lnTo>
                      <a:pt x="7" y="21"/>
                    </a:lnTo>
                    <a:lnTo>
                      <a:pt x="7" y="10"/>
                    </a:lnTo>
                    <a:lnTo>
                      <a:pt x="8" y="8"/>
                    </a:lnTo>
                    <a:lnTo>
                      <a:pt x="11" y="4"/>
                    </a:lnTo>
                    <a:lnTo>
                      <a:pt x="13"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7" name="Freeform 5382">
                <a:extLst>
                  <a:ext uri="{FF2B5EF4-FFF2-40B4-BE49-F238E27FC236}">
                    <a16:creationId xmlns:a16="http://schemas.microsoft.com/office/drawing/2014/main" id="{730C7012-1930-7B5A-07B0-80F457E8AD79}"/>
                  </a:ext>
                </a:extLst>
              </p:cNvPr>
              <p:cNvSpPr>
                <a:spLocks/>
              </p:cNvSpPr>
              <p:nvPr/>
            </p:nvSpPr>
            <p:spPr bwMode="auto">
              <a:xfrm>
                <a:off x="5098" y="4321"/>
                <a:ext cx="72" cy="56"/>
              </a:xfrm>
              <a:custGeom>
                <a:avLst/>
                <a:gdLst>
                  <a:gd name="T0" fmla="+- 0 5123 5098"/>
                  <a:gd name="T1" fmla="*/ T0 w 72"/>
                  <a:gd name="T2" fmla="+- 0 4324 4321"/>
                  <a:gd name="T3" fmla="*/ 4324 h 56"/>
                  <a:gd name="T4" fmla="+- 0 5116 5098"/>
                  <a:gd name="T5" fmla="*/ T4 w 72"/>
                  <a:gd name="T6" fmla="+- 0 4324 4321"/>
                  <a:gd name="T7" fmla="*/ 4324 h 56"/>
                  <a:gd name="T8" fmla="+- 0 5117 5098"/>
                  <a:gd name="T9" fmla="*/ T8 w 72"/>
                  <a:gd name="T10" fmla="+- 0 4325 4321"/>
                  <a:gd name="T11" fmla="*/ 4325 h 56"/>
                  <a:gd name="T12" fmla="+- 0 5121 5098"/>
                  <a:gd name="T13" fmla="*/ T12 w 72"/>
                  <a:gd name="T14" fmla="+- 0 4328 4321"/>
                  <a:gd name="T15" fmla="*/ 4328 h 56"/>
                  <a:gd name="T16" fmla="+- 0 5122 5098"/>
                  <a:gd name="T17" fmla="*/ T16 w 72"/>
                  <a:gd name="T18" fmla="+- 0 4330 4321"/>
                  <a:gd name="T19" fmla="*/ 4330 h 56"/>
                  <a:gd name="T20" fmla="+- 0 5124 5098"/>
                  <a:gd name="T21" fmla="*/ T20 w 72"/>
                  <a:gd name="T22" fmla="+- 0 4336 4321"/>
                  <a:gd name="T23" fmla="*/ 4336 h 56"/>
                  <a:gd name="T24" fmla="+- 0 5124 5098"/>
                  <a:gd name="T25" fmla="*/ T24 w 72"/>
                  <a:gd name="T26" fmla="+- 0 4337 4321"/>
                  <a:gd name="T27" fmla="*/ 4337 h 56"/>
                  <a:gd name="T28" fmla="+- 0 5124 5098"/>
                  <a:gd name="T29" fmla="*/ T28 w 72"/>
                  <a:gd name="T30" fmla="+- 0 4345 4321"/>
                  <a:gd name="T31" fmla="*/ 4345 h 56"/>
                  <a:gd name="T32" fmla="+- 0 5124 5098"/>
                  <a:gd name="T33" fmla="*/ T32 w 72"/>
                  <a:gd name="T34" fmla="+- 0 4346 4321"/>
                  <a:gd name="T35" fmla="*/ 4346 h 56"/>
                  <a:gd name="T36" fmla="+- 0 5123 5098"/>
                  <a:gd name="T37" fmla="*/ T36 w 72"/>
                  <a:gd name="T38" fmla="+- 0 4349 4321"/>
                  <a:gd name="T39" fmla="*/ 4349 h 56"/>
                  <a:gd name="T40" fmla="+- 0 5119 5098"/>
                  <a:gd name="T41" fmla="*/ T40 w 72"/>
                  <a:gd name="T42" fmla="+- 0 4352 4321"/>
                  <a:gd name="T43" fmla="*/ 4352 h 56"/>
                  <a:gd name="T44" fmla="+- 0 5115 5098"/>
                  <a:gd name="T45" fmla="*/ T44 w 72"/>
                  <a:gd name="T46" fmla="+- 0 4353 4321"/>
                  <a:gd name="T47" fmla="*/ 4353 h 56"/>
                  <a:gd name="T48" fmla="+- 0 5122 5098"/>
                  <a:gd name="T49" fmla="*/ T48 w 72"/>
                  <a:gd name="T50" fmla="+- 0 4353 4321"/>
                  <a:gd name="T51" fmla="*/ 4353 h 56"/>
                  <a:gd name="T52" fmla="+- 0 5123 5098"/>
                  <a:gd name="T53" fmla="*/ T52 w 72"/>
                  <a:gd name="T54" fmla="+- 0 4352 4321"/>
                  <a:gd name="T55" fmla="*/ 4352 h 56"/>
                  <a:gd name="T56" fmla="+- 0 5131 5098"/>
                  <a:gd name="T57" fmla="*/ T56 w 72"/>
                  <a:gd name="T58" fmla="+- 0 4352 4321"/>
                  <a:gd name="T59" fmla="*/ 4352 h 56"/>
                  <a:gd name="T60" fmla="+- 0 5131 5098"/>
                  <a:gd name="T61" fmla="*/ T60 w 72"/>
                  <a:gd name="T62" fmla="+- 0 4349 4321"/>
                  <a:gd name="T63" fmla="*/ 4349 h 56"/>
                  <a:gd name="T64" fmla="+- 0 5131 5098"/>
                  <a:gd name="T65" fmla="*/ T64 w 72"/>
                  <a:gd name="T66" fmla="+- 0 4337 4321"/>
                  <a:gd name="T67" fmla="*/ 4337 h 56"/>
                  <a:gd name="T68" fmla="+- 0 5130 5098"/>
                  <a:gd name="T69" fmla="*/ T68 w 72"/>
                  <a:gd name="T70" fmla="+- 0 4331 4321"/>
                  <a:gd name="T71" fmla="*/ 4331 h 56"/>
                  <a:gd name="T72" fmla="+- 0 5123 5098"/>
                  <a:gd name="T73" fmla="*/ T72 w 72"/>
                  <a:gd name="T74" fmla="+- 0 4324 4321"/>
                  <a:gd name="T75"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72" h="56">
                    <a:moveTo>
                      <a:pt x="25" y="3"/>
                    </a:moveTo>
                    <a:lnTo>
                      <a:pt x="18" y="3"/>
                    </a:lnTo>
                    <a:lnTo>
                      <a:pt x="19" y="4"/>
                    </a:lnTo>
                    <a:lnTo>
                      <a:pt x="23" y="7"/>
                    </a:lnTo>
                    <a:lnTo>
                      <a:pt x="24" y="9"/>
                    </a:lnTo>
                    <a:lnTo>
                      <a:pt x="26" y="15"/>
                    </a:lnTo>
                    <a:lnTo>
                      <a:pt x="26" y="16"/>
                    </a:lnTo>
                    <a:lnTo>
                      <a:pt x="26" y="24"/>
                    </a:lnTo>
                    <a:lnTo>
                      <a:pt x="26" y="25"/>
                    </a:lnTo>
                    <a:lnTo>
                      <a:pt x="25" y="28"/>
                    </a:lnTo>
                    <a:lnTo>
                      <a:pt x="21" y="31"/>
                    </a:lnTo>
                    <a:lnTo>
                      <a:pt x="17" y="32"/>
                    </a:lnTo>
                    <a:lnTo>
                      <a:pt x="24" y="32"/>
                    </a:lnTo>
                    <a:lnTo>
                      <a:pt x="25" y="31"/>
                    </a:lnTo>
                    <a:lnTo>
                      <a:pt x="33" y="31"/>
                    </a:lnTo>
                    <a:lnTo>
                      <a:pt x="33" y="28"/>
                    </a:lnTo>
                    <a:lnTo>
                      <a:pt x="33" y="16"/>
                    </a:lnTo>
                    <a:lnTo>
                      <a:pt x="32" y="10"/>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8" name="Freeform 5383">
                <a:extLst>
                  <a:ext uri="{FF2B5EF4-FFF2-40B4-BE49-F238E27FC236}">
                    <a16:creationId xmlns:a16="http://schemas.microsoft.com/office/drawing/2014/main" id="{E1DEE2C9-12CB-7BBB-8857-213544BAFAA6}"/>
                  </a:ext>
                </a:extLst>
              </p:cNvPr>
              <p:cNvSpPr>
                <a:spLocks/>
              </p:cNvSpPr>
              <p:nvPr/>
            </p:nvSpPr>
            <p:spPr bwMode="auto">
              <a:xfrm>
                <a:off x="5098" y="4321"/>
                <a:ext cx="72" cy="56"/>
              </a:xfrm>
              <a:custGeom>
                <a:avLst/>
                <a:gdLst>
                  <a:gd name="T0" fmla="+- 0 5168 5098"/>
                  <a:gd name="T1" fmla="*/ T0 w 72"/>
                  <a:gd name="T2" fmla="+- 0 4321 4321"/>
                  <a:gd name="T3" fmla="*/ 4321 h 56"/>
                  <a:gd name="T4" fmla="+- 0 5163 5098"/>
                  <a:gd name="T5" fmla="*/ T4 w 72"/>
                  <a:gd name="T6" fmla="+- 0 4321 4321"/>
                  <a:gd name="T7" fmla="*/ 4321 h 56"/>
                  <a:gd name="T8" fmla="+- 0 5160 5098"/>
                  <a:gd name="T9" fmla="*/ T8 w 72"/>
                  <a:gd name="T10" fmla="+- 0 4322 4321"/>
                  <a:gd name="T11" fmla="*/ 4322 h 56"/>
                  <a:gd name="T12" fmla="+- 0 5136 5098"/>
                  <a:gd name="T13" fmla="*/ T12 w 72"/>
                  <a:gd name="T14" fmla="+- 0 4362 4321"/>
                  <a:gd name="T15" fmla="*/ 4362 h 56"/>
                  <a:gd name="T16" fmla="+- 0 5138 5098"/>
                  <a:gd name="T17" fmla="*/ T16 w 72"/>
                  <a:gd name="T18" fmla="+- 0 4368 4321"/>
                  <a:gd name="T19" fmla="*/ 4368 h 56"/>
                  <a:gd name="T20" fmla="+- 0 5146 5098"/>
                  <a:gd name="T21" fmla="*/ T20 w 72"/>
                  <a:gd name="T22" fmla="+- 0 4375 4321"/>
                  <a:gd name="T23" fmla="*/ 4375 h 56"/>
                  <a:gd name="T24" fmla="+- 0 5149 5098"/>
                  <a:gd name="T25" fmla="*/ T24 w 72"/>
                  <a:gd name="T26" fmla="+- 0 4377 4321"/>
                  <a:gd name="T27" fmla="*/ 4377 h 56"/>
                  <a:gd name="T28" fmla="+- 0 5158 5098"/>
                  <a:gd name="T29" fmla="*/ T28 w 72"/>
                  <a:gd name="T30" fmla="+- 0 4377 4321"/>
                  <a:gd name="T31" fmla="*/ 4377 h 56"/>
                  <a:gd name="T32" fmla="+- 0 5162 5098"/>
                  <a:gd name="T33" fmla="*/ T32 w 72"/>
                  <a:gd name="T34" fmla="+- 0 4374 4321"/>
                  <a:gd name="T35" fmla="*/ 4374 h 56"/>
                  <a:gd name="T36" fmla="+- 0 5152 5098"/>
                  <a:gd name="T37" fmla="*/ T36 w 72"/>
                  <a:gd name="T38" fmla="+- 0 4374 4321"/>
                  <a:gd name="T39" fmla="*/ 4374 h 56"/>
                  <a:gd name="T40" fmla="+- 0 5150 5098"/>
                  <a:gd name="T41" fmla="*/ T40 w 72"/>
                  <a:gd name="T42" fmla="+- 0 4374 4321"/>
                  <a:gd name="T43" fmla="*/ 4374 h 56"/>
                  <a:gd name="T44" fmla="+- 0 5147 5098"/>
                  <a:gd name="T45" fmla="*/ T44 w 72"/>
                  <a:gd name="T46" fmla="+- 0 4371 4321"/>
                  <a:gd name="T47" fmla="*/ 4371 h 56"/>
                  <a:gd name="T48" fmla="+- 0 5145 5098"/>
                  <a:gd name="T49" fmla="*/ T48 w 72"/>
                  <a:gd name="T50" fmla="+- 0 4368 4321"/>
                  <a:gd name="T51" fmla="*/ 4368 h 56"/>
                  <a:gd name="T52" fmla="+- 0 5144 5098"/>
                  <a:gd name="T53" fmla="*/ T52 w 72"/>
                  <a:gd name="T54" fmla="+- 0 4362 4321"/>
                  <a:gd name="T55" fmla="*/ 4362 h 56"/>
                  <a:gd name="T56" fmla="+- 0 5143 5098"/>
                  <a:gd name="T57" fmla="*/ T56 w 72"/>
                  <a:gd name="T58" fmla="+- 0 4360 4321"/>
                  <a:gd name="T59" fmla="*/ 4360 h 56"/>
                  <a:gd name="T60" fmla="+- 0 5143 5098"/>
                  <a:gd name="T61" fmla="*/ T60 w 72"/>
                  <a:gd name="T62" fmla="+- 0 4353 4321"/>
                  <a:gd name="T63" fmla="*/ 4353 h 56"/>
                  <a:gd name="T64" fmla="+- 0 5150 5098"/>
                  <a:gd name="T65" fmla="*/ T64 w 72"/>
                  <a:gd name="T66" fmla="+- 0 4346 4321"/>
                  <a:gd name="T67" fmla="*/ 4346 h 56"/>
                  <a:gd name="T68" fmla="+- 0 5145 5098"/>
                  <a:gd name="T69" fmla="*/ T68 w 72"/>
                  <a:gd name="T70" fmla="+- 0 4346 4321"/>
                  <a:gd name="T71" fmla="*/ 4346 h 56"/>
                  <a:gd name="T72" fmla="+- 0 5168 5098"/>
                  <a:gd name="T73" fmla="*/ T72 w 72"/>
                  <a:gd name="T74" fmla="+- 0 4323 4321"/>
                  <a:gd name="T75" fmla="*/ 4323 h 56"/>
                  <a:gd name="T76" fmla="+- 0 5168 5098"/>
                  <a:gd name="T77" fmla="*/ T76 w 72"/>
                  <a:gd name="T78" fmla="+- 0 4321 4321"/>
                  <a:gd name="T79"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72" h="56">
                    <a:moveTo>
                      <a:pt x="70" y="0"/>
                    </a:moveTo>
                    <a:lnTo>
                      <a:pt x="65" y="0"/>
                    </a:lnTo>
                    <a:lnTo>
                      <a:pt x="62" y="1"/>
                    </a:lnTo>
                    <a:lnTo>
                      <a:pt x="38" y="41"/>
                    </a:lnTo>
                    <a:lnTo>
                      <a:pt x="40" y="47"/>
                    </a:lnTo>
                    <a:lnTo>
                      <a:pt x="48" y="54"/>
                    </a:lnTo>
                    <a:lnTo>
                      <a:pt x="51" y="56"/>
                    </a:lnTo>
                    <a:lnTo>
                      <a:pt x="60" y="56"/>
                    </a:lnTo>
                    <a:lnTo>
                      <a:pt x="64" y="53"/>
                    </a:lnTo>
                    <a:lnTo>
                      <a:pt x="54" y="53"/>
                    </a:lnTo>
                    <a:lnTo>
                      <a:pt x="52" y="53"/>
                    </a:lnTo>
                    <a:lnTo>
                      <a:pt x="49" y="50"/>
                    </a:lnTo>
                    <a:lnTo>
                      <a:pt x="47" y="47"/>
                    </a:lnTo>
                    <a:lnTo>
                      <a:pt x="46" y="41"/>
                    </a:lnTo>
                    <a:lnTo>
                      <a:pt x="45" y="39"/>
                    </a:lnTo>
                    <a:lnTo>
                      <a:pt x="45" y="32"/>
                    </a:lnTo>
                    <a:lnTo>
                      <a:pt x="52" y="25"/>
                    </a:lnTo>
                    <a:lnTo>
                      <a:pt x="47" y="25"/>
                    </a:lnTo>
                    <a:lnTo>
                      <a:pt x="70" y="2"/>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9" name="Freeform 5384">
                <a:extLst>
                  <a:ext uri="{FF2B5EF4-FFF2-40B4-BE49-F238E27FC236}">
                    <a16:creationId xmlns:a16="http://schemas.microsoft.com/office/drawing/2014/main" id="{E777F5FA-10BD-6B13-C56A-7BDB3311C4B3}"/>
                  </a:ext>
                </a:extLst>
              </p:cNvPr>
              <p:cNvSpPr>
                <a:spLocks/>
              </p:cNvSpPr>
              <p:nvPr/>
            </p:nvSpPr>
            <p:spPr bwMode="auto">
              <a:xfrm>
                <a:off x="5098" y="4321"/>
                <a:ext cx="72" cy="56"/>
              </a:xfrm>
              <a:custGeom>
                <a:avLst/>
                <a:gdLst>
                  <a:gd name="T0" fmla="+- 0 5164 5098"/>
                  <a:gd name="T1" fmla="*/ T0 w 72"/>
                  <a:gd name="T2" fmla="+- 0 4345 4321"/>
                  <a:gd name="T3" fmla="*/ 4345 h 56"/>
                  <a:gd name="T4" fmla="+- 0 5155 5098"/>
                  <a:gd name="T5" fmla="*/ T4 w 72"/>
                  <a:gd name="T6" fmla="+- 0 4345 4321"/>
                  <a:gd name="T7" fmla="*/ 4345 h 56"/>
                  <a:gd name="T8" fmla="+- 0 5158 5098"/>
                  <a:gd name="T9" fmla="*/ T8 w 72"/>
                  <a:gd name="T10" fmla="+- 0 4347 4321"/>
                  <a:gd name="T11" fmla="*/ 4347 h 56"/>
                  <a:gd name="T12" fmla="+- 0 5162 5098"/>
                  <a:gd name="T13" fmla="*/ T12 w 72"/>
                  <a:gd name="T14" fmla="+- 0 4354 4321"/>
                  <a:gd name="T15" fmla="*/ 4354 h 56"/>
                  <a:gd name="T16" fmla="+- 0 5162 5098"/>
                  <a:gd name="T17" fmla="*/ T16 w 72"/>
                  <a:gd name="T18" fmla="+- 0 4357 4321"/>
                  <a:gd name="T19" fmla="*/ 4357 h 56"/>
                  <a:gd name="T20" fmla="+- 0 5162 5098"/>
                  <a:gd name="T21" fmla="*/ T20 w 72"/>
                  <a:gd name="T22" fmla="+- 0 4366 4321"/>
                  <a:gd name="T23" fmla="*/ 4366 h 56"/>
                  <a:gd name="T24" fmla="+- 0 5161 5098"/>
                  <a:gd name="T25" fmla="*/ T24 w 72"/>
                  <a:gd name="T26" fmla="+- 0 4369 4321"/>
                  <a:gd name="T27" fmla="*/ 4369 h 56"/>
                  <a:gd name="T28" fmla="+- 0 5158 5098"/>
                  <a:gd name="T29" fmla="*/ T28 w 72"/>
                  <a:gd name="T30" fmla="+- 0 4373 4321"/>
                  <a:gd name="T31" fmla="*/ 4373 h 56"/>
                  <a:gd name="T32" fmla="+- 0 5156 5098"/>
                  <a:gd name="T33" fmla="*/ T32 w 72"/>
                  <a:gd name="T34" fmla="+- 0 4374 4321"/>
                  <a:gd name="T35" fmla="*/ 4374 h 56"/>
                  <a:gd name="T36" fmla="+- 0 5162 5098"/>
                  <a:gd name="T37" fmla="*/ T36 w 72"/>
                  <a:gd name="T38" fmla="+- 0 4374 4321"/>
                  <a:gd name="T39" fmla="*/ 4374 h 56"/>
                  <a:gd name="T40" fmla="+- 0 5168 5098"/>
                  <a:gd name="T41" fmla="*/ T40 w 72"/>
                  <a:gd name="T42" fmla="+- 0 4366 4321"/>
                  <a:gd name="T43" fmla="*/ 4366 h 56"/>
                  <a:gd name="T44" fmla="+- 0 5169 5098"/>
                  <a:gd name="T45" fmla="*/ T44 w 72"/>
                  <a:gd name="T46" fmla="+- 0 4362 4321"/>
                  <a:gd name="T47" fmla="*/ 4362 h 56"/>
                  <a:gd name="T48" fmla="+- 0 5169 5098"/>
                  <a:gd name="T49" fmla="*/ T48 w 72"/>
                  <a:gd name="T50" fmla="+- 0 4353 4321"/>
                  <a:gd name="T51" fmla="*/ 4353 h 56"/>
                  <a:gd name="T52" fmla="+- 0 5168 5098"/>
                  <a:gd name="T53" fmla="*/ T52 w 72"/>
                  <a:gd name="T54" fmla="+- 0 4349 4321"/>
                  <a:gd name="T55" fmla="*/ 4349 h 56"/>
                  <a:gd name="T56" fmla="+- 0 5164 5098"/>
                  <a:gd name="T57" fmla="*/ T56 w 72"/>
                  <a:gd name="T58" fmla="+- 0 4345 4321"/>
                  <a:gd name="T59" fmla="*/ 434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2" h="56">
                    <a:moveTo>
                      <a:pt x="66" y="24"/>
                    </a:moveTo>
                    <a:lnTo>
                      <a:pt x="57" y="24"/>
                    </a:lnTo>
                    <a:lnTo>
                      <a:pt x="60" y="26"/>
                    </a:lnTo>
                    <a:lnTo>
                      <a:pt x="64" y="33"/>
                    </a:lnTo>
                    <a:lnTo>
                      <a:pt x="64" y="36"/>
                    </a:lnTo>
                    <a:lnTo>
                      <a:pt x="64" y="45"/>
                    </a:lnTo>
                    <a:lnTo>
                      <a:pt x="63" y="48"/>
                    </a:lnTo>
                    <a:lnTo>
                      <a:pt x="60" y="52"/>
                    </a:lnTo>
                    <a:lnTo>
                      <a:pt x="58" y="53"/>
                    </a:lnTo>
                    <a:lnTo>
                      <a:pt x="64" y="53"/>
                    </a:lnTo>
                    <a:lnTo>
                      <a:pt x="70" y="45"/>
                    </a:lnTo>
                    <a:lnTo>
                      <a:pt x="71" y="41"/>
                    </a:lnTo>
                    <a:lnTo>
                      <a:pt x="71" y="32"/>
                    </a:lnTo>
                    <a:lnTo>
                      <a:pt x="70" y="28"/>
                    </a:lnTo>
                    <a:lnTo>
                      <a:pt x="6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80" name="Freeform 5385">
                <a:extLst>
                  <a:ext uri="{FF2B5EF4-FFF2-40B4-BE49-F238E27FC236}">
                    <a16:creationId xmlns:a16="http://schemas.microsoft.com/office/drawing/2014/main" id="{E7F44158-73A8-219F-000D-7821E074CA35}"/>
                  </a:ext>
                </a:extLst>
              </p:cNvPr>
              <p:cNvSpPr>
                <a:spLocks/>
              </p:cNvSpPr>
              <p:nvPr/>
            </p:nvSpPr>
            <p:spPr bwMode="auto">
              <a:xfrm>
                <a:off x="5098" y="4321"/>
                <a:ext cx="72" cy="56"/>
              </a:xfrm>
              <a:custGeom>
                <a:avLst/>
                <a:gdLst>
                  <a:gd name="T0" fmla="+- 0 5160 5098"/>
                  <a:gd name="T1" fmla="*/ T0 w 72"/>
                  <a:gd name="T2" fmla="+- 0 4342 4321"/>
                  <a:gd name="T3" fmla="*/ 4342 h 56"/>
                  <a:gd name="T4" fmla="+- 0 5152 5098"/>
                  <a:gd name="T5" fmla="*/ T4 w 72"/>
                  <a:gd name="T6" fmla="+- 0 4342 4321"/>
                  <a:gd name="T7" fmla="*/ 4342 h 56"/>
                  <a:gd name="T8" fmla="+- 0 5148 5098"/>
                  <a:gd name="T9" fmla="*/ T8 w 72"/>
                  <a:gd name="T10" fmla="+- 0 4343 4321"/>
                  <a:gd name="T11" fmla="*/ 4343 h 56"/>
                  <a:gd name="T12" fmla="+- 0 5145 5098"/>
                  <a:gd name="T13" fmla="*/ T12 w 72"/>
                  <a:gd name="T14" fmla="+- 0 4346 4321"/>
                  <a:gd name="T15" fmla="*/ 4346 h 56"/>
                  <a:gd name="T16" fmla="+- 0 5150 5098"/>
                  <a:gd name="T17" fmla="*/ T16 w 72"/>
                  <a:gd name="T18" fmla="+- 0 4346 4321"/>
                  <a:gd name="T19" fmla="*/ 4346 h 56"/>
                  <a:gd name="T20" fmla="+- 0 5152 5098"/>
                  <a:gd name="T21" fmla="*/ T20 w 72"/>
                  <a:gd name="T22" fmla="+- 0 4345 4321"/>
                  <a:gd name="T23" fmla="*/ 4345 h 56"/>
                  <a:gd name="T24" fmla="+- 0 5164 5098"/>
                  <a:gd name="T25" fmla="*/ T24 w 72"/>
                  <a:gd name="T26" fmla="+- 0 4345 4321"/>
                  <a:gd name="T27" fmla="*/ 4345 h 56"/>
                  <a:gd name="T28" fmla="+- 0 5163 5098"/>
                  <a:gd name="T29" fmla="*/ T28 w 72"/>
                  <a:gd name="T30" fmla="+- 0 4343 4321"/>
                  <a:gd name="T31" fmla="*/ 4343 h 56"/>
                  <a:gd name="T32" fmla="+- 0 5160 5098"/>
                  <a:gd name="T33" fmla="*/ T32 w 72"/>
                  <a:gd name="T34" fmla="+- 0 4342 4321"/>
                  <a:gd name="T35" fmla="*/ 43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72" h="56">
                    <a:moveTo>
                      <a:pt x="62" y="21"/>
                    </a:moveTo>
                    <a:lnTo>
                      <a:pt x="54" y="21"/>
                    </a:lnTo>
                    <a:lnTo>
                      <a:pt x="50" y="22"/>
                    </a:lnTo>
                    <a:lnTo>
                      <a:pt x="47" y="25"/>
                    </a:lnTo>
                    <a:lnTo>
                      <a:pt x="52" y="25"/>
                    </a:lnTo>
                    <a:lnTo>
                      <a:pt x="54" y="24"/>
                    </a:lnTo>
                    <a:lnTo>
                      <a:pt x="66" y="24"/>
                    </a:lnTo>
                    <a:lnTo>
                      <a:pt x="65" y="22"/>
                    </a:lnTo>
                    <a:lnTo>
                      <a:pt x="6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2" name="Group 351">
              <a:extLst>
                <a:ext uri="{FF2B5EF4-FFF2-40B4-BE49-F238E27FC236}">
                  <a16:creationId xmlns:a16="http://schemas.microsoft.com/office/drawing/2014/main" id="{5A7393F5-8DAB-8DCC-D8D6-3CC269F1562E}"/>
                </a:ext>
              </a:extLst>
            </p:cNvPr>
            <p:cNvGrpSpPr>
              <a:grpSpLocks/>
            </p:cNvGrpSpPr>
            <p:nvPr/>
          </p:nvGrpSpPr>
          <p:grpSpPr bwMode="auto">
            <a:xfrm>
              <a:off x="5592" y="4321"/>
              <a:ext cx="35" cy="56"/>
              <a:chOff x="5592" y="4321"/>
              <a:chExt cx="35" cy="56"/>
            </a:xfrm>
          </p:grpSpPr>
          <p:sp>
            <p:nvSpPr>
              <p:cNvPr id="973" name="Freeform 5387">
                <a:extLst>
                  <a:ext uri="{FF2B5EF4-FFF2-40B4-BE49-F238E27FC236}">
                    <a16:creationId xmlns:a16="http://schemas.microsoft.com/office/drawing/2014/main" id="{A8D269EB-8350-ADB9-0CC4-402B8A3FE946}"/>
                  </a:ext>
                </a:extLst>
              </p:cNvPr>
              <p:cNvSpPr>
                <a:spLocks/>
              </p:cNvSpPr>
              <p:nvPr/>
            </p:nvSpPr>
            <p:spPr bwMode="auto">
              <a:xfrm>
                <a:off x="5592" y="4321"/>
                <a:ext cx="35" cy="56"/>
              </a:xfrm>
              <a:custGeom>
                <a:avLst/>
                <a:gdLst>
                  <a:gd name="T0" fmla="+- 0 5613 5592"/>
                  <a:gd name="T1" fmla="*/ T0 w 35"/>
                  <a:gd name="T2" fmla="+- 0 4321 4321"/>
                  <a:gd name="T3" fmla="*/ 4321 h 56"/>
                  <a:gd name="T4" fmla="+- 0 5606 5592"/>
                  <a:gd name="T5" fmla="*/ T4 w 35"/>
                  <a:gd name="T6" fmla="+- 0 4321 4321"/>
                  <a:gd name="T7" fmla="*/ 4321 h 56"/>
                  <a:gd name="T8" fmla="+- 0 5604 5592"/>
                  <a:gd name="T9" fmla="*/ T8 w 35"/>
                  <a:gd name="T10" fmla="+- 0 4322 4321"/>
                  <a:gd name="T11" fmla="*/ 4322 h 56"/>
                  <a:gd name="T12" fmla="+- 0 5602 5592"/>
                  <a:gd name="T13" fmla="*/ T12 w 35"/>
                  <a:gd name="T14" fmla="+- 0 4324 4321"/>
                  <a:gd name="T15" fmla="*/ 4324 h 56"/>
                  <a:gd name="T16" fmla="+- 0 5599 5592"/>
                  <a:gd name="T17" fmla="*/ T16 w 35"/>
                  <a:gd name="T18" fmla="+- 0 4326 4321"/>
                  <a:gd name="T19" fmla="*/ 4326 h 56"/>
                  <a:gd name="T20" fmla="+- 0 5596 5592"/>
                  <a:gd name="T21" fmla="*/ T20 w 35"/>
                  <a:gd name="T22" fmla="+- 0 4329 4321"/>
                  <a:gd name="T23" fmla="*/ 4329 h 56"/>
                  <a:gd name="T24" fmla="+- 0 5592 5592"/>
                  <a:gd name="T25" fmla="*/ T24 w 35"/>
                  <a:gd name="T26" fmla="+- 0 4338 4321"/>
                  <a:gd name="T27" fmla="*/ 4338 h 56"/>
                  <a:gd name="T28" fmla="+- 0 5592 5592"/>
                  <a:gd name="T29" fmla="*/ T28 w 35"/>
                  <a:gd name="T30" fmla="+- 0 4343 4321"/>
                  <a:gd name="T31" fmla="*/ 4343 h 56"/>
                  <a:gd name="T32" fmla="+- 0 5592 5592"/>
                  <a:gd name="T33" fmla="*/ T32 w 35"/>
                  <a:gd name="T34" fmla="+- 0 4356 4321"/>
                  <a:gd name="T35" fmla="*/ 4356 h 56"/>
                  <a:gd name="T36" fmla="+- 0 5593 5592"/>
                  <a:gd name="T37" fmla="*/ T36 w 35"/>
                  <a:gd name="T38" fmla="+- 0 4362 4321"/>
                  <a:gd name="T39" fmla="*/ 4362 h 56"/>
                  <a:gd name="T40" fmla="+- 0 5599 5592"/>
                  <a:gd name="T41" fmla="*/ T40 w 35"/>
                  <a:gd name="T42" fmla="+- 0 4374 4321"/>
                  <a:gd name="T43" fmla="*/ 4374 h 56"/>
                  <a:gd name="T44" fmla="+- 0 5603 5592"/>
                  <a:gd name="T45" fmla="*/ T44 w 35"/>
                  <a:gd name="T46" fmla="+- 0 4377 4321"/>
                  <a:gd name="T47" fmla="*/ 4377 h 56"/>
                  <a:gd name="T48" fmla="+- 0 5611 5592"/>
                  <a:gd name="T49" fmla="*/ T48 w 35"/>
                  <a:gd name="T50" fmla="+- 0 4377 4321"/>
                  <a:gd name="T51" fmla="*/ 4377 h 56"/>
                  <a:gd name="T52" fmla="+- 0 5614 5592"/>
                  <a:gd name="T53" fmla="*/ T52 w 35"/>
                  <a:gd name="T54" fmla="+- 0 4376 4321"/>
                  <a:gd name="T55" fmla="*/ 4376 h 56"/>
                  <a:gd name="T56" fmla="+- 0 5616 5592"/>
                  <a:gd name="T57" fmla="*/ T56 w 35"/>
                  <a:gd name="T58" fmla="+- 0 4374 4321"/>
                  <a:gd name="T59" fmla="*/ 4374 h 56"/>
                  <a:gd name="T60" fmla="+- 0 5606 5592"/>
                  <a:gd name="T61" fmla="*/ T60 w 35"/>
                  <a:gd name="T62" fmla="+- 0 4374 4321"/>
                  <a:gd name="T63" fmla="*/ 4374 h 56"/>
                  <a:gd name="T64" fmla="+- 0 5603 5592"/>
                  <a:gd name="T65" fmla="*/ T64 w 35"/>
                  <a:gd name="T66" fmla="+- 0 4372 4321"/>
                  <a:gd name="T67" fmla="*/ 4372 h 56"/>
                  <a:gd name="T68" fmla="+- 0 5602 5592"/>
                  <a:gd name="T69" fmla="*/ T68 w 35"/>
                  <a:gd name="T70" fmla="+- 0 4368 4321"/>
                  <a:gd name="T71" fmla="*/ 4368 h 56"/>
                  <a:gd name="T72" fmla="+- 0 5600 5592"/>
                  <a:gd name="T73" fmla="*/ T72 w 35"/>
                  <a:gd name="T74" fmla="+- 0 4364 4321"/>
                  <a:gd name="T75" fmla="*/ 4364 h 56"/>
                  <a:gd name="T76" fmla="+- 0 5599 5592"/>
                  <a:gd name="T77" fmla="*/ T76 w 35"/>
                  <a:gd name="T78" fmla="+- 0 4358 4321"/>
                  <a:gd name="T79" fmla="*/ 4358 h 56"/>
                  <a:gd name="T80" fmla="+- 0 5609 5592"/>
                  <a:gd name="T81" fmla="*/ T80 w 35"/>
                  <a:gd name="T82" fmla="+- 0 4324 4321"/>
                  <a:gd name="T83" fmla="*/ 4324 h 56"/>
                  <a:gd name="T84" fmla="+- 0 5617 5592"/>
                  <a:gd name="T85" fmla="*/ T84 w 35"/>
                  <a:gd name="T86" fmla="+- 0 4324 4321"/>
                  <a:gd name="T87" fmla="*/ 4324 h 56"/>
                  <a:gd name="T88" fmla="+- 0 5617 5592"/>
                  <a:gd name="T89" fmla="*/ T88 w 35"/>
                  <a:gd name="T90" fmla="+- 0 4323 4321"/>
                  <a:gd name="T91" fmla="*/ 4323 h 56"/>
                  <a:gd name="T92" fmla="+- 0 5613 5592"/>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5"/>
                    </a:lnTo>
                    <a:lnTo>
                      <a:pt x="1" y="41"/>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4" name="Freeform 5388">
                <a:extLst>
                  <a:ext uri="{FF2B5EF4-FFF2-40B4-BE49-F238E27FC236}">
                    <a16:creationId xmlns:a16="http://schemas.microsoft.com/office/drawing/2014/main" id="{45396E2B-44AF-130B-6BAD-DF4B43CCE622}"/>
                  </a:ext>
                </a:extLst>
              </p:cNvPr>
              <p:cNvSpPr>
                <a:spLocks/>
              </p:cNvSpPr>
              <p:nvPr/>
            </p:nvSpPr>
            <p:spPr bwMode="auto">
              <a:xfrm>
                <a:off x="5592" y="4321"/>
                <a:ext cx="35" cy="56"/>
              </a:xfrm>
              <a:custGeom>
                <a:avLst/>
                <a:gdLst>
                  <a:gd name="T0" fmla="+- 0 5617 5592"/>
                  <a:gd name="T1" fmla="*/ T0 w 35"/>
                  <a:gd name="T2" fmla="+- 0 4324 4321"/>
                  <a:gd name="T3" fmla="*/ 4324 h 56"/>
                  <a:gd name="T4" fmla="+- 0 5609 5592"/>
                  <a:gd name="T5" fmla="*/ T4 w 35"/>
                  <a:gd name="T6" fmla="+- 0 4324 4321"/>
                  <a:gd name="T7" fmla="*/ 4324 h 56"/>
                  <a:gd name="T8" fmla="+- 0 5613 5592"/>
                  <a:gd name="T9" fmla="*/ T8 w 35"/>
                  <a:gd name="T10" fmla="+- 0 4325 4321"/>
                  <a:gd name="T11" fmla="*/ 4325 h 56"/>
                  <a:gd name="T12" fmla="+- 0 5614 5592"/>
                  <a:gd name="T13" fmla="*/ T12 w 35"/>
                  <a:gd name="T14" fmla="+- 0 4326 4321"/>
                  <a:gd name="T15" fmla="*/ 4326 h 56"/>
                  <a:gd name="T16" fmla="+- 0 5615 5592"/>
                  <a:gd name="T17" fmla="*/ T16 w 35"/>
                  <a:gd name="T18" fmla="+- 0 4328 4321"/>
                  <a:gd name="T19" fmla="*/ 4328 h 56"/>
                  <a:gd name="T20" fmla="+- 0 5618 5592"/>
                  <a:gd name="T21" fmla="*/ T20 w 35"/>
                  <a:gd name="T22" fmla="+- 0 4336 4321"/>
                  <a:gd name="T23" fmla="*/ 4336 h 56"/>
                  <a:gd name="T24" fmla="+- 0 5618 5592"/>
                  <a:gd name="T25" fmla="*/ T24 w 35"/>
                  <a:gd name="T26" fmla="+- 0 4338 4321"/>
                  <a:gd name="T27" fmla="*/ 4338 h 56"/>
                  <a:gd name="T28" fmla="+- 0 5618 5592"/>
                  <a:gd name="T29" fmla="*/ T28 w 35"/>
                  <a:gd name="T30" fmla="+- 0 4356 4321"/>
                  <a:gd name="T31" fmla="*/ 4356 h 56"/>
                  <a:gd name="T32" fmla="+- 0 5618 5592"/>
                  <a:gd name="T33" fmla="*/ T32 w 35"/>
                  <a:gd name="T34" fmla="+- 0 4361 4321"/>
                  <a:gd name="T35" fmla="*/ 4361 h 56"/>
                  <a:gd name="T36" fmla="+- 0 5616 5592"/>
                  <a:gd name="T37" fmla="*/ T36 w 35"/>
                  <a:gd name="T38" fmla="+- 0 4369 4321"/>
                  <a:gd name="T39" fmla="*/ 4369 h 56"/>
                  <a:gd name="T40" fmla="+- 0 5615 5592"/>
                  <a:gd name="T41" fmla="*/ T40 w 35"/>
                  <a:gd name="T42" fmla="+- 0 4371 4321"/>
                  <a:gd name="T43" fmla="*/ 4371 h 56"/>
                  <a:gd name="T44" fmla="+- 0 5613 5592"/>
                  <a:gd name="T45" fmla="*/ T44 w 35"/>
                  <a:gd name="T46" fmla="+- 0 4372 4321"/>
                  <a:gd name="T47" fmla="*/ 4372 h 56"/>
                  <a:gd name="T48" fmla="+- 0 5609 5592"/>
                  <a:gd name="T49" fmla="*/ T48 w 35"/>
                  <a:gd name="T50" fmla="+- 0 4374 4321"/>
                  <a:gd name="T51" fmla="*/ 4374 h 56"/>
                  <a:gd name="T52" fmla="+- 0 5616 5592"/>
                  <a:gd name="T53" fmla="*/ T52 w 35"/>
                  <a:gd name="T54" fmla="+- 0 4374 4321"/>
                  <a:gd name="T55" fmla="*/ 4374 h 56"/>
                  <a:gd name="T56" fmla="+- 0 5626 5592"/>
                  <a:gd name="T57" fmla="*/ T56 w 35"/>
                  <a:gd name="T58" fmla="+- 0 4340 4321"/>
                  <a:gd name="T59" fmla="*/ 4340 h 56"/>
                  <a:gd name="T60" fmla="+- 0 5624 5592"/>
                  <a:gd name="T61" fmla="*/ T60 w 35"/>
                  <a:gd name="T62" fmla="+- 0 4333 4321"/>
                  <a:gd name="T63" fmla="*/ 4333 h 56"/>
                  <a:gd name="T64" fmla="+- 0 5617 5592"/>
                  <a:gd name="T65" fmla="*/ T64 w 35"/>
                  <a:gd name="T66" fmla="+- 0 4324 4321"/>
                  <a:gd name="T67"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3" name="Group 352">
              <a:extLst>
                <a:ext uri="{FF2B5EF4-FFF2-40B4-BE49-F238E27FC236}">
                  <a16:creationId xmlns:a16="http://schemas.microsoft.com/office/drawing/2014/main" id="{8E226117-2A7A-7441-EA65-C7F626346331}"/>
                </a:ext>
              </a:extLst>
            </p:cNvPr>
            <p:cNvGrpSpPr>
              <a:grpSpLocks/>
            </p:cNvGrpSpPr>
            <p:nvPr/>
          </p:nvGrpSpPr>
          <p:grpSpPr bwMode="auto">
            <a:xfrm>
              <a:off x="6054" y="4321"/>
              <a:ext cx="21" cy="55"/>
              <a:chOff x="6054" y="4321"/>
              <a:chExt cx="21" cy="55"/>
            </a:xfrm>
          </p:grpSpPr>
          <p:sp>
            <p:nvSpPr>
              <p:cNvPr id="971" name="Freeform 5390">
                <a:extLst>
                  <a:ext uri="{FF2B5EF4-FFF2-40B4-BE49-F238E27FC236}">
                    <a16:creationId xmlns:a16="http://schemas.microsoft.com/office/drawing/2014/main" id="{ADD5112C-1D9E-C19A-926E-2FE793E807A9}"/>
                  </a:ext>
                </a:extLst>
              </p:cNvPr>
              <p:cNvSpPr>
                <a:spLocks/>
              </p:cNvSpPr>
              <p:nvPr/>
            </p:nvSpPr>
            <p:spPr bwMode="auto">
              <a:xfrm>
                <a:off x="6054" y="4321"/>
                <a:ext cx="21" cy="55"/>
              </a:xfrm>
              <a:custGeom>
                <a:avLst/>
                <a:gdLst>
                  <a:gd name="T0" fmla="+- 0 6069 6054"/>
                  <a:gd name="T1" fmla="*/ T0 w 21"/>
                  <a:gd name="T2" fmla="+- 0 4327 4321"/>
                  <a:gd name="T3" fmla="*/ 4327 h 55"/>
                  <a:gd name="T4" fmla="+- 0 6059 6054"/>
                  <a:gd name="T5" fmla="*/ T4 w 21"/>
                  <a:gd name="T6" fmla="+- 0 4327 4321"/>
                  <a:gd name="T7" fmla="*/ 4327 h 55"/>
                  <a:gd name="T8" fmla="+- 0 6061 6054"/>
                  <a:gd name="T9" fmla="*/ T8 w 21"/>
                  <a:gd name="T10" fmla="+- 0 4328 4321"/>
                  <a:gd name="T11" fmla="*/ 4328 h 55"/>
                  <a:gd name="T12" fmla="+- 0 6062 6054"/>
                  <a:gd name="T13" fmla="*/ T12 w 21"/>
                  <a:gd name="T14" fmla="+- 0 4330 4321"/>
                  <a:gd name="T15" fmla="*/ 4330 h 55"/>
                  <a:gd name="T16" fmla="+- 0 6062 6054"/>
                  <a:gd name="T17" fmla="*/ T16 w 21"/>
                  <a:gd name="T18" fmla="+- 0 4331 4321"/>
                  <a:gd name="T19" fmla="*/ 4331 h 55"/>
                  <a:gd name="T20" fmla="+- 0 6062 6054"/>
                  <a:gd name="T21" fmla="*/ T20 w 21"/>
                  <a:gd name="T22" fmla="+- 0 4371 4321"/>
                  <a:gd name="T23" fmla="*/ 4371 h 55"/>
                  <a:gd name="T24" fmla="+- 0 6062 6054"/>
                  <a:gd name="T25" fmla="*/ T24 w 21"/>
                  <a:gd name="T26" fmla="+- 0 4372 4321"/>
                  <a:gd name="T27" fmla="*/ 4372 h 55"/>
                  <a:gd name="T28" fmla="+- 0 6060 6054"/>
                  <a:gd name="T29" fmla="*/ T28 w 21"/>
                  <a:gd name="T30" fmla="+- 0 4373 4321"/>
                  <a:gd name="T31" fmla="*/ 4373 h 55"/>
                  <a:gd name="T32" fmla="+- 0 6059 6054"/>
                  <a:gd name="T33" fmla="*/ T32 w 21"/>
                  <a:gd name="T34" fmla="+- 0 4374 4321"/>
                  <a:gd name="T35" fmla="*/ 4374 h 55"/>
                  <a:gd name="T36" fmla="+- 0 6058 6054"/>
                  <a:gd name="T37" fmla="*/ T36 w 21"/>
                  <a:gd name="T38" fmla="+- 0 4374 4321"/>
                  <a:gd name="T39" fmla="*/ 4374 h 55"/>
                  <a:gd name="T40" fmla="+- 0 6055 6054"/>
                  <a:gd name="T41" fmla="*/ T40 w 21"/>
                  <a:gd name="T42" fmla="+- 0 4374 4321"/>
                  <a:gd name="T43" fmla="*/ 4374 h 55"/>
                  <a:gd name="T44" fmla="+- 0 6055 6054"/>
                  <a:gd name="T45" fmla="*/ T44 w 21"/>
                  <a:gd name="T46" fmla="+- 0 4376 4321"/>
                  <a:gd name="T47" fmla="*/ 4376 h 55"/>
                  <a:gd name="T48" fmla="+- 0 6075 6054"/>
                  <a:gd name="T49" fmla="*/ T48 w 21"/>
                  <a:gd name="T50" fmla="+- 0 4376 4321"/>
                  <a:gd name="T51" fmla="*/ 4376 h 55"/>
                  <a:gd name="T52" fmla="+- 0 6075 6054"/>
                  <a:gd name="T53" fmla="*/ T52 w 21"/>
                  <a:gd name="T54" fmla="+- 0 4374 4321"/>
                  <a:gd name="T55" fmla="*/ 4374 h 55"/>
                  <a:gd name="T56" fmla="+- 0 6073 6054"/>
                  <a:gd name="T57" fmla="*/ T56 w 21"/>
                  <a:gd name="T58" fmla="+- 0 4374 4321"/>
                  <a:gd name="T59" fmla="*/ 4374 h 55"/>
                  <a:gd name="T60" fmla="+- 0 6071 6054"/>
                  <a:gd name="T61" fmla="*/ T60 w 21"/>
                  <a:gd name="T62" fmla="+- 0 4374 4321"/>
                  <a:gd name="T63" fmla="*/ 4374 h 55"/>
                  <a:gd name="T64" fmla="+- 0 6070 6054"/>
                  <a:gd name="T65" fmla="*/ T64 w 21"/>
                  <a:gd name="T66" fmla="+- 0 4373 4321"/>
                  <a:gd name="T67" fmla="*/ 4373 h 55"/>
                  <a:gd name="T68" fmla="+- 0 6069 6054"/>
                  <a:gd name="T69" fmla="*/ T68 w 21"/>
                  <a:gd name="T70" fmla="+- 0 4372 4321"/>
                  <a:gd name="T71" fmla="*/ 4372 h 55"/>
                  <a:gd name="T72" fmla="+- 0 6069 6054"/>
                  <a:gd name="T73" fmla="*/ T72 w 21"/>
                  <a:gd name="T74" fmla="+- 0 4371 4321"/>
                  <a:gd name="T75" fmla="*/ 4371 h 55"/>
                  <a:gd name="T76" fmla="+- 0 6069 6054"/>
                  <a:gd name="T77" fmla="*/ T76 w 21"/>
                  <a:gd name="T78" fmla="+- 0 4327 4321"/>
                  <a:gd name="T79" fmla="*/ 432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6"/>
                    </a:moveTo>
                    <a:lnTo>
                      <a:pt x="5" y="6"/>
                    </a:lnTo>
                    <a:lnTo>
                      <a:pt x="7" y="7"/>
                    </a:lnTo>
                    <a:lnTo>
                      <a:pt x="8" y="9"/>
                    </a:lnTo>
                    <a:lnTo>
                      <a:pt x="8" y="10"/>
                    </a:lnTo>
                    <a:lnTo>
                      <a:pt x="8" y="50"/>
                    </a:lnTo>
                    <a:lnTo>
                      <a:pt x="8" y="51"/>
                    </a:lnTo>
                    <a:lnTo>
                      <a:pt x="6" y="52"/>
                    </a:lnTo>
                    <a:lnTo>
                      <a:pt x="5" y="53"/>
                    </a:lnTo>
                    <a:lnTo>
                      <a:pt x="4" y="53"/>
                    </a:lnTo>
                    <a:lnTo>
                      <a:pt x="1" y="53"/>
                    </a:lnTo>
                    <a:lnTo>
                      <a:pt x="1" y="55"/>
                    </a:lnTo>
                    <a:lnTo>
                      <a:pt x="21" y="55"/>
                    </a:lnTo>
                    <a:lnTo>
                      <a:pt x="21" y="53"/>
                    </a:lnTo>
                    <a:lnTo>
                      <a:pt x="19" y="53"/>
                    </a:lnTo>
                    <a:lnTo>
                      <a:pt x="17" y="53"/>
                    </a:lnTo>
                    <a:lnTo>
                      <a:pt x="16" y="52"/>
                    </a:lnTo>
                    <a:lnTo>
                      <a:pt x="15" y="51"/>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2" name="Freeform 5391">
                <a:extLst>
                  <a:ext uri="{FF2B5EF4-FFF2-40B4-BE49-F238E27FC236}">
                    <a16:creationId xmlns:a16="http://schemas.microsoft.com/office/drawing/2014/main" id="{62C3D7D9-BB30-3D74-7CD5-AF21D2EB1E94}"/>
                  </a:ext>
                </a:extLst>
              </p:cNvPr>
              <p:cNvSpPr>
                <a:spLocks/>
              </p:cNvSpPr>
              <p:nvPr/>
            </p:nvSpPr>
            <p:spPr bwMode="auto">
              <a:xfrm>
                <a:off x="6054" y="4321"/>
                <a:ext cx="21" cy="55"/>
              </a:xfrm>
              <a:custGeom>
                <a:avLst/>
                <a:gdLst>
                  <a:gd name="T0" fmla="+- 0 6069 6054"/>
                  <a:gd name="T1" fmla="*/ T0 w 21"/>
                  <a:gd name="T2" fmla="+- 0 4321 4321"/>
                  <a:gd name="T3" fmla="*/ 4321 h 55"/>
                  <a:gd name="T4" fmla="+- 0 6067 6054"/>
                  <a:gd name="T5" fmla="*/ T4 w 21"/>
                  <a:gd name="T6" fmla="+- 0 4321 4321"/>
                  <a:gd name="T7" fmla="*/ 4321 h 55"/>
                  <a:gd name="T8" fmla="+- 0 6054 6054"/>
                  <a:gd name="T9" fmla="*/ T8 w 21"/>
                  <a:gd name="T10" fmla="+- 0 4327 4321"/>
                  <a:gd name="T11" fmla="*/ 4327 h 55"/>
                  <a:gd name="T12" fmla="+- 0 6055 6054"/>
                  <a:gd name="T13" fmla="*/ T12 w 21"/>
                  <a:gd name="T14" fmla="+- 0 4329 4321"/>
                  <a:gd name="T15" fmla="*/ 4329 h 55"/>
                  <a:gd name="T16" fmla="+- 0 6059 6054"/>
                  <a:gd name="T17" fmla="*/ T16 w 21"/>
                  <a:gd name="T18" fmla="+- 0 4327 4321"/>
                  <a:gd name="T19" fmla="*/ 4327 h 55"/>
                  <a:gd name="T20" fmla="+- 0 6069 6054"/>
                  <a:gd name="T21" fmla="*/ T20 w 21"/>
                  <a:gd name="T22" fmla="+- 0 4327 4321"/>
                  <a:gd name="T23" fmla="*/ 4327 h 55"/>
                  <a:gd name="T24" fmla="+- 0 6069 6054"/>
                  <a:gd name="T25" fmla="*/ T24 w 21"/>
                  <a:gd name="T26" fmla="+- 0 4321 4321"/>
                  <a:gd name="T27" fmla="*/ 432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6"/>
                    </a:lnTo>
                    <a:lnTo>
                      <a:pt x="1" y="8"/>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4" name="Group 353">
              <a:extLst>
                <a:ext uri="{FF2B5EF4-FFF2-40B4-BE49-F238E27FC236}">
                  <a16:creationId xmlns:a16="http://schemas.microsoft.com/office/drawing/2014/main" id="{7B0F6E70-807E-7279-9702-527902299A6F}"/>
                </a:ext>
              </a:extLst>
            </p:cNvPr>
            <p:cNvGrpSpPr>
              <a:grpSpLocks/>
            </p:cNvGrpSpPr>
            <p:nvPr/>
          </p:nvGrpSpPr>
          <p:grpSpPr bwMode="auto">
            <a:xfrm>
              <a:off x="6503" y="4321"/>
              <a:ext cx="36" cy="55"/>
              <a:chOff x="6503" y="4321"/>
              <a:chExt cx="36" cy="55"/>
            </a:xfrm>
          </p:grpSpPr>
          <p:sp>
            <p:nvSpPr>
              <p:cNvPr id="968" name="Freeform 5393">
                <a:extLst>
                  <a:ext uri="{FF2B5EF4-FFF2-40B4-BE49-F238E27FC236}">
                    <a16:creationId xmlns:a16="http://schemas.microsoft.com/office/drawing/2014/main" id="{A92D3A0A-705D-7DC0-D714-E5A8C342C30D}"/>
                  </a:ext>
                </a:extLst>
              </p:cNvPr>
              <p:cNvSpPr>
                <a:spLocks/>
              </p:cNvSpPr>
              <p:nvPr/>
            </p:nvSpPr>
            <p:spPr bwMode="auto">
              <a:xfrm>
                <a:off x="6503" y="4321"/>
                <a:ext cx="36" cy="55"/>
              </a:xfrm>
              <a:custGeom>
                <a:avLst/>
                <a:gdLst>
                  <a:gd name="T0" fmla="+- 0 6533 6503"/>
                  <a:gd name="T1" fmla="*/ T0 w 36"/>
                  <a:gd name="T2" fmla="+- 0 4327 4321"/>
                  <a:gd name="T3" fmla="*/ 4327 h 55"/>
                  <a:gd name="T4" fmla="+- 0 6521 6503"/>
                  <a:gd name="T5" fmla="*/ T4 w 36"/>
                  <a:gd name="T6" fmla="+- 0 4327 4321"/>
                  <a:gd name="T7" fmla="*/ 4327 h 55"/>
                  <a:gd name="T8" fmla="+- 0 6523 6503"/>
                  <a:gd name="T9" fmla="*/ T8 w 36"/>
                  <a:gd name="T10" fmla="+- 0 4328 4321"/>
                  <a:gd name="T11" fmla="*/ 4328 h 55"/>
                  <a:gd name="T12" fmla="+- 0 6527 6503"/>
                  <a:gd name="T13" fmla="*/ T12 w 36"/>
                  <a:gd name="T14" fmla="+- 0 4333 4321"/>
                  <a:gd name="T15" fmla="*/ 4333 h 55"/>
                  <a:gd name="T16" fmla="+- 0 6528 6503"/>
                  <a:gd name="T17" fmla="*/ T16 w 36"/>
                  <a:gd name="T18" fmla="+- 0 4335 4321"/>
                  <a:gd name="T19" fmla="*/ 4335 h 55"/>
                  <a:gd name="T20" fmla="+- 0 6528 6503"/>
                  <a:gd name="T21" fmla="*/ T20 w 36"/>
                  <a:gd name="T22" fmla="+- 0 4343 4321"/>
                  <a:gd name="T23" fmla="*/ 4343 h 55"/>
                  <a:gd name="T24" fmla="+- 0 6526 6503"/>
                  <a:gd name="T25" fmla="*/ T24 w 36"/>
                  <a:gd name="T26" fmla="+- 0 4348 4321"/>
                  <a:gd name="T27" fmla="*/ 4348 h 55"/>
                  <a:gd name="T28" fmla="+- 0 6519 6503"/>
                  <a:gd name="T29" fmla="*/ T28 w 36"/>
                  <a:gd name="T30" fmla="+- 0 4359 4321"/>
                  <a:gd name="T31" fmla="*/ 4359 h 55"/>
                  <a:gd name="T32" fmla="+- 0 6512 6503"/>
                  <a:gd name="T33" fmla="*/ T32 w 36"/>
                  <a:gd name="T34" fmla="+- 0 4366 4321"/>
                  <a:gd name="T35" fmla="*/ 4366 h 55"/>
                  <a:gd name="T36" fmla="+- 0 6503 6503"/>
                  <a:gd name="T37" fmla="*/ T36 w 36"/>
                  <a:gd name="T38" fmla="+- 0 4374 4321"/>
                  <a:gd name="T39" fmla="*/ 4374 h 55"/>
                  <a:gd name="T40" fmla="+- 0 6503 6503"/>
                  <a:gd name="T41" fmla="*/ T40 w 36"/>
                  <a:gd name="T42" fmla="+- 0 4376 4321"/>
                  <a:gd name="T43" fmla="*/ 4376 h 55"/>
                  <a:gd name="T44" fmla="+- 0 6535 6503"/>
                  <a:gd name="T45" fmla="*/ T44 w 36"/>
                  <a:gd name="T46" fmla="+- 0 4376 4321"/>
                  <a:gd name="T47" fmla="*/ 4376 h 55"/>
                  <a:gd name="T48" fmla="+- 0 6537 6503"/>
                  <a:gd name="T49" fmla="*/ T48 w 36"/>
                  <a:gd name="T50" fmla="+- 0 4370 4321"/>
                  <a:gd name="T51" fmla="*/ 4370 h 55"/>
                  <a:gd name="T52" fmla="+- 0 6511 6503"/>
                  <a:gd name="T53" fmla="*/ T52 w 36"/>
                  <a:gd name="T54" fmla="+- 0 4370 4321"/>
                  <a:gd name="T55" fmla="*/ 4370 h 55"/>
                  <a:gd name="T56" fmla="+- 0 6513 6503"/>
                  <a:gd name="T57" fmla="*/ T56 w 36"/>
                  <a:gd name="T58" fmla="+- 0 4368 4321"/>
                  <a:gd name="T59" fmla="*/ 4368 h 55"/>
                  <a:gd name="T60" fmla="+- 0 6535 6503"/>
                  <a:gd name="T61" fmla="*/ T60 w 36"/>
                  <a:gd name="T62" fmla="+- 0 4338 4321"/>
                  <a:gd name="T63" fmla="*/ 4338 h 55"/>
                  <a:gd name="T64" fmla="+- 0 6535 6503"/>
                  <a:gd name="T65" fmla="*/ T64 w 36"/>
                  <a:gd name="T66" fmla="+- 0 4331 4321"/>
                  <a:gd name="T67" fmla="*/ 4331 h 55"/>
                  <a:gd name="T68" fmla="+- 0 6534 6503"/>
                  <a:gd name="T69" fmla="*/ T68 w 36"/>
                  <a:gd name="T70" fmla="+- 0 4328 4321"/>
                  <a:gd name="T71" fmla="*/ 4328 h 55"/>
                  <a:gd name="T72" fmla="+- 0 6533 6503"/>
                  <a:gd name="T73" fmla="*/ T72 w 36"/>
                  <a:gd name="T74" fmla="+- 0 4327 4321"/>
                  <a:gd name="T75" fmla="*/ 432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30" y="6"/>
                    </a:moveTo>
                    <a:lnTo>
                      <a:pt x="18" y="6"/>
                    </a:lnTo>
                    <a:lnTo>
                      <a:pt x="20" y="7"/>
                    </a:lnTo>
                    <a:lnTo>
                      <a:pt x="24" y="12"/>
                    </a:lnTo>
                    <a:lnTo>
                      <a:pt x="25" y="14"/>
                    </a:lnTo>
                    <a:lnTo>
                      <a:pt x="25" y="22"/>
                    </a:lnTo>
                    <a:lnTo>
                      <a:pt x="23" y="27"/>
                    </a:lnTo>
                    <a:lnTo>
                      <a:pt x="16" y="38"/>
                    </a:lnTo>
                    <a:lnTo>
                      <a:pt x="9" y="45"/>
                    </a:lnTo>
                    <a:lnTo>
                      <a:pt x="0" y="53"/>
                    </a:lnTo>
                    <a:lnTo>
                      <a:pt x="0" y="55"/>
                    </a:lnTo>
                    <a:lnTo>
                      <a:pt x="32" y="55"/>
                    </a:lnTo>
                    <a:lnTo>
                      <a:pt x="34" y="49"/>
                    </a:lnTo>
                    <a:lnTo>
                      <a:pt x="8" y="49"/>
                    </a:lnTo>
                    <a:lnTo>
                      <a:pt x="10" y="47"/>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9" name="Freeform 5394">
                <a:extLst>
                  <a:ext uri="{FF2B5EF4-FFF2-40B4-BE49-F238E27FC236}">
                    <a16:creationId xmlns:a16="http://schemas.microsoft.com/office/drawing/2014/main" id="{12C1EC2B-2EB6-1C9D-7316-A08E0B551C39}"/>
                  </a:ext>
                </a:extLst>
              </p:cNvPr>
              <p:cNvSpPr>
                <a:spLocks/>
              </p:cNvSpPr>
              <p:nvPr/>
            </p:nvSpPr>
            <p:spPr bwMode="auto">
              <a:xfrm>
                <a:off x="6503" y="4321"/>
                <a:ext cx="36" cy="55"/>
              </a:xfrm>
              <a:custGeom>
                <a:avLst/>
                <a:gdLst>
                  <a:gd name="T0" fmla="+- 0 6538 6503"/>
                  <a:gd name="T1" fmla="*/ T0 w 36"/>
                  <a:gd name="T2" fmla="+- 0 4365 4321"/>
                  <a:gd name="T3" fmla="*/ 4365 h 55"/>
                  <a:gd name="T4" fmla="+- 0 6537 6503"/>
                  <a:gd name="T5" fmla="*/ T4 w 36"/>
                  <a:gd name="T6" fmla="+- 0 4365 4321"/>
                  <a:gd name="T7" fmla="*/ 4365 h 55"/>
                  <a:gd name="T8" fmla="+- 0 6534 6503"/>
                  <a:gd name="T9" fmla="*/ T8 w 36"/>
                  <a:gd name="T10" fmla="+- 0 4368 4321"/>
                  <a:gd name="T11" fmla="*/ 4368 h 55"/>
                  <a:gd name="T12" fmla="+- 0 6531 6503"/>
                  <a:gd name="T13" fmla="*/ T12 w 36"/>
                  <a:gd name="T14" fmla="+- 0 4369 4321"/>
                  <a:gd name="T15" fmla="*/ 4369 h 55"/>
                  <a:gd name="T16" fmla="+- 0 6528 6503"/>
                  <a:gd name="T17" fmla="*/ T16 w 36"/>
                  <a:gd name="T18" fmla="+- 0 4370 4321"/>
                  <a:gd name="T19" fmla="*/ 4370 h 55"/>
                  <a:gd name="T20" fmla="+- 0 6537 6503"/>
                  <a:gd name="T21" fmla="*/ T20 w 36"/>
                  <a:gd name="T22" fmla="+- 0 4370 4321"/>
                  <a:gd name="T23" fmla="*/ 4370 h 55"/>
                  <a:gd name="T24" fmla="+- 0 6538 6503"/>
                  <a:gd name="T25" fmla="*/ T24 w 36"/>
                  <a:gd name="T26" fmla="+- 0 4365 4321"/>
                  <a:gd name="T27" fmla="*/ 4365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9"/>
                    </a:lnTo>
                    <a:lnTo>
                      <a:pt x="34"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70" name="Freeform 5395">
                <a:extLst>
                  <a:ext uri="{FF2B5EF4-FFF2-40B4-BE49-F238E27FC236}">
                    <a16:creationId xmlns:a16="http://schemas.microsoft.com/office/drawing/2014/main" id="{30E76C6E-5A2E-564B-A983-EE481665348D}"/>
                  </a:ext>
                </a:extLst>
              </p:cNvPr>
              <p:cNvSpPr>
                <a:spLocks/>
              </p:cNvSpPr>
              <p:nvPr/>
            </p:nvSpPr>
            <p:spPr bwMode="auto">
              <a:xfrm>
                <a:off x="6503" y="4321"/>
                <a:ext cx="36" cy="55"/>
              </a:xfrm>
              <a:custGeom>
                <a:avLst/>
                <a:gdLst>
                  <a:gd name="T0" fmla="+- 0 6524 6503"/>
                  <a:gd name="T1" fmla="*/ T0 w 36"/>
                  <a:gd name="T2" fmla="+- 0 4321 4321"/>
                  <a:gd name="T3" fmla="*/ 4321 h 55"/>
                  <a:gd name="T4" fmla="+- 0 6516 6503"/>
                  <a:gd name="T5" fmla="*/ T4 w 36"/>
                  <a:gd name="T6" fmla="+- 0 4321 4321"/>
                  <a:gd name="T7" fmla="*/ 4321 h 55"/>
                  <a:gd name="T8" fmla="+- 0 6512 6503"/>
                  <a:gd name="T9" fmla="*/ T8 w 36"/>
                  <a:gd name="T10" fmla="+- 0 4322 4321"/>
                  <a:gd name="T11" fmla="*/ 4322 h 55"/>
                  <a:gd name="T12" fmla="+- 0 6507 6503"/>
                  <a:gd name="T13" fmla="*/ T12 w 36"/>
                  <a:gd name="T14" fmla="+- 0 4328 4321"/>
                  <a:gd name="T15" fmla="*/ 4328 h 55"/>
                  <a:gd name="T16" fmla="+- 0 6505 6503"/>
                  <a:gd name="T17" fmla="*/ T16 w 36"/>
                  <a:gd name="T18" fmla="+- 0 4331 4321"/>
                  <a:gd name="T19" fmla="*/ 4331 h 55"/>
                  <a:gd name="T20" fmla="+- 0 6505 6503"/>
                  <a:gd name="T21" fmla="*/ T20 w 36"/>
                  <a:gd name="T22" fmla="+- 0 4336 4321"/>
                  <a:gd name="T23" fmla="*/ 4336 h 55"/>
                  <a:gd name="T24" fmla="+- 0 6506 6503"/>
                  <a:gd name="T25" fmla="*/ T24 w 36"/>
                  <a:gd name="T26" fmla="+- 0 4336 4321"/>
                  <a:gd name="T27" fmla="*/ 4336 h 55"/>
                  <a:gd name="T28" fmla="+- 0 6507 6503"/>
                  <a:gd name="T29" fmla="*/ T28 w 36"/>
                  <a:gd name="T30" fmla="+- 0 4333 4321"/>
                  <a:gd name="T31" fmla="*/ 4333 h 55"/>
                  <a:gd name="T32" fmla="+- 0 6509 6503"/>
                  <a:gd name="T33" fmla="*/ T32 w 36"/>
                  <a:gd name="T34" fmla="+- 0 4331 4321"/>
                  <a:gd name="T35" fmla="*/ 4331 h 55"/>
                  <a:gd name="T36" fmla="+- 0 6513 6503"/>
                  <a:gd name="T37" fmla="*/ T36 w 36"/>
                  <a:gd name="T38" fmla="+- 0 4328 4321"/>
                  <a:gd name="T39" fmla="*/ 4328 h 55"/>
                  <a:gd name="T40" fmla="+- 0 6515 6503"/>
                  <a:gd name="T41" fmla="*/ T40 w 36"/>
                  <a:gd name="T42" fmla="+- 0 4327 4321"/>
                  <a:gd name="T43" fmla="*/ 4327 h 55"/>
                  <a:gd name="T44" fmla="+- 0 6533 6503"/>
                  <a:gd name="T45" fmla="*/ T44 w 36"/>
                  <a:gd name="T46" fmla="+- 0 4327 4321"/>
                  <a:gd name="T47" fmla="*/ 4327 h 55"/>
                  <a:gd name="T48" fmla="+- 0 6528 6503"/>
                  <a:gd name="T49" fmla="*/ T48 w 36"/>
                  <a:gd name="T50" fmla="+- 0 4323 4321"/>
                  <a:gd name="T51" fmla="*/ 4323 h 55"/>
                  <a:gd name="T52" fmla="+- 0 6524 6503"/>
                  <a:gd name="T53" fmla="*/ T52 w 36"/>
                  <a:gd name="T54" fmla="+- 0 4321 4321"/>
                  <a:gd name="T55" fmla="*/ 432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7"/>
                    </a:lnTo>
                    <a:lnTo>
                      <a:pt x="2" y="10"/>
                    </a:lnTo>
                    <a:lnTo>
                      <a:pt x="2" y="15"/>
                    </a:lnTo>
                    <a:lnTo>
                      <a:pt x="3" y="15"/>
                    </a:lnTo>
                    <a:lnTo>
                      <a:pt x="4" y="12"/>
                    </a:lnTo>
                    <a:lnTo>
                      <a:pt x="6" y="10"/>
                    </a:lnTo>
                    <a:lnTo>
                      <a:pt x="10" y="7"/>
                    </a:lnTo>
                    <a:lnTo>
                      <a:pt x="12" y="6"/>
                    </a:lnTo>
                    <a:lnTo>
                      <a:pt x="30"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5" name="Group 354">
              <a:extLst>
                <a:ext uri="{FF2B5EF4-FFF2-40B4-BE49-F238E27FC236}">
                  <a16:creationId xmlns:a16="http://schemas.microsoft.com/office/drawing/2014/main" id="{333EC663-3A27-0D34-CF2D-FF7DBC5106A2}"/>
                </a:ext>
              </a:extLst>
            </p:cNvPr>
            <p:cNvGrpSpPr>
              <a:grpSpLocks/>
            </p:cNvGrpSpPr>
            <p:nvPr/>
          </p:nvGrpSpPr>
          <p:grpSpPr bwMode="auto">
            <a:xfrm>
              <a:off x="6960" y="4321"/>
              <a:ext cx="35" cy="56"/>
              <a:chOff x="6960" y="4321"/>
              <a:chExt cx="35" cy="56"/>
            </a:xfrm>
          </p:grpSpPr>
          <p:sp>
            <p:nvSpPr>
              <p:cNvPr id="966" name="Freeform 5397">
                <a:extLst>
                  <a:ext uri="{FF2B5EF4-FFF2-40B4-BE49-F238E27FC236}">
                    <a16:creationId xmlns:a16="http://schemas.microsoft.com/office/drawing/2014/main" id="{F37AA8CD-57D6-D7C9-7403-727EC315214F}"/>
                  </a:ext>
                </a:extLst>
              </p:cNvPr>
              <p:cNvSpPr>
                <a:spLocks/>
              </p:cNvSpPr>
              <p:nvPr/>
            </p:nvSpPr>
            <p:spPr bwMode="auto">
              <a:xfrm>
                <a:off x="6960" y="4321"/>
                <a:ext cx="35" cy="56"/>
              </a:xfrm>
              <a:custGeom>
                <a:avLst/>
                <a:gdLst>
                  <a:gd name="T0" fmla="+- 0 6982 6960"/>
                  <a:gd name="T1" fmla="*/ T0 w 35"/>
                  <a:gd name="T2" fmla="+- 0 4321 4321"/>
                  <a:gd name="T3" fmla="*/ 4321 h 56"/>
                  <a:gd name="T4" fmla="+- 0 6975 6960"/>
                  <a:gd name="T5" fmla="*/ T4 w 35"/>
                  <a:gd name="T6" fmla="+- 0 4321 4321"/>
                  <a:gd name="T7" fmla="*/ 4321 h 56"/>
                  <a:gd name="T8" fmla="+- 0 6973 6960"/>
                  <a:gd name="T9" fmla="*/ T8 w 35"/>
                  <a:gd name="T10" fmla="+- 0 4322 4321"/>
                  <a:gd name="T11" fmla="*/ 4322 h 56"/>
                  <a:gd name="T12" fmla="+- 0 6971 6960"/>
                  <a:gd name="T13" fmla="*/ T12 w 35"/>
                  <a:gd name="T14" fmla="+- 0 4324 4321"/>
                  <a:gd name="T15" fmla="*/ 4324 h 56"/>
                  <a:gd name="T16" fmla="+- 0 6967 6960"/>
                  <a:gd name="T17" fmla="*/ T16 w 35"/>
                  <a:gd name="T18" fmla="+- 0 4326 4321"/>
                  <a:gd name="T19" fmla="*/ 4326 h 56"/>
                  <a:gd name="T20" fmla="+- 0 6965 6960"/>
                  <a:gd name="T21" fmla="*/ T20 w 35"/>
                  <a:gd name="T22" fmla="+- 0 4329 4321"/>
                  <a:gd name="T23" fmla="*/ 4329 h 56"/>
                  <a:gd name="T24" fmla="+- 0 6961 6960"/>
                  <a:gd name="T25" fmla="*/ T24 w 35"/>
                  <a:gd name="T26" fmla="+- 0 4338 4321"/>
                  <a:gd name="T27" fmla="*/ 4338 h 56"/>
                  <a:gd name="T28" fmla="+- 0 6960 6960"/>
                  <a:gd name="T29" fmla="*/ T28 w 35"/>
                  <a:gd name="T30" fmla="+- 0 4343 4321"/>
                  <a:gd name="T31" fmla="*/ 4343 h 56"/>
                  <a:gd name="T32" fmla="+- 0 6960 6960"/>
                  <a:gd name="T33" fmla="*/ T32 w 35"/>
                  <a:gd name="T34" fmla="+- 0 4356 4321"/>
                  <a:gd name="T35" fmla="*/ 4356 h 56"/>
                  <a:gd name="T36" fmla="+- 0 6962 6960"/>
                  <a:gd name="T37" fmla="*/ T36 w 35"/>
                  <a:gd name="T38" fmla="+- 0 4362 4321"/>
                  <a:gd name="T39" fmla="*/ 4362 h 56"/>
                  <a:gd name="T40" fmla="+- 0 6968 6960"/>
                  <a:gd name="T41" fmla="*/ T40 w 35"/>
                  <a:gd name="T42" fmla="+- 0 4374 4321"/>
                  <a:gd name="T43" fmla="*/ 4374 h 56"/>
                  <a:gd name="T44" fmla="+- 0 6972 6960"/>
                  <a:gd name="T45" fmla="*/ T44 w 35"/>
                  <a:gd name="T46" fmla="+- 0 4377 4321"/>
                  <a:gd name="T47" fmla="*/ 4377 h 56"/>
                  <a:gd name="T48" fmla="+- 0 6980 6960"/>
                  <a:gd name="T49" fmla="*/ T48 w 35"/>
                  <a:gd name="T50" fmla="+- 0 4377 4321"/>
                  <a:gd name="T51" fmla="*/ 4377 h 56"/>
                  <a:gd name="T52" fmla="+- 0 6983 6960"/>
                  <a:gd name="T53" fmla="*/ T52 w 35"/>
                  <a:gd name="T54" fmla="+- 0 4376 4321"/>
                  <a:gd name="T55" fmla="*/ 4376 h 56"/>
                  <a:gd name="T56" fmla="+- 0 6985 6960"/>
                  <a:gd name="T57" fmla="*/ T56 w 35"/>
                  <a:gd name="T58" fmla="+- 0 4374 4321"/>
                  <a:gd name="T59" fmla="*/ 4374 h 56"/>
                  <a:gd name="T60" fmla="+- 0 6975 6960"/>
                  <a:gd name="T61" fmla="*/ T60 w 35"/>
                  <a:gd name="T62" fmla="+- 0 4374 4321"/>
                  <a:gd name="T63" fmla="*/ 4374 h 56"/>
                  <a:gd name="T64" fmla="+- 0 6972 6960"/>
                  <a:gd name="T65" fmla="*/ T64 w 35"/>
                  <a:gd name="T66" fmla="+- 0 4372 4321"/>
                  <a:gd name="T67" fmla="*/ 4372 h 56"/>
                  <a:gd name="T68" fmla="+- 0 6971 6960"/>
                  <a:gd name="T69" fmla="*/ T68 w 35"/>
                  <a:gd name="T70" fmla="+- 0 4368 4321"/>
                  <a:gd name="T71" fmla="*/ 4368 h 56"/>
                  <a:gd name="T72" fmla="+- 0 6969 6960"/>
                  <a:gd name="T73" fmla="*/ T72 w 35"/>
                  <a:gd name="T74" fmla="+- 0 4364 4321"/>
                  <a:gd name="T75" fmla="*/ 4364 h 56"/>
                  <a:gd name="T76" fmla="+- 0 6968 6960"/>
                  <a:gd name="T77" fmla="*/ T76 w 35"/>
                  <a:gd name="T78" fmla="+- 0 4358 4321"/>
                  <a:gd name="T79" fmla="*/ 4358 h 56"/>
                  <a:gd name="T80" fmla="+- 0 6978 6960"/>
                  <a:gd name="T81" fmla="*/ T80 w 35"/>
                  <a:gd name="T82" fmla="+- 0 4324 4321"/>
                  <a:gd name="T83" fmla="*/ 4324 h 56"/>
                  <a:gd name="T84" fmla="+- 0 6986 6960"/>
                  <a:gd name="T85" fmla="*/ T84 w 35"/>
                  <a:gd name="T86" fmla="+- 0 4324 4321"/>
                  <a:gd name="T87" fmla="*/ 4324 h 56"/>
                  <a:gd name="T88" fmla="+- 0 6986 6960"/>
                  <a:gd name="T89" fmla="*/ T88 w 35"/>
                  <a:gd name="T90" fmla="+- 0 4323 4321"/>
                  <a:gd name="T91" fmla="*/ 4323 h 56"/>
                  <a:gd name="T92" fmla="+- 0 6982 6960"/>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3"/>
                    </a:lnTo>
                    <a:lnTo>
                      <a:pt x="7" y="5"/>
                    </a:lnTo>
                    <a:lnTo>
                      <a:pt x="5" y="8"/>
                    </a:lnTo>
                    <a:lnTo>
                      <a:pt x="1" y="17"/>
                    </a:lnTo>
                    <a:lnTo>
                      <a:pt x="0" y="22"/>
                    </a:lnTo>
                    <a:lnTo>
                      <a:pt x="0" y="35"/>
                    </a:lnTo>
                    <a:lnTo>
                      <a:pt x="2" y="41"/>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7" name="Freeform 5398">
                <a:extLst>
                  <a:ext uri="{FF2B5EF4-FFF2-40B4-BE49-F238E27FC236}">
                    <a16:creationId xmlns:a16="http://schemas.microsoft.com/office/drawing/2014/main" id="{D70F7E21-C526-0C9E-BEAB-6E8BC7173BFD}"/>
                  </a:ext>
                </a:extLst>
              </p:cNvPr>
              <p:cNvSpPr>
                <a:spLocks/>
              </p:cNvSpPr>
              <p:nvPr/>
            </p:nvSpPr>
            <p:spPr bwMode="auto">
              <a:xfrm>
                <a:off x="6960" y="4321"/>
                <a:ext cx="35" cy="56"/>
              </a:xfrm>
              <a:custGeom>
                <a:avLst/>
                <a:gdLst>
                  <a:gd name="T0" fmla="+- 0 6986 6960"/>
                  <a:gd name="T1" fmla="*/ T0 w 35"/>
                  <a:gd name="T2" fmla="+- 0 4324 4321"/>
                  <a:gd name="T3" fmla="*/ 4324 h 56"/>
                  <a:gd name="T4" fmla="+- 0 6978 6960"/>
                  <a:gd name="T5" fmla="*/ T4 w 35"/>
                  <a:gd name="T6" fmla="+- 0 4324 4321"/>
                  <a:gd name="T7" fmla="*/ 4324 h 56"/>
                  <a:gd name="T8" fmla="+- 0 6982 6960"/>
                  <a:gd name="T9" fmla="*/ T8 w 35"/>
                  <a:gd name="T10" fmla="+- 0 4325 4321"/>
                  <a:gd name="T11" fmla="*/ 4325 h 56"/>
                  <a:gd name="T12" fmla="+- 0 6983 6960"/>
                  <a:gd name="T13" fmla="*/ T12 w 35"/>
                  <a:gd name="T14" fmla="+- 0 4326 4321"/>
                  <a:gd name="T15" fmla="*/ 4326 h 56"/>
                  <a:gd name="T16" fmla="+- 0 6984 6960"/>
                  <a:gd name="T17" fmla="*/ T16 w 35"/>
                  <a:gd name="T18" fmla="+- 0 4328 4321"/>
                  <a:gd name="T19" fmla="*/ 4328 h 56"/>
                  <a:gd name="T20" fmla="+- 0 6987 6960"/>
                  <a:gd name="T21" fmla="*/ T20 w 35"/>
                  <a:gd name="T22" fmla="+- 0 4336 4321"/>
                  <a:gd name="T23" fmla="*/ 4336 h 56"/>
                  <a:gd name="T24" fmla="+- 0 6987 6960"/>
                  <a:gd name="T25" fmla="*/ T24 w 35"/>
                  <a:gd name="T26" fmla="+- 0 4338 4321"/>
                  <a:gd name="T27" fmla="*/ 4338 h 56"/>
                  <a:gd name="T28" fmla="+- 0 6987 6960"/>
                  <a:gd name="T29" fmla="*/ T28 w 35"/>
                  <a:gd name="T30" fmla="+- 0 4356 4321"/>
                  <a:gd name="T31" fmla="*/ 4356 h 56"/>
                  <a:gd name="T32" fmla="+- 0 6987 6960"/>
                  <a:gd name="T33" fmla="*/ T32 w 35"/>
                  <a:gd name="T34" fmla="+- 0 4361 4321"/>
                  <a:gd name="T35" fmla="*/ 4361 h 56"/>
                  <a:gd name="T36" fmla="+- 0 6985 6960"/>
                  <a:gd name="T37" fmla="*/ T36 w 35"/>
                  <a:gd name="T38" fmla="+- 0 4369 4321"/>
                  <a:gd name="T39" fmla="*/ 4369 h 56"/>
                  <a:gd name="T40" fmla="+- 0 6983 6960"/>
                  <a:gd name="T41" fmla="*/ T40 w 35"/>
                  <a:gd name="T42" fmla="+- 0 4371 4321"/>
                  <a:gd name="T43" fmla="*/ 4371 h 56"/>
                  <a:gd name="T44" fmla="+- 0 6982 6960"/>
                  <a:gd name="T45" fmla="*/ T44 w 35"/>
                  <a:gd name="T46" fmla="+- 0 4372 4321"/>
                  <a:gd name="T47" fmla="*/ 4372 h 56"/>
                  <a:gd name="T48" fmla="+- 0 6978 6960"/>
                  <a:gd name="T49" fmla="*/ T48 w 35"/>
                  <a:gd name="T50" fmla="+- 0 4374 4321"/>
                  <a:gd name="T51" fmla="*/ 4374 h 56"/>
                  <a:gd name="T52" fmla="+- 0 6985 6960"/>
                  <a:gd name="T53" fmla="*/ T52 w 35"/>
                  <a:gd name="T54" fmla="+- 0 4374 4321"/>
                  <a:gd name="T55" fmla="*/ 4374 h 56"/>
                  <a:gd name="T56" fmla="+- 0 6995 6960"/>
                  <a:gd name="T57" fmla="*/ T56 w 35"/>
                  <a:gd name="T58" fmla="+- 0 4340 4321"/>
                  <a:gd name="T59" fmla="*/ 4340 h 56"/>
                  <a:gd name="T60" fmla="+- 0 6993 6960"/>
                  <a:gd name="T61" fmla="*/ T60 w 35"/>
                  <a:gd name="T62" fmla="+- 0 4333 4321"/>
                  <a:gd name="T63" fmla="*/ 4333 h 56"/>
                  <a:gd name="T64" fmla="+- 0 6986 6960"/>
                  <a:gd name="T65" fmla="*/ T64 w 35"/>
                  <a:gd name="T66" fmla="+- 0 4324 4321"/>
                  <a:gd name="T67"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5"/>
                    </a:lnTo>
                    <a:lnTo>
                      <a:pt x="27" y="17"/>
                    </a:lnTo>
                    <a:lnTo>
                      <a:pt x="27" y="35"/>
                    </a:lnTo>
                    <a:lnTo>
                      <a:pt x="27" y="40"/>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6" name="Group 355">
              <a:extLst>
                <a:ext uri="{FF2B5EF4-FFF2-40B4-BE49-F238E27FC236}">
                  <a16:creationId xmlns:a16="http://schemas.microsoft.com/office/drawing/2014/main" id="{ADA1B6B2-2CA9-E3DC-547E-E358F81DA841}"/>
                </a:ext>
              </a:extLst>
            </p:cNvPr>
            <p:cNvGrpSpPr>
              <a:grpSpLocks/>
            </p:cNvGrpSpPr>
            <p:nvPr/>
          </p:nvGrpSpPr>
          <p:grpSpPr bwMode="auto">
            <a:xfrm>
              <a:off x="7417" y="4321"/>
              <a:ext cx="35" cy="56"/>
              <a:chOff x="7417" y="4321"/>
              <a:chExt cx="35" cy="56"/>
            </a:xfrm>
          </p:grpSpPr>
          <p:sp>
            <p:nvSpPr>
              <p:cNvPr id="964" name="Freeform 5400">
                <a:extLst>
                  <a:ext uri="{FF2B5EF4-FFF2-40B4-BE49-F238E27FC236}">
                    <a16:creationId xmlns:a16="http://schemas.microsoft.com/office/drawing/2014/main" id="{926281E8-29A3-F1B3-0C25-0A8BD2ADF1F5}"/>
                  </a:ext>
                </a:extLst>
              </p:cNvPr>
              <p:cNvSpPr>
                <a:spLocks/>
              </p:cNvSpPr>
              <p:nvPr/>
            </p:nvSpPr>
            <p:spPr bwMode="auto">
              <a:xfrm>
                <a:off x="7417" y="4321"/>
                <a:ext cx="35" cy="56"/>
              </a:xfrm>
              <a:custGeom>
                <a:avLst/>
                <a:gdLst>
                  <a:gd name="T0" fmla="+- 0 7438 7417"/>
                  <a:gd name="T1" fmla="*/ T0 w 35"/>
                  <a:gd name="T2" fmla="+- 0 4321 4321"/>
                  <a:gd name="T3" fmla="*/ 4321 h 56"/>
                  <a:gd name="T4" fmla="+- 0 7432 7417"/>
                  <a:gd name="T5" fmla="*/ T4 w 35"/>
                  <a:gd name="T6" fmla="+- 0 4321 4321"/>
                  <a:gd name="T7" fmla="*/ 4321 h 56"/>
                  <a:gd name="T8" fmla="+- 0 7429 7417"/>
                  <a:gd name="T9" fmla="*/ T8 w 35"/>
                  <a:gd name="T10" fmla="+- 0 4322 4321"/>
                  <a:gd name="T11" fmla="*/ 4322 h 56"/>
                  <a:gd name="T12" fmla="+- 0 7427 7417"/>
                  <a:gd name="T13" fmla="*/ T12 w 35"/>
                  <a:gd name="T14" fmla="+- 0 4324 4321"/>
                  <a:gd name="T15" fmla="*/ 4324 h 56"/>
                  <a:gd name="T16" fmla="+- 0 7424 7417"/>
                  <a:gd name="T17" fmla="*/ T16 w 35"/>
                  <a:gd name="T18" fmla="+- 0 4326 4321"/>
                  <a:gd name="T19" fmla="*/ 4326 h 56"/>
                  <a:gd name="T20" fmla="+- 0 7421 7417"/>
                  <a:gd name="T21" fmla="*/ T20 w 35"/>
                  <a:gd name="T22" fmla="+- 0 4329 4321"/>
                  <a:gd name="T23" fmla="*/ 4329 h 56"/>
                  <a:gd name="T24" fmla="+- 0 7418 7417"/>
                  <a:gd name="T25" fmla="*/ T24 w 35"/>
                  <a:gd name="T26" fmla="+- 0 4338 4321"/>
                  <a:gd name="T27" fmla="*/ 4338 h 56"/>
                  <a:gd name="T28" fmla="+- 0 7417 7417"/>
                  <a:gd name="T29" fmla="*/ T28 w 35"/>
                  <a:gd name="T30" fmla="+- 0 4343 4321"/>
                  <a:gd name="T31" fmla="*/ 4343 h 56"/>
                  <a:gd name="T32" fmla="+- 0 7417 7417"/>
                  <a:gd name="T33" fmla="*/ T32 w 35"/>
                  <a:gd name="T34" fmla="+- 0 4356 4321"/>
                  <a:gd name="T35" fmla="*/ 4356 h 56"/>
                  <a:gd name="T36" fmla="+- 0 7418 7417"/>
                  <a:gd name="T37" fmla="*/ T36 w 35"/>
                  <a:gd name="T38" fmla="+- 0 4362 4321"/>
                  <a:gd name="T39" fmla="*/ 4362 h 56"/>
                  <a:gd name="T40" fmla="+- 0 7425 7417"/>
                  <a:gd name="T41" fmla="*/ T40 w 35"/>
                  <a:gd name="T42" fmla="+- 0 4374 4321"/>
                  <a:gd name="T43" fmla="*/ 4374 h 56"/>
                  <a:gd name="T44" fmla="+- 0 7429 7417"/>
                  <a:gd name="T45" fmla="*/ T44 w 35"/>
                  <a:gd name="T46" fmla="+- 0 4377 4321"/>
                  <a:gd name="T47" fmla="*/ 4377 h 56"/>
                  <a:gd name="T48" fmla="+- 0 7436 7417"/>
                  <a:gd name="T49" fmla="*/ T48 w 35"/>
                  <a:gd name="T50" fmla="+- 0 4377 4321"/>
                  <a:gd name="T51" fmla="*/ 4377 h 56"/>
                  <a:gd name="T52" fmla="+- 0 7439 7417"/>
                  <a:gd name="T53" fmla="*/ T52 w 35"/>
                  <a:gd name="T54" fmla="+- 0 4376 4321"/>
                  <a:gd name="T55" fmla="*/ 4376 h 56"/>
                  <a:gd name="T56" fmla="+- 0 7441 7417"/>
                  <a:gd name="T57" fmla="*/ T56 w 35"/>
                  <a:gd name="T58" fmla="+- 0 4374 4321"/>
                  <a:gd name="T59" fmla="*/ 4374 h 56"/>
                  <a:gd name="T60" fmla="+- 0 7431 7417"/>
                  <a:gd name="T61" fmla="*/ T60 w 35"/>
                  <a:gd name="T62" fmla="+- 0 4374 4321"/>
                  <a:gd name="T63" fmla="*/ 4374 h 56"/>
                  <a:gd name="T64" fmla="+- 0 7429 7417"/>
                  <a:gd name="T65" fmla="*/ T64 w 35"/>
                  <a:gd name="T66" fmla="+- 0 4372 4321"/>
                  <a:gd name="T67" fmla="*/ 4372 h 56"/>
                  <a:gd name="T68" fmla="+- 0 7426 7417"/>
                  <a:gd name="T69" fmla="*/ T68 w 35"/>
                  <a:gd name="T70" fmla="+- 0 4364 4321"/>
                  <a:gd name="T71" fmla="*/ 4364 h 56"/>
                  <a:gd name="T72" fmla="+- 0 7425 7417"/>
                  <a:gd name="T73" fmla="*/ T72 w 35"/>
                  <a:gd name="T74" fmla="+- 0 4358 4321"/>
                  <a:gd name="T75" fmla="*/ 4358 h 56"/>
                  <a:gd name="T76" fmla="+- 0 7425 7417"/>
                  <a:gd name="T77" fmla="*/ T76 w 35"/>
                  <a:gd name="T78" fmla="+- 0 4343 4321"/>
                  <a:gd name="T79" fmla="*/ 4343 h 56"/>
                  <a:gd name="T80" fmla="+- 0 7434 7417"/>
                  <a:gd name="T81" fmla="*/ T80 w 35"/>
                  <a:gd name="T82" fmla="+- 0 4324 4321"/>
                  <a:gd name="T83" fmla="*/ 4324 h 56"/>
                  <a:gd name="T84" fmla="+- 0 7442 7417"/>
                  <a:gd name="T85" fmla="*/ T84 w 35"/>
                  <a:gd name="T86" fmla="+- 0 4324 4321"/>
                  <a:gd name="T87" fmla="*/ 4324 h 56"/>
                  <a:gd name="T88" fmla="+- 0 7442 7417"/>
                  <a:gd name="T89" fmla="*/ T88 w 35"/>
                  <a:gd name="T90" fmla="+- 0 4323 4321"/>
                  <a:gd name="T91" fmla="*/ 4323 h 56"/>
                  <a:gd name="T92" fmla="+- 0 7438 7417"/>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5" name="Freeform 5401">
                <a:extLst>
                  <a:ext uri="{FF2B5EF4-FFF2-40B4-BE49-F238E27FC236}">
                    <a16:creationId xmlns:a16="http://schemas.microsoft.com/office/drawing/2014/main" id="{7AB1A251-A9CA-DCF3-A588-61214E7426F7}"/>
                  </a:ext>
                </a:extLst>
              </p:cNvPr>
              <p:cNvSpPr>
                <a:spLocks/>
              </p:cNvSpPr>
              <p:nvPr/>
            </p:nvSpPr>
            <p:spPr bwMode="auto">
              <a:xfrm>
                <a:off x="7417" y="4321"/>
                <a:ext cx="35" cy="56"/>
              </a:xfrm>
              <a:custGeom>
                <a:avLst/>
                <a:gdLst>
                  <a:gd name="T0" fmla="+- 0 7442 7417"/>
                  <a:gd name="T1" fmla="*/ T0 w 35"/>
                  <a:gd name="T2" fmla="+- 0 4324 4321"/>
                  <a:gd name="T3" fmla="*/ 4324 h 56"/>
                  <a:gd name="T4" fmla="+- 0 7434 7417"/>
                  <a:gd name="T5" fmla="*/ T4 w 35"/>
                  <a:gd name="T6" fmla="+- 0 4324 4321"/>
                  <a:gd name="T7" fmla="*/ 4324 h 56"/>
                  <a:gd name="T8" fmla="+- 0 7438 7417"/>
                  <a:gd name="T9" fmla="*/ T8 w 35"/>
                  <a:gd name="T10" fmla="+- 0 4325 4321"/>
                  <a:gd name="T11" fmla="*/ 4325 h 56"/>
                  <a:gd name="T12" fmla="+- 0 7440 7417"/>
                  <a:gd name="T13" fmla="*/ T12 w 35"/>
                  <a:gd name="T14" fmla="+- 0 4326 4321"/>
                  <a:gd name="T15" fmla="*/ 4326 h 56"/>
                  <a:gd name="T16" fmla="+- 0 7441 7417"/>
                  <a:gd name="T17" fmla="*/ T16 w 35"/>
                  <a:gd name="T18" fmla="+- 0 4328 4321"/>
                  <a:gd name="T19" fmla="*/ 4328 h 56"/>
                  <a:gd name="T20" fmla="+- 0 7443 7417"/>
                  <a:gd name="T21" fmla="*/ T20 w 35"/>
                  <a:gd name="T22" fmla="+- 0 4336 4321"/>
                  <a:gd name="T23" fmla="*/ 4336 h 56"/>
                  <a:gd name="T24" fmla="+- 0 7443 7417"/>
                  <a:gd name="T25" fmla="*/ T24 w 35"/>
                  <a:gd name="T26" fmla="+- 0 4338 4321"/>
                  <a:gd name="T27" fmla="*/ 4338 h 56"/>
                  <a:gd name="T28" fmla="+- 0 7444 7417"/>
                  <a:gd name="T29" fmla="*/ T28 w 35"/>
                  <a:gd name="T30" fmla="+- 0 4356 4321"/>
                  <a:gd name="T31" fmla="*/ 4356 h 56"/>
                  <a:gd name="T32" fmla="+- 0 7443 7417"/>
                  <a:gd name="T33" fmla="*/ T32 w 35"/>
                  <a:gd name="T34" fmla="+- 0 4361 4321"/>
                  <a:gd name="T35" fmla="*/ 4361 h 56"/>
                  <a:gd name="T36" fmla="+- 0 7442 7417"/>
                  <a:gd name="T37" fmla="*/ T36 w 35"/>
                  <a:gd name="T38" fmla="+- 0 4366 4321"/>
                  <a:gd name="T39" fmla="*/ 4366 h 56"/>
                  <a:gd name="T40" fmla="+- 0 7441 7417"/>
                  <a:gd name="T41" fmla="*/ T40 w 35"/>
                  <a:gd name="T42" fmla="+- 0 4369 4321"/>
                  <a:gd name="T43" fmla="*/ 4369 h 56"/>
                  <a:gd name="T44" fmla="+- 0 7440 7417"/>
                  <a:gd name="T45" fmla="*/ T44 w 35"/>
                  <a:gd name="T46" fmla="+- 0 4371 4321"/>
                  <a:gd name="T47" fmla="*/ 4371 h 56"/>
                  <a:gd name="T48" fmla="+- 0 7438 7417"/>
                  <a:gd name="T49" fmla="*/ T48 w 35"/>
                  <a:gd name="T50" fmla="+- 0 4372 4321"/>
                  <a:gd name="T51" fmla="*/ 4372 h 56"/>
                  <a:gd name="T52" fmla="+- 0 7434 7417"/>
                  <a:gd name="T53" fmla="*/ T52 w 35"/>
                  <a:gd name="T54" fmla="+- 0 4374 4321"/>
                  <a:gd name="T55" fmla="*/ 4374 h 56"/>
                  <a:gd name="T56" fmla="+- 0 7441 7417"/>
                  <a:gd name="T57" fmla="*/ T56 w 35"/>
                  <a:gd name="T58" fmla="+- 0 4374 4321"/>
                  <a:gd name="T59" fmla="*/ 4374 h 56"/>
                  <a:gd name="T60" fmla="+- 0 7451 7417"/>
                  <a:gd name="T61" fmla="*/ T60 w 35"/>
                  <a:gd name="T62" fmla="+- 0 4340 4321"/>
                  <a:gd name="T63" fmla="*/ 4340 h 56"/>
                  <a:gd name="T64" fmla="+- 0 7449 7417"/>
                  <a:gd name="T65" fmla="*/ T64 w 35"/>
                  <a:gd name="T66" fmla="+- 0 4333 4321"/>
                  <a:gd name="T67" fmla="*/ 4333 h 56"/>
                  <a:gd name="T68" fmla="+- 0 7442 7417"/>
                  <a:gd name="T69" fmla="*/ T68 w 35"/>
                  <a:gd name="T70" fmla="+- 0 4324 4321"/>
                  <a:gd name="T71"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5" h="56">
                    <a:moveTo>
                      <a:pt x="25" y="3"/>
                    </a:moveTo>
                    <a:lnTo>
                      <a:pt x="17" y="3"/>
                    </a:lnTo>
                    <a:lnTo>
                      <a:pt x="21" y="4"/>
                    </a:lnTo>
                    <a:lnTo>
                      <a:pt x="23" y="5"/>
                    </a:lnTo>
                    <a:lnTo>
                      <a:pt x="24" y="7"/>
                    </a:lnTo>
                    <a:lnTo>
                      <a:pt x="26" y="15"/>
                    </a:lnTo>
                    <a:lnTo>
                      <a:pt x="26" y="17"/>
                    </a:lnTo>
                    <a:lnTo>
                      <a:pt x="27" y="35"/>
                    </a:lnTo>
                    <a:lnTo>
                      <a:pt x="26" y="40"/>
                    </a:lnTo>
                    <a:lnTo>
                      <a:pt x="25" y="45"/>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7" name="Group 356">
              <a:extLst>
                <a:ext uri="{FF2B5EF4-FFF2-40B4-BE49-F238E27FC236}">
                  <a16:creationId xmlns:a16="http://schemas.microsoft.com/office/drawing/2014/main" id="{9EB109B6-404D-02F4-B1A6-BF746B699885}"/>
                </a:ext>
              </a:extLst>
            </p:cNvPr>
            <p:cNvGrpSpPr>
              <a:grpSpLocks/>
            </p:cNvGrpSpPr>
            <p:nvPr/>
          </p:nvGrpSpPr>
          <p:grpSpPr bwMode="auto">
            <a:xfrm>
              <a:off x="7873" y="4322"/>
              <a:ext cx="34" cy="55"/>
              <a:chOff x="7873" y="4322"/>
              <a:chExt cx="34" cy="55"/>
            </a:xfrm>
          </p:grpSpPr>
          <p:sp>
            <p:nvSpPr>
              <p:cNvPr id="962" name="Freeform 5403">
                <a:extLst>
                  <a:ext uri="{FF2B5EF4-FFF2-40B4-BE49-F238E27FC236}">
                    <a16:creationId xmlns:a16="http://schemas.microsoft.com/office/drawing/2014/main" id="{CAB29F2D-3154-F082-3DC3-9D2A0545E1A5}"/>
                  </a:ext>
                </a:extLst>
              </p:cNvPr>
              <p:cNvSpPr>
                <a:spLocks/>
              </p:cNvSpPr>
              <p:nvPr/>
            </p:nvSpPr>
            <p:spPr bwMode="auto">
              <a:xfrm>
                <a:off x="7873" y="4322"/>
                <a:ext cx="34" cy="55"/>
              </a:xfrm>
              <a:custGeom>
                <a:avLst/>
                <a:gdLst>
                  <a:gd name="T0" fmla="+- 0 7905 7873"/>
                  <a:gd name="T1" fmla="*/ T0 w 34"/>
                  <a:gd name="T2" fmla="+- 0 4329 4322"/>
                  <a:gd name="T3" fmla="*/ 4329 h 55"/>
                  <a:gd name="T4" fmla="+- 0 7901 7873"/>
                  <a:gd name="T5" fmla="*/ T4 w 34"/>
                  <a:gd name="T6" fmla="+- 0 4329 4322"/>
                  <a:gd name="T7" fmla="*/ 4329 h 55"/>
                  <a:gd name="T8" fmla="+- 0 7885 7873"/>
                  <a:gd name="T9" fmla="*/ T8 w 34"/>
                  <a:gd name="T10" fmla="+- 0 4377 4322"/>
                  <a:gd name="T11" fmla="*/ 4377 h 55"/>
                  <a:gd name="T12" fmla="+- 0 7889 7873"/>
                  <a:gd name="T13" fmla="*/ T12 w 34"/>
                  <a:gd name="T14" fmla="+- 0 4377 4322"/>
                  <a:gd name="T15" fmla="*/ 4377 h 55"/>
                  <a:gd name="T16" fmla="+- 0 7905 7873"/>
                  <a:gd name="T17" fmla="*/ T16 w 34"/>
                  <a:gd name="T18" fmla="+- 0 4329 4322"/>
                  <a:gd name="T19" fmla="*/ 4329 h 55"/>
                </a:gdLst>
                <a:ahLst/>
                <a:cxnLst>
                  <a:cxn ang="0">
                    <a:pos x="T1" y="T3"/>
                  </a:cxn>
                  <a:cxn ang="0">
                    <a:pos x="T5" y="T7"/>
                  </a:cxn>
                  <a:cxn ang="0">
                    <a:pos x="T9" y="T11"/>
                  </a:cxn>
                  <a:cxn ang="0">
                    <a:pos x="T13" y="T15"/>
                  </a:cxn>
                  <a:cxn ang="0">
                    <a:pos x="T17" y="T19"/>
                  </a:cxn>
                </a:cxnLst>
                <a:rect l="0" t="0" r="r" b="b"/>
                <a:pathLst>
                  <a:path w="34" h="55">
                    <a:moveTo>
                      <a:pt x="32" y="7"/>
                    </a:moveTo>
                    <a:lnTo>
                      <a:pt x="28" y="7"/>
                    </a:lnTo>
                    <a:lnTo>
                      <a:pt x="12" y="55"/>
                    </a:lnTo>
                    <a:lnTo>
                      <a:pt x="16" y="55"/>
                    </a:lnTo>
                    <a:lnTo>
                      <a:pt x="3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3" name="Freeform 5404">
                <a:extLst>
                  <a:ext uri="{FF2B5EF4-FFF2-40B4-BE49-F238E27FC236}">
                    <a16:creationId xmlns:a16="http://schemas.microsoft.com/office/drawing/2014/main" id="{F26D1278-8214-24CE-FD4A-B78E134F9398}"/>
                  </a:ext>
                </a:extLst>
              </p:cNvPr>
              <p:cNvSpPr>
                <a:spLocks/>
              </p:cNvSpPr>
              <p:nvPr/>
            </p:nvSpPr>
            <p:spPr bwMode="auto">
              <a:xfrm>
                <a:off x="7873" y="4322"/>
                <a:ext cx="34" cy="55"/>
              </a:xfrm>
              <a:custGeom>
                <a:avLst/>
                <a:gdLst>
                  <a:gd name="T0" fmla="+- 0 7907 7873"/>
                  <a:gd name="T1" fmla="*/ T0 w 34"/>
                  <a:gd name="T2" fmla="+- 0 4322 4322"/>
                  <a:gd name="T3" fmla="*/ 4322 h 55"/>
                  <a:gd name="T4" fmla="+- 0 7878 7873"/>
                  <a:gd name="T5" fmla="*/ T4 w 34"/>
                  <a:gd name="T6" fmla="+- 0 4322 4322"/>
                  <a:gd name="T7" fmla="*/ 4322 h 55"/>
                  <a:gd name="T8" fmla="+- 0 7873 7873"/>
                  <a:gd name="T9" fmla="*/ T8 w 34"/>
                  <a:gd name="T10" fmla="+- 0 4335 4322"/>
                  <a:gd name="T11" fmla="*/ 4335 h 55"/>
                  <a:gd name="T12" fmla="+- 0 7874 7873"/>
                  <a:gd name="T13" fmla="*/ T12 w 34"/>
                  <a:gd name="T14" fmla="+- 0 4335 4322"/>
                  <a:gd name="T15" fmla="*/ 4335 h 55"/>
                  <a:gd name="T16" fmla="+- 0 7876 7873"/>
                  <a:gd name="T17" fmla="*/ T16 w 34"/>
                  <a:gd name="T18" fmla="+- 0 4333 4322"/>
                  <a:gd name="T19" fmla="*/ 4333 h 55"/>
                  <a:gd name="T20" fmla="+- 0 7877 7873"/>
                  <a:gd name="T21" fmla="*/ T20 w 34"/>
                  <a:gd name="T22" fmla="+- 0 4331 4322"/>
                  <a:gd name="T23" fmla="*/ 4331 h 55"/>
                  <a:gd name="T24" fmla="+- 0 7881 7873"/>
                  <a:gd name="T25" fmla="*/ T24 w 34"/>
                  <a:gd name="T26" fmla="+- 0 4329 4322"/>
                  <a:gd name="T27" fmla="*/ 4329 h 55"/>
                  <a:gd name="T28" fmla="+- 0 7883 7873"/>
                  <a:gd name="T29" fmla="*/ T28 w 34"/>
                  <a:gd name="T30" fmla="+- 0 4329 4322"/>
                  <a:gd name="T31" fmla="*/ 4329 h 55"/>
                  <a:gd name="T32" fmla="+- 0 7905 7873"/>
                  <a:gd name="T33" fmla="*/ T32 w 34"/>
                  <a:gd name="T34" fmla="+- 0 4329 4322"/>
                  <a:gd name="T35" fmla="*/ 4329 h 55"/>
                  <a:gd name="T36" fmla="+- 0 7907 7873"/>
                  <a:gd name="T37" fmla="*/ T36 w 34"/>
                  <a:gd name="T38" fmla="+- 0 4324 4322"/>
                  <a:gd name="T39" fmla="*/ 4324 h 55"/>
                  <a:gd name="T40" fmla="+- 0 7907 7873"/>
                  <a:gd name="T41" fmla="*/ T40 w 34"/>
                  <a:gd name="T42" fmla="+- 0 4322 4322"/>
                  <a:gd name="T43" fmla="*/ 432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34" h="55">
                    <a:moveTo>
                      <a:pt x="34" y="0"/>
                    </a:moveTo>
                    <a:lnTo>
                      <a:pt x="5" y="0"/>
                    </a:lnTo>
                    <a:lnTo>
                      <a:pt x="0" y="13"/>
                    </a:lnTo>
                    <a:lnTo>
                      <a:pt x="1" y="13"/>
                    </a:lnTo>
                    <a:lnTo>
                      <a:pt x="3" y="11"/>
                    </a:lnTo>
                    <a:lnTo>
                      <a:pt x="4" y="9"/>
                    </a:lnTo>
                    <a:lnTo>
                      <a:pt x="8" y="7"/>
                    </a:lnTo>
                    <a:lnTo>
                      <a:pt x="10" y="7"/>
                    </a:lnTo>
                    <a:lnTo>
                      <a:pt x="32" y="7"/>
                    </a:lnTo>
                    <a:lnTo>
                      <a:pt x="34" y="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8" name="Group 357">
              <a:extLst>
                <a:ext uri="{FF2B5EF4-FFF2-40B4-BE49-F238E27FC236}">
                  <a16:creationId xmlns:a16="http://schemas.microsoft.com/office/drawing/2014/main" id="{17ED99F2-1A97-ABEA-CBFA-4CF6DADDB5C4}"/>
                </a:ext>
              </a:extLst>
            </p:cNvPr>
            <p:cNvGrpSpPr>
              <a:grpSpLocks/>
            </p:cNvGrpSpPr>
            <p:nvPr/>
          </p:nvGrpSpPr>
          <p:grpSpPr bwMode="auto">
            <a:xfrm>
              <a:off x="8330" y="4321"/>
              <a:ext cx="34" cy="56"/>
              <a:chOff x="8330" y="4321"/>
              <a:chExt cx="34" cy="56"/>
            </a:xfrm>
          </p:grpSpPr>
          <p:sp>
            <p:nvSpPr>
              <p:cNvPr id="959" name="Freeform 5406">
                <a:extLst>
                  <a:ext uri="{FF2B5EF4-FFF2-40B4-BE49-F238E27FC236}">
                    <a16:creationId xmlns:a16="http://schemas.microsoft.com/office/drawing/2014/main" id="{B51C5835-4506-1E2C-7F5A-6C3C07DEE068}"/>
                  </a:ext>
                </a:extLst>
              </p:cNvPr>
              <p:cNvSpPr>
                <a:spLocks/>
              </p:cNvSpPr>
              <p:nvPr/>
            </p:nvSpPr>
            <p:spPr bwMode="auto">
              <a:xfrm>
                <a:off x="8330" y="4321"/>
                <a:ext cx="34" cy="56"/>
              </a:xfrm>
              <a:custGeom>
                <a:avLst/>
                <a:gdLst>
                  <a:gd name="T0" fmla="+- 0 8363 8330"/>
                  <a:gd name="T1" fmla="*/ T0 w 34"/>
                  <a:gd name="T2" fmla="+- 0 4321 4321"/>
                  <a:gd name="T3" fmla="*/ 4321 h 56"/>
                  <a:gd name="T4" fmla="+- 0 8357 8330"/>
                  <a:gd name="T5" fmla="*/ T4 w 34"/>
                  <a:gd name="T6" fmla="+- 0 4321 4321"/>
                  <a:gd name="T7" fmla="*/ 4321 h 56"/>
                  <a:gd name="T8" fmla="+- 0 8354 8330"/>
                  <a:gd name="T9" fmla="*/ T8 w 34"/>
                  <a:gd name="T10" fmla="+- 0 4322 4321"/>
                  <a:gd name="T11" fmla="*/ 4322 h 56"/>
                  <a:gd name="T12" fmla="+- 0 8330 8330"/>
                  <a:gd name="T13" fmla="*/ T12 w 34"/>
                  <a:gd name="T14" fmla="+- 0 4362 4321"/>
                  <a:gd name="T15" fmla="*/ 4362 h 56"/>
                  <a:gd name="T16" fmla="+- 0 8332 8330"/>
                  <a:gd name="T17" fmla="*/ T16 w 34"/>
                  <a:gd name="T18" fmla="+- 0 4368 4321"/>
                  <a:gd name="T19" fmla="*/ 4368 h 56"/>
                  <a:gd name="T20" fmla="+- 0 8340 8330"/>
                  <a:gd name="T21" fmla="*/ T20 w 34"/>
                  <a:gd name="T22" fmla="+- 0 4375 4321"/>
                  <a:gd name="T23" fmla="*/ 4375 h 56"/>
                  <a:gd name="T24" fmla="+- 0 8343 8330"/>
                  <a:gd name="T25" fmla="*/ T24 w 34"/>
                  <a:gd name="T26" fmla="+- 0 4377 4321"/>
                  <a:gd name="T27" fmla="*/ 4377 h 56"/>
                  <a:gd name="T28" fmla="+- 0 8352 8330"/>
                  <a:gd name="T29" fmla="*/ T28 w 34"/>
                  <a:gd name="T30" fmla="+- 0 4377 4321"/>
                  <a:gd name="T31" fmla="*/ 4377 h 56"/>
                  <a:gd name="T32" fmla="+- 0 8356 8330"/>
                  <a:gd name="T33" fmla="*/ T32 w 34"/>
                  <a:gd name="T34" fmla="+- 0 4374 4321"/>
                  <a:gd name="T35" fmla="*/ 4374 h 56"/>
                  <a:gd name="T36" fmla="+- 0 8346 8330"/>
                  <a:gd name="T37" fmla="*/ T36 w 34"/>
                  <a:gd name="T38" fmla="+- 0 4374 4321"/>
                  <a:gd name="T39" fmla="*/ 4374 h 56"/>
                  <a:gd name="T40" fmla="+- 0 8344 8330"/>
                  <a:gd name="T41" fmla="*/ T40 w 34"/>
                  <a:gd name="T42" fmla="+- 0 4374 4321"/>
                  <a:gd name="T43" fmla="*/ 4374 h 56"/>
                  <a:gd name="T44" fmla="+- 0 8341 8330"/>
                  <a:gd name="T45" fmla="*/ T44 w 34"/>
                  <a:gd name="T46" fmla="+- 0 4371 4321"/>
                  <a:gd name="T47" fmla="*/ 4371 h 56"/>
                  <a:gd name="T48" fmla="+- 0 8340 8330"/>
                  <a:gd name="T49" fmla="*/ T48 w 34"/>
                  <a:gd name="T50" fmla="+- 0 4368 4321"/>
                  <a:gd name="T51" fmla="*/ 4368 h 56"/>
                  <a:gd name="T52" fmla="+- 0 8338 8330"/>
                  <a:gd name="T53" fmla="*/ T52 w 34"/>
                  <a:gd name="T54" fmla="+- 0 4362 4321"/>
                  <a:gd name="T55" fmla="*/ 4362 h 56"/>
                  <a:gd name="T56" fmla="+- 0 8337 8330"/>
                  <a:gd name="T57" fmla="*/ T56 w 34"/>
                  <a:gd name="T58" fmla="+- 0 4360 4321"/>
                  <a:gd name="T59" fmla="*/ 4360 h 56"/>
                  <a:gd name="T60" fmla="+- 0 8338 8330"/>
                  <a:gd name="T61" fmla="*/ T60 w 34"/>
                  <a:gd name="T62" fmla="+- 0 4353 4321"/>
                  <a:gd name="T63" fmla="*/ 4353 h 56"/>
                  <a:gd name="T64" fmla="+- 0 8344 8330"/>
                  <a:gd name="T65" fmla="*/ T64 w 34"/>
                  <a:gd name="T66" fmla="+- 0 4346 4321"/>
                  <a:gd name="T67" fmla="*/ 4346 h 56"/>
                  <a:gd name="T68" fmla="+- 0 8339 8330"/>
                  <a:gd name="T69" fmla="*/ T68 w 34"/>
                  <a:gd name="T70" fmla="+- 0 4346 4321"/>
                  <a:gd name="T71" fmla="*/ 4346 h 56"/>
                  <a:gd name="T72" fmla="+- 0 8363 8330"/>
                  <a:gd name="T73" fmla="*/ T72 w 34"/>
                  <a:gd name="T74" fmla="+- 0 4323 4321"/>
                  <a:gd name="T75" fmla="*/ 4323 h 56"/>
                  <a:gd name="T76" fmla="+- 0 8363 8330"/>
                  <a:gd name="T77" fmla="*/ T76 w 34"/>
                  <a:gd name="T78" fmla="+- 0 4321 4321"/>
                  <a:gd name="T79"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34" h="56">
                    <a:moveTo>
                      <a:pt x="33" y="0"/>
                    </a:moveTo>
                    <a:lnTo>
                      <a:pt x="27" y="0"/>
                    </a:lnTo>
                    <a:lnTo>
                      <a:pt x="24" y="1"/>
                    </a:lnTo>
                    <a:lnTo>
                      <a:pt x="0" y="41"/>
                    </a:lnTo>
                    <a:lnTo>
                      <a:pt x="2" y="47"/>
                    </a:lnTo>
                    <a:lnTo>
                      <a:pt x="10" y="54"/>
                    </a:lnTo>
                    <a:lnTo>
                      <a:pt x="13" y="56"/>
                    </a:lnTo>
                    <a:lnTo>
                      <a:pt x="22" y="56"/>
                    </a:lnTo>
                    <a:lnTo>
                      <a:pt x="26" y="53"/>
                    </a:lnTo>
                    <a:lnTo>
                      <a:pt x="16" y="53"/>
                    </a:lnTo>
                    <a:lnTo>
                      <a:pt x="14" y="53"/>
                    </a:lnTo>
                    <a:lnTo>
                      <a:pt x="11" y="50"/>
                    </a:lnTo>
                    <a:lnTo>
                      <a:pt x="10" y="47"/>
                    </a:lnTo>
                    <a:lnTo>
                      <a:pt x="8" y="41"/>
                    </a:lnTo>
                    <a:lnTo>
                      <a:pt x="7" y="39"/>
                    </a:lnTo>
                    <a:lnTo>
                      <a:pt x="8" y="32"/>
                    </a:lnTo>
                    <a:lnTo>
                      <a:pt x="14" y="25"/>
                    </a:lnTo>
                    <a:lnTo>
                      <a:pt x="9" y="25"/>
                    </a:lnTo>
                    <a:lnTo>
                      <a:pt x="33" y="2"/>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0" name="Freeform 5407">
                <a:extLst>
                  <a:ext uri="{FF2B5EF4-FFF2-40B4-BE49-F238E27FC236}">
                    <a16:creationId xmlns:a16="http://schemas.microsoft.com/office/drawing/2014/main" id="{8FED18B6-99AF-6467-4304-3993C33865EE}"/>
                  </a:ext>
                </a:extLst>
              </p:cNvPr>
              <p:cNvSpPr>
                <a:spLocks/>
              </p:cNvSpPr>
              <p:nvPr/>
            </p:nvSpPr>
            <p:spPr bwMode="auto">
              <a:xfrm>
                <a:off x="8330" y="4321"/>
                <a:ext cx="34" cy="56"/>
              </a:xfrm>
              <a:custGeom>
                <a:avLst/>
                <a:gdLst>
                  <a:gd name="T0" fmla="+- 0 8359 8330"/>
                  <a:gd name="T1" fmla="*/ T0 w 34"/>
                  <a:gd name="T2" fmla="+- 0 4345 4321"/>
                  <a:gd name="T3" fmla="*/ 4345 h 56"/>
                  <a:gd name="T4" fmla="+- 0 8350 8330"/>
                  <a:gd name="T5" fmla="*/ T4 w 34"/>
                  <a:gd name="T6" fmla="+- 0 4345 4321"/>
                  <a:gd name="T7" fmla="*/ 4345 h 56"/>
                  <a:gd name="T8" fmla="+- 0 8352 8330"/>
                  <a:gd name="T9" fmla="*/ T8 w 34"/>
                  <a:gd name="T10" fmla="+- 0 4347 4321"/>
                  <a:gd name="T11" fmla="*/ 4347 h 56"/>
                  <a:gd name="T12" fmla="+- 0 8356 8330"/>
                  <a:gd name="T13" fmla="*/ T12 w 34"/>
                  <a:gd name="T14" fmla="+- 0 4354 4321"/>
                  <a:gd name="T15" fmla="*/ 4354 h 56"/>
                  <a:gd name="T16" fmla="+- 0 8357 8330"/>
                  <a:gd name="T17" fmla="*/ T16 w 34"/>
                  <a:gd name="T18" fmla="+- 0 4357 4321"/>
                  <a:gd name="T19" fmla="*/ 4357 h 56"/>
                  <a:gd name="T20" fmla="+- 0 8357 8330"/>
                  <a:gd name="T21" fmla="*/ T20 w 34"/>
                  <a:gd name="T22" fmla="+- 0 4366 4321"/>
                  <a:gd name="T23" fmla="*/ 4366 h 56"/>
                  <a:gd name="T24" fmla="+- 0 8356 8330"/>
                  <a:gd name="T25" fmla="*/ T24 w 34"/>
                  <a:gd name="T26" fmla="+- 0 4369 4321"/>
                  <a:gd name="T27" fmla="*/ 4369 h 56"/>
                  <a:gd name="T28" fmla="+- 0 8352 8330"/>
                  <a:gd name="T29" fmla="*/ T28 w 34"/>
                  <a:gd name="T30" fmla="+- 0 4373 4321"/>
                  <a:gd name="T31" fmla="*/ 4373 h 56"/>
                  <a:gd name="T32" fmla="+- 0 8350 8330"/>
                  <a:gd name="T33" fmla="*/ T32 w 34"/>
                  <a:gd name="T34" fmla="+- 0 4374 4321"/>
                  <a:gd name="T35" fmla="*/ 4374 h 56"/>
                  <a:gd name="T36" fmla="+- 0 8356 8330"/>
                  <a:gd name="T37" fmla="*/ T36 w 34"/>
                  <a:gd name="T38" fmla="+- 0 4374 4321"/>
                  <a:gd name="T39" fmla="*/ 4374 h 56"/>
                  <a:gd name="T40" fmla="+- 0 8362 8330"/>
                  <a:gd name="T41" fmla="*/ T40 w 34"/>
                  <a:gd name="T42" fmla="+- 0 4366 4321"/>
                  <a:gd name="T43" fmla="*/ 4366 h 56"/>
                  <a:gd name="T44" fmla="+- 0 8363 8330"/>
                  <a:gd name="T45" fmla="*/ T44 w 34"/>
                  <a:gd name="T46" fmla="+- 0 4362 4321"/>
                  <a:gd name="T47" fmla="*/ 4362 h 56"/>
                  <a:gd name="T48" fmla="+- 0 8364 8330"/>
                  <a:gd name="T49" fmla="*/ T48 w 34"/>
                  <a:gd name="T50" fmla="+- 0 4353 4321"/>
                  <a:gd name="T51" fmla="*/ 4353 h 56"/>
                  <a:gd name="T52" fmla="+- 0 8362 8330"/>
                  <a:gd name="T53" fmla="*/ T52 w 34"/>
                  <a:gd name="T54" fmla="+- 0 4349 4321"/>
                  <a:gd name="T55" fmla="*/ 4349 h 56"/>
                  <a:gd name="T56" fmla="+- 0 8359 8330"/>
                  <a:gd name="T57" fmla="*/ T56 w 34"/>
                  <a:gd name="T58" fmla="+- 0 4345 4321"/>
                  <a:gd name="T59" fmla="*/ 434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 h="56">
                    <a:moveTo>
                      <a:pt x="29" y="24"/>
                    </a:moveTo>
                    <a:lnTo>
                      <a:pt x="20" y="24"/>
                    </a:lnTo>
                    <a:lnTo>
                      <a:pt x="22" y="26"/>
                    </a:lnTo>
                    <a:lnTo>
                      <a:pt x="26" y="33"/>
                    </a:lnTo>
                    <a:lnTo>
                      <a:pt x="27" y="36"/>
                    </a:lnTo>
                    <a:lnTo>
                      <a:pt x="27" y="45"/>
                    </a:lnTo>
                    <a:lnTo>
                      <a:pt x="26" y="48"/>
                    </a:lnTo>
                    <a:lnTo>
                      <a:pt x="22" y="52"/>
                    </a:lnTo>
                    <a:lnTo>
                      <a:pt x="20" y="53"/>
                    </a:lnTo>
                    <a:lnTo>
                      <a:pt x="26" y="53"/>
                    </a:lnTo>
                    <a:lnTo>
                      <a:pt x="32" y="45"/>
                    </a:lnTo>
                    <a:lnTo>
                      <a:pt x="33" y="41"/>
                    </a:lnTo>
                    <a:lnTo>
                      <a:pt x="34" y="32"/>
                    </a:lnTo>
                    <a:lnTo>
                      <a:pt x="32"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61" name="Freeform 5408">
                <a:extLst>
                  <a:ext uri="{FF2B5EF4-FFF2-40B4-BE49-F238E27FC236}">
                    <a16:creationId xmlns:a16="http://schemas.microsoft.com/office/drawing/2014/main" id="{98ECA934-6495-2171-066A-58271DDF6F51}"/>
                  </a:ext>
                </a:extLst>
              </p:cNvPr>
              <p:cNvSpPr>
                <a:spLocks/>
              </p:cNvSpPr>
              <p:nvPr/>
            </p:nvSpPr>
            <p:spPr bwMode="auto">
              <a:xfrm>
                <a:off x="8330" y="4321"/>
                <a:ext cx="34" cy="56"/>
              </a:xfrm>
              <a:custGeom>
                <a:avLst/>
                <a:gdLst>
                  <a:gd name="T0" fmla="+- 0 8354 8330"/>
                  <a:gd name="T1" fmla="*/ T0 w 34"/>
                  <a:gd name="T2" fmla="+- 0 4342 4321"/>
                  <a:gd name="T3" fmla="*/ 4342 h 56"/>
                  <a:gd name="T4" fmla="+- 0 8346 8330"/>
                  <a:gd name="T5" fmla="*/ T4 w 34"/>
                  <a:gd name="T6" fmla="+- 0 4342 4321"/>
                  <a:gd name="T7" fmla="*/ 4342 h 56"/>
                  <a:gd name="T8" fmla="+- 0 8343 8330"/>
                  <a:gd name="T9" fmla="*/ T8 w 34"/>
                  <a:gd name="T10" fmla="+- 0 4343 4321"/>
                  <a:gd name="T11" fmla="*/ 4343 h 56"/>
                  <a:gd name="T12" fmla="+- 0 8339 8330"/>
                  <a:gd name="T13" fmla="*/ T12 w 34"/>
                  <a:gd name="T14" fmla="+- 0 4346 4321"/>
                  <a:gd name="T15" fmla="*/ 4346 h 56"/>
                  <a:gd name="T16" fmla="+- 0 8344 8330"/>
                  <a:gd name="T17" fmla="*/ T16 w 34"/>
                  <a:gd name="T18" fmla="+- 0 4346 4321"/>
                  <a:gd name="T19" fmla="*/ 4346 h 56"/>
                  <a:gd name="T20" fmla="+- 0 8346 8330"/>
                  <a:gd name="T21" fmla="*/ T20 w 34"/>
                  <a:gd name="T22" fmla="+- 0 4345 4321"/>
                  <a:gd name="T23" fmla="*/ 4345 h 56"/>
                  <a:gd name="T24" fmla="+- 0 8359 8330"/>
                  <a:gd name="T25" fmla="*/ T24 w 34"/>
                  <a:gd name="T26" fmla="+- 0 4345 4321"/>
                  <a:gd name="T27" fmla="*/ 4345 h 56"/>
                  <a:gd name="T28" fmla="+- 0 8357 8330"/>
                  <a:gd name="T29" fmla="*/ T28 w 34"/>
                  <a:gd name="T30" fmla="+- 0 4343 4321"/>
                  <a:gd name="T31" fmla="*/ 4343 h 56"/>
                  <a:gd name="T32" fmla="+- 0 8354 8330"/>
                  <a:gd name="T33" fmla="*/ T32 w 34"/>
                  <a:gd name="T34" fmla="+- 0 4342 4321"/>
                  <a:gd name="T35" fmla="*/ 43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 h="56">
                    <a:moveTo>
                      <a:pt x="24" y="21"/>
                    </a:moveTo>
                    <a:lnTo>
                      <a:pt x="16" y="21"/>
                    </a:lnTo>
                    <a:lnTo>
                      <a:pt x="13" y="22"/>
                    </a:lnTo>
                    <a:lnTo>
                      <a:pt x="9" y="25"/>
                    </a:lnTo>
                    <a:lnTo>
                      <a:pt x="14" y="25"/>
                    </a:lnTo>
                    <a:lnTo>
                      <a:pt x="16" y="24"/>
                    </a:lnTo>
                    <a:lnTo>
                      <a:pt x="29" y="24"/>
                    </a:lnTo>
                    <a:lnTo>
                      <a:pt x="27" y="22"/>
                    </a:lnTo>
                    <a:lnTo>
                      <a:pt x="2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59" name="Group 358">
              <a:extLst>
                <a:ext uri="{FF2B5EF4-FFF2-40B4-BE49-F238E27FC236}">
                  <a16:creationId xmlns:a16="http://schemas.microsoft.com/office/drawing/2014/main" id="{A3531B5B-E5B9-6ACC-2A3F-2ABB4FE15A2B}"/>
                </a:ext>
              </a:extLst>
            </p:cNvPr>
            <p:cNvGrpSpPr>
              <a:grpSpLocks/>
            </p:cNvGrpSpPr>
            <p:nvPr/>
          </p:nvGrpSpPr>
          <p:grpSpPr bwMode="auto">
            <a:xfrm>
              <a:off x="8786" y="4321"/>
              <a:ext cx="35" cy="56"/>
              <a:chOff x="8786" y="4321"/>
              <a:chExt cx="35" cy="56"/>
            </a:xfrm>
          </p:grpSpPr>
          <p:sp>
            <p:nvSpPr>
              <p:cNvPr id="957" name="Freeform 5410">
                <a:extLst>
                  <a:ext uri="{FF2B5EF4-FFF2-40B4-BE49-F238E27FC236}">
                    <a16:creationId xmlns:a16="http://schemas.microsoft.com/office/drawing/2014/main" id="{EE98BFE7-F284-FFAF-8D7C-B6E3FF1A6E08}"/>
                  </a:ext>
                </a:extLst>
              </p:cNvPr>
              <p:cNvSpPr>
                <a:spLocks/>
              </p:cNvSpPr>
              <p:nvPr/>
            </p:nvSpPr>
            <p:spPr bwMode="auto">
              <a:xfrm>
                <a:off x="8786" y="4321"/>
                <a:ext cx="35" cy="56"/>
              </a:xfrm>
              <a:custGeom>
                <a:avLst/>
                <a:gdLst>
                  <a:gd name="T0" fmla="+- 0 8807 8786"/>
                  <a:gd name="T1" fmla="*/ T0 w 35"/>
                  <a:gd name="T2" fmla="+- 0 4321 4321"/>
                  <a:gd name="T3" fmla="*/ 4321 h 56"/>
                  <a:gd name="T4" fmla="+- 0 8801 8786"/>
                  <a:gd name="T5" fmla="*/ T4 w 35"/>
                  <a:gd name="T6" fmla="+- 0 4321 4321"/>
                  <a:gd name="T7" fmla="*/ 4321 h 56"/>
                  <a:gd name="T8" fmla="+- 0 8798 8786"/>
                  <a:gd name="T9" fmla="*/ T8 w 35"/>
                  <a:gd name="T10" fmla="+- 0 4322 4321"/>
                  <a:gd name="T11" fmla="*/ 4322 h 56"/>
                  <a:gd name="T12" fmla="+- 0 8796 8786"/>
                  <a:gd name="T13" fmla="*/ T12 w 35"/>
                  <a:gd name="T14" fmla="+- 0 4324 4321"/>
                  <a:gd name="T15" fmla="*/ 4324 h 56"/>
                  <a:gd name="T16" fmla="+- 0 8793 8786"/>
                  <a:gd name="T17" fmla="*/ T16 w 35"/>
                  <a:gd name="T18" fmla="+- 0 4326 4321"/>
                  <a:gd name="T19" fmla="*/ 4326 h 56"/>
                  <a:gd name="T20" fmla="+- 0 8790 8786"/>
                  <a:gd name="T21" fmla="*/ T20 w 35"/>
                  <a:gd name="T22" fmla="+- 0 4329 4321"/>
                  <a:gd name="T23" fmla="*/ 4329 h 56"/>
                  <a:gd name="T24" fmla="+- 0 8787 8786"/>
                  <a:gd name="T25" fmla="*/ T24 w 35"/>
                  <a:gd name="T26" fmla="+- 0 4338 4321"/>
                  <a:gd name="T27" fmla="*/ 4338 h 56"/>
                  <a:gd name="T28" fmla="+- 0 8786 8786"/>
                  <a:gd name="T29" fmla="*/ T28 w 35"/>
                  <a:gd name="T30" fmla="+- 0 4343 4321"/>
                  <a:gd name="T31" fmla="*/ 4343 h 56"/>
                  <a:gd name="T32" fmla="+- 0 8786 8786"/>
                  <a:gd name="T33" fmla="*/ T32 w 35"/>
                  <a:gd name="T34" fmla="+- 0 4356 4321"/>
                  <a:gd name="T35" fmla="*/ 4356 h 56"/>
                  <a:gd name="T36" fmla="+- 0 8787 8786"/>
                  <a:gd name="T37" fmla="*/ T36 w 35"/>
                  <a:gd name="T38" fmla="+- 0 4362 4321"/>
                  <a:gd name="T39" fmla="*/ 4362 h 56"/>
                  <a:gd name="T40" fmla="+- 0 8793 8786"/>
                  <a:gd name="T41" fmla="*/ T40 w 35"/>
                  <a:gd name="T42" fmla="+- 0 4374 4321"/>
                  <a:gd name="T43" fmla="*/ 4374 h 56"/>
                  <a:gd name="T44" fmla="+- 0 8798 8786"/>
                  <a:gd name="T45" fmla="*/ T44 w 35"/>
                  <a:gd name="T46" fmla="+- 0 4377 4321"/>
                  <a:gd name="T47" fmla="*/ 4377 h 56"/>
                  <a:gd name="T48" fmla="+- 0 8805 8786"/>
                  <a:gd name="T49" fmla="*/ T48 w 35"/>
                  <a:gd name="T50" fmla="+- 0 4377 4321"/>
                  <a:gd name="T51" fmla="*/ 4377 h 56"/>
                  <a:gd name="T52" fmla="+- 0 8808 8786"/>
                  <a:gd name="T53" fmla="*/ T52 w 35"/>
                  <a:gd name="T54" fmla="+- 0 4376 4321"/>
                  <a:gd name="T55" fmla="*/ 4376 h 56"/>
                  <a:gd name="T56" fmla="+- 0 8810 8786"/>
                  <a:gd name="T57" fmla="*/ T56 w 35"/>
                  <a:gd name="T58" fmla="+- 0 4374 4321"/>
                  <a:gd name="T59" fmla="*/ 4374 h 56"/>
                  <a:gd name="T60" fmla="+- 0 8800 8786"/>
                  <a:gd name="T61" fmla="*/ T60 w 35"/>
                  <a:gd name="T62" fmla="+- 0 4374 4321"/>
                  <a:gd name="T63" fmla="*/ 4374 h 56"/>
                  <a:gd name="T64" fmla="+- 0 8798 8786"/>
                  <a:gd name="T65" fmla="*/ T64 w 35"/>
                  <a:gd name="T66" fmla="+- 0 4372 4321"/>
                  <a:gd name="T67" fmla="*/ 4372 h 56"/>
                  <a:gd name="T68" fmla="+- 0 8794 8786"/>
                  <a:gd name="T69" fmla="*/ T68 w 35"/>
                  <a:gd name="T70" fmla="+- 0 4364 4321"/>
                  <a:gd name="T71" fmla="*/ 4364 h 56"/>
                  <a:gd name="T72" fmla="+- 0 8794 8786"/>
                  <a:gd name="T73" fmla="*/ T72 w 35"/>
                  <a:gd name="T74" fmla="+- 0 4358 4321"/>
                  <a:gd name="T75" fmla="*/ 4358 h 56"/>
                  <a:gd name="T76" fmla="+- 0 8794 8786"/>
                  <a:gd name="T77" fmla="*/ T76 w 35"/>
                  <a:gd name="T78" fmla="+- 0 4343 4321"/>
                  <a:gd name="T79" fmla="*/ 4343 h 56"/>
                  <a:gd name="T80" fmla="+- 0 8803 8786"/>
                  <a:gd name="T81" fmla="*/ T80 w 35"/>
                  <a:gd name="T82" fmla="+- 0 4324 4321"/>
                  <a:gd name="T83" fmla="*/ 4324 h 56"/>
                  <a:gd name="T84" fmla="+- 0 8811 8786"/>
                  <a:gd name="T85" fmla="*/ T84 w 35"/>
                  <a:gd name="T86" fmla="+- 0 4324 4321"/>
                  <a:gd name="T87" fmla="*/ 4324 h 56"/>
                  <a:gd name="T88" fmla="+- 0 8811 8786"/>
                  <a:gd name="T89" fmla="*/ T88 w 35"/>
                  <a:gd name="T90" fmla="+- 0 4323 4321"/>
                  <a:gd name="T91" fmla="*/ 4323 h 56"/>
                  <a:gd name="T92" fmla="+- 0 8807 8786"/>
                  <a:gd name="T93" fmla="*/ T92 w 35"/>
                  <a:gd name="T94" fmla="+- 0 4321 4321"/>
                  <a:gd name="T95" fmla="*/ 432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8" name="Freeform 5411">
                <a:extLst>
                  <a:ext uri="{FF2B5EF4-FFF2-40B4-BE49-F238E27FC236}">
                    <a16:creationId xmlns:a16="http://schemas.microsoft.com/office/drawing/2014/main" id="{31CD2B32-B0A4-1F7E-2192-58098D29A046}"/>
                  </a:ext>
                </a:extLst>
              </p:cNvPr>
              <p:cNvSpPr>
                <a:spLocks/>
              </p:cNvSpPr>
              <p:nvPr/>
            </p:nvSpPr>
            <p:spPr bwMode="auto">
              <a:xfrm>
                <a:off x="8786" y="4321"/>
                <a:ext cx="35" cy="56"/>
              </a:xfrm>
              <a:custGeom>
                <a:avLst/>
                <a:gdLst>
                  <a:gd name="T0" fmla="+- 0 8811 8786"/>
                  <a:gd name="T1" fmla="*/ T0 w 35"/>
                  <a:gd name="T2" fmla="+- 0 4324 4321"/>
                  <a:gd name="T3" fmla="*/ 4324 h 56"/>
                  <a:gd name="T4" fmla="+- 0 8803 8786"/>
                  <a:gd name="T5" fmla="*/ T4 w 35"/>
                  <a:gd name="T6" fmla="+- 0 4324 4321"/>
                  <a:gd name="T7" fmla="*/ 4324 h 56"/>
                  <a:gd name="T8" fmla="+- 0 8807 8786"/>
                  <a:gd name="T9" fmla="*/ T8 w 35"/>
                  <a:gd name="T10" fmla="+- 0 4325 4321"/>
                  <a:gd name="T11" fmla="*/ 4325 h 56"/>
                  <a:gd name="T12" fmla="+- 0 8809 8786"/>
                  <a:gd name="T13" fmla="*/ T12 w 35"/>
                  <a:gd name="T14" fmla="+- 0 4326 4321"/>
                  <a:gd name="T15" fmla="*/ 4326 h 56"/>
                  <a:gd name="T16" fmla="+- 0 8810 8786"/>
                  <a:gd name="T17" fmla="*/ T16 w 35"/>
                  <a:gd name="T18" fmla="+- 0 4328 4321"/>
                  <a:gd name="T19" fmla="*/ 4328 h 56"/>
                  <a:gd name="T20" fmla="+- 0 8812 8786"/>
                  <a:gd name="T21" fmla="*/ T20 w 35"/>
                  <a:gd name="T22" fmla="+- 0 4336 4321"/>
                  <a:gd name="T23" fmla="*/ 4336 h 56"/>
                  <a:gd name="T24" fmla="+- 0 8812 8786"/>
                  <a:gd name="T25" fmla="*/ T24 w 35"/>
                  <a:gd name="T26" fmla="+- 0 4338 4321"/>
                  <a:gd name="T27" fmla="*/ 4338 h 56"/>
                  <a:gd name="T28" fmla="+- 0 8812 8786"/>
                  <a:gd name="T29" fmla="*/ T28 w 35"/>
                  <a:gd name="T30" fmla="+- 0 4356 4321"/>
                  <a:gd name="T31" fmla="*/ 4356 h 56"/>
                  <a:gd name="T32" fmla="+- 0 8812 8786"/>
                  <a:gd name="T33" fmla="*/ T32 w 35"/>
                  <a:gd name="T34" fmla="+- 0 4361 4321"/>
                  <a:gd name="T35" fmla="*/ 4361 h 56"/>
                  <a:gd name="T36" fmla="+- 0 8810 8786"/>
                  <a:gd name="T37" fmla="*/ T36 w 35"/>
                  <a:gd name="T38" fmla="+- 0 4369 4321"/>
                  <a:gd name="T39" fmla="*/ 4369 h 56"/>
                  <a:gd name="T40" fmla="+- 0 8809 8786"/>
                  <a:gd name="T41" fmla="*/ T40 w 35"/>
                  <a:gd name="T42" fmla="+- 0 4371 4321"/>
                  <a:gd name="T43" fmla="*/ 4371 h 56"/>
                  <a:gd name="T44" fmla="+- 0 8807 8786"/>
                  <a:gd name="T45" fmla="*/ T44 w 35"/>
                  <a:gd name="T46" fmla="+- 0 4372 4321"/>
                  <a:gd name="T47" fmla="*/ 4372 h 56"/>
                  <a:gd name="T48" fmla="+- 0 8803 8786"/>
                  <a:gd name="T49" fmla="*/ T48 w 35"/>
                  <a:gd name="T50" fmla="+- 0 4374 4321"/>
                  <a:gd name="T51" fmla="*/ 4374 h 56"/>
                  <a:gd name="T52" fmla="+- 0 8810 8786"/>
                  <a:gd name="T53" fmla="*/ T52 w 35"/>
                  <a:gd name="T54" fmla="+- 0 4374 4321"/>
                  <a:gd name="T55" fmla="*/ 4374 h 56"/>
                  <a:gd name="T56" fmla="+- 0 8820 8786"/>
                  <a:gd name="T57" fmla="*/ T56 w 35"/>
                  <a:gd name="T58" fmla="+- 0 4340 4321"/>
                  <a:gd name="T59" fmla="*/ 4340 h 56"/>
                  <a:gd name="T60" fmla="+- 0 8818 8786"/>
                  <a:gd name="T61" fmla="*/ T60 w 35"/>
                  <a:gd name="T62" fmla="+- 0 4333 4321"/>
                  <a:gd name="T63" fmla="*/ 4333 h 56"/>
                  <a:gd name="T64" fmla="+- 0 8811 8786"/>
                  <a:gd name="T65" fmla="*/ T64 w 35"/>
                  <a:gd name="T66" fmla="+- 0 4324 4321"/>
                  <a:gd name="T67" fmla="*/ 43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0" name="Group 359">
              <a:extLst>
                <a:ext uri="{FF2B5EF4-FFF2-40B4-BE49-F238E27FC236}">
                  <a16:creationId xmlns:a16="http://schemas.microsoft.com/office/drawing/2014/main" id="{15B5F213-402B-DCED-FDA9-16A849074EBE}"/>
                </a:ext>
              </a:extLst>
            </p:cNvPr>
            <p:cNvGrpSpPr>
              <a:grpSpLocks/>
            </p:cNvGrpSpPr>
            <p:nvPr/>
          </p:nvGrpSpPr>
          <p:grpSpPr bwMode="auto">
            <a:xfrm>
              <a:off x="9249" y="4321"/>
              <a:ext cx="21" cy="55"/>
              <a:chOff x="9249" y="4321"/>
              <a:chExt cx="21" cy="55"/>
            </a:xfrm>
          </p:grpSpPr>
          <p:sp>
            <p:nvSpPr>
              <p:cNvPr id="955" name="Freeform 5413">
                <a:extLst>
                  <a:ext uri="{FF2B5EF4-FFF2-40B4-BE49-F238E27FC236}">
                    <a16:creationId xmlns:a16="http://schemas.microsoft.com/office/drawing/2014/main" id="{F0D77D53-FCCC-420E-D66C-4D21F3D3900A}"/>
                  </a:ext>
                </a:extLst>
              </p:cNvPr>
              <p:cNvSpPr>
                <a:spLocks/>
              </p:cNvSpPr>
              <p:nvPr/>
            </p:nvSpPr>
            <p:spPr bwMode="auto">
              <a:xfrm>
                <a:off x="9249" y="4321"/>
                <a:ext cx="21" cy="55"/>
              </a:xfrm>
              <a:custGeom>
                <a:avLst/>
                <a:gdLst>
                  <a:gd name="T0" fmla="+- 0 9263 9249"/>
                  <a:gd name="T1" fmla="*/ T0 w 21"/>
                  <a:gd name="T2" fmla="+- 0 4327 4321"/>
                  <a:gd name="T3" fmla="*/ 4327 h 55"/>
                  <a:gd name="T4" fmla="+- 0 9253 9249"/>
                  <a:gd name="T5" fmla="*/ T4 w 21"/>
                  <a:gd name="T6" fmla="+- 0 4327 4321"/>
                  <a:gd name="T7" fmla="*/ 4327 h 55"/>
                  <a:gd name="T8" fmla="+- 0 9255 9249"/>
                  <a:gd name="T9" fmla="*/ T8 w 21"/>
                  <a:gd name="T10" fmla="+- 0 4328 4321"/>
                  <a:gd name="T11" fmla="*/ 4328 h 55"/>
                  <a:gd name="T12" fmla="+- 0 9256 9249"/>
                  <a:gd name="T13" fmla="*/ T12 w 21"/>
                  <a:gd name="T14" fmla="+- 0 4330 4321"/>
                  <a:gd name="T15" fmla="*/ 4330 h 55"/>
                  <a:gd name="T16" fmla="+- 0 9256 9249"/>
                  <a:gd name="T17" fmla="*/ T16 w 21"/>
                  <a:gd name="T18" fmla="+- 0 4331 4321"/>
                  <a:gd name="T19" fmla="*/ 4331 h 55"/>
                  <a:gd name="T20" fmla="+- 0 9256 9249"/>
                  <a:gd name="T21" fmla="*/ T20 w 21"/>
                  <a:gd name="T22" fmla="+- 0 4371 4321"/>
                  <a:gd name="T23" fmla="*/ 4371 h 55"/>
                  <a:gd name="T24" fmla="+- 0 9256 9249"/>
                  <a:gd name="T25" fmla="*/ T24 w 21"/>
                  <a:gd name="T26" fmla="+- 0 4372 4321"/>
                  <a:gd name="T27" fmla="*/ 4372 h 55"/>
                  <a:gd name="T28" fmla="+- 0 9254 9249"/>
                  <a:gd name="T29" fmla="*/ T28 w 21"/>
                  <a:gd name="T30" fmla="+- 0 4373 4321"/>
                  <a:gd name="T31" fmla="*/ 4373 h 55"/>
                  <a:gd name="T32" fmla="+- 0 9254 9249"/>
                  <a:gd name="T33" fmla="*/ T32 w 21"/>
                  <a:gd name="T34" fmla="+- 0 4374 4321"/>
                  <a:gd name="T35" fmla="*/ 4374 h 55"/>
                  <a:gd name="T36" fmla="+- 0 9252 9249"/>
                  <a:gd name="T37" fmla="*/ T36 w 21"/>
                  <a:gd name="T38" fmla="+- 0 4374 4321"/>
                  <a:gd name="T39" fmla="*/ 4374 h 55"/>
                  <a:gd name="T40" fmla="+- 0 9249 9249"/>
                  <a:gd name="T41" fmla="*/ T40 w 21"/>
                  <a:gd name="T42" fmla="+- 0 4374 4321"/>
                  <a:gd name="T43" fmla="*/ 4374 h 55"/>
                  <a:gd name="T44" fmla="+- 0 9249 9249"/>
                  <a:gd name="T45" fmla="*/ T44 w 21"/>
                  <a:gd name="T46" fmla="+- 0 4376 4321"/>
                  <a:gd name="T47" fmla="*/ 4376 h 55"/>
                  <a:gd name="T48" fmla="+- 0 9270 9249"/>
                  <a:gd name="T49" fmla="*/ T48 w 21"/>
                  <a:gd name="T50" fmla="+- 0 4376 4321"/>
                  <a:gd name="T51" fmla="*/ 4376 h 55"/>
                  <a:gd name="T52" fmla="+- 0 9270 9249"/>
                  <a:gd name="T53" fmla="*/ T52 w 21"/>
                  <a:gd name="T54" fmla="+- 0 4374 4321"/>
                  <a:gd name="T55" fmla="*/ 4374 h 55"/>
                  <a:gd name="T56" fmla="+- 0 9267 9249"/>
                  <a:gd name="T57" fmla="*/ T56 w 21"/>
                  <a:gd name="T58" fmla="+- 0 4374 4321"/>
                  <a:gd name="T59" fmla="*/ 4374 h 55"/>
                  <a:gd name="T60" fmla="+- 0 9265 9249"/>
                  <a:gd name="T61" fmla="*/ T60 w 21"/>
                  <a:gd name="T62" fmla="+- 0 4374 4321"/>
                  <a:gd name="T63" fmla="*/ 4374 h 55"/>
                  <a:gd name="T64" fmla="+- 0 9265 9249"/>
                  <a:gd name="T65" fmla="*/ T64 w 21"/>
                  <a:gd name="T66" fmla="+- 0 4373 4321"/>
                  <a:gd name="T67" fmla="*/ 4373 h 55"/>
                  <a:gd name="T68" fmla="+- 0 9263 9249"/>
                  <a:gd name="T69" fmla="*/ T68 w 21"/>
                  <a:gd name="T70" fmla="+- 0 4372 4321"/>
                  <a:gd name="T71" fmla="*/ 4372 h 55"/>
                  <a:gd name="T72" fmla="+- 0 9263 9249"/>
                  <a:gd name="T73" fmla="*/ T72 w 21"/>
                  <a:gd name="T74" fmla="+- 0 4371 4321"/>
                  <a:gd name="T75" fmla="*/ 4371 h 55"/>
                  <a:gd name="T76" fmla="+- 0 9263 9249"/>
                  <a:gd name="T77" fmla="*/ T76 w 21"/>
                  <a:gd name="T78" fmla="+- 0 4327 4321"/>
                  <a:gd name="T79" fmla="*/ 432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6"/>
                    </a:moveTo>
                    <a:lnTo>
                      <a:pt x="4" y="6"/>
                    </a:lnTo>
                    <a:lnTo>
                      <a:pt x="6" y="7"/>
                    </a:lnTo>
                    <a:lnTo>
                      <a:pt x="7" y="9"/>
                    </a:lnTo>
                    <a:lnTo>
                      <a:pt x="7" y="10"/>
                    </a:lnTo>
                    <a:lnTo>
                      <a:pt x="7" y="50"/>
                    </a:lnTo>
                    <a:lnTo>
                      <a:pt x="7" y="51"/>
                    </a:lnTo>
                    <a:lnTo>
                      <a:pt x="5" y="52"/>
                    </a:lnTo>
                    <a:lnTo>
                      <a:pt x="5" y="53"/>
                    </a:lnTo>
                    <a:lnTo>
                      <a:pt x="3" y="53"/>
                    </a:lnTo>
                    <a:lnTo>
                      <a:pt x="0" y="53"/>
                    </a:lnTo>
                    <a:lnTo>
                      <a:pt x="0" y="55"/>
                    </a:lnTo>
                    <a:lnTo>
                      <a:pt x="21" y="55"/>
                    </a:lnTo>
                    <a:lnTo>
                      <a:pt x="21" y="53"/>
                    </a:lnTo>
                    <a:lnTo>
                      <a:pt x="18" y="53"/>
                    </a:lnTo>
                    <a:lnTo>
                      <a:pt x="16" y="53"/>
                    </a:lnTo>
                    <a:lnTo>
                      <a:pt x="16" y="52"/>
                    </a:lnTo>
                    <a:lnTo>
                      <a:pt x="14" y="51"/>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6" name="Freeform 5414">
                <a:extLst>
                  <a:ext uri="{FF2B5EF4-FFF2-40B4-BE49-F238E27FC236}">
                    <a16:creationId xmlns:a16="http://schemas.microsoft.com/office/drawing/2014/main" id="{065334C0-9A95-77AF-3F4C-250EEBC11B64}"/>
                  </a:ext>
                </a:extLst>
              </p:cNvPr>
              <p:cNvSpPr>
                <a:spLocks/>
              </p:cNvSpPr>
              <p:nvPr/>
            </p:nvSpPr>
            <p:spPr bwMode="auto">
              <a:xfrm>
                <a:off x="9249" y="4321"/>
                <a:ext cx="21" cy="55"/>
              </a:xfrm>
              <a:custGeom>
                <a:avLst/>
                <a:gdLst>
                  <a:gd name="T0" fmla="+- 0 9263 9249"/>
                  <a:gd name="T1" fmla="*/ T0 w 21"/>
                  <a:gd name="T2" fmla="+- 0 4321 4321"/>
                  <a:gd name="T3" fmla="*/ 4321 h 55"/>
                  <a:gd name="T4" fmla="+- 0 9261 9249"/>
                  <a:gd name="T5" fmla="*/ T4 w 21"/>
                  <a:gd name="T6" fmla="+- 0 4321 4321"/>
                  <a:gd name="T7" fmla="*/ 4321 h 55"/>
                  <a:gd name="T8" fmla="+- 0 9249 9249"/>
                  <a:gd name="T9" fmla="*/ T8 w 21"/>
                  <a:gd name="T10" fmla="+- 0 4327 4321"/>
                  <a:gd name="T11" fmla="*/ 4327 h 55"/>
                  <a:gd name="T12" fmla="+- 0 9249 9249"/>
                  <a:gd name="T13" fmla="*/ T12 w 21"/>
                  <a:gd name="T14" fmla="+- 0 4329 4321"/>
                  <a:gd name="T15" fmla="*/ 4329 h 55"/>
                  <a:gd name="T16" fmla="+- 0 9253 9249"/>
                  <a:gd name="T17" fmla="*/ T16 w 21"/>
                  <a:gd name="T18" fmla="+- 0 4327 4321"/>
                  <a:gd name="T19" fmla="*/ 4327 h 55"/>
                  <a:gd name="T20" fmla="+- 0 9263 9249"/>
                  <a:gd name="T21" fmla="*/ T20 w 21"/>
                  <a:gd name="T22" fmla="+- 0 4327 4321"/>
                  <a:gd name="T23" fmla="*/ 4327 h 55"/>
                  <a:gd name="T24" fmla="+- 0 9263 9249"/>
                  <a:gd name="T25" fmla="*/ T24 w 21"/>
                  <a:gd name="T26" fmla="+- 0 4321 4321"/>
                  <a:gd name="T27" fmla="*/ 432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2" y="0"/>
                    </a:lnTo>
                    <a:lnTo>
                      <a:pt x="0" y="6"/>
                    </a:lnTo>
                    <a:lnTo>
                      <a:pt x="0" y="8"/>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1" name="Group 360">
              <a:extLst>
                <a:ext uri="{FF2B5EF4-FFF2-40B4-BE49-F238E27FC236}">
                  <a16:creationId xmlns:a16="http://schemas.microsoft.com/office/drawing/2014/main" id="{4680B1AC-5AF8-82CB-E2C9-897F60963AAA}"/>
                </a:ext>
              </a:extLst>
            </p:cNvPr>
            <p:cNvGrpSpPr>
              <a:grpSpLocks/>
            </p:cNvGrpSpPr>
            <p:nvPr/>
          </p:nvGrpSpPr>
          <p:grpSpPr bwMode="auto">
            <a:xfrm>
              <a:off x="390" y="4584"/>
              <a:ext cx="211" cy="73"/>
              <a:chOff x="390" y="4584"/>
              <a:chExt cx="211" cy="73"/>
            </a:xfrm>
          </p:grpSpPr>
          <p:sp>
            <p:nvSpPr>
              <p:cNvPr id="940" name="Freeform 5416">
                <a:extLst>
                  <a:ext uri="{FF2B5EF4-FFF2-40B4-BE49-F238E27FC236}">
                    <a16:creationId xmlns:a16="http://schemas.microsoft.com/office/drawing/2014/main" id="{F1A6F082-9141-AB5F-C3A6-8BED3BB848D7}"/>
                  </a:ext>
                </a:extLst>
              </p:cNvPr>
              <p:cNvSpPr>
                <a:spLocks/>
              </p:cNvSpPr>
              <p:nvPr/>
            </p:nvSpPr>
            <p:spPr bwMode="auto">
              <a:xfrm>
                <a:off x="390" y="4584"/>
                <a:ext cx="211" cy="73"/>
              </a:xfrm>
              <a:custGeom>
                <a:avLst/>
                <a:gdLst>
                  <a:gd name="T0" fmla="+- 0 440 390"/>
                  <a:gd name="T1" fmla="*/ T0 w 211"/>
                  <a:gd name="T2" fmla="+- 0 4608 4584"/>
                  <a:gd name="T3" fmla="*/ 4608 h 73"/>
                  <a:gd name="T4" fmla="+- 0 430 390"/>
                  <a:gd name="T5" fmla="*/ T4 w 211"/>
                  <a:gd name="T6" fmla="+- 0 4608 4584"/>
                  <a:gd name="T7" fmla="*/ 4608 h 73"/>
                  <a:gd name="T8" fmla="+- 0 426 390"/>
                  <a:gd name="T9" fmla="*/ T8 w 211"/>
                  <a:gd name="T10" fmla="+- 0 4609 4584"/>
                  <a:gd name="T11" fmla="*/ 4609 h 73"/>
                  <a:gd name="T12" fmla="+- 0 419 390"/>
                  <a:gd name="T13" fmla="*/ T12 w 211"/>
                  <a:gd name="T14" fmla="+- 0 4613 4584"/>
                  <a:gd name="T15" fmla="*/ 4613 h 73"/>
                  <a:gd name="T16" fmla="+- 0 417 390"/>
                  <a:gd name="T17" fmla="*/ T16 w 211"/>
                  <a:gd name="T18" fmla="+- 0 4616 4584"/>
                  <a:gd name="T19" fmla="*/ 4616 h 73"/>
                  <a:gd name="T20" fmla="+- 0 412 390"/>
                  <a:gd name="T21" fmla="*/ T20 w 211"/>
                  <a:gd name="T22" fmla="+- 0 4624 4584"/>
                  <a:gd name="T23" fmla="*/ 4624 h 73"/>
                  <a:gd name="T24" fmla="+- 0 411 390"/>
                  <a:gd name="T25" fmla="*/ T24 w 211"/>
                  <a:gd name="T26" fmla="+- 0 4628 4584"/>
                  <a:gd name="T27" fmla="*/ 4628 h 73"/>
                  <a:gd name="T28" fmla="+- 0 411 390"/>
                  <a:gd name="T29" fmla="*/ T28 w 211"/>
                  <a:gd name="T30" fmla="+- 0 4638 4584"/>
                  <a:gd name="T31" fmla="*/ 4638 h 73"/>
                  <a:gd name="T32" fmla="+- 0 413 390"/>
                  <a:gd name="T33" fmla="*/ T32 w 211"/>
                  <a:gd name="T34" fmla="+- 0 4643 4584"/>
                  <a:gd name="T35" fmla="*/ 4643 h 73"/>
                  <a:gd name="T36" fmla="+- 0 421 390"/>
                  <a:gd name="T37" fmla="*/ T36 w 211"/>
                  <a:gd name="T38" fmla="+- 0 4653 4584"/>
                  <a:gd name="T39" fmla="*/ 4653 h 73"/>
                  <a:gd name="T40" fmla="+- 0 426 390"/>
                  <a:gd name="T41" fmla="*/ T40 w 211"/>
                  <a:gd name="T42" fmla="+- 0 4656 4584"/>
                  <a:gd name="T43" fmla="*/ 4656 h 73"/>
                  <a:gd name="T44" fmla="+- 0 437 390"/>
                  <a:gd name="T45" fmla="*/ T44 w 211"/>
                  <a:gd name="T46" fmla="+- 0 4656 4584"/>
                  <a:gd name="T47" fmla="*/ 4656 h 73"/>
                  <a:gd name="T48" fmla="+- 0 441 390"/>
                  <a:gd name="T49" fmla="*/ T48 w 211"/>
                  <a:gd name="T50" fmla="+- 0 4655 4584"/>
                  <a:gd name="T51" fmla="*/ 4655 h 73"/>
                  <a:gd name="T52" fmla="+- 0 445 390"/>
                  <a:gd name="T53" fmla="*/ T52 w 211"/>
                  <a:gd name="T54" fmla="+- 0 4653 4584"/>
                  <a:gd name="T55" fmla="*/ 4653 h 73"/>
                  <a:gd name="T56" fmla="+- 0 431 390"/>
                  <a:gd name="T57" fmla="*/ T56 w 211"/>
                  <a:gd name="T58" fmla="+- 0 4653 4584"/>
                  <a:gd name="T59" fmla="*/ 4653 h 73"/>
                  <a:gd name="T60" fmla="+- 0 427 390"/>
                  <a:gd name="T61" fmla="*/ T60 w 211"/>
                  <a:gd name="T62" fmla="+- 0 4650 4584"/>
                  <a:gd name="T63" fmla="*/ 4650 h 73"/>
                  <a:gd name="T64" fmla="+- 0 422 390"/>
                  <a:gd name="T65" fmla="*/ T64 w 211"/>
                  <a:gd name="T66" fmla="+- 0 4641 4584"/>
                  <a:gd name="T67" fmla="*/ 4641 h 73"/>
                  <a:gd name="T68" fmla="+- 0 421 390"/>
                  <a:gd name="T69" fmla="*/ T68 w 211"/>
                  <a:gd name="T70" fmla="+- 0 4635 4584"/>
                  <a:gd name="T71" fmla="*/ 4635 h 73"/>
                  <a:gd name="T72" fmla="+- 0 421 390"/>
                  <a:gd name="T73" fmla="*/ T72 w 211"/>
                  <a:gd name="T74" fmla="+- 0 4624 4584"/>
                  <a:gd name="T75" fmla="*/ 4624 h 73"/>
                  <a:gd name="T76" fmla="+- 0 421 390"/>
                  <a:gd name="T77" fmla="*/ T76 w 211"/>
                  <a:gd name="T78" fmla="+- 0 4621 4584"/>
                  <a:gd name="T79" fmla="*/ 4621 h 73"/>
                  <a:gd name="T80" fmla="+- 0 423 390"/>
                  <a:gd name="T81" fmla="*/ T80 w 211"/>
                  <a:gd name="T82" fmla="+- 0 4616 4584"/>
                  <a:gd name="T83" fmla="*/ 4616 h 73"/>
                  <a:gd name="T84" fmla="+- 0 425 390"/>
                  <a:gd name="T85" fmla="*/ T84 w 211"/>
                  <a:gd name="T86" fmla="+- 0 4614 4584"/>
                  <a:gd name="T87" fmla="*/ 4614 h 73"/>
                  <a:gd name="T88" fmla="+- 0 427 390"/>
                  <a:gd name="T89" fmla="*/ T88 w 211"/>
                  <a:gd name="T90" fmla="+- 0 4613 4584"/>
                  <a:gd name="T91" fmla="*/ 4613 h 73"/>
                  <a:gd name="T92" fmla="+- 0 432 390"/>
                  <a:gd name="T93" fmla="*/ T92 w 211"/>
                  <a:gd name="T94" fmla="+- 0 4611 4584"/>
                  <a:gd name="T95" fmla="*/ 4611 h 73"/>
                  <a:gd name="T96" fmla="+- 0 446 390"/>
                  <a:gd name="T97" fmla="*/ T96 w 211"/>
                  <a:gd name="T98" fmla="+- 0 4611 4584"/>
                  <a:gd name="T99" fmla="*/ 4611 h 73"/>
                  <a:gd name="T100" fmla="+- 0 446 390"/>
                  <a:gd name="T101" fmla="*/ T100 w 211"/>
                  <a:gd name="T102" fmla="+- 0 4610 4584"/>
                  <a:gd name="T103" fmla="*/ 4610 h 73"/>
                  <a:gd name="T104" fmla="+- 0 440 390"/>
                  <a:gd name="T105" fmla="*/ T104 w 211"/>
                  <a:gd name="T106" fmla="+- 0 4608 4584"/>
                  <a:gd name="T107" fmla="*/ 4608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211" h="73">
                    <a:moveTo>
                      <a:pt x="50" y="24"/>
                    </a:moveTo>
                    <a:lnTo>
                      <a:pt x="40" y="24"/>
                    </a:lnTo>
                    <a:lnTo>
                      <a:pt x="36" y="25"/>
                    </a:lnTo>
                    <a:lnTo>
                      <a:pt x="29" y="29"/>
                    </a:lnTo>
                    <a:lnTo>
                      <a:pt x="27" y="32"/>
                    </a:lnTo>
                    <a:lnTo>
                      <a:pt x="22" y="40"/>
                    </a:lnTo>
                    <a:lnTo>
                      <a:pt x="21" y="44"/>
                    </a:lnTo>
                    <a:lnTo>
                      <a:pt x="21" y="54"/>
                    </a:lnTo>
                    <a:lnTo>
                      <a:pt x="23" y="59"/>
                    </a:lnTo>
                    <a:lnTo>
                      <a:pt x="31" y="69"/>
                    </a:lnTo>
                    <a:lnTo>
                      <a:pt x="36" y="72"/>
                    </a:lnTo>
                    <a:lnTo>
                      <a:pt x="47" y="72"/>
                    </a:lnTo>
                    <a:lnTo>
                      <a:pt x="51" y="71"/>
                    </a:lnTo>
                    <a:lnTo>
                      <a:pt x="55" y="69"/>
                    </a:lnTo>
                    <a:lnTo>
                      <a:pt x="41" y="69"/>
                    </a:lnTo>
                    <a:lnTo>
                      <a:pt x="37" y="66"/>
                    </a:lnTo>
                    <a:lnTo>
                      <a:pt x="32" y="57"/>
                    </a:lnTo>
                    <a:lnTo>
                      <a:pt x="31" y="51"/>
                    </a:lnTo>
                    <a:lnTo>
                      <a:pt x="31" y="40"/>
                    </a:lnTo>
                    <a:lnTo>
                      <a:pt x="31" y="37"/>
                    </a:lnTo>
                    <a:lnTo>
                      <a:pt x="33" y="32"/>
                    </a:lnTo>
                    <a:lnTo>
                      <a:pt x="35" y="30"/>
                    </a:lnTo>
                    <a:lnTo>
                      <a:pt x="37" y="29"/>
                    </a:lnTo>
                    <a:lnTo>
                      <a:pt x="42" y="27"/>
                    </a:lnTo>
                    <a:lnTo>
                      <a:pt x="56" y="27"/>
                    </a:lnTo>
                    <a:lnTo>
                      <a:pt x="56" y="26"/>
                    </a:lnTo>
                    <a:lnTo>
                      <a:pt x="5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1" name="Freeform 5417">
                <a:extLst>
                  <a:ext uri="{FF2B5EF4-FFF2-40B4-BE49-F238E27FC236}">
                    <a16:creationId xmlns:a16="http://schemas.microsoft.com/office/drawing/2014/main" id="{396348E4-08F1-F429-68A4-F05D190FB246}"/>
                  </a:ext>
                </a:extLst>
              </p:cNvPr>
              <p:cNvSpPr>
                <a:spLocks/>
              </p:cNvSpPr>
              <p:nvPr/>
            </p:nvSpPr>
            <p:spPr bwMode="auto">
              <a:xfrm>
                <a:off x="390" y="4584"/>
                <a:ext cx="211" cy="73"/>
              </a:xfrm>
              <a:custGeom>
                <a:avLst/>
                <a:gdLst>
                  <a:gd name="T0" fmla="+- 0 413 390"/>
                  <a:gd name="T1" fmla="*/ T0 w 211"/>
                  <a:gd name="T2" fmla="+- 0 4653 4584"/>
                  <a:gd name="T3" fmla="*/ 4653 h 73"/>
                  <a:gd name="T4" fmla="+- 0 390 390"/>
                  <a:gd name="T5" fmla="*/ T4 w 211"/>
                  <a:gd name="T6" fmla="+- 0 4653 4584"/>
                  <a:gd name="T7" fmla="*/ 4653 h 73"/>
                  <a:gd name="T8" fmla="+- 0 390 390"/>
                  <a:gd name="T9" fmla="*/ T8 w 211"/>
                  <a:gd name="T10" fmla="+- 0 4655 4584"/>
                  <a:gd name="T11" fmla="*/ 4655 h 73"/>
                  <a:gd name="T12" fmla="+- 0 413 390"/>
                  <a:gd name="T13" fmla="*/ T12 w 211"/>
                  <a:gd name="T14" fmla="+- 0 4655 4584"/>
                  <a:gd name="T15" fmla="*/ 4655 h 73"/>
                  <a:gd name="T16" fmla="+- 0 413 390"/>
                  <a:gd name="T17" fmla="*/ T16 w 211"/>
                  <a:gd name="T18" fmla="+- 0 4653 4584"/>
                  <a:gd name="T19" fmla="*/ 4653 h 73"/>
                </a:gdLst>
                <a:ahLst/>
                <a:cxnLst>
                  <a:cxn ang="0">
                    <a:pos x="T1" y="T3"/>
                  </a:cxn>
                  <a:cxn ang="0">
                    <a:pos x="T5" y="T7"/>
                  </a:cxn>
                  <a:cxn ang="0">
                    <a:pos x="T9" y="T11"/>
                  </a:cxn>
                  <a:cxn ang="0">
                    <a:pos x="T13" y="T15"/>
                  </a:cxn>
                  <a:cxn ang="0">
                    <a:pos x="T17" y="T19"/>
                  </a:cxn>
                </a:cxnLst>
                <a:rect l="0" t="0" r="r" b="b"/>
                <a:pathLst>
                  <a:path w="211" h="73">
                    <a:moveTo>
                      <a:pt x="23" y="69"/>
                    </a:moveTo>
                    <a:lnTo>
                      <a:pt x="0" y="69"/>
                    </a:lnTo>
                    <a:lnTo>
                      <a:pt x="0" y="71"/>
                    </a:lnTo>
                    <a:lnTo>
                      <a:pt x="23" y="71"/>
                    </a:lnTo>
                    <a:lnTo>
                      <a:pt x="23"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2" name="Freeform 5418">
                <a:extLst>
                  <a:ext uri="{FF2B5EF4-FFF2-40B4-BE49-F238E27FC236}">
                    <a16:creationId xmlns:a16="http://schemas.microsoft.com/office/drawing/2014/main" id="{C118A2D4-6D18-1AF2-6658-4DF8B401D8AB}"/>
                  </a:ext>
                </a:extLst>
              </p:cNvPr>
              <p:cNvSpPr>
                <a:spLocks/>
              </p:cNvSpPr>
              <p:nvPr/>
            </p:nvSpPr>
            <p:spPr bwMode="auto">
              <a:xfrm>
                <a:off x="390" y="4584"/>
                <a:ext cx="211" cy="73"/>
              </a:xfrm>
              <a:custGeom>
                <a:avLst/>
                <a:gdLst>
                  <a:gd name="T0" fmla="+- 0 405 390"/>
                  <a:gd name="T1" fmla="*/ T0 w 211"/>
                  <a:gd name="T2" fmla="+- 0 4591 4584"/>
                  <a:gd name="T3" fmla="*/ 4591 h 73"/>
                  <a:gd name="T4" fmla="+- 0 394 390"/>
                  <a:gd name="T5" fmla="*/ T4 w 211"/>
                  <a:gd name="T6" fmla="+- 0 4591 4584"/>
                  <a:gd name="T7" fmla="*/ 4591 h 73"/>
                  <a:gd name="T8" fmla="+- 0 396 390"/>
                  <a:gd name="T9" fmla="*/ T8 w 211"/>
                  <a:gd name="T10" fmla="+- 0 4591 4584"/>
                  <a:gd name="T11" fmla="*/ 4591 h 73"/>
                  <a:gd name="T12" fmla="+- 0 397 390"/>
                  <a:gd name="T13" fmla="*/ T12 w 211"/>
                  <a:gd name="T14" fmla="+- 0 4594 4584"/>
                  <a:gd name="T15" fmla="*/ 4594 h 73"/>
                  <a:gd name="T16" fmla="+- 0 397 390"/>
                  <a:gd name="T17" fmla="*/ T16 w 211"/>
                  <a:gd name="T18" fmla="+- 0 4595 4584"/>
                  <a:gd name="T19" fmla="*/ 4595 h 73"/>
                  <a:gd name="T20" fmla="+- 0 397 390"/>
                  <a:gd name="T21" fmla="*/ T20 w 211"/>
                  <a:gd name="T22" fmla="+- 0 4648 4584"/>
                  <a:gd name="T23" fmla="*/ 4648 h 73"/>
                  <a:gd name="T24" fmla="+- 0 397 390"/>
                  <a:gd name="T25" fmla="*/ T24 w 211"/>
                  <a:gd name="T26" fmla="+- 0 4649 4584"/>
                  <a:gd name="T27" fmla="*/ 4649 h 73"/>
                  <a:gd name="T28" fmla="+- 0 396 390"/>
                  <a:gd name="T29" fmla="*/ T28 w 211"/>
                  <a:gd name="T30" fmla="+- 0 4650 4584"/>
                  <a:gd name="T31" fmla="*/ 4650 h 73"/>
                  <a:gd name="T32" fmla="+- 0 395 390"/>
                  <a:gd name="T33" fmla="*/ T32 w 211"/>
                  <a:gd name="T34" fmla="+- 0 4652 4584"/>
                  <a:gd name="T35" fmla="*/ 4652 h 73"/>
                  <a:gd name="T36" fmla="+- 0 394 390"/>
                  <a:gd name="T37" fmla="*/ T36 w 211"/>
                  <a:gd name="T38" fmla="+- 0 4653 4584"/>
                  <a:gd name="T39" fmla="*/ 4653 h 73"/>
                  <a:gd name="T40" fmla="+- 0 392 390"/>
                  <a:gd name="T41" fmla="*/ T40 w 211"/>
                  <a:gd name="T42" fmla="+- 0 4653 4584"/>
                  <a:gd name="T43" fmla="*/ 4653 h 73"/>
                  <a:gd name="T44" fmla="+- 0 410 390"/>
                  <a:gd name="T45" fmla="*/ T44 w 211"/>
                  <a:gd name="T46" fmla="+- 0 4653 4584"/>
                  <a:gd name="T47" fmla="*/ 4653 h 73"/>
                  <a:gd name="T48" fmla="+- 0 409 390"/>
                  <a:gd name="T49" fmla="*/ T48 w 211"/>
                  <a:gd name="T50" fmla="+- 0 4653 4584"/>
                  <a:gd name="T51" fmla="*/ 4653 h 73"/>
                  <a:gd name="T52" fmla="+- 0 408 390"/>
                  <a:gd name="T53" fmla="*/ T52 w 211"/>
                  <a:gd name="T54" fmla="+- 0 4652 4584"/>
                  <a:gd name="T55" fmla="*/ 4652 h 73"/>
                  <a:gd name="T56" fmla="+- 0 406 390"/>
                  <a:gd name="T57" fmla="*/ T56 w 211"/>
                  <a:gd name="T58" fmla="+- 0 4650 4584"/>
                  <a:gd name="T59" fmla="*/ 4650 h 73"/>
                  <a:gd name="T60" fmla="+- 0 406 390"/>
                  <a:gd name="T61" fmla="*/ T60 w 211"/>
                  <a:gd name="T62" fmla="+- 0 4649 4584"/>
                  <a:gd name="T63" fmla="*/ 4649 h 73"/>
                  <a:gd name="T64" fmla="+- 0 405 390"/>
                  <a:gd name="T65" fmla="*/ T64 w 211"/>
                  <a:gd name="T66" fmla="+- 0 4591 4584"/>
                  <a:gd name="T67" fmla="*/ 4591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211" h="73">
                    <a:moveTo>
                      <a:pt x="15" y="7"/>
                    </a:moveTo>
                    <a:lnTo>
                      <a:pt x="4" y="7"/>
                    </a:lnTo>
                    <a:lnTo>
                      <a:pt x="6" y="7"/>
                    </a:lnTo>
                    <a:lnTo>
                      <a:pt x="7" y="10"/>
                    </a:lnTo>
                    <a:lnTo>
                      <a:pt x="7" y="11"/>
                    </a:lnTo>
                    <a:lnTo>
                      <a:pt x="7" y="64"/>
                    </a:lnTo>
                    <a:lnTo>
                      <a:pt x="7" y="65"/>
                    </a:lnTo>
                    <a:lnTo>
                      <a:pt x="6" y="66"/>
                    </a:lnTo>
                    <a:lnTo>
                      <a:pt x="5" y="68"/>
                    </a:lnTo>
                    <a:lnTo>
                      <a:pt x="4" y="69"/>
                    </a:lnTo>
                    <a:lnTo>
                      <a:pt x="2" y="69"/>
                    </a:lnTo>
                    <a:lnTo>
                      <a:pt x="20" y="69"/>
                    </a:lnTo>
                    <a:lnTo>
                      <a:pt x="19" y="69"/>
                    </a:lnTo>
                    <a:lnTo>
                      <a:pt x="18" y="68"/>
                    </a:lnTo>
                    <a:lnTo>
                      <a:pt x="16" y="66"/>
                    </a:lnTo>
                    <a:lnTo>
                      <a:pt x="16"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3" name="Freeform 5419">
                <a:extLst>
                  <a:ext uri="{FF2B5EF4-FFF2-40B4-BE49-F238E27FC236}">
                    <a16:creationId xmlns:a16="http://schemas.microsoft.com/office/drawing/2014/main" id="{1924920D-4835-9381-B576-C139760ED655}"/>
                  </a:ext>
                </a:extLst>
              </p:cNvPr>
              <p:cNvSpPr>
                <a:spLocks/>
              </p:cNvSpPr>
              <p:nvPr/>
            </p:nvSpPr>
            <p:spPr bwMode="auto">
              <a:xfrm>
                <a:off x="390" y="4584"/>
                <a:ext cx="211" cy="73"/>
              </a:xfrm>
              <a:custGeom>
                <a:avLst/>
                <a:gdLst>
                  <a:gd name="T0" fmla="+- 0 446 390"/>
                  <a:gd name="T1" fmla="*/ T0 w 211"/>
                  <a:gd name="T2" fmla="+- 0 4611 4584"/>
                  <a:gd name="T3" fmla="*/ 4611 h 73"/>
                  <a:gd name="T4" fmla="+- 0 436 390"/>
                  <a:gd name="T5" fmla="*/ T4 w 211"/>
                  <a:gd name="T6" fmla="+- 0 4611 4584"/>
                  <a:gd name="T7" fmla="*/ 4611 h 73"/>
                  <a:gd name="T8" fmla="+- 0 439 390"/>
                  <a:gd name="T9" fmla="*/ T8 w 211"/>
                  <a:gd name="T10" fmla="+- 0 4613 4584"/>
                  <a:gd name="T11" fmla="*/ 4613 h 73"/>
                  <a:gd name="T12" fmla="+- 0 444 390"/>
                  <a:gd name="T13" fmla="*/ T12 w 211"/>
                  <a:gd name="T14" fmla="+- 0 4620 4584"/>
                  <a:gd name="T15" fmla="*/ 4620 h 73"/>
                  <a:gd name="T16" fmla="+- 0 446 390"/>
                  <a:gd name="T17" fmla="*/ T16 w 211"/>
                  <a:gd name="T18" fmla="+- 0 4627 4584"/>
                  <a:gd name="T19" fmla="*/ 4627 h 73"/>
                  <a:gd name="T20" fmla="+- 0 446 390"/>
                  <a:gd name="T21" fmla="*/ T20 w 211"/>
                  <a:gd name="T22" fmla="+- 0 4641 4584"/>
                  <a:gd name="T23" fmla="*/ 4641 h 73"/>
                  <a:gd name="T24" fmla="+- 0 445 390"/>
                  <a:gd name="T25" fmla="*/ T24 w 211"/>
                  <a:gd name="T26" fmla="+- 0 4646 4584"/>
                  <a:gd name="T27" fmla="*/ 4646 h 73"/>
                  <a:gd name="T28" fmla="+- 0 441 390"/>
                  <a:gd name="T29" fmla="*/ T28 w 211"/>
                  <a:gd name="T30" fmla="+- 0 4651 4584"/>
                  <a:gd name="T31" fmla="*/ 4651 h 73"/>
                  <a:gd name="T32" fmla="+- 0 438 390"/>
                  <a:gd name="T33" fmla="*/ T32 w 211"/>
                  <a:gd name="T34" fmla="+- 0 4653 4584"/>
                  <a:gd name="T35" fmla="*/ 4653 h 73"/>
                  <a:gd name="T36" fmla="+- 0 445 390"/>
                  <a:gd name="T37" fmla="*/ T36 w 211"/>
                  <a:gd name="T38" fmla="+- 0 4653 4584"/>
                  <a:gd name="T39" fmla="*/ 4653 h 73"/>
                  <a:gd name="T40" fmla="+- 0 448 390"/>
                  <a:gd name="T41" fmla="*/ T40 w 211"/>
                  <a:gd name="T42" fmla="+- 0 4651 4584"/>
                  <a:gd name="T43" fmla="*/ 4651 h 73"/>
                  <a:gd name="T44" fmla="+- 0 451 390"/>
                  <a:gd name="T45" fmla="*/ T44 w 211"/>
                  <a:gd name="T46" fmla="+- 0 4648 4584"/>
                  <a:gd name="T47" fmla="*/ 4648 h 73"/>
                  <a:gd name="T48" fmla="+- 0 454 390"/>
                  <a:gd name="T49" fmla="*/ T48 w 211"/>
                  <a:gd name="T50" fmla="+- 0 4639 4584"/>
                  <a:gd name="T51" fmla="*/ 4639 h 73"/>
                  <a:gd name="T52" fmla="+- 0 455 390"/>
                  <a:gd name="T53" fmla="*/ T52 w 211"/>
                  <a:gd name="T54" fmla="+- 0 4635 4584"/>
                  <a:gd name="T55" fmla="*/ 4635 h 73"/>
                  <a:gd name="T56" fmla="+- 0 455 390"/>
                  <a:gd name="T57" fmla="*/ T56 w 211"/>
                  <a:gd name="T58" fmla="+- 0 4625 4584"/>
                  <a:gd name="T59" fmla="*/ 4625 h 73"/>
                  <a:gd name="T60" fmla="+- 0 454 390"/>
                  <a:gd name="T61" fmla="*/ T60 w 211"/>
                  <a:gd name="T62" fmla="+- 0 4620 4584"/>
                  <a:gd name="T63" fmla="*/ 4620 h 73"/>
                  <a:gd name="T64" fmla="+- 0 446 390"/>
                  <a:gd name="T65" fmla="*/ T64 w 211"/>
                  <a:gd name="T66" fmla="+- 0 4611 4584"/>
                  <a:gd name="T67" fmla="*/ 4611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211" h="73">
                    <a:moveTo>
                      <a:pt x="56" y="27"/>
                    </a:moveTo>
                    <a:lnTo>
                      <a:pt x="46" y="27"/>
                    </a:lnTo>
                    <a:lnTo>
                      <a:pt x="49" y="29"/>
                    </a:lnTo>
                    <a:lnTo>
                      <a:pt x="54" y="36"/>
                    </a:lnTo>
                    <a:lnTo>
                      <a:pt x="56" y="43"/>
                    </a:lnTo>
                    <a:lnTo>
                      <a:pt x="56" y="57"/>
                    </a:lnTo>
                    <a:lnTo>
                      <a:pt x="55" y="62"/>
                    </a:lnTo>
                    <a:lnTo>
                      <a:pt x="51" y="67"/>
                    </a:lnTo>
                    <a:lnTo>
                      <a:pt x="48" y="69"/>
                    </a:lnTo>
                    <a:lnTo>
                      <a:pt x="55" y="69"/>
                    </a:lnTo>
                    <a:lnTo>
                      <a:pt x="58" y="67"/>
                    </a:lnTo>
                    <a:lnTo>
                      <a:pt x="61" y="64"/>
                    </a:lnTo>
                    <a:lnTo>
                      <a:pt x="64" y="55"/>
                    </a:lnTo>
                    <a:lnTo>
                      <a:pt x="65" y="51"/>
                    </a:lnTo>
                    <a:lnTo>
                      <a:pt x="65" y="41"/>
                    </a:lnTo>
                    <a:lnTo>
                      <a:pt x="64" y="36"/>
                    </a:lnTo>
                    <a:lnTo>
                      <a:pt x="56"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4" name="Freeform 5420">
                <a:extLst>
                  <a:ext uri="{FF2B5EF4-FFF2-40B4-BE49-F238E27FC236}">
                    <a16:creationId xmlns:a16="http://schemas.microsoft.com/office/drawing/2014/main" id="{3538CA17-038C-9296-7486-9D4C645BF37E}"/>
                  </a:ext>
                </a:extLst>
              </p:cNvPr>
              <p:cNvSpPr>
                <a:spLocks/>
              </p:cNvSpPr>
              <p:nvPr/>
            </p:nvSpPr>
            <p:spPr bwMode="auto">
              <a:xfrm>
                <a:off x="390" y="4584"/>
                <a:ext cx="211" cy="73"/>
              </a:xfrm>
              <a:custGeom>
                <a:avLst/>
                <a:gdLst>
                  <a:gd name="T0" fmla="+- 0 405 390"/>
                  <a:gd name="T1" fmla="*/ T0 w 211"/>
                  <a:gd name="T2" fmla="+- 0 4584 4584"/>
                  <a:gd name="T3" fmla="*/ 4584 h 73"/>
                  <a:gd name="T4" fmla="+- 0 403 390"/>
                  <a:gd name="T5" fmla="*/ T4 w 211"/>
                  <a:gd name="T6" fmla="+- 0 4584 4584"/>
                  <a:gd name="T7" fmla="*/ 4584 h 73"/>
                  <a:gd name="T8" fmla="+- 0 390 390"/>
                  <a:gd name="T9" fmla="*/ T8 w 211"/>
                  <a:gd name="T10" fmla="+- 0 4590 4584"/>
                  <a:gd name="T11" fmla="*/ 4590 h 73"/>
                  <a:gd name="T12" fmla="+- 0 390 390"/>
                  <a:gd name="T13" fmla="*/ T12 w 211"/>
                  <a:gd name="T14" fmla="+- 0 4591 4584"/>
                  <a:gd name="T15" fmla="*/ 4591 h 73"/>
                  <a:gd name="T16" fmla="+- 0 394 390"/>
                  <a:gd name="T17" fmla="*/ T16 w 211"/>
                  <a:gd name="T18" fmla="+- 0 4591 4584"/>
                  <a:gd name="T19" fmla="*/ 4591 h 73"/>
                  <a:gd name="T20" fmla="+- 0 405 390"/>
                  <a:gd name="T21" fmla="*/ T20 w 211"/>
                  <a:gd name="T22" fmla="+- 0 4591 4584"/>
                  <a:gd name="T23" fmla="*/ 4591 h 73"/>
                  <a:gd name="T24" fmla="+- 0 405 390"/>
                  <a:gd name="T25" fmla="*/ T24 w 211"/>
                  <a:gd name="T26" fmla="+- 0 4584 4584"/>
                  <a:gd name="T27" fmla="*/ 4584 h 73"/>
                </a:gdLst>
                <a:ahLst/>
                <a:cxnLst>
                  <a:cxn ang="0">
                    <a:pos x="T1" y="T3"/>
                  </a:cxn>
                  <a:cxn ang="0">
                    <a:pos x="T5" y="T7"/>
                  </a:cxn>
                  <a:cxn ang="0">
                    <a:pos x="T9" y="T11"/>
                  </a:cxn>
                  <a:cxn ang="0">
                    <a:pos x="T13" y="T15"/>
                  </a:cxn>
                  <a:cxn ang="0">
                    <a:pos x="T17" y="T19"/>
                  </a:cxn>
                  <a:cxn ang="0">
                    <a:pos x="T21" y="T23"/>
                  </a:cxn>
                  <a:cxn ang="0">
                    <a:pos x="T25" y="T27"/>
                  </a:cxn>
                </a:cxnLst>
                <a:rect l="0" t="0" r="r" b="b"/>
                <a:pathLst>
                  <a:path w="211" h="73">
                    <a:moveTo>
                      <a:pt x="15" y="0"/>
                    </a:moveTo>
                    <a:lnTo>
                      <a:pt x="13" y="0"/>
                    </a:lnTo>
                    <a:lnTo>
                      <a:pt x="0" y="6"/>
                    </a:lnTo>
                    <a:lnTo>
                      <a:pt x="0" y="7"/>
                    </a:lnTo>
                    <a:lnTo>
                      <a:pt x="4" y="7"/>
                    </a:lnTo>
                    <a:lnTo>
                      <a:pt x="15" y="7"/>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5" name="Freeform 5421">
                <a:extLst>
                  <a:ext uri="{FF2B5EF4-FFF2-40B4-BE49-F238E27FC236}">
                    <a16:creationId xmlns:a16="http://schemas.microsoft.com/office/drawing/2014/main" id="{12B7AFBF-4F10-CB9B-CDAD-8C7ED447396B}"/>
                  </a:ext>
                </a:extLst>
              </p:cNvPr>
              <p:cNvSpPr>
                <a:spLocks/>
              </p:cNvSpPr>
              <p:nvPr/>
            </p:nvSpPr>
            <p:spPr bwMode="auto">
              <a:xfrm>
                <a:off x="390" y="4584"/>
                <a:ext cx="211" cy="73"/>
              </a:xfrm>
              <a:custGeom>
                <a:avLst/>
                <a:gdLst>
                  <a:gd name="T0" fmla="+- 0 494 390"/>
                  <a:gd name="T1" fmla="*/ T0 w 211"/>
                  <a:gd name="T2" fmla="+- 0 4608 4584"/>
                  <a:gd name="T3" fmla="*/ 4608 h 73"/>
                  <a:gd name="T4" fmla="+- 0 483 390"/>
                  <a:gd name="T5" fmla="*/ T4 w 211"/>
                  <a:gd name="T6" fmla="+- 0 4608 4584"/>
                  <a:gd name="T7" fmla="*/ 4608 h 73"/>
                  <a:gd name="T8" fmla="+- 0 480 390"/>
                  <a:gd name="T9" fmla="*/ T8 w 211"/>
                  <a:gd name="T10" fmla="+- 0 4609 4584"/>
                  <a:gd name="T11" fmla="*/ 4609 h 73"/>
                  <a:gd name="T12" fmla="+- 0 473 390"/>
                  <a:gd name="T13" fmla="*/ T12 w 211"/>
                  <a:gd name="T14" fmla="+- 0 4613 4584"/>
                  <a:gd name="T15" fmla="*/ 4613 h 73"/>
                  <a:gd name="T16" fmla="+- 0 470 390"/>
                  <a:gd name="T17" fmla="*/ T16 w 211"/>
                  <a:gd name="T18" fmla="+- 0 4616 4584"/>
                  <a:gd name="T19" fmla="*/ 4616 h 73"/>
                  <a:gd name="T20" fmla="+- 0 466 390"/>
                  <a:gd name="T21" fmla="*/ T20 w 211"/>
                  <a:gd name="T22" fmla="+- 0 4624 4584"/>
                  <a:gd name="T23" fmla="*/ 4624 h 73"/>
                  <a:gd name="T24" fmla="+- 0 465 390"/>
                  <a:gd name="T25" fmla="*/ T24 w 211"/>
                  <a:gd name="T26" fmla="+- 0 4628 4584"/>
                  <a:gd name="T27" fmla="*/ 4628 h 73"/>
                  <a:gd name="T28" fmla="+- 0 465 390"/>
                  <a:gd name="T29" fmla="*/ T28 w 211"/>
                  <a:gd name="T30" fmla="+- 0 4638 4584"/>
                  <a:gd name="T31" fmla="*/ 4638 h 73"/>
                  <a:gd name="T32" fmla="+- 0 467 390"/>
                  <a:gd name="T33" fmla="*/ T32 w 211"/>
                  <a:gd name="T34" fmla="+- 0 4643 4584"/>
                  <a:gd name="T35" fmla="*/ 4643 h 73"/>
                  <a:gd name="T36" fmla="+- 0 474 390"/>
                  <a:gd name="T37" fmla="*/ T36 w 211"/>
                  <a:gd name="T38" fmla="+- 0 4653 4584"/>
                  <a:gd name="T39" fmla="*/ 4653 h 73"/>
                  <a:gd name="T40" fmla="+- 0 480 390"/>
                  <a:gd name="T41" fmla="*/ T40 w 211"/>
                  <a:gd name="T42" fmla="+- 0 4656 4584"/>
                  <a:gd name="T43" fmla="*/ 4656 h 73"/>
                  <a:gd name="T44" fmla="+- 0 491 390"/>
                  <a:gd name="T45" fmla="*/ T44 w 211"/>
                  <a:gd name="T46" fmla="+- 0 4656 4584"/>
                  <a:gd name="T47" fmla="*/ 4656 h 73"/>
                  <a:gd name="T48" fmla="+- 0 495 390"/>
                  <a:gd name="T49" fmla="*/ T48 w 211"/>
                  <a:gd name="T50" fmla="+- 0 4655 4584"/>
                  <a:gd name="T51" fmla="*/ 4655 h 73"/>
                  <a:gd name="T52" fmla="+- 0 498 390"/>
                  <a:gd name="T53" fmla="*/ T52 w 211"/>
                  <a:gd name="T54" fmla="+- 0 4653 4584"/>
                  <a:gd name="T55" fmla="*/ 4653 h 73"/>
                  <a:gd name="T56" fmla="+- 0 484 390"/>
                  <a:gd name="T57" fmla="*/ T56 w 211"/>
                  <a:gd name="T58" fmla="+- 0 4653 4584"/>
                  <a:gd name="T59" fmla="*/ 4653 h 73"/>
                  <a:gd name="T60" fmla="+- 0 481 390"/>
                  <a:gd name="T61" fmla="*/ T60 w 211"/>
                  <a:gd name="T62" fmla="+- 0 4650 4584"/>
                  <a:gd name="T63" fmla="*/ 4650 h 73"/>
                  <a:gd name="T64" fmla="+- 0 476 390"/>
                  <a:gd name="T65" fmla="*/ T64 w 211"/>
                  <a:gd name="T66" fmla="+- 0 4641 4584"/>
                  <a:gd name="T67" fmla="*/ 4641 h 73"/>
                  <a:gd name="T68" fmla="+- 0 474 390"/>
                  <a:gd name="T69" fmla="*/ T68 w 211"/>
                  <a:gd name="T70" fmla="+- 0 4635 4584"/>
                  <a:gd name="T71" fmla="*/ 4635 h 73"/>
                  <a:gd name="T72" fmla="+- 0 474 390"/>
                  <a:gd name="T73" fmla="*/ T72 w 211"/>
                  <a:gd name="T74" fmla="+- 0 4624 4584"/>
                  <a:gd name="T75" fmla="*/ 4624 h 73"/>
                  <a:gd name="T76" fmla="+- 0 475 390"/>
                  <a:gd name="T77" fmla="*/ T76 w 211"/>
                  <a:gd name="T78" fmla="+- 0 4621 4584"/>
                  <a:gd name="T79" fmla="*/ 4621 h 73"/>
                  <a:gd name="T80" fmla="+- 0 477 390"/>
                  <a:gd name="T81" fmla="*/ T80 w 211"/>
                  <a:gd name="T82" fmla="+- 0 4616 4584"/>
                  <a:gd name="T83" fmla="*/ 4616 h 73"/>
                  <a:gd name="T84" fmla="+- 0 478 390"/>
                  <a:gd name="T85" fmla="*/ T84 w 211"/>
                  <a:gd name="T86" fmla="+- 0 4614 4584"/>
                  <a:gd name="T87" fmla="*/ 4614 h 73"/>
                  <a:gd name="T88" fmla="+- 0 480 390"/>
                  <a:gd name="T89" fmla="*/ T88 w 211"/>
                  <a:gd name="T90" fmla="+- 0 4613 4584"/>
                  <a:gd name="T91" fmla="*/ 4613 h 73"/>
                  <a:gd name="T92" fmla="+- 0 485 390"/>
                  <a:gd name="T93" fmla="*/ T92 w 211"/>
                  <a:gd name="T94" fmla="+- 0 4611 4584"/>
                  <a:gd name="T95" fmla="*/ 4611 h 73"/>
                  <a:gd name="T96" fmla="+- 0 500 390"/>
                  <a:gd name="T97" fmla="*/ T96 w 211"/>
                  <a:gd name="T98" fmla="+- 0 4611 4584"/>
                  <a:gd name="T99" fmla="*/ 4611 h 73"/>
                  <a:gd name="T100" fmla="+- 0 499 390"/>
                  <a:gd name="T101" fmla="*/ T100 w 211"/>
                  <a:gd name="T102" fmla="+- 0 4610 4584"/>
                  <a:gd name="T103" fmla="*/ 4610 h 73"/>
                  <a:gd name="T104" fmla="+- 0 494 390"/>
                  <a:gd name="T105" fmla="*/ T104 w 211"/>
                  <a:gd name="T106" fmla="+- 0 4608 4584"/>
                  <a:gd name="T107" fmla="*/ 4608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211" h="73">
                    <a:moveTo>
                      <a:pt x="104" y="24"/>
                    </a:moveTo>
                    <a:lnTo>
                      <a:pt x="93" y="24"/>
                    </a:lnTo>
                    <a:lnTo>
                      <a:pt x="90" y="25"/>
                    </a:lnTo>
                    <a:lnTo>
                      <a:pt x="83" y="29"/>
                    </a:lnTo>
                    <a:lnTo>
                      <a:pt x="80" y="32"/>
                    </a:lnTo>
                    <a:lnTo>
                      <a:pt x="76" y="40"/>
                    </a:lnTo>
                    <a:lnTo>
                      <a:pt x="75" y="44"/>
                    </a:lnTo>
                    <a:lnTo>
                      <a:pt x="75" y="54"/>
                    </a:lnTo>
                    <a:lnTo>
                      <a:pt x="77" y="59"/>
                    </a:lnTo>
                    <a:lnTo>
                      <a:pt x="84" y="69"/>
                    </a:lnTo>
                    <a:lnTo>
                      <a:pt x="90" y="72"/>
                    </a:lnTo>
                    <a:lnTo>
                      <a:pt x="101" y="72"/>
                    </a:lnTo>
                    <a:lnTo>
                      <a:pt x="105" y="71"/>
                    </a:lnTo>
                    <a:lnTo>
                      <a:pt x="108" y="69"/>
                    </a:lnTo>
                    <a:lnTo>
                      <a:pt x="94" y="69"/>
                    </a:lnTo>
                    <a:lnTo>
                      <a:pt x="91" y="66"/>
                    </a:lnTo>
                    <a:lnTo>
                      <a:pt x="86" y="57"/>
                    </a:lnTo>
                    <a:lnTo>
                      <a:pt x="84" y="51"/>
                    </a:lnTo>
                    <a:lnTo>
                      <a:pt x="84" y="40"/>
                    </a:lnTo>
                    <a:lnTo>
                      <a:pt x="85" y="37"/>
                    </a:lnTo>
                    <a:lnTo>
                      <a:pt x="87" y="32"/>
                    </a:lnTo>
                    <a:lnTo>
                      <a:pt x="88" y="30"/>
                    </a:lnTo>
                    <a:lnTo>
                      <a:pt x="90" y="29"/>
                    </a:lnTo>
                    <a:lnTo>
                      <a:pt x="95" y="27"/>
                    </a:lnTo>
                    <a:lnTo>
                      <a:pt x="110" y="27"/>
                    </a:lnTo>
                    <a:lnTo>
                      <a:pt x="109" y="26"/>
                    </a:lnTo>
                    <a:lnTo>
                      <a:pt x="10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6" name="Freeform 5422">
                <a:extLst>
                  <a:ext uri="{FF2B5EF4-FFF2-40B4-BE49-F238E27FC236}">
                    <a16:creationId xmlns:a16="http://schemas.microsoft.com/office/drawing/2014/main" id="{74AD6D2C-55ED-E67D-A6F6-EF53894BFDFC}"/>
                  </a:ext>
                </a:extLst>
              </p:cNvPr>
              <p:cNvSpPr>
                <a:spLocks/>
              </p:cNvSpPr>
              <p:nvPr/>
            </p:nvSpPr>
            <p:spPr bwMode="auto">
              <a:xfrm>
                <a:off x="390" y="4584"/>
                <a:ext cx="211" cy="73"/>
              </a:xfrm>
              <a:custGeom>
                <a:avLst/>
                <a:gdLst>
                  <a:gd name="T0" fmla="+- 0 500 390"/>
                  <a:gd name="T1" fmla="*/ T0 w 211"/>
                  <a:gd name="T2" fmla="+- 0 4611 4584"/>
                  <a:gd name="T3" fmla="*/ 4611 h 73"/>
                  <a:gd name="T4" fmla="+- 0 489 390"/>
                  <a:gd name="T5" fmla="*/ T4 w 211"/>
                  <a:gd name="T6" fmla="+- 0 4611 4584"/>
                  <a:gd name="T7" fmla="*/ 4611 h 73"/>
                  <a:gd name="T8" fmla="+- 0 492 390"/>
                  <a:gd name="T9" fmla="*/ T8 w 211"/>
                  <a:gd name="T10" fmla="+- 0 4613 4584"/>
                  <a:gd name="T11" fmla="*/ 4613 h 73"/>
                  <a:gd name="T12" fmla="+- 0 498 390"/>
                  <a:gd name="T13" fmla="*/ T12 w 211"/>
                  <a:gd name="T14" fmla="+- 0 4620 4584"/>
                  <a:gd name="T15" fmla="*/ 4620 h 73"/>
                  <a:gd name="T16" fmla="+- 0 500 390"/>
                  <a:gd name="T17" fmla="*/ T16 w 211"/>
                  <a:gd name="T18" fmla="+- 0 4627 4584"/>
                  <a:gd name="T19" fmla="*/ 4627 h 73"/>
                  <a:gd name="T20" fmla="+- 0 500 390"/>
                  <a:gd name="T21" fmla="*/ T20 w 211"/>
                  <a:gd name="T22" fmla="+- 0 4641 4584"/>
                  <a:gd name="T23" fmla="*/ 4641 h 73"/>
                  <a:gd name="T24" fmla="+- 0 499 390"/>
                  <a:gd name="T25" fmla="*/ T24 w 211"/>
                  <a:gd name="T26" fmla="+- 0 4646 4584"/>
                  <a:gd name="T27" fmla="*/ 4646 h 73"/>
                  <a:gd name="T28" fmla="+- 0 494 390"/>
                  <a:gd name="T29" fmla="*/ T28 w 211"/>
                  <a:gd name="T30" fmla="+- 0 4651 4584"/>
                  <a:gd name="T31" fmla="*/ 4651 h 73"/>
                  <a:gd name="T32" fmla="+- 0 492 390"/>
                  <a:gd name="T33" fmla="*/ T32 w 211"/>
                  <a:gd name="T34" fmla="+- 0 4653 4584"/>
                  <a:gd name="T35" fmla="*/ 4653 h 73"/>
                  <a:gd name="T36" fmla="+- 0 498 390"/>
                  <a:gd name="T37" fmla="*/ T36 w 211"/>
                  <a:gd name="T38" fmla="+- 0 4653 4584"/>
                  <a:gd name="T39" fmla="*/ 4653 h 73"/>
                  <a:gd name="T40" fmla="+- 0 501 390"/>
                  <a:gd name="T41" fmla="*/ T40 w 211"/>
                  <a:gd name="T42" fmla="+- 0 4651 4584"/>
                  <a:gd name="T43" fmla="*/ 4651 h 73"/>
                  <a:gd name="T44" fmla="+- 0 504 390"/>
                  <a:gd name="T45" fmla="*/ T44 w 211"/>
                  <a:gd name="T46" fmla="+- 0 4648 4584"/>
                  <a:gd name="T47" fmla="*/ 4648 h 73"/>
                  <a:gd name="T48" fmla="+- 0 508 390"/>
                  <a:gd name="T49" fmla="*/ T48 w 211"/>
                  <a:gd name="T50" fmla="+- 0 4639 4584"/>
                  <a:gd name="T51" fmla="*/ 4639 h 73"/>
                  <a:gd name="T52" fmla="+- 0 509 390"/>
                  <a:gd name="T53" fmla="*/ T52 w 211"/>
                  <a:gd name="T54" fmla="+- 0 4635 4584"/>
                  <a:gd name="T55" fmla="*/ 4635 h 73"/>
                  <a:gd name="T56" fmla="+- 0 509 390"/>
                  <a:gd name="T57" fmla="*/ T56 w 211"/>
                  <a:gd name="T58" fmla="+- 0 4625 4584"/>
                  <a:gd name="T59" fmla="*/ 4625 h 73"/>
                  <a:gd name="T60" fmla="+- 0 507 390"/>
                  <a:gd name="T61" fmla="*/ T60 w 211"/>
                  <a:gd name="T62" fmla="+- 0 4620 4584"/>
                  <a:gd name="T63" fmla="*/ 4620 h 73"/>
                  <a:gd name="T64" fmla="+- 0 500 390"/>
                  <a:gd name="T65" fmla="*/ T64 w 211"/>
                  <a:gd name="T66" fmla="+- 0 4611 4584"/>
                  <a:gd name="T67" fmla="*/ 4611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211" h="73">
                    <a:moveTo>
                      <a:pt x="110" y="27"/>
                    </a:moveTo>
                    <a:lnTo>
                      <a:pt x="99" y="27"/>
                    </a:lnTo>
                    <a:lnTo>
                      <a:pt x="102" y="29"/>
                    </a:lnTo>
                    <a:lnTo>
                      <a:pt x="108" y="36"/>
                    </a:lnTo>
                    <a:lnTo>
                      <a:pt x="110" y="43"/>
                    </a:lnTo>
                    <a:lnTo>
                      <a:pt x="110" y="57"/>
                    </a:lnTo>
                    <a:lnTo>
                      <a:pt x="109" y="62"/>
                    </a:lnTo>
                    <a:lnTo>
                      <a:pt x="104" y="67"/>
                    </a:lnTo>
                    <a:lnTo>
                      <a:pt x="102" y="69"/>
                    </a:lnTo>
                    <a:lnTo>
                      <a:pt x="108" y="69"/>
                    </a:lnTo>
                    <a:lnTo>
                      <a:pt x="111" y="67"/>
                    </a:lnTo>
                    <a:lnTo>
                      <a:pt x="114" y="64"/>
                    </a:lnTo>
                    <a:lnTo>
                      <a:pt x="118" y="55"/>
                    </a:lnTo>
                    <a:lnTo>
                      <a:pt x="119" y="51"/>
                    </a:lnTo>
                    <a:lnTo>
                      <a:pt x="119" y="41"/>
                    </a:lnTo>
                    <a:lnTo>
                      <a:pt x="117" y="36"/>
                    </a:lnTo>
                    <a:lnTo>
                      <a:pt x="11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7" name="Freeform 5423">
                <a:extLst>
                  <a:ext uri="{FF2B5EF4-FFF2-40B4-BE49-F238E27FC236}">
                    <a16:creationId xmlns:a16="http://schemas.microsoft.com/office/drawing/2014/main" id="{009FE6FC-B838-0E2B-779C-E5C3B9451983}"/>
                  </a:ext>
                </a:extLst>
              </p:cNvPr>
              <p:cNvSpPr>
                <a:spLocks/>
              </p:cNvSpPr>
              <p:nvPr/>
            </p:nvSpPr>
            <p:spPr bwMode="auto">
              <a:xfrm>
                <a:off x="390" y="4584"/>
                <a:ext cx="211" cy="73"/>
              </a:xfrm>
              <a:custGeom>
                <a:avLst/>
                <a:gdLst>
                  <a:gd name="T0" fmla="+- 0 544 390"/>
                  <a:gd name="T1" fmla="*/ T0 w 211"/>
                  <a:gd name="T2" fmla="+- 0 4654 4584"/>
                  <a:gd name="T3" fmla="*/ 4654 h 73"/>
                  <a:gd name="T4" fmla="+- 0 524 390"/>
                  <a:gd name="T5" fmla="*/ T4 w 211"/>
                  <a:gd name="T6" fmla="+- 0 4654 4584"/>
                  <a:gd name="T7" fmla="*/ 4654 h 73"/>
                  <a:gd name="T8" fmla="+- 0 526 390"/>
                  <a:gd name="T9" fmla="*/ T8 w 211"/>
                  <a:gd name="T10" fmla="+- 0 4655 4584"/>
                  <a:gd name="T11" fmla="*/ 4655 h 73"/>
                  <a:gd name="T12" fmla="+- 0 530 390"/>
                  <a:gd name="T13" fmla="*/ T12 w 211"/>
                  <a:gd name="T14" fmla="+- 0 4656 4584"/>
                  <a:gd name="T15" fmla="*/ 4656 h 73"/>
                  <a:gd name="T16" fmla="+- 0 533 390"/>
                  <a:gd name="T17" fmla="*/ T16 w 211"/>
                  <a:gd name="T18" fmla="+- 0 4656 4584"/>
                  <a:gd name="T19" fmla="*/ 4656 h 73"/>
                  <a:gd name="T20" fmla="+- 0 540 390"/>
                  <a:gd name="T21" fmla="*/ T20 w 211"/>
                  <a:gd name="T22" fmla="+- 0 4656 4584"/>
                  <a:gd name="T23" fmla="*/ 4656 h 73"/>
                  <a:gd name="T24" fmla="+- 0 543 390"/>
                  <a:gd name="T25" fmla="*/ T24 w 211"/>
                  <a:gd name="T26" fmla="+- 0 4655 4584"/>
                  <a:gd name="T27" fmla="*/ 4655 h 73"/>
                  <a:gd name="T28" fmla="+- 0 544 390"/>
                  <a:gd name="T29" fmla="*/ T28 w 211"/>
                  <a:gd name="T30" fmla="+- 0 4654 4584"/>
                  <a:gd name="T31" fmla="*/ 4654 h 73"/>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11" h="73">
                    <a:moveTo>
                      <a:pt x="154" y="70"/>
                    </a:moveTo>
                    <a:lnTo>
                      <a:pt x="134" y="70"/>
                    </a:lnTo>
                    <a:lnTo>
                      <a:pt x="136" y="71"/>
                    </a:lnTo>
                    <a:lnTo>
                      <a:pt x="140" y="72"/>
                    </a:lnTo>
                    <a:lnTo>
                      <a:pt x="143" y="72"/>
                    </a:lnTo>
                    <a:lnTo>
                      <a:pt x="150" y="72"/>
                    </a:lnTo>
                    <a:lnTo>
                      <a:pt x="153" y="71"/>
                    </a:lnTo>
                    <a:lnTo>
                      <a:pt x="154"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8" name="Freeform 5424">
                <a:extLst>
                  <a:ext uri="{FF2B5EF4-FFF2-40B4-BE49-F238E27FC236}">
                    <a16:creationId xmlns:a16="http://schemas.microsoft.com/office/drawing/2014/main" id="{F7B60323-F944-68ED-64E7-FC8F3CEF9097}"/>
                  </a:ext>
                </a:extLst>
              </p:cNvPr>
              <p:cNvSpPr>
                <a:spLocks/>
              </p:cNvSpPr>
              <p:nvPr/>
            </p:nvSpPr>
            <p:spPr bwMode="auto">
              <a:xfrm>
                <a:off x="390" y="4584"/>
                <a:ext cx="211" cy="73"/>
              </a:xfrm>
              <a:custGeom>
                <a:avLst/>
                <a:gdLst>
                  <a:gd name="T0" fmla="+- 0 522 390"/>
                  <a:gd name="T1" fmla="*/ T0 w 211"/>
                  <a:gd name="T2" fmla="+- 0 4639 4584"/>
                  <a:gd name="T3" fmla="*/ 4639 h 73"/>
                  <a:gd name="T4" fmla="+- 0 520 390"/>
                  <a:gd name="T5" fmla="*/ T4 w 211"/>
                  <a:gd name="T6" fmla="+- 0 4639 4584"/>
                  <a:gd name="T7" fmla="*/ 4639 h 73"/>
                  <a:gd name="T8" fmla="+- 0 520 390"/>
                  <a:gd name="T9" fmla="*/ T8 w 211"/>
                  <a:gd name="T10" fmla="+- 0 4655 4584"/>
                  <a:gd name="T11" fmla="*/ 4655 h 73"/>
                  <a:gd name="T12" fmla="+- 0 522 390"/>
                  <a:gd name="T13" fmla="*/ T12 w 211"/>
                  <a:gd name="T14" fmla="+- 0 4655 4584"/>
                  <a:gd name="T15" fmla="*/ 4655 h 73"/>
                  <a:gd name="T16" fmla="+- 0 524 390"/>
                  <a:gd name="T17" fmla="*/ T16 w 211"/>
                  <a:gd name="T18" fmla="+- 0 4654 4584"/>
                  <a:gd name="T19" fmla="*/ 4654 h 73"/>
                  <a:gd name="T20" fmla="+- 0 544 390"/>
                  <a:gd name="T21" fmla="*/ T20 w 211"/>
                  <a:gd name="T22" fmla="+- 0 4654 4584"/>
                  <a:gd name="T23" fmla="*/ 4654 h 73"/>
                  <a:gd name="T24" fmla="+- 0 545 390"/>
                  <a:gd name="T25" fmla="*/ T24 w 211"/>
                  <a:gd name="T26" fmla="+- 0 4653 4584"/>
                  <a:gd name="T27" fmla="*/ 4653 h 73"/>
                  <a:gd name="T28" fmla="+- 0 533 390"/>
                  <a:gd name="T29" fmla="*/ T28 w 211"/>
                  <a:gd name="T30" fmla="+- 0 4653 4584"/>
                  <a:gd name="T31" fmla="*/ 4653 h 73"/>
                  <a:gd name="T32" fmla="+- 0 530 390"/>
                  <a:gd name="T33" fmla="*/ T32 w 211"/>
                  <a:gd name="T34" fmla="+- 0 4652 4584"/>
                  <a:gd name="T35" fmla="*/ 4652 h 73"/>
                  <a:gd name="T36" fmla="+- 0 525 390"/>
                  <a:gd name="T37" fmla="*/ T36 w 211"/>
                  <a:gd name="T38" fmla="+- 0 4647 4584"/>
                  <a:gd name="T39" fmla="*/ 4647 h 73"/>
                  <a:gd name="T40" fmla="+- 0 523 390"/>
                  <a:gd name="T41" fmla="*/ T40 w 211"/>
                  <a:gd name="T42" fmla="+- 0 4644 4584"/>
                  <a:gd name="T43" fmla="*/ 4644 h 73"/>
                  <a:gd name="T44" fmla="+- 0 522 390"/>
                  <a:gd name="T45" fmla="*/ T44 w 211"/>
                  <a:gd name="T46" fmla="+- 0 4639 4584"/>
                  <a:gd name="T47" fmla="*/ 4639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211" h="73">
                    <a:moveTo>
                      <a:pt x="132" y="55"/>
                    </a:moveTo>
                    <a:lnTo>
                      <a:pt x="130" y="55"/>
                    </a:lnTo>
                    <a:lnTo>
                      <a:pt x="130" y="71"/>
                    </a:lnTo>
                    <a:lnTo>
                      <a:pt x="132" y="71"/>
                    </a:lnTo>
                    <a:lnTo>
                      <a:pt x="134" y="70"/>
                    </a:lnTo>
                    <a:lnTo>
                      <a:pt x="154" y="70"/>
                    </a:lnTo>
                    <a:lnTo>
                      <a:pt x="155" y="69"/>
                    </a:lnTo>
                    <a:lnTo>
                      <a:pt x="143" y="69"/>
                    </a:lnTo>
                    <a:lnTo>
                      <a:pt x="140" y="68"/>
                    </a:lnTo>
                    <a:lnTo>
                      <a:pt x="135" y="63"/>
                    </a:lnTo>
                    <a:lnTo>
                      <a:pt x="133" y="60"/>
                    </a:lnTo>
                    <a:lnTo>
                      <a:pt x="132"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49" name="Freeform 5425">
                <a:extLst>
                  <a:ext uri="{FF2B5EF4-FFF2-40B4-BE49-F238E27FC236}">
                    <a16:creationId xmlns:a16="http://schemas.microsoft.com/office/drawing/2014/main" id="{48591BF3-EDF4-321B-5E32-229B3073C02C}"/>
                  </a:ext>
                </a:extLst>
              </p:cNvPr>
              <p:cNvSpPr>
                <a:spLocks/>
              </p:cNvSpPr>
              <p:nvPr/>
            </p:nvSpPr>
            <p:spPr bwMode="auto">
              <a:xfrm>
                <a:off x="390" y="4584"/>
                <a:ext cx="211" cy="73"/>
              </a:xfrm>
              <a:custGeom>
                <a:avLst/>
                <a:gdLst>
                  <a:gd name="T0" fmla="+- 0 536 390"/>
                  <a:gd name="T1" fmla="*/ T0 w 211"/>
                  <a:gd name="T2" fmla="+- 0 4608 4584"/>
                  <a:gd name="T3" fmla="*/ 4608 h 73"/>
                  <a:gd name="T4" fmla="+- 0 530 390"/>
                  <a:gd name="T5" fmla="*/ T4 w 211"/>
                  <a:gd name="T6" fmla="+- 0 4608 4584"/>
                  <a:gd name="T7" fmla="*/ 4608 h 73"/>
                  <a:gd name="T8" fmla="+- 0 526 390"/>
                  <a:gd name="T9" fmla="*/ T8 w 211"/>
                  <a:gd name="T10" fmla="+- 0 4609 4584"/>
                  <a:gd name="T11" fmla="*/ 4609 h 73"/>
                  <a:gd name="T12" fmla="+- 0 521 390"/>
                  <a:gd name="T13" fmla="*/ T12 w 211"/>
                  <a:gd name="T14" fmla="+- 0 4614 4584"/>
                  <a:gd name="T15" fmla="*/ 4614 h 73"/>
                  <a:gd name="T16" fmla="+- 0 520 390"/>
                  <a:gd name="T17" fmla="*/ T16 w 211"/>
                  <a:gd name="T18" fmla="+- 0 4617 4584"/>
                  <a:gd name="T19" fmla="*/ 4617 h 73"/>
                  <a:gd name="T20" fmla="+- 0 520 390"/>
                  <a:gd name="T21" fmla="*/ T20 w 211"/>
                  <a:gd name="T22" fmla="+- 0 4624 4584"/>
                  <a:gd name="T23" fmla="*/ 4624 h 73"/>
                  <a:gd name="T24" fmla="+- 0 521 390"/>
                  <a:gd name="T25" fmla="*/ T24 w 211"/>
                  <a:gd name="T26" fmla="+- 0 4626 4584"/>
                  <a:gd name="T27" fmla="*/ 4626 h 73"/>
                  <a:gd name="T28" fmla="+- 0 524 390"/>
                  <a:gd name="T29" fmla="*/ T28 w 211"/>
                  <a:gd name="T30" fmla="+- 0 4630 4584"/>
                  <a:gd name="T31" fmla="*/ 4630 h 73"/>
                  <a:gd name="T32" fmla="+- 0 527 390"/>
                  <a:gd name="T33" fmla="*/ T32 w 211"/>
                  <a:gd name="T34" fmla="+- 0 4632 4584"/>
                  <a:gd name="T35" fmla="*/ 4632 h 73"/>
                  <a:gd name="T36" fmla="+- 0 537 390"/>
                  <a:gd name="T37" fmla="*/ T36 w 211"/>
                  <a:gd name="T38" fmla="+- 0 4637 4584"/>
                  <a:gd name="T39" fmla="*/ 4637 h 73"/>
                  <a:gd name="T40" fmla="+- 0 540 390"/>
                  <a:gd name="T41" fmla="*/ T40 w 211"/>
                  <a:gd name="T42" fmla="+- 0 4639 4584"/>
                  <a:gd name="T43" fmla="*/ 4639 h 73"/>
                  <a:gd name="T44" fmla="+- 0 543 390"/>
                  <a:gd name="T45" fmla="*/ T44 w 211"/>
                  <a:gd name="T46" fmla="+- 0 4642 4584"/>
                  <a:gd name="T47" fmla="*/ 4642 h 73"/>
                  <a:gd name="T48" fmla="+- 0 544 390"/>
                  <a:gd name="T49" fmla="*/ T48 w 211"/>
                  <a:gd name="T50" fmla="+- 0 4644 4584"/>
                  <a:gd name="T51" fmla="*/ 4644 h 73"/>
                  <a:gd name="T52" fmla="+- 0 544 390"/>
                  <a:gd name="T53" fmla="*/ T52 w 211"/>
                  <a:gd name="T54" fmla="+- 0 4648 4584"/>
                  <a:gd name="T55" fmla="*/ 4648 h 73"/>
                  <a:gd name="T56" fmla="+- 0 543 390"/>
                  <a:gd name="T57" fmla="*/ T56 w 211"/>
                  <a:gd name="T58" fmla="+- 0 4650 4584"/>
                  <a:gd name="T59" fmla="*/ 4650 h 73"/>
                  <a:gd name="T60" fmla="+- 0 540 390"/>
                  <a:gd name="T61" fmla="*/ T60 w 211"/>
                  <a:gd name="T62" fmla="+- 0 4653 4584"/>
                  <a:gd name="T63" fmla="*/ 4653 h 73"/>
                  <a:gd name="T64" fmla="+- 0 538 390"/>
                  <a:gd name="T65" fmla="*/ T64 w 211"/>
                  <a:gd name="T66" fmla="+- 0 4653 4584"/>
                  <a:gd name="T67" fmla="*/ 4653 h 73"/>
                  <a:gd name="T68" fmla="+- 0 545 390"/>
                  <a:gd name="T69" fmla="*/ T68 w 211"/>
                  <a:gd name="T70" fmla="+- 0 4653 4584"/>
                  <a:gd name="T71" fmla="*/ 4653 h 73"/>
                  <a:gd name="T72" fmla="+- 0 550 390"/>
                  <a:gd name="T73" fmla="*/ T72 w 211"/>
                  <a:gd name="T74" fmla="+- 0 4650 4584"/>
                  <a:gd name="T75" fmla="*/ 4650 h 73"/>
                  <a:gd name="T76" fmla="+- 0 551 390"/>
                  <a:gd name="T77" fmla="*/ T76 w 211"/>
                  <a:gd name="T78" fmla="+- 0 4646 4584"/>
                  <a:gd name="T79" fmla="*/ 4646 h 73"/>
                  <a:gd name="T80" fmla="+- 0 551 390"/>
                  <a:gd name="T81" fmla="*/ T80 w 211"/>
                  <a:gd name="T82" fmla="+- 0 4637 4584"/>
                  <a:gd name="T83" fmla="*/ 4637 h 73"/>
                  <a:gd name="T84" fmla="+- 0 548 390"/>
                  <a:gd name="T85" fmla="*/ T84 w 211"/>
                  <a:gd name="T86" fmla="+- 0 4633 4584"/>
                  <a:gd name="T87" fmla="*/ 4633 h 73"/>
                  <a:gd name="T88" fmla="+- 0 531 390"/>
                  <a:gd name="T89" fmla="*/ T88 w 211"/>
                  <a:gd name="T90" fmla="+- 0 4624 4584"/>
                  <a:gd name="T91" fmla="*/ 4624 h 73"/>
                  <a:gd name="T92" fmla="+- 0 529 390"/>
                  <a:gd name="T93" fmla="*/ T92 w 211"/>
                  <a:gd name="T94" fmla="+- 0 4623 4584"/>
                  <a:gd name="T95" fmla="*/ 4623 h 73"/>
                  <a:gd name="T96" fmla="+- 0 527 390"/>
                  <a:gd name="T97" fmla="*/ T96 w 211"/>
                  <a:gd name="T98" fmla="+- 0 4621 4584"/>
                  <a:gd name="T99" fmla="*/ 4621 h 73"/>
                  <a:gd name="T100" fmla="+- 0 526 390"/>
                  <a:gd name="T101" fmla="*/ T100 w 211"/>
                  <a:gd name="T102" fmla="+- 0 4620 4584"/>
                  <a:gd name="T103" fmla="*/ 4620 h 73"/>
                  <a:gd name="T104" fmla="+- 0 526 390"/>
                  <a:gd name="T105" fmla="*/ T104 w 211"/>
                  <a:gd name="T106" fmla="+- 0 4619 4584"/>
                  <a:gd name="T107" fmla="*/ 4619 h 73"/>
                  <a:gd name="T108" fmla="+- 0 526 390"/>
                  <a:gd name="T109" fmla="*/ T108 w 211"/>
                  <a:gd name="T110" fmla="+- 0 4617 4584"/>
                  <a:gd name="T111" fmla="*/ 4617 h 73"/>
                  <a:gd name="T112" fmla="+- 0 528 390"/>
                  <a:gd name="T113" fmla="*/ T112 w 211"/>
                  <a:gd name="T114" fmla="+- 0 4613 4584"/>
                  <a:gd name="T115" fmla="*/ 4613 h 73"/>
                  <a:gd name="T116" fmla="+- 0 529 390"/>
                  <a:gd name="T117" fmla="*/ T116 w 211"/>
                  <a:gd name="T118" fmla="+- 0 4611 4584"/>
                  <a:gd name="T119" fmla="*/ 4611 h 73"/>
                  <a:gd name="T120" fmla="+- 0 531 390"/>
                  <a:gd name="T121" fmla="*/ T120 w 211"/>
                  <a:gd name="T122" fmla="+- 0 4611 4584"/>
                  <a:gd name="T123" fmla="*/ 4611 h 73"/>
                  <a:gd name="T124" fmla="+- 0 548 390"/>
                  <a:gd name="T125" fmla="*/ T124 w 211"/>
                  <a:gd name="T126" fmla="+- 0 4611 4584"/>
                  <a:gd name="T127" fmla="*/ 4611 h 73"/>
                  <a:gd name="T128" fmla="+- 0 548 390"/>
                  <a:gd name="T129" fmla="*/ T128 w 211"/>
                  <a:gd name="T130" fmla="+- 0 4610 4584"/>
                  <a:gd name="T131" fmla="*/ 4610 h 73"/>
                  <a:gd name="T132" fmla="+- 0 544 390"/>
                  <a:gd name="T133" fmla="*/ T132 w 211"/>
                  <a:gd name="T134" fmla="+- 0 4610 4584"/>
                  <a:gd name="T135" fmla="*/ 4610 h 73"/>
                  <a:gd name="T136" fmla="+- 0 540 390"/>
                  <a:gd name="T137" fmla="*/ T136 w 211"/>
                  <a:gd name="T138" fmla="+- 0 4609 4584"/>
                  <a:gd name="T139" fmla="*/ 4609 h 73"/>
                  <a:gd name="T140" fmla="+- 0 538 390"/>
                  <a:gd name="T141" fmla="*/ T140 w 211"/>
                  <a:gd name="T142" fmla="+- 0 4608 4584"/>
                  <a:gd name="T143" fmla="*/ 4608 h 73"/>
                  <a:gd name="T144" fmla="+- 0 536 390"/>
                  <a:gd name="T145" fmla="*/ T144 w 211"/>
                  <a:gd name="T146" fmla="+- 0 4608 4584"/>
                  <a:gd name="T147" fmla="*/ 4608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211" h="73">
                    <a:moveTo>
                      <a:pt x="146" y="24"/>
                    </a:moveTo>
                    <a:lnTo>
                      <a:pt x="140" y="24"/>
                    </a:lnTo>
                    <a:lnTo>
                      <a:pt x="136" y="25"/>
                    </a:lnTo>
                    <a:lnTo>
                      <a:pt x="131" y="30"/>
                    </a:lnTo>
                    <a:lnTo>
                      <a:pt x="130" y="33"/>
                    </a:lnTo>
                    <a:lnTo>
                      <a:pt x="130" y="40"/>
                    </a:lnTo>
                    <a:lnTo>
                      <a:pt x="131" y="42"/>
                    </a:lnTo>
                    <a:lnTo>
                      <a:pt x="134" y="46"/>
                    </a:lnTo>
                    <a:lnTo>
                      <a:pt x="137" y="48"/>
                    </a:lnTo>
                    <a:lnTo>
                      <a:pt x="147" y="53"/>
                    </a:lnTo>
                    <a:lnTo>
                      <a:pt x="150" y="55"/>
                    </a:lnTo>
                    <a:lnTo>
                      <a:pt x="153" y="58"/>
                    </a:lnTo>
                    <a:lnTo>
                      <a:pt x="154" y="60"/>
                    </a:lnTo>
                    <a:lnTo>
                      <a:pt x="154" y="64"/>
                    </a:lnTo>
                    <a:lnTo>
                      <a:pt x="153" y="66"/>
                    </a:lnTo>
                    <a:lnTo>
                      <a:pt x="150" y="69"/>
                    </a:lnTo>
                    <a:lnTo>
                      <a:pt x="148" y="69"/>
                    </a:lnTo>
                    <a:lnTo>
                      <a:pt x="155" y="69"/>
                    </a:lnTo>
                    <a:lnTo>
                      <a:pt x="160" y="66"/>
                    </a:lnTo>
                    <a:lnTo>
                      <a:pt x="161" y="62"/>
                    </a:lnTo>
                    <a:lnTo>
                      <a:pt x="161" y="53"/>
                    </a:lnTo>
                    <a:lnTo>
                      <a:pt x="158" y="49"/>
                    </a:lnTo>
                    <a:lnTo>
                      <a:pt x="141" y="40"/>
                    </a:lnTo>
                    <a:lnTo>
                      <a:pt x="139" y="39"/>
                    </a:lnTo>
                    <a:lnTo>
                      <a:pt x="137" y="37"/>
                    </a:lnTo>
                    <a:lnTo>
                      <a:pt x="136" y="36"/>
                    </a:lnTo>
                    <a:lnTo>
                      <a:pt x="136" y="35"/>
                    </a:lnTo>
                    <a:lnTo>
                      <a:pt x="136" y="33"/>
                    </a:lnTo>
                    <a:lnTo>
                      <a:pt x="138" y="29"/>
                    </a:lnTo>
                    <a:lnTo>
                      <a:pt x="139" y="27"/>
                    </a:lnTo>
                    <a:lnTo>
                      <a:pt x="141" y="27"/>
                    </a:lnTo>
                    <a:lnTo>
                      <a:pt x="158" y="27"/>
                    </a:lnTo>
                    <a:lnTo>
                      <a:pt x="158" y="26"/>
                    </a:lnTo>
                    <a:lnTo>
                      <a:pt x="154" y="26"/>
                    </a:lnTo>
                    <a:lnTo>
                      <a:pt x="150" y="25"/>
                    </a:lnTo>
                    <a:lnTo>
                      <a:pt x="148" y="24"/>
                    </a:lnTo>
                    <a:lnTo>
                      <a:pt x="14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0" name="Freeform 5426">
                <a:extLst>
                  <a:ext uri="{FF2B5EF4-FFF2-40B4-BE49-F238E27FC236}">
                    <a16:creationId xmlns:a16="http://schemas.microsoft.com/office/drawing/2014/main" id="{E4E22225-BF20-060C-7766-C409B34C83CE}"/>
                  </a:ext>
                </a:extLst>
              </p:cNvPr>
              <p:cNvSpPr>
                <a:spLocks/>
              </p:cNvSpPr>
              <p:nvPr/>
            </p:nvSpPr>
            <p:spPr bwMode="auto">
              <a:xfrm>
                <a:off x="390" y="4584"/>
                <a:ext cx="211" cy="73"/>
              </a:xfrm>
              <a:custGeom>
                <a:avLst/>
                <a:gdLst>
                  <a:gd name="T0" fmla="+- 0 548 390"/>
                  <a:gd name="T1" fmla="*/ T0 w 211"/>
                  <a:gd name="T2" fmla="+- 0 4611 4584"/>
                  <a:gd name="T3" fmla="*/ 4611 h 73"/>
                  <a:gd name="T4" fmla="+- 0 537 390"/>
                  <a:gd name="T5" fmla="*/ T4 w 211"/>
                  <a:gd name="T6" fmla="+- 0 4611 4584"/>
                  <a:gd name="T7" fmla="*/ 4611 h 73"/>
                  <a:gd name="T8" fmla="+- 0 539 390"/>
                  <a:gd name="T9" fmla="*/ T8 w 211"/>
                  <a:gd name="T10" fmla="+- 0 4612 4584"/>
                  <a:gd name="T11" fmla="*/ 4612 h 73"/>
                  <a:gd name="T12" fmla="+- 0 543 390"/>
                  <a:gd name="T13" fmla="*/ T12 w 211"/>
                  <a:gd name="T14" fmla="+- 0 4615 4584"/>
                  <a:gd name="T15" fmla="*/ 4615 h 73"/>
                  <a:gd name="T16" fmla="+- 0 545 390"/>
                  <a:gd name="T17" fmla="*/ T16 w 211"/>
                  <a:gd name="T18" fmla="+- 0 4619 4584"/>
                  <a:gd name="T19" fmla="*/ 4619 h 73"/>
                  <a:gd name="T20" fmla="+- 0 546 390"/>
                  <a:gd name="T21" fmla="*/ T20 w 211"/>
                  <a:gd name="T22" fmla="+- 0 4623 4584"/>
                  <a:gd name="T23" fmla="*/ 4623 h 73"/>
                  <a:gd name="T24" fmla="+- 0 548 390"/>
                  <a:gd name="T25" fmla="*/ T24 w 211"/>
                  <a:gd name="T26" fmla="+- 0 4623 4584"/>
                  <a:gd name="T27" fmla="*/ 4623 h 73"/>
                  <a:gd name="T28" fmla="+- 0 548 390"/>
                  <a:gd name="T29" fmla="*/ T28 w 211"/>
                  <a:gd name="T30" fmla="+- 0 4611 4584"/>
                  <a:gd name="T31" fmla="*/ 4611 h 73"/>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11" h="73">
                    <a:moveTo>
                      <a:pt x="158" y="27"/>
                    </a:moveTo>
                    <a:lnTo>
                      <a:pt x="147" y="27"/>
                    </a:lnTo>
                    <a:lnTo>
                      <a:pt x="149" y="28"/>
                    </a:lnTo>
                    <a:lnTo>
                      <a:pt x="153" y="31"/>
                    </a:lnTo>
                    <a:lnTo>
                      <a:pt x="155" y="35"/>
                    </a:lnTo>
                    <a:lnTo>
                      <a:pt x="156" y="39"/>
                    </a:lnTo>
                    <a:lnTo>
                      <a:pt x="158" y="39"/>
                    </a:lnTo>
                    <a:lnTo>
                      <a:pt x="15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1" name="Freeform 5427">
                <a:extLst>
                  <a:ext uri="{FF2B5EF4-FFF2-40B4-BE49-F238E27FC236}">
                    <a16:creationId xmlns:a16="http://schemas.microsoft.com/office/drawing/2014/main" id="{20E58C3E-C04D-3ACA-4CF5-76976207EA5D}"/>
                  </a:ext>
                </a:extLst>
              </p:cNvPr>
              <p:cNvSpPr>
                <a:spLocks/>
              </p:cNvSpPr>
              <p:nvPr/>
            </p:nvSpPr>
            <p:spPr bwMode="auto">
              <a:xfrm>
                <a:off x="390" y="4584"/>
                <a:ext cx="211" cy="73"/>
              </a:xfrm>
              <a:custGeom>
                <a:avLst/>
                <a:gdLst>
                  <a:gd name="T0" fmla="+- 0 548 390"/>
                  <a:gd name="T1" fmla="*/ T0 w 211"/>
                  <a:gd name="T2" fmla="+- 0 4608 4584"/>
                  <a:gd name="T3" fmla="*/ 4608 h 73"/>
                  <a:gd name="T4" fmla="+- 0 546 390"/>
                  <a:gd name="T5" fmla="*/ T4 w 211"/>
                  <a:gd name="T6" fmla="+- 0 4608 4584"/>
                  <a:gd name="T7" fmla="*/ 4608 h 73"/>
                  <a:gd name="T8" fmla="+- 0 545 390"/>
                  <a:gd name="T9" fmla="*/ T8 w 211"/>
                  <a:gd name="T10" fmla="+- 0 4609 4584"/>
                  <a:gd name="T11" fmla="*/ 4609 h 73"/>
                  <a:gd name="T12" fmla="+- 0 544 390"/>
                  <a:gd name="T13" fmla="*/ T12 w 211"/>
                  <a:gd name="T14" fmla="+- 0 4610 4584"/>
                  <a:gd name="T15" fmla="*/ 4610 h 73"/>
                  <a:gd name="T16" fmla="+- 0 548 390"/>
                  <a:gd name="T17" fmla="*/ T16 w 211"/>
                  <a:gd name="T18" fmla="+- 0 4610 4584"/>
                  <a:gd name="T19" fmla="*/ 4610 h 73"/>
                  <a:gd name="T20" fmla="+- 0 548 390"/>
                  <a:gd name="T21" fmla="*/ T20 w 211"/>
                  <a:gd name="T22" fmla="+- 0 4608 4584"/>
                  <a:gd name="T23" fmla="*/ 4608 h 73"/>
                </a:gdLst>
                <a:ahLst/>
                <a:cxnLst>
                  <a:cxn ang="0">
                    <a:pos x="T1" y="T3"/>
                  </a:cxn>
                  <a:cxn ang="0">
                    <a:pos x="T5" y="T7"/>
                  </a:cxn>
                  <a:cxn ang="0">
                    <a:pos x="T9" y="T11"/>
                  </a:cxn>
                  <a:cxn ang="0">
                    <a:pos x="T13" y="T15"/>
                  </a:cxn>
                  <a:cxn ang="0">
                    <a:pos x="T17" y="T19"/>
                  </a:cxn>
                  <a:cxn ang="0">
                    <a:pos x="T21" y="T23"/>
                  </a:cxn>
                </a:cxnLst>
                <a:rect l="0" t="0" r="r" b="b"/>
                <a:pathLst>
                  <a:path w="211" h="73">
                    <a:moveTo>
                      <a:pt x="158" y="24"/>
                    </a:moveTo>
                    <a:lnTo>
                      <a:pt x="156" y="24"/>
                    </a:lnTo>
                    <a:lnTo>
                      <a:pt x="155" y="25"/>
                    </a:lnTo>
                    <a:lnTo>
                      <a:pt x="154" y="26"/>
                    </a:lnTo>
                    <a:lnTo>
                      <a:pt x="158" y="26"/>
                    </a:lnTo>
                    <a:lnTo>
                      <a:pt x="15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2" name="Freeform 5428">
                <a:extLst>
                  <a:ext uri="{FF2B5EF4-FFF2-40B4-BE49-F238E27FC236}">
                    <a16:creationId xmlns:a16="http://schemas.microsoft.com/office/drawing/2014/main" id="{F072A21A-E5DA-2B4E-9CF4-DB851985F03B}"/>
                  </a:ext>
                </a:extLst>
              </p:cNvPr>
              <p:cNvSpPr>
                <a:spLocks/>
              </p:cNvSpPr>
              <p:nvPr/>
            </p:nvSpPr>
            <p:spPr bwMode="auto">
              <a:xfrm>
                <a:off x="390" y="4584"/>
                <a:ext cx="211" cy="73"/>
              </a:xfrm>
              <a:custGeom>
                <a:avLst/>
                <a:gdLst>
                  <a:gd name="T0" fmla="+- 0 588 390"/>
                  <a:gd name="T1" fmla="*/ T0 w 211"/>
                  <a:gd name="T2" fmla="+- 0 4608 4584"/>
                  <a:gd name="T3" fmla="*/ 4608 h 73"/>
                  <a:gd name="T4" fmla="+- 0 577 390"/>
                  <a:gd name="T5" fmla="*/ T4 w 211"/>
                  <a:gd name="T6" fmla="+- 0 4608 4584"/>
                  <a:gd name="T7" fmla="*/ 4608 h 73"/>
                  <a:gd name="T8" fmla="+- 0 572 390"/>
                  <a:gd name="T9" fmla="*/ T8 w 211"/>
                  <a:gd name="T10" fmla="+- 0 4610 4584"/>
                  <a:gd name="T11" fmla="*/ 4610 h 73"/>
                  <a:gd name="T12" fmla="+- 0 564 390"/>
                  <a:gd name="T13" fmla="*/ T12 w 211"/>
                  <a:gd name="T14" fmla="+- 0 4619 4584"/>
                  <a:gd name="T15" fmla="*/ 4619 h 73"/>
                  <a:gd name="T16" fmla="+- 0 562 390"/>
                  <a:gd name="T17" fmla="*/ T16 w 211"/>
                  <a:gd name="T18" fmla="+- 0 4625 4584"/>
                  <a:gd name="T19" fmla="*/ 4625 h 73"/>
                  <a:gd name="T20" fmla="+- 0 562 390"/>
                  <a:gd name="T21" fmla="*/ T20 w 211"/>
                  <a:gd name="T22" fmla="+- 0 4640 4584"/>
                  <a:gd name="T23" fmla="*/ 4640 h 73"/>
                  <a:gd name="T24" fmla="+- 0 564 390"/>
                  <a:gd name="T25" fmla="*/ T24 w 211"/>
                  <a:gd name="T26" fmla="+- 0 4646 4584"/>
                  <a:gd name="T27" fmla="*/ 4646 h 73"/>
                  <a:gd name="T28" fmla="+- 0 571 390"/>
                  <a:gd name="T29" fmla="*/ T28 w 211"/>
                  <a:gd name="T30" fmla="+- 0 4654 4584"/>
                  <a:gd name="T31" fmla="*/ 4654 h 73"/>
                  <a:gd name="T32" fmla="+- 0 576 390"/>
                  <a:gd name="T33" fmla="*/ T32 w 211"/>
                  <a:gd name="T34" fmla="+- 0 4656 4584"/>
                  <a:gd name="T35" fmla="*/ 4656 h 73"/>
                  <a:gd name="T36" fmla="+- 0 587 390"/>
                  <a:gd name="T37" fmla="*/ T36 w 211"/>
                  <a:gd name="T38" fmla="+- 0 4656 4584"/>
                  <a:gd name="T39" fmla="*/ 4656 h 73"/>
                  <a:gd name="T40" fmla="+- 0 591 390"/>
                  <a:gd name="T41" fmla="*/ T40 w 211"/>
                  <a:gd name="T42" fmla="+- 0 4654 4584"/>
                  <a:gd name="T43" fmla="*/ 4654 h 73"/>
                  <a:gd name="T44" fmla="+- 0 596 390"/>
                  <a:gd name="T45" fmla="*/ T44 w 211"/>
                  <a:gd name="T46" fmla="+- 0 4648 4584"/>
                  <a:gd name="T47" fmla="*/ 4648 h 73"/>
                  <a:gd name="T48" fmla="+- 0 581 390"/>
                  <a:gd name="T49" fmla="*/ T48 w 211"/>
                  <a:gd name="T50" fmla="+- 0 4648 4584"/>
                  <a:gd name="T51" fmla="*/ 4648 h 73"/>
                  <a:gd name="T52" fmla="+- 0 577 390"/>
                  <a:gd name="T53" fmla="*/ T52 w 211"/>
                  <a:gd name="T54" fmla="+- 0 4646 4584"/>
                  <a:gd name="T55" fmla="*/ 4646 h 73"/>
                  <a:gd name="T56" fmla="+- 0 570 390"/>
                  <a:gd name="T57" fmla="*/ T56 w 211"/>
                  <a:gd name="T58" fmla="+- 0 4638 4584"/>
                  <a:gd name="T59" fmla="*/ 4638 h 73"/>
                  <a:gd name="T60" fmla="+- 0 569 390"/>
                  <a:gd name="T61" fmla="*/ T60 w 211"/>
                  <a:gd name="T62" fmla="+- 0 4633 4584"/>
                  <a:gd name="T63" fmla="*/ 4633 h 73"/>
                  <a:gd name="T64" fmla="+- 0 569 390"/>
                  <a:gd name="T65" fmla="*/ T64 w 211"/>
                  <a:gd name="T66" fmla="+- 0 4626 4584"/>
                  <a:gd name="T67" fmla="*/ 4626 h 73"/>
                  <a:gd name="T68" fmla="+- 0 600 390"/>
                  <a:gd name="T69" fmla="*/ T68 w 211"/>
                  <a:gd name="T70" fmla="+- 0 4626 4584"/>
                  <a:gd name="T71" fmla="*/ 4626 h 73"/>
                  <a:gd name="T72" fmla="+- 0 600 390"/>
                  <a:gd name="T73" fmla="*/ T72 w 211"/>
                  <a:gd name="T74" fmla="+- 0 4623 4584"/>
                  <a:gd name="T75" fmla="*/ 4623 h 73"/>
                  <a:gd name="T76" fmla="+- 0 569 390"/>
                  <a:gd name="T77" fmla="*/ T76 w 211"/>
                  <a:gd name="T78" fmla="+- 0 4623 4584"/>
                  <a:gd name="T79" fmla="*/ 4623 h 73"/>
                  <a:gd name="T80" fmla="+- 0 569 390"/>
                  <a:gd name="T81" fmla="*/ T80 w 211"/>
                  <a:gd name="T82" fmla="+- 0 4620 4584"/>
                  <a:gd name="T83" fmla="*/ 4620 h 73"/>
                  <a:gd name="T84" fmla="+- 0 570 390"/>
                  <a:gd name="T85" fmla="*/ T84 w 211"/>
                  <a:gd name="T86" fmla="+- 0 4617 4584"/>
                  <a:gd name="T87" fmla="*/ 4617 h 73"/>
                  <a:gd name="T88" fmla="+- 0 575 390"/>
                  <a:gd name="T89" fmla="*/ T88 w 211"/>
                  <a:gd name="T90" fmla="+- 0 4612 4584"/>
                  <a:gd name="T91" fmla="*/ 4612 h 73"/>
                  <a:gd name="T92" fmla="+- 0 577 390"/>
                  <a:gd name="T93" fmla="*/ T92 w 211"/>
                  <a:gd name="T94" fmla="+- 0 4611 4584"/>
                  <a:gd name="T95" fmla="*/ 4611 h 73"/>
                  <a:gd name="T96" fmla="+- 0 594 390"/>
                  <a:gd name="T97" fmla="*/ T96 w 211"/>
                  <a:gd name="T98" fmla="+- 0 4611 4584"/>
                  <a:gd name="T99" fmla="*/ 4611 h 73"/>
                  <a:gd name="T100" fmla="+- 0 592 390"/>
                  <a:gd name="T101" fmla="*/ T100 w 211"/>
                  <a:gd name="T102" fmla="+- 0 4609 4584"/>
                  <a:gd name="T103" fmla="*/ 4609 h 73"/>
                  <a:gd name="T104" fmla="+- 0 588 390"/>
                  <a:gd name="T105" fmla="*/ T104 w 211"/>
                  <a:gd name="T106" fmla="+- 0 4608 4584"/>
                  <a:gd name="T107" fmla="*/ 4608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211" h="73">
                    <a:moveTo>
                      <a:pt x="198" y="24"/>
                    </a:moveTo>
                    <a:lnTo>
                      <a:pt x="187" y="24"/>
                    </a:lnTo>
                    <a:lnTo>
                      <a:pt x="182" y="26"/>
                    </a:lnTo>
                    <a:lnTo>
                      <a:pt x="174" y="35"/>
                    </a:lnTo>
                    <a:lnTo>
                      <a:pt x="172" y="41"/>
                    </a:lnTo>
                    <a:lnTo>
                      <a:pt x="172" y="56"/>
                    </a:lnTo>
                    <a:lnTo>
                      <a:pt x="174" y="62"/>
                    </a:lnTo>
                    <a:lnTo>
                      <a:pt x="181" y="70"/>
                    </a:lnTo>
                    <a:lnTo>
                      <a:pt x="186" y="72"/>
                    </a:lnTo>
                    <a:lnTo>
                      <a:pt x="197" y="72"/>
                    </a:lnTo>
                    <a:lnTo>
                      <a:pt x="201" y="70"/>
                    </a:lnTo>
                    <a:lnTo>
                      <a:pt x="206" y="64"/>
                    </a:lnTo>
                    <a:lnTo>
                      <a:pt x="191" y="64"/>
                    </a:lnTo>
                    <a:lnTo>
                      <a:pt x="187" y="62"/>
                    </a:lnTo>
                    <a:lnTo>
                      <a:pt x="180" y="54"/>
                    </a:lnTo>
                    <a:lnTo>
                      <a:pt x="179" y="49"/>
                    </a:lnTo>
                    <a:lnTo>
                      <a:pt x="179" y="42"/>
                    </a:lnTo>
                    <a:lnTo>
                      <a:pt x="210" y="42"/>
                    </a:lnTo>
                    <a:lnTo>
                      <a:pt x="210" y="39"/>
                    </a:lnTo>
                    <a:lnTo>
                      <a:pt x="179" y="39"/>
                    </a:lnTo>
                    <a:lnTo>
                      <a:pt x="179" y="36"/>
                    </a:lnTo>
                    <a:lnTo>
                      <a:pt x="180" y="33"/>
                    </a:lnTo>
                    <a:lnTo>
                      <a:pt x="185" y="28"/>
                    </a:lnTo>
                    <a:lnTo>
                      <a:pt x="187" y="27"/>
                    </a:lnTo>
                    <a:lnTo>
                      <a:pt x="204" y="27"/>
                    </a:lnTo>
                    <a:lnTo>
                      <a:pt x="202" y="25"/>
                    </a:lnTo>
                    <a:lnTo>
                      <a:pt x="1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3" name="Freeform 5429">
                <a:extLst>
                  <a:ext uri="{FF2B5EF4-FFF2-40B4-BE49-F238E27FC236}">
                    <a16:creationId xmlns:a16="http://schemas.microsoft.com/office/drawing/2014/main" id="{225DBBFF-10C5-E51C-37A8-B12327E5F32A}"/>
                  </a:ext>
                </a:extLst>
              </p:cNvPr>
              <p:cNvSpPr>
                <a:spLocks/>
              </p:cNvSpPr>
              <p:nvPr/>
            </p:nvSpPr>
            <p:spPr bwMode="auto">
              <a:xfrm>
                <a:off x="390" y="4584"/>
                <a:ext cx="211" cy="73"/>
              </a:xfrm>
              <a:custGeom>
                <a:avLst/>
                <a:gdLst>
                  <a:gd name="T0" fmla="+- 0 599 390"/>
                  <a:gd name="T1" fmla="*/ T0 w 211"/>
                  <a:gd name="T2" fmla="+- 0 4637 4584"/>
                  <a:gd name="T3" fmla="*/ 4637 h 73"/>
                  <a:gd name="T4" fmla="+- 0 597 390"/>
                  <a:gd name="T5" fmla="*/ T4 w 211"/>
                  <a:gd name="T6" fmla="+- 0 4641 4584"/>
                  <a:gd name="T7" fmla="*/ 4641 h 73"/>
                  <a:gd name="T8" fmla="+- 0 595 390"/>
                  <a:gd name="T9" fmla="*/ T8 w 211"/>
                  <a:gd name="T10" fmla="+- 0 4644 4584"/>
                  <a:gd name="T11" fmla="*/ 4644 h 73"/>
                  <a:gd name="T12" fmla="+- 0 591 390"/>
                  <a:gd name="T13" fmla="*/ T12 w 211"/>
                  <a:gd name="T14" fmla="+- 0 4647 4584"/>
                  <a:gd name="T15" fmla="*/ 4647 h 73"/>
                  <a:gd name="T16" fmla="+- 0 588 390"/>
                  <a:gd name="T17" fmla="*/ T16 w 211"/>
                  <a:gd name="T18" fmla="+- 0 4648 4584"/>
                  <a:gd name="T19" fmla="*/ 4648 h 73"/>
                  <a:gd name="T20" fmla="+- 0 596 390"/>
                  <a:gd name="T21" fmla="*/ T20 w 211"/>
                  <a:gd name="T22" fmla="+- 0 4648 4584"/>
                  <a:gd name="T23" fmla="*/ 4648 h 73"/>
                  <a:gd name="T24" fmla="+- 0 598 390"/>
                  <a:gd name="T25" fmla="*/ T24 w 211"/>
                  <a:gd name="T26" fmla="+- 0 4647 4584"/>
                  <a:gd name="T27" fmla="*/ 4647 h 73"/>
                  <a:gd name="T28" fmla="+- 0 600 390"/>
                  <a:gd name="T29" fmla="*/ T28 w 211"/>
                  <a:gd name="T30" fmla="+- 0 4643 4584"/>
                  <a:gd name="T31" fmla="*/ 4643 h 73"/>
                  <a:gd name="T32" fmla="+- 0 600 390"/>
                  <a:gd name="T33" fmla="*/ T32 w 211"/>
                  <a:gd name="T34" fmla="+- 0 4638 4584"/>
                  <a:gd name="T35" fmla="*/ 4638 h 73"/>
                  <a:gd name="T36" fmla="+- 0 599 390"/>
                  <a:gd name="T37" fmla="*/ T36 w 211"/>
                  <a:gd name="T38" fmla="+- 0 4637 4584"/>
                  <a:gd name="T39" fmla="*/ 4637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211" h="73">
                    <a:moveTo>
                      <a:pt x="209" y="53"/>
                    </a:moveTo>
                    <a:lnTo>
                      <a:pt x="207" y="57"/>
                    </a:lnTo>
                    <a:lnTo>
                      <a:pt x="205" y="60"/>
                    </a:lnTo>
                    <a:lnTo>
                      <a:pt x="201" y="63"/>
                    </a:lnTo>
                    <a:lnTo>
                      <a:pt x="198" y="64"/>
                    </a:lnTo>
                    <a:lnTo>
                      <a:pt x="206" y="64"/>
                    </a:lnTo>
                    <a:lnTo>
                      <a:pt x="208" y="63"/>
                    </a:lnTo>
                    <a:lnTo>
                      <a:pt x="210" y="59"/>
                    </a:lnTo>
                    <a:lnTo>
                      <a:pt x="210" y="54"/>
                    </a:lnTo>
                    <a:lnTo>
                      <a:pt x="209"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54" name="Freeform 5430">
                <a:extLst>
                  <a:ext uri="{FF2B5EF4-FFF2-40B4-BE49-F238E27FC236}">
                    <a16:creationId xmlns:a16="http://schemas.microsoft.com/office/drawing/2014/main" id="{BD34B171-1A38-90E1-5552-0FFD4208D0F5}"/>
                  </a:ext>
                </a:extLst>
              </p:cNvPr>
              <p:cNvSpPr>
                <a:spLocks/>
              </p:cNvSpPr>
              <p:nvPr/>
            </p:nvSpPr>
            <p:spPr bwMode="auto">
              <a:xfrm>
                <a:off x="390" y="4584"/>
                <a:ext cx="211" cy="73"/>
              </a:xfrm>
              <a:custGeom>
                <a:avLst/>
                <a:gdLst>
                  <a:gd name="T0" fmla="+- 0 594 390"/>
                  <a:gd name="T1" fmla="*/ T0 w 211"/>
                  <a:gd name="T2" fmla="+- 0 4611 4584"/>
                  <a:gd name="T3" fmla="*/ 4611 h 73"/>
                  <a:gd name="T4" fmla="+- 0 580 390"/>
                  <a:gd name="T5" fmla="*/ T4 w 211"/>
                  <a:gd name="T6" fmla="+- 0 4611 4584"/>
                  <a:gd name="T7" fmla="*/ 4611 h 73"/>
                  <a:gd name="T8" fmla="+- 0 585 390"/>
                  <a:gd name="T9" fmla="*/ T8 w 211"/>
                  <a:gd name="T10" fmla="+- 0 4613 4584"/>
                  <a:gd name="T11" fmla="*/ 4613 h 73"/>
                  <a:gd name="T12" fmla="+- 0 587 390"/>
                  <a:gd name="T13" fmla="*/ T12 w 211"/>
                  <a:gd name="T14" fmla="+- 0 4614 4584"/>
                  <a:gd name="T15" fmla="*/ 4614 h 73"/>
                  <a:gd name="T16" fmla="+- 0 588 390"/>
                  <a:gd name="T17" fmla="*/ T16 w 211"/>
                  <a:gd name="T18" fmla="+- 0 4615 4584"/>
                  <a:gd name="T19" fmla="*/ 4615 h 73"/>
                  <a:gd name="T20" fmla="+- 0 589 390"/>
                  <a:gd name="T21" fmla="*/ T20 w 211"/>
                  <a:gd name="T22" fmla="+- 0 4619 4584"/>
                  <a:gd name="T23" fmla="*/ 4619 h 73"/>
                  <a:gd name="T24" fmla="+- 0 590 390"/>
                  <a:gd name="T25" fmla="*/ T24 w 211"/>
                  <a:gd name="T26" fmla="+- 0 4621 4584"/>
                  <a:gd name="T27" fmla="*/ 4621 h 73"/>
                  <a:gd name="T28" fmla="+- 0 590 390"/>
                  <a:gd name="T29" fmla="*/ T28 w 211"/>
                  <a:gd name="T30" fmla="+- 0 4623 4584"/>
                  <a:gd name="T31" fmla="*/ 4623 h 73"/>
                  <a:gd name="T32" fmla="+- 0 600 390"/>
                  <a:gd name="T33" fmla="*/ T32 w 211"/>
                  <a:gd name="T34" fmla="+- 0 4623 4584"/>
                  <a:gd name="T35" fmla="*/ 4623 h 73"/>
                  <a:gd name="T36" fmla="+- 0 600 390"/>
                  <a:gd name="T37" fmla="*/ T36 w 211"/>
                  <a:gd name="T38" fmla="+- 0 4621 4584"/>
                  <a:gd name="T39" fmla="*/ 4621 h 73"/>
                  <a:gd name="T40" fmla="+- 0 599 390"/>
                  <a:gd name="T41" fmla="*/ T40 w 211"/>
                  <a:gd name="T42" fmla="+- 0 4616 4584"/>
                  <a:gd name="T43" fmla="*/ 4616 h 73"/>
                  <a:gd name="T44" fmla="+- 0 594 390"/>
                  <a:gd name="T45" fmla="*/ T44 w 211"/>
                  <a:gd name="T46" fmla="+- 0 4611 4584"/>
                  <a:gd name="T47" fmla="*/ 4611 h 7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211" h="73">
                    <a:moveTo>
                      <a:pt x="204" y="27"/>
                    </a:moveTo>
                    <a:lnTo>
                      <a:pt x="190" y="27"/>
                    </a:lnTo>
                    <a:lnTo>
                      <a:pt x="195" y="29"/>
                    </a:lnTo>
                    <a:lnTo>
                      <a:pt x="197" y="30"/>
                    </a:lnTo>
                    <a:lnTo>
                      <a:pt x="198" y="31"/>
                    </a:lnTo>
                    <a:lnTo>
                      <a:pt x="199" y="35"/>
                    </a:lnTo>
                    <a:lnTo>
                      <a:pt x="200" y="37"/>
                    </a:lnTo>
                    <a:lnTo>
                      <a:pt x="200" y="39"/>
                    </a:lnTo>
                    <a:lnTo>
                      <a:pt x="210" y="39"/>
                    </a:lnTo>
                    <a:lnTo>
                      <a:pt x="210" y="37"/>
                    </a:lnTo>
                    <a:lnTo>
                      <a:pt x="209" y="32"/>
                    </a:lnTo>
                    <a:lnTo>
                      <a:pt x="204"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2" name="Group 361">
              <a:extLst>
                <a:ext uri="{FF2B5EF4-FFF2-40B4-BE49-F238E27FC236}">
                  <a16:creationId xmlns:a16="http://schemas.microsoft.com/office/drawing/2014/main" id="{14030B40-0D16-8EAC-FE7B-4727C7CC0620}"/>
                </a:ext>
              </a:extLst>
            </p:cNvPr>
            <p:cNvGrpSpPr>
              <a:grpSpLocks/>
            </p:cNvGrpSpPr>
            <p:nvPr/>
          </p:nvGrpSpPr>
          <p:grpSpPr bwMode="auto">
            <a:xfrm>
              <a:off x="1027" y="4761"/>
              <a:ext cx="36" cy="55"/>
              <a:chOff x="1027" y="4761"/>
              <a:chExt cx="36" cy="55"/>
            </a:xfrm>
          </p:grpSpPr>
          <p:sp>
            <p:nvSpPr>
              <p:cNvPr id="937" name="Freeform 5432">
                <a:extLst>
                  <a:ext uri="{FF2B5EF4-FFF2-40B4-BE49-F238E27FC236}">
                    <a16:creationId xmlns:a16="http://schemas.microsoft.com/office/drawing/2014/main" id="{42D53789-E0A4-6579-5713-7BDD3842F166}"/>
                  </a:ext>
                </a:extLst>
              </p:cNvPr>
              <p:cNvSpPr>
                <a:spLocks/>
              </p:cNvSpPr>
              <p:nvPr/>
            </p:nvSpPr>
            <p:spPr bwMode="auto">
              <a:xfrm>
                <a:off x="1027" y="4761"/>
                <a:ext cx="36" cy="55"/>
              </a:xfrm>
              <a:custGeom>
                <a:avLst/>
                <a:gdLst>
                  <a:gd name="T0" fmla="+- 0 1057 1027"/>
                  <a:gd name="T1" fmla="*/ T0 w 36"/>
                  <a:gd name="T2" fmla="+- 0 4767 4761"/>
                  <a:gd name="T3" fmla="*/ 4767 h 55"/>
                  <a:gd name="T4" fmla="+- 0 1045 1027"/>
                  <a:gd name="T5" fmla="*/ T4 w 36"/>
                  <a:gd name="T6" fmla="+- 0 4767 4761"/>
                  <a:gd name="T7" fmla="*/ 4767 h 55"/>
                  <a:gd name="T8" fmla="+- 0 1047 1027"/>
                  <a:gd name="T9" fmla="*/ T8 w 36"/>
                  <a:gd name="T10" fmla="+- 0 4768 4761"/>
                  <a:gd name="T11" fmla="*/ 4768 h 55"/>
                  <a:gd name="T12" fmla="+- 0 1051 1027"/>
                  <a:gd name="T13" fmla="*/ T12 w 36"/>
                  <a:gd name="T14" fmla="+- 0 4773 4761"/>
                  <a:gd name="T15" fmla="*/ 4773 h 55"/>
                  <a:gd name="T16" fmla="+- 0 1052 1027"/>
                  <a:gd name="T17" fmla="*/ T16 w 36"/>
                  <a:gd name="T18" fmla="+- 0 4776 4761"/>
                  <a:gd name="T19" fmla="*/ 4776 h 55"/>
                  <a:gd name="T20" fmla="+- 0 1052 1027"/>
                  <a:gd name="T21" fmla="*/ T20 w 36"/>
                  <a:gd name="T22" fmla="+- 0 4783 4761"/>
                  <a:gd name="T23" fmla="*/ 4783 h 55"/>
                  <a:gd name="T24" fmla="+- 0 1050 1027"/>
                  <a:gd name="T25" fmla="*/ T24 w 36"/>
                  <a:gd name="T26" fmla="+- 0 4788 4761"/>
                  <a:gd name="T27" fmla="*/ 4788 h 55"/>
                  <a:gd name="T28" fmla="+- 0 1043 1027"/>
                  <a:gd name="T29" fmla="*/ T28 w 36"/>
                  <a:gd name="T30" fmla="+- 0 4799 4761"/>
                  <a:gd name="T31" fmla="*/ 4799 h 55"/>
                  <a:gd name="T32" fmla="+- 0 1036 1027"/>
                  <a:gd name="T33" fmla="*/ T32 w 36"/>
                  <a:gd name="T34" fmla="+- 0 4806 4761"/>
                  <a:gd name="T35" fmla="*/ 4806 h 55"/>
                  <a:gd name="T36" fmla="+- 0 1027 1027"/>
                  <a:gd name="T37" fmla="*/ T36 w 36"/>
                  <a:gd name="T38" fmla="+- 0 4814 4761"/>
                  <a:gd name="T39" fmla="*/ 4814 h 55"/>
                  <a:gd name="T40" fmla="+- 0 1027 1027"/>
                  <a:gd name="T41" fmla="*/ T40 w 36"/>
                  <a:gd name="T42" fmla="+- 0 4816 4761"/>
                  <a:gd name="T43" fmla="*/ 4816 h 55"/>
                  <a:gd name="T44" fmla="+- 0 1059 1027"/>
                  <a:gd name="T45" fmla="*/ T44 w 36"/>
                  <a:gd name="T46" fmla="+- 0 4816 4761"/>
                  <a:gd name="T47" fmla="*/ 4816 h 55"/>
                  <a:gd name="T48" fmla="+- 0 1061 1027"/>
                  <a:gd name="T49" fmla="*/ T48 w 36"/>
                  <a:gd name="T50" fmla="+- 0 4810 4761"/>
                  <a:gd name="T51" fmla="*/ 4810 h 55"/>
                  <a:gd name="T52" fmla="+- 0 1035 1027"/>
                  <a:gd name="T53" fmla="*/ T52 w 36"/>
                  <a:gd name="T54" fmla="+- 0 4810 4761"/>
                  <a:gd name="T55" fmla="*/ 4810 h 55"/>
                  <a:gd name="T56" fmla="+- 0 1037 1027"/>
                  <a:gd name="T57" fmla="*/ T56 w 36"/>
                  <a:gd name="T58" fmla="+- 0 4808 4761"/>
                  <a:gd name="T59" fmla="*/ 4808 h 55"/>
                  <a:gd name="T60" fmla="+- 0 1041 1027"/>
                  <a:gd name="T61" fmla="*/ T60 w 36"/>
                  <a:gd name="T62" fmla="+- 0 4804 4761"/>
                  <a:gd name="T63" fmla="*/ 4804 h 55"/>
                  <a:gd name="T64" fmla="+- 0 1052 1027"/>
                  <a:gd name="T65" fmla="*/ T64 w 36"/>
                  <a:gd name="T66" fmla="+- 0 4792 4761"/>
                  <a:gd name="T67" fmla="*/ 4792 h 55"/>
                  <a:gd name="T68" fmla="+- 0 1055 1027"/>
                  <a:gd name="T69" fmla="*/ T68 w 36"/>
                  <a:gd name="T70" fmla="+- 0 4788 4761"/>
                  <a:gd name="T71" fmla="*/ 4788 h 55"/>
                  <a:gd name="T72" fmla="+- 0 1057 1027"/>
                  <a:gd name="T73" fmla="*/ T72 w 36"/>
                  <a:gd name="T74" fmla="+- 0 4783 4761"/>
                  <a:gd name="T75" fmla="*/ 4783 h 55"/>
                  <a:gd name="T76" fmla="+- 0 1058 1027"/>
                  <a:gd name="T77" fmla="*/ T76 w 36"/>
                  <a:gd name="T78" fmla="+- 0 4781 4761"/>
                  <a:gd name="T79" fmla="*/ 4781 h 55"/>
                  <a:gd name="T80" fmla="+- 0 1059 1027"/>
                  <a:gd name="T81" fmla="*/ T80 w 36"/>
                  <a:gd name="T82" fmla="+- 0 4778 4761"/>
                  <a:gd name="T83" fmla="*/ 4778 h 55"/>
                  <a:gd name="T84" fmla="+- 0 1059 1027"/>
                  <a:gd name="T85" fmla="*/ T84 w 36"/>
                  <a:gd name="T86" fmla="+- 0 4771 4761"/>
                  <a:gd name="T87" fmla="*/ 4771 h 55"/>
                  <a:gd name="T88" fmla="+- 0 1058 1027"/>
                  <a:gd name="T89" fmla="*/ T88 w 36"/>
                  <a:gd name="T90" fmla="+- 0 4768 4761"/>
                  <a:gd name="T91" fmla="*/ 4768 h 55"/>
                  <a:gd name="T92" fmla="+- 0 1057 1027"/>
                  <a:gd name="T93" fmla="*/ T92 w 36"/>
                  <a:gd name="T94" fmla="+- 0 4767 4761"/>
                  <a:gd name="T95" fmla="*/ 4767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30" y="6"/>
                    </a:moveTo>
                    <a:lnTo>
                      <a:pt x="18" y="6"/>
                    </a:lnTo>
                    <a:lnTo>
                      <a:pt x="20" y="7"/>
                    </a:lnTo>
                    <a:lnTo>
                      <a:pt x="24" y="12"/>
                    </a:lnTo>
                    <a:lnTo>
                      <a:pt x="25" y="15"/>
                    </a:lnTo>
                    <a:lnTo>
                      <a:pt x="25" y="22"/>
                    </a:lnTo>
                    <a:lnTo>
                      <a:pt x="23" y="27"/>
                    </a:lnTo>
                    <a:lnTo>
                      <a:pt x="16" y="38"/>
                    </a:lnTo>
                    <a:lnTo>
                      <a:pt x="9" y="45"/>
                    </a:lnTo>
                    <a:lnTo>
                      <a:pt x="0" y="53"/>
                    </a:lnTo>
                    <a:lnTo>
                      <a:pt x="0" y="55"/>
                    </a:lnTo>
                    <a:lnTo>
                      <a:pt x="32" y="55"/>
                    </a:lnTo>
                    <a:lnTo>
                      <a:pt x="34" y="49"/>
                    </a:lnTo>
                    <a:lnTo>
                      <a:pt x="8" y="49"/>
                    </a:lnTo>
                    <a:lnTo>
                      <a:pt x="10" y="47"/>
                    </a:lnTo>
                    <a:lnTo>
                      <a:pt x="14" y="43"/>
                    </a:lnTo>
                    <a:lnTo>
                      <a:pt x="25" y="31"/>
                    </a:lnTo>
                    <a:lnTo>
                      <a:pt x="28" y="27"/>
                    </a:lnTo>
                    <a:lnTo>
                      <a:pt x="30" y="22"/>
                    </a:lnTo>
                    <a:lnTo>
                      <a:pt x="31" y="20"/>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8" name="Freeform 5433">
                <a:extLst>
                  <a:ext uri="{FF2B5EF4-FFF2-40B4-BE49-F238E27FC236}">
                    <a16:creationId xmlns:a16="http://schemas.microsoft.com/office/drawing/2014/main" id="{F6C5703E-0D65-45A5-8B28-89161E325977}"/>
                  </a:ext>
                </a:extLst>
              </p:cNvPr>
              <p:cNvSpPr>
                <a:spLocks/>
              </p:cNvSpPr>
              <p:nvPr/>
            </p:nvSpPr>
            <p:spPr bwMode="auto">
              <a:xfrm>
                <a:off x="1027" y="4761"/>
                <a:ext cx="36" cy="55"/>
              </a:xfrm>
              <a:custGeom>
                <a:avLst/>
                <a:gdLst>
                  <a:gd name="T0" fmla="+- 0 1062 1027"/>
                  <a:gd name="T1" fmla="*/ T0 w 36"/>
                  <a:gd name="T2" fmla="+- 0 4805 4761"/>
                  <a:gd name="T3" fmla="*/ 4805 h 55"/>
                  <a:gd name="T4" fmla="+- 0 1061 1027"/>
                  <a:gd name="T5" fmla="*/ T4 w 36"/>
                  <a:gd name="T6" fmla="+- 0 4805 4761"/>
                  <a:gd name="T7" fmla="*/ 4805 h 55"/>
                  <a:gd name="T8" fmla="+- 0 1058 1027"/>
                  <a:gd name="T9" fmla="*/ T8 w 36"/>
                  <a:gd name="T10" fmla="+- 0 4808 4761"/>
                  <a:gd name="T11" fmla="*/ 4808 h 55"/>
                  <a:gd name="T12" fmla="+- 0 1055 1027"/>
                  <a:gd name="T13" fmla="*/ T12 w 36"/>
                  <a:gd name="T14" fmla="+- 0 4809 4761"/>
                  <a:gd name="T15" fmla="*/ 4809 h 55"/>
                  <a:gd name="T16" fmla="+- 0 1054 1027"/>
                  <a:gd name="T17" fmla="*/ T16 w 36"/>
                  <a:gd name="T18" fmla="+- 0 4810 4761"/>
                  <a:gd name="T19" fmla="*/ 4810 h 55"/>
                  <a:gd name="T20" fmla="+- 0 1035 1027"/>
                  <a:gd name="T21" fmla="*/ T20 w 36"/>
                  <a:gd name="T22" fmla="+- 0 4810 4761"/>
                  <a:gd name="T23" fmla="*/ 4810 h 55"/>
                  <a:gd name="T24" fmla="+- 0 1061 1027"/>
                  <a:gd name="T25" fmla="*/ T24 w 36"/>
                  <a:gd name="T26" fmla="+- 0 4810 4761"/>
                  <a:gd name="T27" fmla="*/ 4810 h 55"/>
                  <a:gd name="T28" fmla="+- 0 1062 1027"/>
                  <a:gd name="T29" fmla="*/ T28 w 36"/>
                  <a:gd name="T30" fmla="+- 0 4805 4761"/>
                  <a:gd name="T31" fmla="*/ 4805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4" y="44"/>
                    </a:lnTo>
                    <a:lnTo>
                      <a:pt x="31" y="47"/>
                    </a:lnTo>
                    <a:lnTo>
                      <a:pt x="28" y="48"/>
                    </a:lnTo>
                    <a:lnTo>
                      <a:pt x="27" y="49"/>
                    </a:lnTo>
                    <a:lnTo>
                      <a:pt x="8" y="49"/>
                    </a:lnTo>
                    <a:lnTo>
                      <a:pt x="34"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9" name="Freeform 5434">
                <a:extLst>
                  <a:ext uri="{FF2B5EF4-FFF2-40B4-BE49-F238E27FC236}">
                    <a16:creationId xmlns:a16="http://schemas.microsoft.com/office/drawing/2014/main" id="{1D671814-EC0C-6854-C82F-2AF47CE5404B}"/>
                  </a:ext>
                </a:extLst>
              </p:cNvPr>
              <p:cNvSpPr>
                <a:spLocks/>
              </p:cNvSpPr>
              <p:nvPr/>
            </p:nvSpPr>
            <p:spPr bwMode="auto">
              <a:xfrm>
                <a:off x="1027" y="4761"/>
                <a:ext cx="36" cy="55"/>
              </a:xfrm>
              <a:custGeom>
                <a:avLst/>
                <a:gdLst>
                  <a:gd name="T0" fmla="+- 0 1048 1027"/>
                  <a:gd name="T1" fmla="*/ T0 w 36"/>
                  <a:gd name="T2" fmla="+- 0 4761 4761"/>
                  <a:gd name="T3" fmla="*/ 4761 h 55"/>
                  <a:gd name="T4" fmla="+- 0 1040 1027"/>
                  <a:gd name="T5" fmla="*/ T4 w 36"/>
                  <a:gd name="T6" fmla="+- 0 4761 4761"/>
                  <a:gd name="T7" fmla="*/ 4761 h 55"/>
                  <a:gd name="T8" fmla="+- 0 1036 1027"/>
                  <a:gd name="T9" fmla="*/ T8 w 36"/>
                  <a:gd name="T10" fmla="+- 0 4763 4761"/>
                  <a:gd name="T11" fmla="*/ 4763 h 55"/>
                  <a:gd name="T12" fmla="+- 0 1031 1027"/>
                  <a:gd name="T13" fmla="*/ T12 w 36"/>
                  <a:gd name="T14" fmla="+- 0 4768 4761"/>
                  <a:gd name="T15" fmla="*/ 4768 h 55"/>
                  <a:gd name="T16" fmla="+- 0 1029 1027"/>
                  <a:gd name="T17" fmla="*/ T16 w 36"/>
                  <a:gd name="T18" fmla="+- 0 4772 4761"/>
                  <a:gd name="T19" fmla="*/ 4772 h 55"/>
                  <a:gd name="T20" fmla="+- 0 1029 1027"/>
                  <a:gd name="T21" fmla="*/ T20 w 36"/>
                  <a:gd name="T22" fmla="+- 0 4776 4761"/>
                  <a:gd name="T23" fmla="*/ 4776 h 55"/>
                  <a:gd name="T24" fmla="+- 0 1030 1027"/>
                  <a:gd name="T25" fmla="*/ T24 w 36"/>
                  <a:gd name="T26" fmla="+- 0 4776 4761"/>
                  <a:gd name="T27" fmla="*/ 4776 h 55"/>
                  <a:gd name="T28" fmla="+- 0 1031 1027"/>
                  <a:gd name="T29" fmla="*/ T28 w 36"/>
                  <a:gd name="T30" fmla="+- 0 4773 4761"/>
                  <a:gd name="T31" fmla="*/ 4773 h 55"/>
                  <a:gd name="T32" fmla="+- 0 1033 1027"/>
                  <a:gd name="T33" fmla="*/ T32 w 36"/>
                  <a:gd name="T34" fmla="+- 0 4771 4761"/>
                  <a:gd name="T35" fmla="*/ 4771 h 55"/>
                  <a:gd name="T36" fmla="+- 0 1037 1027"/>
                  <a:gd name="T37" fmla="*/ T36 w 36"/>
                  <a:gd name="T38" fmla="+- 0 4768 4761"/>
                  <a:gd name="T39" fmla="*/ 4768 h 55"/>
                  <a:gd name="T40" fmla="+- 0 1039 1027"/>
                  <a:gd name="T41" fmla="*/ T40 w 36"/>
                  <a:gd name="T42" fmla="+- 0 4767 4761"/>
                  <a:gd name="T43" fmla="*/ 4767 h 55"/>
                  <a:gd name="T44" fmla="+- 0 1057 1027"/>
                  <a:gd name="T45" fmla="*/ T44 w 36"/>
                  <a:gd name="T46" fmla="+- 0 4767 4761"/>
                  <a:gd name="T47" fmla="*/ 4767 h 55"/>
                  <a:gd name="T48" fmla="+- 0 1052 1027"/>
                  <a:gd name="T49" fmla="*/ T48 w 36"/>
                  <a:gd name="T50" fmla="+- 0 4763 4761"/>
                  <a:gd name="T51" fmla="*/ 4763 h 55"/>
                  <a:gd name="T52" fmla="+- 0 1048 1027"/>
                  <a:gd name="T53" fmla="*/ T52 w 36"/>
                  <a:gd name="T54" fmla="+- 0 4761 4761"/>
                  <a:gd name="T55" fmla="*/ 476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2"/>
                    </a:lnTo>
                    <a:lnTo>
                      <a:pt x="4" y="7"/>
                    </a:lnTo>
                    <a:lnTo>
                      <a:pt x="2" y="11"/>
                    </a:lnTo>
                    <a:lnTo>
                      <a:pt x="2" y="15"/>
                    </a:lnTo>
                    <a:lnTo>
                      <a:pt x="3" y="15"/>
                    </a:lnTo>
                    <a:lnTo>
                      <a:pt x="4" y="12"/>
                    </a:lnTo>
                    <a:lnTo>
                      <a:pt x="6" y="10"/>
                    </a:lnTo>
                    <a:lnTo>
                      <a:pt x="10" y="7"/>
                    </a:lnTo>
                    <a:lnTo>
                      <a:pt x="12" y="6"/>
                    </a:lnTo>
                    <a:lnTo>
                      <a:pt x="30"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3" name="Group 362">
              <a:extLst>
                <a:ext uri="{FF2B5EF4-FFF2-40B4-BE49-F238E27FC236}">
                  <a16:creationId xmlns:a16="http://schemas.microsoft.com/office/drawing/2014/main" id="{D577C52F-549D-F8B9-CA53-8BE7A2525DB6}"/>
                </a:ext>
              </a:extLst>
            </p:cNvPr>
            <p:cNvGrpSpPr>
              <a:grpSpLocks/>
            </p:cNvGrpSpPr>
            <p:nvPr/>
          </p:nvGrpSpPr>
          <p:grpSpPr bwMode="auto">
            <a:xfrm>
              <a:off x="1485" y="4761"/>
              <a:ext cx="35" cy="56"/>
              <a:chOff x="1485" y="4761"/>
              <a:chExt cx="35" cy="56"/>
            </a:xfrm>
          </p:grpSpPr>
          <p:sp>
            <p:nvSpPr>
              <p:cNvPr id="935" name="Freeform 5436">
                <a:extLst>
                  <a:ext uri="{FF2B5EF4-FFF2-40B4-BE49-F238E27FC236}">
                    <a16:creationId xmlns:a16="http://schemas.microsoft.com/office/drawing/2014/main" id="{E4CE6CA2-7657-4F7E-F4A7-57E2C1F3F2F6}"/>
                  </a:ext>
                </a:extLst>
              </p:cNvPr>
              <p:cNvSpPr>
                <a:spLocks/>
              </p:cNvSpPr>
              <p:nvPr/>
            </p:nvSpPr>
            <p:spPr bwMode="auto">
              <a:xfrm>
                <a:off x="1485" y="4761"/>
                <a:ext cx="35" cy="56"/>
              </a:xfrm>
              <a:custGeom>
                <a:avLst/>
                <a:gdLst>
                  <a:gd name="T0" fmla="+- 0 1506 1485"/>
                  <a:gd name="T1" fmla="*/ T0 w 35"/>
                  <a:gd name="T2" fmla="+- 0 4761 4761"/>
                  <a:gd name="T3" fmla="*/ 4761 h 56"/>
                  <a:gd name="T4" fmla="+- 0 1500 1485"/>
                  <a:gd name="T5" fmla="*/ T4 w 35"/>
                  <a:gd name="T6" fmla="+- 0 4761 4761"/>
                  <a:gd name="T7" fmla="*/ 4761 h 56"/>
                  <a:gd name="T8" fmla="+- 0 1497 1485"/>
                  <a:gd name="T9" fmla="*/ T8 w 35"/>
                  <a:gd name="T10" fmla="+- 0 4762 4761"/>
                  <a:gd name="T11" fmla="*/ 4762 h 56"/>
                  <a:gd name="T12" fmla="+- 0 1495 1485"/>
                  <a:gd name="T13" fmla="*/ T12 w 35"/>
                  <a:gd name="T14" fmla="+- 0 4764 4761"/>
                  <a:gd name="T15" fmla="*/ 4764 h 56"/>
                  <a:gd name="T16" fmla="+- 0 1492 1485"/>
                  <a:gd name="T17" fmla="*/ T16 w 35"/>
                  <a:gd name="T18" fmla="+- 0 4766 4761"/>
                  <a:gd name="T19" fmla="*/ 4766 h 56"/>
                  <a:gd name="T20" fmla="+- 0 1489 1485"/>
                  <a:gd name="T21" fmla="*/ T20 w 35"/>
                  <a:gd name="T22" fmla="+- 0 4769 4761"/>
                  <a:gd name="T23" fmla="*/ 4769 h 56"/>
                  <a:gd name="T24" fmla="+- 0 1486 1485"/>
                  <a:gd name="T25" fmla="*/ T24 w 35"/>
                  <a:gd name="T26" fmla="+- 0 4778 4761"/>
                  <a:gd name="T27" fmla="*/ 4778 h 56"/>
                  <a:gd name="T28" fmla="+- 0 1485 1485"/>
                  <a:gd name="T29" fmla="*/ T28 w 35"/>
                  <a:gd name="T30" fmla="+- 0 4783 4761"/>
                  <a:gd name="T31" fmla="*/ 4783 h 56"/>
                  <a:gd name="T32" fmla="+- 0 1485 1485"/>
                  <a:gd name="T33" fmla="*/ T32 w 35"/>
                  <a:gd name="T34" fmla="+- 0 4797 4761"/>
                  <a:gd name="T35" fmla="*/ 4797 h 56"/>
                  <a:gd name="T36" fmla="+- 0 1486 1485"/>
                  <a:gd name="T37" fmla="*/ T36 w 35"/>
                  <a:gd name="T38" fmla="+- 0 4803 4761"/>
                  <a:gd name="T39" fmla="*/ 4803 h 56"/>
                  <a:gd name="T40" fmla="+- 0 1492 1485"/>
                  <a:gd name="T41" fmla="*/ T40 w 35"/>
                  <a:gd name="T42" fmla="+- 0 4814 4761"/>
                  <a:gd name="T43" fmla="*/ 4814 h 56"/>
                  <a:gd name="T44" fmla="+- 0 1497 1485"/>
                  <a:gd name="T45" fmla="*/ T44 w 35"/>
                  <a:gd name="T46" fmla="+- 0 4817 4761"/>
                  <a:gd name="T47" fmla="*/ 4817 h 56"/>
                  <a:gd name="T48" fmla="+- 0 1504 1485"/>
                  <a:gd name="T49" fmla="*/ T48 w 35"/>
                  <a:gd name="T50" fmla="+- 0 4817 4761"/>
                  <a:gd name="T51" fmla="*/ 4817 h 56"/>
                  <a:gd name="T52" fmla="+- 0 1507 1485"/>
                  <a:gd name="T53" fmla="*/ T52 w 35"/>
                  <a:gd name="T54" fmla="+- 0 4816 4761"/>
                  <a:gd name="T55" fmla="*/ 4816 h 56"/>
                  <a:gd name="T56" fmla="+- 0 1509 1485"/>
                  <a:gd name="T57" fmla="*/ T56 w 35"/>
                  <a:gd name="T58" fmla="+- 0 4814 4761"/>
                  <a:gd name="T59" fmla="*/ 4814 h 56"/>
                  <a:gd name="T60" fmla="+- 0 1499 1485"/>
                  <a:gd name="T61" fmla="*/ T60 w 35"/>
                  <a:gd name="T62" fmla="+- 0 4814 4761"/>
                  <a:gd name="T63" fmla="*/ 4814 h 56"/>
                  <a:gd name="T64" fmla="+- 0 1497 1485"/>
                  <a:gd name="T65" fmla="*/ T64 w 35"/>
                  <a:gd name="T66" fmla="+- 0 4812 4761"/>
                  <a:gd name="T67" fmla="*/ 4812 h 56"/>
                  <a:gd name="T68" fmla="+- 0 1493 1485"/>
                  <a:gd name="T69" fmla="*/ T68 w 35"/>
                  <a:gd name="T70" fmla="+- 0 4804 4761"/>
                  <a:gd name="T71" fmla="*/ 4804 h 56"/>
                  <a:gd name="T72" fmla="+- 0 1492 1485"/>
                  <a:gd name="T73" fmla="*/ T72 w 35"/>
                  <a:gd name="T74" fmla="+- 0 4798 4761"/>
                  <a:gd name="T75" fmla="*/ 4798 h 56"/>
                  <a:gd name="T76" fmla="+- 0 1493 1485"/>
                  <a:gd name="T77" fmla="*/ T76 w 35"/>
                  <a:gd name="T78" fmla="+- 0 4783 4761"/>
                  <a:gd name="T79" fmla="*/ 4783 h 56"/>
                  <a:gd name="T80" fmla="+- 0 1502 1485"/>
                  <a:gd name="T81" fmla="*/ T80 w 35"/>
                  <a:gd name="T82" fmla="+- 0 4764 4761"/>
                  <a:gd name="T83" fmla="*/ 4764 h 56"/>
                  <a:gd name="T84" fmla="+- 0 1510 1485"/>
                  <a:gd name="T85" fmla="*/ T84 w 35"/>
                  <a:gd name="T86" fmla="+- 0 4764 4761"/>
                  <a:gd name="T87" fmla="*/ 4764 h 56"/>
                  <a:gd name="T88" fmla="+- 0 1510 1485"/>
                  <a:gd name="T89" fmla="*/ T88 w 35"/>
                  <a:gd name="T90" fmla="+- 0 4763 4761"/>
                  <a:gd name="T91" fmla="*/ 4763 h 56"/>
                  <a:gd name="T92" fmla="+- 0 1506 1485"/>
                  <a:gd name="T93" fmla="*/ T92 w 35"/>
                  <a:gd name="T94" fmla="+- 0 4761 4761"/>
                  <a:gd name="T95"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6" name="Freeform 5437">
                <a:extLst>
                  <a:ext uri="{FF2B5EF4-FFF2-40B4-BE49-F238E27FC236}">
                    <a16:creationId xmlns:a16="http://schemas.microsoft.com/office/drawing/2014/main" id="{B5E46CFD-1EAE-86B8-012C-3DA62AE0F72D}"/>
                  </a:ext>
                </a:extLst>
              </p:cNvPr>
              <p:cNvSpPr>
                <a:spLocks/>
              </p:cNvSpPr>
              <p:nvPr/>
            </p:nvSpPr>
            <p:spPr bwMode="auto">
              <a:xfrm>
                <a:off x="1485" y="4761"/>
                <a:ext cx="35" cy="56"/>
              </a:xfrm>
              <a:custGeom>
                <a:avLst/>
                <a:gdLst>
                  <a:gd name="T0" fmla="+- 0 1510 1485"/>
                  <a:gd name="T1" fmla="*/ T0 w 35"/>
                  <a:gd name="T2" fmla="+- 0 4764 4761"/>
                  <a:gd name="T3" fmla="*/ 4764 h 56"/>
                  <a:gd name="T4" fmla="+- 0 1502 1485"/>
                  <a:gd name="T5" fmla="*/ T4 w 35"/>
                  <a:gd name="T6" fmla="+- 0 4764 4761"/>
                  <a:gd name="T7" fmla="*/ 4764 h 56"/>
                  <a:gd name="T8" fmla="+- 0 1506 1485"/>
                  <a:gd name="T9" fmla="*/ T8 w 35"/>
                  <a:gd name="T10" fmla="+- 0 4765 4761"/>
                  <a:gd name="T11" fmla="*/ 4765 h 56"/>
                  <a:gd name="T12" fmla="+- 0 1507 1485"/>
                  <a:gd name="T13" fmla="*/ T12 w 35"/>
                  <a:gd name="T14" fmla="+- 0 4767 4761"/>
                  <a:gd name="T15" fmla="*/ 4767 h 56"/>
                  <a:gd name="T16" fmla="+- 0 1509 1485"/>
                  <a:gd name="T17" fmla="*/ T16 w 35"/>
                  <a:gd name="T18" fmla="+- 0 4769 4761"/>
                  <a:gd name="T19" fmla="*/ 4769 h 56"/>
                  <a:gd name="T20" fmla="+- 0 1511 1485"/>
                  <a:gd name="T21" fmla="*/ T20 w 35"/>
                  <a:gd name="T22" fmla="+- 0 4776 4761"/>
                  <a:gd name="T23" fmla="*/ 4776 h 56"/>
                  <a:gd name="T24" fmla="+- 0 1511 1485"/>
                  <a:gd name="T25" fmla="*/ T24 w 35"/>
                  <a:gd name="T26" fmla="+- 0 4778 4761"/>
                  <a:gd name="T27" fmla="*/ 4778 h 56"/>
                  <a:gd name="T28" fmla="+- 0 1511 1485"/>
                  <a:gd name="T29" fmla="*/ T28 w 35"/>
                  <a:gd name="T30" fmla="+- 0 4797 4761"/>
                  <a:gd name="T31" fmla="*/ 4797 h 56"/>
                  <a:gd name="T32" fmla="+- 0 1511 1485"/>
                  <a:gd name="T33" fmla="*/ T32 w 35"/>
                  <a:gd name="T34" fmla="+- 0 4801 4761"/>
                  <a:gd name="T35" fmla="*/ 4801 h 56"/>
                  <a:gd name="T36" fmla="+- 0 1509 1485"/>
                  <a:gd name="T37" fmla="*/ T36 w 35"/>
                  <a:gd name="T38" fmla="+- 0 4809 4761"/>
                  <a:gd name="T39" fmla="*/ 4809 h 56"/>
                  <a:gd name="T40" fmla="+- 0 1508 1485"/>
                  <a:gd name="T41" fmla="*/ T40 w 35"/>
                  <a:gd name="T42" fmla="+- 0 4811 4761"/>
                  <a:gd name="T43" fmla="*/ 4811 h 56"/>
                  <a:gd name="T44" fmla="+- 0 1506 1485"/>
                  <a:gd name="T45" fmla="*/ T44 w 35"/>
                  <a:gd name="T46" fmla="+- 0 4812 4761"/>
                  <a:gd name="T47" fmla="*/ 4812 h 56"/>
                  <a:gd name="T48" fmla="+- 0 1502 1485"/>
                  <a:gd name="T49" fmla="*/ T48 w 35"/>
                  <a:gd name="T50" fmla="+- 0 4814 4761"/>
                  <a:gd name="T51" fmla="*/ 4814 h 56"/>
                  <a:gd name="T52" fmla="+- 0 1509 1485"/>
                  <a:gd name="T53" fmla="*/ T52 w 35"/>
                  <a:gd name="T54" fmla="+- 0 4814 4761"/>
                  <a:gd name="T55" fmla="*/ 4814 h 56"/>
                  <a:gd name="T56" fmla="+- 0 1519 1485"/>
                  <a:gd name="T57" fmla="*/ T56 w 35"/>
                  <a:gd name="T58" fmla="+- 0 4780 4761"/>
                  <a:gd name="T59" fmla="*/ 4780 h 56"/>
                  <a:gd name="T60" fmla="+- 0 1517 1485"/>
                  <a:gd name="T61" fmla="*/ T60 w 35"/>
                  <a:gd name="T62" fmla="+- 0 4773 4761"/>
                  <a:gd name="T63" fmla="*/ 4773 h 56"/>
                  <a:gd name="T64" fmla="+- 0 1510 1485"/>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4" name="Group 363">
              <a:extLst>
                <a:ext uri="{FF2B5EF4-FFF2-40B4-BE49-F238E27FC236}">
                  <a16:creationId xmlns:a16="http://schemas.microsoft.com/office/drawing/2014/main" id="{6AE724F6-ACF0-321F-E745-AAE139F8B538}"/>
                </a:ext>
              </a:extLst>
            </p:cNvPr>
            <p:cNvGrpSpPr>
              <a:grpSpLocks/>
            </p:cNvGrpSpPr>
            <p:nvPr/>
          </p:nvGrpSpPr>
          <p:grpSpPr bwMode="auto">
            <a:xfrm>
              <a:off x="1941" y="4761"/>
              <a:ext cx="35" cy="56"/>
              <a:chOff x="1941" y="4761"/>
              <a:chExt cx="35" cy="56"/>
            </a:xfrm>
          </p:grpSpPr>
          <p:sp>
            <p:nvSpPr>
              <p:cNvPr id="933" name="Freeform 5439">
                <a:extLst>
                  <a:ext uri="{FF2B5EF4-FFF2-40B4-BE49-F238E27FC236}">
                    <a16:creationId xmlns:a16="http://schemas.microsoft.com/office/drawing/2014/main" id="{7AC3C0D5-2888-99B1-BD13-A575E8F411EC}"/>
                  </a:ext>
                </a:extLst>
              </p:cNvPr>
              <p:cNvSpPr>
                <a:spLocks/>
              </p:cNvSpPr>
              <p:nvPr/>
            </p:nvSpPr>
            <p:spPr bwMode="auto">
              <a:xfrm>
                <a:off x="1941" y="4761"/>
                <a:ext cx="35" cy="56"/>
              </a:xfrm>
              <a:custGeom>
                <a:avLst/>
                <a:gdLst>
                  <a:gd name="T0" fmla="+- 0 1962 1941"/>
                  <a:gd name="T1" fmla="*/ T0 w 35"/>
                  <a:gd name="T2" fmla="+- 0 4761 4761"/>
                  <a:gd name="T3" fmla="*/ 4761 h 56"/>
                  <a:gd name="T4" fmla="+- 0 1956 1941"/>
                  <a:gd name="T5" fmla="*/ T4 w 35"/>
                  <a:gd name="T6" fmla="+- 0 4761 4761"/>
                  <a:gd name="T7" fmla="*/ 4761 h 56"/>
                  <a:gd name="T8" fmla="+- 0 1953 1941"/>
                  <a:gd name="T9" fmla="*/ T8 w 35"/>
                  <a:gd name="T10" fmla="+- 0 4762 4761"/>
                  <a:gd name="T11" fmla="*/ 4762 h 56"/>
                  <a:gd name="T12" fmla="+- 0 1948 1941"/>
                  <a:gd name="T13" fmla="*/ T12 w 35"/>
                  <a:gd name="T14" fmla="+- 0 4766 4761"/>
                  <a:gd name="T15" fmla="*/ 4766 h 56"/>
                  <a:gd name="T16" fmla="+- 0 1945 1941"/>
                  <a:gd name="T17" fmla="*/ T16 w 35"/>
                  <a:gd name="T18" fmla="+- 0 4769 4761"/>
                  <a:gd name="T19" fmla="*/ 4769 h 56"/>
                  <a:gd name="T20" fmla="+- 0 1942 1941"/>
                  <a:gd name="T21" fmla="*/ T20 w 35"/>
                  <a:gd name="T22" fmla="+- 0 4778 4761"/>
                  <a:gd name="T23" fmla="*/ 4778 h 56"/>
                  <a:gd name="T24" fmla="+- 0 1941 1941"/>
                  <a:gd name="T25" fmla="*/ T24 w 35"/>
                  <a:gd name="T26" fmla="+- 0 4783 4761"/>
                  <a:gd name="T27" fmla="*/ 4783 h 56"/>
                  <a:gd name="T28" fmla="+- 0 1941 1941"/>
                  <a:gd name="T29" fmla="*/ T28 w 35"/>
                  <a:gd name="T30" fmla="+- 0 4797 4761"/>
                  <a:gd name="T31" fmla="*/ 4797 h 56"/>
                  <a:gd name="T32" fmla="+- 0 1942 1941"/>
                  <a:gd name="T33" fmla="*/ T32 w 35"/>
                  <a:gd name="T34" fmla="+- 0 4803 4761"/>
                  <a:gd name="T35" fmla="*/ 4803 h 56"/>
                  <a:gd name="T36" fmla="+- 0 1949 1941"/>
                  <a:gd name="T37" fmla="*/ T36 w 35"/>
                  <a:gd name="T38" fmla="+- 0 4814 4761"/>
                  <a:gd name="T39" fmla="*/ 4814 h 56"/>
                  <a:gd name="T40" fmla="+- 0 1953 1941"/>
                  <a:gd name="T41" fmla="*/ T40 w 35"/>
                  <a:gd name="T42" fmla="+- 0 4817 4761"/>
                  <a:gd name="T43" fmla="*/ 4817 h 56"/>
                  <a:gd name="T44" fmla="+- 0 1960 1941"/>
                  <a:gd name="T45" fmla="*/ T44 w 35"/>
                  <a:gd name="T46" fmla="+- 0 4817 4761"/>
                  <a:gd name="T47" fmla="*/ 4817 h 56"/>
                  <a:gd name="T48" fmla="+- 0 1963 1941"/>
                  <a:gd name="T49" fmla="*/ T48 w 35"/>
                  <a:gd name="T50" fmla="+- 0 4816 4761"/>
                  <a:gd name="T51" fmla="*/ 4816 h 56"/>
                  <a:gd name="T52" fmla="+- 0 1965 1941"/>
                  <a:gd name="T53" fmla="*/ T52 w 35"/>
                  <a:gd name="T54" fmla="+- 0 4814 4761"/>
                  <a:gd name="T55" fmla="*/ 4814 h 56"/>
                  <a:gd name="T56" fmla="+- 0 1955 1941"/>
                  <a:gd name="T57" fmla="*/ T56 w 35"/>
                  <a:gd name="T58" fmla="+- 0 4814 4761"/>
                  <a:gd name="T59" fmla="*/ 4814 h 56"/>
                  <a:gd name="T60" fmla="+- 0 1953 1941"/>
                  <a:gd name="T61" fmla="*/ T60 w 35"/>
                  <a:gd name="T62" fmla="+- 0 4812 4761"/>
                  <a:gd name="T63" fmla="*/ 4812 h 56"/>
                  <a:gd name="T64" fmla="+- 0 1951 1941"/>
                  <a:gd name="T65" fmla="*/ T64 w 35"/>
                  <a:gd name="T66" fmla="+- 0 4808 4761"/>
                  <a:gd name="T67" fmla="*/ 4808 h 56"/>
                  <a:gd name="T68" fmla="+- 0 1950 1941"/>
                  <a:gd name="T69" fmla="*/ T68 w 35"/>
                  <a:gd name="T70" fmla="+- 0 4804 4761"/>
                  <a:gd name="T71" fmla="*/ 4804 h 56"/>
                  <a:gd name="T72" fmla="+- 0 1949 1941"/>
                  <a:gd name="T73" fmla="*/ T72 w 35"/>
                  <a:gd name="T74" fmla="+- 0 4798 4761"/>
                  <a:gd name="T75" fmla="*/ 4798 h 56"/>
                  <a:gd name="T76" fmla="+- 0 1958 1941"/>
                  <a:gd name="T77" fmla="*/ T76 w 35"/>
                  <a:gd name="T78" fmla="+- 0 4764 4761"/>
                  <a:gd name="T79" fmla="*/ 4764 h 56"/>
                  <a:gd name="T80" fmla="+- 0 1966 1941"/>
                  <a:gd name="T81" fmla="*/ T80 w 35"/>
                  <a:gd name="T82" fmla="+- 0 4764 4761"/>
                  <a:gd name="T83" fmla="*/ 4764 h 56"/>
                  <a:gd name="T84" fmla="+- 0 1966 1941"/>
                  <a:gd name="T85" fmla="*/ T84 w 35"/>
                  <a:gd name="T86" fmla="+- 0 4763 4761"/>
                  <a:gd name="T87" fmla="*/ 4763 h 56"/>
                  <a:gd name="T88" fmla="+- 0 1962 1941"/>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10" y="47"/>
                    </a:lnTo>
                    <a:lnTo>
                      <a:pt x="9" y="43"/>
                    </a:lnTo>
                    <a:lnTo>
                      <a:pt x="8"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4" name="Freeform 5440">
                <a:extLst>
                  <a:ext uri="{FF2B5EF4-FFF2-40B4-BE49-F238E27FC236}">
                    <a16:creationId xmlns:a16="http://schemas.microsoft.com/office/drawing/2014/main" id="{B884E5B9-9419-18F9-811B-66B63E031399}"/>
                  </a:ext>
                </a:extLst>
              </p:cNvPr>
              <p:cNvSpPr>
                <a:spLocks/>
              </p:cNvSpPr>
              <p:nvPr/>
            </p:nvSpPr>
            <p:spPr bwMode="auto">
              <a:xfrm>
                <a:off x="1941" y="4761"/>
                <a:ext cx="35" cy="56"/>
              </a:xfrm>
              <a:custGeom>
                <a:avLst/>
                <a:gdLst>
                  <a:gd name="T0" fmla="+- 0 1966 1941"/>
                  <a:gd name="T1" fmla="*/ T0 w 35"/>
                  <a:gd name="T2" fmla="+- 0 4764 4761"/>
                  <a:gd name="T3" fmla="*/ 4764 h 56"/>
                  <a:gd name="T4" fmla="+- 0 1958 1941"/>
                  <a:gd name="T5" fmla="*/ T4 w 35"/>
                  <a:gd name="T6" fmla="+- 0 4764 4761"/>
                  <a:gd name="T7" fmla="*/ 4764 h 56"/>
                  <a:gd name="T8" fmla="+- 0 1962 1941"/>
                  <a:gd name="T9" fmla="*/ T8 w 35"/>
                  <a:gd name="T10" fmla="+- 0 4765 4761"/>
                  <a:gd name="T11" fmla="*/ 4765 h 56"/>
                  <a:gd name="T12" fmla="+- 0 1964 1941"/>
                  <a:gd name="T13" fmla="*/ T12 w 35"/>
                  <a:gd name="T14" fmla="+- 0 4767 4761"/>
                  <a:gd name="T15" fmla="*/ 4767 h 56"/>
                  <a:gd name="T16" fmla="+- 0 1968 1941"/>
                  <a:gd name="T17" fmla="*/ T16 w 35"/>
                  <a:gd name="T18" fmla="+- 0 4797 4761"/>
                  <a:gd name="T19" fmla="*/ 4797 h 56"/>
                  <a:gd name="T20" fmla="+- 0 1967 1941"/>
                  <a:gd name="T21" fmla="*/ T20 w 35"/>
                  <a:gd name="T22" fmla="+- 0 4801 4761"/>
                  <a:gd name="T23" fmla="*/ 4801 h 56"/>
                  <a:gd name="T24" fmla="+- 0 1965 1941"/>
                  <a:gd name="T25" fmla="*/ T24 w 35"/>
                  <a:gd name="T26" fmla="+- 0 4809 4761"/>
                  <a:gd name="T27" fmla="*/ 4809 h 56"/>
                  <a:gd name="T28" fmla="+- 0 1964 1941"/>
                  <a:gd name="T29" fmla="*/ T28 w 35"/>
                  <a:gd name="T30" fmla="+- 0 4811 4761"/>
                  <a:gd name="T31" fmla="*/ 4811 h 56"/>
                  <a:gd name="T32" fmla="+- 0 1962 1941"/>
                  <a:gd name="T33" fmla="*/ T32 w 35"/>
                  <a:gd name="T34" fmla="+- 0 4812 4761"/>
                  <a:gd name="T35" fmla="*/ 4812 h 56"/>
                  <a:gd name="T36" fmla="+- 0 1958 1941"/>
                  <a:gd name="T37" fmla="*/ T36 w 35"/>
                  <a:gd name="T38" fmla="+- 0 4814 4761"/>
                  <a:gd name="T39" fmla="*/ 4814 h 56"/>
                  <a:gd name="T40" fmla="+- 0 1965 1941"/>
                  <a:gd name="T41" fmla="*/ T40 w 35"/>
                  <a:gd name="T42" fmla="+- 0 4814 4761"/>
                  <a:gd name="T43" fmla="*/ 4814 h 56"/>
                  <a:gd name="T44" fmla="+- 0 1975 1941"/>
                  <a:gd name="T45" fmla="*/ T44 w 35"/>
                  <a:gd name="T46" fmla="+- 0 4780 4761"/>
                  <a:gd name="T47" fmla="*/ 4780 h 56"/>
                  <a:gd name="T48" fmla="+- 0 1973 1941"/>
                  <a:gd name="T49" fmla="*/ T48 w 35"/>
                  <a:gd name="T50" fmla="+- 0 4773 4761"/>
                  <a:gd name="T51" fmla="*/ 4773 h 56"/>
                  <a:gd name="T52" fmla="+- 0 1966 1941"/>
                  <a:gd name="T53" fmla="*/ T52 w 35"/>
                  <a:gd name="T54" fmla="+- 0 4764 4761"/>
                  <a:gd name="T55"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3"/>
                    </a:moveTo>
                    <a:lnTo>
                      <a:pt x="17" y="3"/>
                    </a:lnTo>
                    <a:lnTo>
                      <a:pt x="21" y="4"/>
                    </a:lnTo>
                    <a:lnTo>
                      <a:pt x="23" y="6"/>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5" name="Group 364">
              <a:extLst>
                <a:ext uri="{FF2B5EF4-FFF2-40B4-BE49-F238E27FC236}">
                  <a16:creationId xmlns:a16="http://schemas.microsoft.com/office/drawing/2014/main" id="{83AED6A6-49A5-2FC4-8B63-F72A56B62912}"/>
                </a:ext>
              </a:extLst>
            </p:cNvPr>
            <p:cNvGrpSpPr>
              <a:grpSpLocks/>
            </p:cNvGrpSpPr>
            <p:nvPr/>
          </p:nvGrpSpPr>
          <p:grpSpPr bwMode="auto">
            <a:xfrm>
              <a:off x="2397" y="4761"/>
              <a:ext cx="35" cy="56"/>
              <a:chOff x="2397" y="4761"/>
              <a:chExt cx="35" cy="56"/>
            </a:xfrm>
          </p:grpSpPr>
          <p:sp>
            <p:nvSpPr>
              <p:cNvPr id="931" name="Freeform 5442">
                <a:extLst>
                  <a:ext uri="{FF2B5EF4-FFF2-40B4-BE49-F238E27FC236}">
                    <a16:creationId xmlns:a16="http://schemas.microsoft.com/office/drawing/2014/main" id="{1CEE5A50-453A-7A49-C987-2B5F275182B3}"/>
                  </a:ext>
                </a:extLst>
              </p:cNvPr>
              <p:cNvSpPr>
                <a:spLocks/>
              </p:cNvSpPr>
              <p:nvPr/>
            </p:nvSpPr>
            <p:spPr bwMode="auto">
              <a:xfrm>
                <a:off x="2397" y="4761"/>
                <a:ext cx="35" cy="56"/>
              </a:xfrm>
              <a:custGeom>
                <a:avLst/>
                <a:gdLst>
                  <a:gd name="T0" fmla="+- 0 2419 2397"/>
                  <a:gd name="T1" fmla="*/ T0 w 35"/>
                  <a:gd name="T2" fmla="+- 0 4761 4761"/>
                  <a:gd name="T3" fmla="*/ 4761 h 56"/>
                  <a:gd name="T4" fmla="+- 0 2412 2397"/>
                  <a:gd name="T5" fmla="*/ T4 w 35"/>
                  <a:gd name="T6" fmla="+- 0 4761 4761"/>
                  <a:gd name="T7" fmla="*/ 4761 h 56"/>
                  <a:gd name="T8" fmla="+- 0 2410 2397"/>
                  <a:gd name="T9" fmla="*/ T8 w 35"/>
                  <a:gd name="T10" fmla="+- 0 4762 4761"/>
                  <a:gd name="T11" fmla="*/ 4762 h 56"/>
                  <a:gd name="T12" fmla="+- 0 2404 2397"/>
                  <a:gd name="T13" fmla="*/ T12 w 35"/>
                  <a:gd name="T14" fmla="+- 0 4766 4761"/>
                  <a:gd name="T15" fmla="*/ 4766 h 56"/>
                  <a:gd name="T16" fmla="+- 0 2402 2397"/>
                  <a:gd name="T17" fmla="*/ T16 w 35"/>
                  <a:gd name="T18" fmla="+- 0 4769 4761"/>
                  <a:gd name="T19" fmla="*/ 4769 h 56"/>
                  <a:gd name="T20" fmla="+- 0 2398 2397"/>
                  <a:gd name="T21" fmla="*/ T20 w 35"/>
                  <a:gd name="T22" fmla="+- 0 4778 4761"/>
                  <a:gd name="T23" fmla="*/ 4778 h 56"/>
                  <a:gd name="T24" fmla="+- 0 2397 2397"/>
                  <a:gd name="T25" fmla="*/ T24 w 35"/>
                  <a:gd name="T26" fmla="+- 0 4783 4761"/>
                  <a:gd name="T27" fmla="*/ 4783 h 56"/>
                  <a:gd name="T28" fmla="+- 0 2397 2397"/>
                  <a:gd name="T29" fmla="*/ T28 w 35"/>
                  <a:gd name="T30" fmla="+- 0 4797 4761"/>
                  <a:gd name="T31" fmla="*/ 4797 h 56"/>
                  <a:gd name="T32" fmla="+- 0 2399 2397"/>
                  <a:gd name="T33" fmla="*/ T32 w 35"/>
                  <a:gd name="T34" fmla="+- 0 4803 4761"/>
                  <a:gd name="T35" fmla="*/ 4803 h 56"/>
                  <a:gd name="T36" fmla="+- 0 2405 2397"/>
                  <a:gd name="T37" fmla="*/ T36 w 35"/>
                  <a:gd name="T38" fmla="+- 0 4814 4761"/>
                  <a:gd name="T39" fmla="*/ 4814 h 56"/>
                  <a:gd name="T40" fmla="+- 0 2409 2397"/>
                  <a:gd name="T41" fmla="*/ T40 w 35"/>
                  <a:gd name="T42" fmla="+- 0 4817 4761"/>
                  <a:gd name="T43" fmla="*/ 4817 h 56"/>
                  <a:gd name="T44" fmla="+- 0 2417 2397"/>
                  <a:gd name="T45" fmla="*/ T44 w 35"/>
                  <a:gd name="T46" fmla="+- 0 4817 4761"/>
                  <a:gd name="T47" fmla="*/ 4817 h 56"/>
                  <a:gd name="T48" fmla="+- 0 2420 2397"/>
                  <a:gd name="T49" fmla="*/ T48 w 35"/>
                  <a:gd name="T50" fmla="+- 0 4816 4761"/>
                  <a:gd name="T51" fmla="*/ 4816 h 56"/>
                  <a:gd name="T52" fmla="+- 0 2422 2397"/>
                  <a:gd name="T53" fmla="*/ T52 w 35"/>
                  <a:gd name="T54" fmla="+- 0 4814 4761"/>
                  <a:gd name="T55" fmla="*/ 4814 h 56"/>
                  <a:gd name="T56" fmla="+- 0 2411 2397"/>
                  <a:gd name="T57" fmla="*/ T56 w 35"/>
                  <a:gd name="T58" fmla="+- 0 4814 4761"/>
                  <a:gd name="T59" fmla="*/ 4814 h 56"/>
                  <a:gd name="T60" fmla="+- 0 2409 2397"/>
                  <a:gd name="T61" fmla="*/ T60 w 35"/>
                  <a:gd name="T62" fmla="+- 0 4812 4761"/>
                  <a:gd name="T63" fmla="*/ 4812 h 56"/>
                  <a:gd name="T64" fmla="+- 0 2406 2397"/>
                  <a:gd name="T65" fmla="*/ T64 w 35"/>
                  <a:gd name="T66" fmla="+- 0 4804 4761"/>
                  <a:gd name="T67" fmla="*/ 4804 h 56"/>
                  <a:gd name="T68" fmla="+- 0 2405 2397"/>
                  <a:gd name="T69" fmla="*/ T68 w 35"/>
                  <a:gd name="T70" fmla="+- 0 4798 4761"/>
                  <a:gd name="T71" fmla="*/ 4798 h 56"/>
                  <a:gd name="T72" fmla="+- 0 2405 2397"/>
                  <a:gd name="T73" fmla="*/ T72 w 35"/>
                  <a:gd name="T74" fmla="+- 0 4783 4761"/>
                  <a:gd name="T75" fmla="*/ 4783 h 56"/>
                  <a:gd name="T76" fmla="+- 0 2415 2397"/>
                  <a:gd name="T77" fmla="*/ T76 w 35"/>
                  <a:gd name="T78" fmla="+- 0 4764 4761"/>
                  <a:gd name="T79" fmla="*/ 4764 h 56"/>
                  <a:gd name="T80" fmla="+- 0 2423 2397"/>
                  <a:gd name="T81" fmla="*/ T80 w 35"/>
                  <a:gd name="T82" fmla="+- 0 4764 4761"/>
                  <a:gd name="T83" fmla="*/ 4764 h 56"/>
                  <a:gd name="T84" fmla="+- 0 2422 2397"/>
                  <a:gd name="T85" fmla="*/ T84 w 35"/>
                  <a:gd name="T86" fmla="+- 0 4763 4761"/>
                  <a:gd name="T87" fmla="*/ 4763 h 56"/>
                  <a:gd name="T88" fmla="+- 0 2419 2397"/>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2" name="Freeform 5443">
                <a:extLst>
                  <a:ext uri="{FF2B5EF4-FFF2-40B4-BE49-F238E27FC236}">
                    <a16:creationId xmlns:a16="http://schemas.microsoft.com/office/drawing/2014/main" id="{AA2B6AD8-D62E-DB2D-42F9-343982C67124}"/>
                  </a:ext>
                </a:extLst>
              </p:cNvPr>
              <p:cNvSpPr>
                <a:spLocks/>
              </p:cNvSpPr>
              <p:nvPr/>
            </p:nvSpPr>
            <p:spPr bwMode="auto">
              <a:xfrm>
                <a:off x="2397" y="4761"/>
                <a:ext cx="35" cy="56"/>
              </a:xfrm>
              <a:custGeom>
                <a:avLst/>
                <a:gdLst>
                  <a:gd name="T0" fmla="+- 0 2423 2397"/>
                  <a:gd name="T1" fmla="*/ T0 w 35"/>
                  <a:gd name="T2" fmla="+- 0 4764 4761"/>
                  <a:gd name="T3" fmla="*/ 4764 h 56"/>
                  <a:gd name="T4" fmla="+- 0 2415 2397"/>
                  <a:gd name="T5" fmla="*/ T4 w 35"/>
                  <a:gd name="T6" fmla="+- 0 4764 4761"/>
                  <a:gd name="T7" fmla="*/ 4764 h 56"/>
                  <a:gd name="T8" fmla="+- 0 2419 2397"/>
                  <a:gd name="T9" fmla="*/ T8 w 35"/>
                  <a:gd name="T10" fmla="+- 0 4765 4761"/>
                  <a:gd name="T11" fmla="*/ 4765 h 56"/>
                  <a:gd name="T12" fmla="+- 0 2420 2397"/>
                  <a:gd name="T13" fmla="*/ T12 w 35"/>
                  <a:gd name="T14" fmla="+- 0 4767 4761"/>
                  <a:gd name="T15" fmla="*/ 4767 h 56"/>
                  <a:gd name="T16" fmla="+- 0 2421 2397"/>
                  <a:gd name="T17" fmla="*/ T16 w 35"/>
                  <a:gd name="T18" fmla="+- 0 4769 4761"/>
                  <a:gd name="T19" fmla="*/ 4769 h 56"/>
                  <a:gd name="T20" fmla="+- 0 2423 2397"/>
                  <a:gd name="T21" fmla="*/ T20 w 35"/>
                  <a:gd name="T22" fmla="+- 0 4776 4761"/>
                  <a:gd name="T23" fmla="*/ 4776 h 56"/>
                  <a:gd name="T24" fmla="+- 0 2424 2397"/>
                  <a:gd name="T25" fmla="*/ T24 w 35"/>
                  <a:gd name="T26" fmla="+- 0 4778 4761"/>
                  <a:gd name="T27" fmla="*/ 4778 h 56"/>
                  <a:gd name="T28" fmla="+- 0 2424 2397"/>
                  <a:gd name="T29" fmla="*/ T28 w 35"/>
                  <a:gd name="T30" fmla="+- 0 4797 4761"/>
                  <a:gd name="T31" fmla="*/ 4797 h 56"/>
                  <a:gd name="T32" fmla="+- 0 2424 2397"/>
                  <a:gd name="T33" fmla="*/ T32 w 35"/>
                  <a:gd name="T34" fmla="+- 0 4801 4761"/>
                  <a:gd name="T35" fmla="*/ 4801 h 56"/>
                  <a:gd name="T36" fmla="+- 0 2422 2397"/>
                  <a:gd name="T37" fmla="*/ T36 w 35"/>
                  <a:gd name="T38" fmla="+- 0 4809 4761"/>
                  <a:gd name="T39" fmla="*/ 4809 h 56"/>
                  <a:gd name="T40" fmla="+- 0 2420 2397"/>
                  <a:gd name="T41" fmla="*/ T40 w 35"/>
                  <a:gd name="T42" fmla="+- 0 4811 4761"/>
                  <a:gd name="T43" fmla="*/ 4811 h 56"/>
                  <a:gd name="T44" fmla="+- 0 2419 2397"/>
                  <a:gd name="T45" fmla="*/ T44 w 35"/>
                  <a:gd name="T46" fmla="+- 0 4812 4761"/>
                  <a:gd name="T47" fmla="*/ 4812 h 56"/>
                  <a:gd name="T48" fmla="+- 0 2414 2397"/>
                  <a:gd name="T49" fmla="*/ T48 w 35"/>
                  <a:gd name="T50" fmla="+- 0 4814 4761"/>
                  <a:gd name="T51" fmla="*/ 4814 h 56"/>
                  <a:gd name="T52" fmla="+- 0 2422 2397"/>
                  <a:gd name="T53" fmla="*/ T52 w 35"/>
                  <a:gd name="T54" fmla="+- 0 4814 4761"/>
                  <a:gd name="T55" fmla="*/ 4814 h 56"/>
                  <a:gd name="T56" fmla="+- 0 2432 2397"/>
                  <a:gd name="T57" fmla="*/ T56 w 35"/>
                  <a:gd name="T58" fmla="+- 0 4780 4761"/>
                  <a:gd name="T59" fmla="*/ 4780 h 56"/>
                  <a:gd name="T60" fmla="+- 0 2430 2397"/>
                  <a:gd name="T61" fmla="*/ T60 w 35"/>
                  <a:gd name="T62" fmla="+- 0 4773 4761"/>
                  <a:gd name="T63" fmla="*/ 4773 h 56"/>
                  <a:gd name="T64" fmla="+- 0 2423 2397"/>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6" y="15"/>
                    </a:lnTo>
                    <a:lnTo>
                      <a:pt x="27" y="17"/>
                    </a:lnTo>
                    <a:lnTo>
                      <a:pt x="27" y="36"/>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6" name="Group 365">
              <a:extLst>
                <a:ext uri="{FF2B5EF4-FFF2-40B4-BE49-F238E27FC236}">
                  <a16:creationId xmlns:a16="http://schemas.microsoft.com/office/drawing/2014/main" id="{844B5147-1B3B-4D86-A7B2-09F28F72D2A0}"/>
                </a:ext>
              </a:extLst>
            </p:cNvPr>
            <p:cNvGrpSpPr>
              <a:grpSpLocks/>
            </p:cNvGrpSpPr>
            <p:nvPr/>
          </p:nvGrpSpPr>
          <p:grpSpPr bwMode="auto">
            <a:xfrm>
              <a:off x="2854" y="4761"/>
              <a:ext cx="35" cy="56"/>
              <a:chOff x="2854" y="4761"/>
              <a:chExt cx="35" cy="56"/>
            </a:xfrm>
          </p:grpSpPr>
          <p:sp>
            <p:nvSpPr>
              <p:cNvPr id="929" name="Freeform 5445">
                <a:extLst>
                  <a:ext uri="{FF2B5EF4-FFF2-40B4-BE49-F238E27FC236}">
                    <a16:creationId xmlns:a16="http://schemas.microsoft.com/office/drawing/2014/main" id="{F12D8850-BE79-C05B-BD65-3B65884B1BF1}"/>
                  </a:ext>
                </a:extLst>
              </p:cNvPr>
              <p:cNvSpPr>
                <a:spLocks/>
              </p:cNvSpPr>
              <p:nvPr/>
            </p:nvSpPr>
            <p:spPr bwMode="auto">
              <a:xfrm>
                <a:off x="2854" y="4761"/>
                <a:ext cx="35" cy="56"/>
              </a:xfrm>
              <a:custGeom>
                <a:avLst/>
                <a:gdLst>
                  <a:gd name="T0" fmla="+- 0 2875 2854"/>
                  <a:gd name="T1" fmla="*/ T0 w 35"/>
                  <a:gd name="T2" fmla="+- 0 4761 4761"/>
                  <a:gd name="T3" fmla="*/ 4761 h 56"/>
                  <a:gd name="T4" fmla="+- 0 2868 2854"/>
                  <a:gd name="T5" fmla="*/ T4 w 35"/>
                  <a:gd name="T6" fmla="+- 0 4761 4761"/>
                  <a:gd name="T7" fmla="*/ 4761 h 56"/>
                  <a:gd name="T8" fmla="+- 0 2866 2854"/>
                  <a:gd name="T9" fmla="*/ T8 w 35"/>
                  <a:gd name="T10" fmla="+- 0 4762 4761"/>
                  <a:gd name="T11" fmla="*/ 4762 h 56"/>
                  <a:gd name="T12" fmla="+- 0 2861 2854"/>
                  <a:gd name="T13" fmla="*/ T12 w 35"/>
                  <a:gd name="T14" fmla="+- 0 4766 4761"/>
                  <a:gd name="T15" fmla="*/ 4766 h 56"/>
                  <a:gd name="T16" fmla="+- 0 2858 2854"/>
                  <a:gd name="T17" fmla="*/ T16 w 35"/>
                  <a:gd name="T18" fmla="+- 0 4769 4761"/>
                  <a:gd name="T19" fmla="*/ 4769 h 56"/>
                  <a:gd name="T20" fmla="+- 0 2855 2854"/>
                  <a:gd name="T21" fmla="*/ T20 w 35"/>
                  <a:gd name="T22" fmla="+- 0 4778 4761"/>
                  <a:gd name="T23" fmla="*/ 4778 h 56"/>
                  <a:gd name="T24" fmla="+- 0 2854 2854"/>
                  <a:gd name="T25" fmla="*/ T24 w 35"/>
                  <a:gd name="T26" fmla="+- 0 4783 4761"/>
                  <a:gd name="T27" fmla="*/ 4783 h 56"/>
                  <a:gd name="T28" fmla="+- 0 2854 2854"/>
                  <a:gd name="T29" fmla="*/ T28 w 35"/>
                  <a:gd name="T30" fmla="+- 0 4797 4761"/>
                  <a:gd name="T31" fmla="*/ 4797 h 56"/>
                  <a:gd name="T32" fmla="+- 0 2855 2854"/>
                  <a:gd name="T33" fmla="*/ T32 w 35"/>
                  <a:gd name="T34" fmla="+- 0 4803 4761"/>
                  <a:gd name="T35" fmla="*/ 4803 h 56"/>
                  <a:gd name="T36" fmla="+- 0 2861 2854"/>
                  <a:gd name="T37" fmla="*/ T36 w 35"/>
                  <a:gd name="T38" fmla="+- 0 4814 4761"/>
                  <a:gd name="T39" fmla="*/ 4814 h 56"/>
                  <a:gd name="T40" fmla="+- 0 2866 2854"/>
                  <a:gd name="T41" fmla="*/ T40 w 35"/>
                  <a:gd name="T42" fmla="+- 0 4817 4761"/>
                  <a:gd name="T43" fmla="*/ 4817 h 56"/>
                  <a:gd name="T44" fmla="+- 0 2873 2854"/>
                  <a:gd name="T45" fmla="*/ T44 w 35"/>
                  <a:gd name="T46" fmla="+- 0 4817 4761"/>
                  <a:gd name="T47" fmla="*/ 4817 h 56"/>
                  <a:gd name="T48" fmla="+- 0 2876 2854"/>
                  <a:gd name="T49" fmla="*/ T48 w 35"/>
                  <a:gd name="T50" fmla="+- 0 4816 4761"/>
                  <a:gd name="T51" fmla="*/ 4816 h 56"/>
                  <a:gd name="T52" fmla="+- 0 2878 2854"/>
                  <a:gd name="T53" fmla="*/ T52 w 35"/>
                  <a:gd name="T54" fmla="+- 0 4814 4761"/>
                  <a:gd name="T55" fmla="*/ 4814 h 56"/>
                  <a:gd name="T56" fmla="+- 0 2868 2854"/>
                  <a:gd name="T57" fmla="*/ T56 w 35"/>
                  <a:gd name="T58" fmla="+- 0 4814 4761"/>
                  <a:gd name="T59" fmla="*/ 4814 h 56"/>
                  <a:gd name="T60" fmla="+- 0 2866 2854"/>
                  <a:gd name="T61" fmla="*/ T60 w 35"/>
                  <a:gd name="T62" fmla="+- 0 4812 4761"/>
                  <a:gd name="T63" fmla="*/ 4812 h 56"/>
                  <a:gd name="T64" fmla="+- 0 2864 2854"/>
                  <a:gd name="T65" fmla="*/ T64 w 35"/>
                  <a:gd name="T66" fmla="+- 0 4808 4761"/>
                  <a:gd name="T67" fmla="*/ 4808 h 56"/>
                  <a:gd name="T68" fmla="+- 0 2862 2854"/>
                  <a:gd name="T69" fmla="*/ T68 w 35"/>
                  <a:gd name="T70" fmla="+- 0 4804 4761"/>
                  <a:gd name="T71" fmla="*/ 4804 h 56"/>
                  <a:gd name="T72" fmla="+- 0 2861 2854"/>
                  <a:gd name="T73" fmla="*/ T72 w 35"/>
                  <a:gd name="T74" fmla="+- 0 4798 4761"/>
                  <a:gd name="T75" fmla="*/ 4798 h 56"/>
                  <a:gd name="T76" fmla="+- 0 2871 2854"/>
                  <a:gd name="T77" fmla="*/ T76 w 35"/>
                  <a:gd name="T78" fmla="+- 0 4764 4761"/>
                  <a:gd name="T79" fmla="*/ 4764 h 56"/>
                  <a:gd name="T80" fmla="+- 0 2879 2854"/>
                  <a:gd name="T81" fmla="*/ T80 w 35"/>
                  <a:gd name="T82" fmla="+- 0 4764 4761"/>
                  <a:gd name="T83" fmla="*/ 4764 h 56"/>
                  <a:gd name="T84" fmla="+- 0 2879 2854"/>
                  <a:gd name="T85" fmla="*/ T84 w 35"/>
                  <a:gd name="T86" fmla="+- 0 4763 4761"/>
                  <a:gd name="T87" fmla="*/ 4763 h 56"/>
                  <a:gd name="T88" fmla="+- 0 2875 2854"/>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30" name="Freeform 5446">
                <a:extLst>
                  <a:ext uri="{FF2B5EF4-FFF2-40B4-BE49-F238E27FC236}">
                    <a16:creationId xmlns:a16="http://schemas.microsoft.com/office/drawing/2014/main" id="{B8ED7171-EE09-DB3D-EDF4-B61B3211A8F3}"/>
                  </a:ext>
                </a:extLst>
              </p:cNvPr>
              <p:cNvSpPr>
                <a:spLocks/>
              </p:cNvSpPr>
              <p:nvPr/>
            </p:nvSpPr>
            <p:spPr bwMode="auto">
              <a:xfrm>
                <a:off x="2854" y="4761"/>
                <a:ext cx="35" cy="56"/>
              </a:xfrm>
              <a:custGeom>
                <a:avLst/>
                <a:gdLst>
                  <a:gd name="T0" fmla="+- 0 2879 2854"/>
                  <a:gd name="T1" fmla="*/ T0 w 35"/>
                  <a:gd name="T2" fmla="+- 0 4764 4761"/>
                  <a:gd name="T3" fmla="*/ 4764 h 56"/>
                  <a:gd name="T4" fmla="+- 0 2871 2854"/>
                  <a:gd name="T5" fmla="*/ T4 w 35"/>
                  <a:gd name="T6" fmla="+- 0 4764 4761"/>
                  <a:gd name="T7" fmla="*/ 4764 h 56"/>
                  <a:gd name="T8" fmla="+- 0 2875 2854"/>
                  <a:gd name="T9" fmla="*/ T8 w 35"/>
                  <a:gd name="T10" fmla="+- 0 4765 4761"/>
                  <a:gd name="T11" fmla="*/ 4765 h 56"/>
                  <a:gd name="T12" fmla="+- 0 2876 2854"/>
                  <a:gd name="T13" fmla="*/ T12 w 35"/>
                  <a:gd name="T14" fmla="+- 0 4767 4761"/>
                  <a:gd name="T15" fmla="*/ 4767 h 56"/>
                  <a:gd name="T16" fmla="+- 0 2878 2854"/>
                  <a:gd name="T17" fmla="*/ T16 w 35"/>
                  <a:gd name="T18" fmla="+- 0 4769 4761"/>
                  <a:gd name="T19" fmla="*/ 4769 h 56"/>
                  <a:gd name="T20" fmla="+- 0 2880 2854"/>
                  <a:gd name="T21" fmla="*/ T20 w 35"/>
                  <a:gd name="T22" fmla="+- 0 4776 4761"/>
                  <a:gd name="T23" fmla="*/ 4776 h 56"/>
                  <a:gd name="T24" fmla="+- 0 2880 2854"/>
                  <a:gd name="T25" fmla="*/ T24 w 35"/>
                  <a:gd name="T26" fmla="+- 0 4778 4761"/>
                  <a:gd name="T27" fmla="*/ 4778 h 56"/>
                  <a:gd name="T28" fmla="+- 0 2880 2854"/>
                  <a:gd name="T29" fmla="*/ T28 w 35"/>
                  <a:gd name="T30" fmla="+- 0 4797 4761"/>
                  <a:gd name="T31" fmla="*/ 4797 h 56"/>
                  <a:gd name="T32" fmla="+- 0 2880 2854"/>
                  <a:gd name="T33" fmla="*/ T32 w 35"/>
                  <a:gd name="T34" fmla="+- 0 4801 4761"/>
                  <a:gd name="T35" fmla="*/ 4801 h 56"/>
                  <a:gd name="T36" fmla="+- 0 2878 2854"/>
                  <a:gd name="T37" fmla="*/ T36 w 35"/>
                  <a:gd name="T38" fmla="+- 0 4809 4761"/>
                  <a:gd name="T39" fmla="*/ 4809 h 56"/>
                  <a:gd name="T40" fmla="+- 0 2877 2854"/>
                  <a:gd name="T41" fmla="*/ T40 w 35"/>
                  <a:gd name="T42" fmla="+- 0 4811 4761"/>
                  <a:gd name="T43" fmla="*/ 4811 h 56"/>
                  <a:gd name="T44" fmla="+- 0 2875 2854"/>
                  <a:gd name="T45" fmla="*/ T44 w 35"/>
                  <a:gd name="T46" fmla="+- 0 4812 4761"/>
                  <a:gd name="T47" fmla="*/ 4812 h 56"/>
                  <a:gd name="T48" fmla="+- 0 2871 2854"/>
                  <a:gd name="T49" fmla="*/ T48 w 35"/>
                  <a:gd name="T50" fmla="+- 0 4814 4761"/>
                  <a:gd name="T51" fmla="*/ 4814 h 56"/>
                  <a:gd name="T52" fmla="+- 0 2878 2854"/>
                  <a:gd name="T53" fmla="*/ T52 w 35"/>
                  <a:gd name="T54" fmla="+- 0 4814 4761"/>
                  <a:gd name="T55" fmla="*/ 4814 h 56"/>
                  <a:gd name="T56" fmla="+- 0 2888 2854"/>
                  <a:gd name="T57" fmla="*/ T56 w 35"/>
                  <a:gd name="T58" fmla="+- 0 4780 4761"/>
                  <a:gd name="T59" fmla="*/ 4780 h 56"/>
                  <a:gd name="T60" fmla="+- 0 2886 2854"/>
                  <a:gd name="T61" fmla="*/ T60 w 35"/>
                  <a:gd name="T62" fmla="+- 0 4773 4761"/>
                  <a:gd name="T63" fmla="*/ 4773 h 56"/>
                  <a:gd name="T64" fmla="+- 0 2879 2854"/>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7" name="Group 366">
              <a:extLst>
                <a:ext uri="{FF2B5EF4-FFF2-40B4-BE49-F238E27FC236}">
                  <a16:creationId xmlns:a16="http://schemas.microsoft.com/office/drawing/2014/main" id="{6794B936-5586-A0A0-D20D-024CF8458F30}"/>
                </a:ext>
              </a:extLst>
            </p:cNvPr>
            <p:cNvGrpSpPr>
              <a:grpSpLocks/>
            </p:cNvGrpSpPr>
            <p:nvPr/>
          </p:nvGrpSpPr>
          <p:grpSpPr bwMode="auto">
            <a:xfrm>
              <a:off x="3310" y="4761"/>
              <a:ext cx="35" cy="56"/>
              <a:chOff x="3310" y="4761"/>
              <a:chExt cx="35" cy="56"/>
            </a:xfrm>
          </p:grpSpPr>
          <p:sp>
            <p:nvSpPr>
              <p:cNvPr id="927" name="Freeform 5448">
                <a:extLst>
                  <a:ext uri="{FF2B5EF4-FFF2-40B4-BE49-F238E27FC236}">
                    <a16:creationId xmlns:a16="http://schemas.microsoft.com/office/drawing/2014/main" id="{FFE8A2E7-14E6-DE39-AD98-56BF95F27A45}"/>
                  </a:ext>
                </a:extLst>
              </p:cNvPr>
              <p:cNvSpPr>
                <a:spLocks/>
              </p:cNvSpPr>
              <p:nvPr/>
            </p:nvSpPr>
            <p:spPr bwMode="auto">
              <a:xfrm>
                <a:off x="3310" y="4761"/>
                <a:ext cx="35" cy="56"/>
              </a:xfrm>
              <a:custGeom>
                <a:avLst/>
                <a:gdLst>
                  <a:gd name="T0" fmla="+- 0 3331 3310"/>
                  <a:gd name="T1" fmla="*/ T0 w 35"/>
                  <a:gd name="T2" fmla="+- 0 4761 4761"/>
                  <a:gd name="T3" fmla="*/ 4761 h 56"/>
                  <a:gd name="T4" fmla="+- 0 3325 3310"/>
                  <a:gd name="T5" fmla="*/ T4 w 35"/>
                  <a:gd name="T6" fmla="+- 0 4761 4761"/>
                  <a:gd name="T7" fmla="*/ 4761 h 56"/>
                  <a:gd name="T8" fmla="+- 0 3322 3310"/>
                  <a:gd name="T9" fmla="*/ T8 w 35"/>
                  <a:gd name="T10" fmla="+- 0 4762 4761"/>
                  <a:gd name="T11" fmla="*/ 4762 h 56"/>
                  <a:gd name="T12" fmla="+- 0 3317 3310"/>
                  <a:gd name="T13" fmla="*/ T12 w 35"/>
                  <a:gd name="T14" fmla="+- 0 4766 4761"/>
                  <a:gd name="T15" fmla="*/ 4766 h 56"/>
                  <a:gd name="T16" fmla="+- 0 3315 3310"/>
                  <a:gd name="T17" fmla="*/ T16 w 35"/>
                  <a:gd name="T18" fmla="+- 0 4769 4761"/>
                  <a:gd name="T19" fmla="*/ 4769 h 56"/>
                  <a:gd name="T20" fmla="+- 0 3311 3310"/>
                  <a:gd name="T21" fmla="*/ T20 w 35"/>
                  <a:gd name="T22" fmla="+- 0 4778 4761"/>
                  <a:gd name="T23" fmla="*/ 4778 h 56"/>
                  <a:gd name="T24" fmla="+- 0 3310 3310"/>
                  <a:gd name="T25" fmla="*/ T24 w 35"/>
                  <a:gd name="T26" fmla="+- 0 4783 4761"/>
                  <a:gd name="T27" fmla="*/ 4783 h 56"/>
                  <a:gd name="T28" fmla="+- 0 3310 3310"/>
                  <a:gd name="T29" fmla="*/ T28 w 35"/>
                  <a:gd name="T30" fmla="+- 0 4797 4761"/>
                  <a:gd name="T31" fmla="*/ 4797 h 56"/>
                  <a:gd name="T32" fmla="+- 0 3311 3310"/>
                  <a:gd name="T33" fmla="*/ T32 w 35"/>
                  <a:gd name="T34" fmla="+- 0 4803 4761"/>
                  <a:gd name="T35" fmla="*/ 4803 h 56"/>
                  <a:gd name="T36" fmla="+- 0 3318 3310"/>
                  <a:gd name="T37" fmla="*/ T36 w 35"/>
                  <a:gd name="T38" fmla="+- 0 4814 4761"/>
                  <a:gd name="T39" fmla="*/ 4814 h 56"/>
                  <a:gd name="T40" fmla="+- 0 3322 3310"/>
                  <a:gd name="T41" fmla="*/ T40 w 35"/>
                  <a:gd name="T42" fmla="+- 0 4817 4761"/>
                  <a:gd name="T43" fmla="*/ 4817 h 56"/>
                  <a:gd name="T44" fmla="+- 0 3330 3310"/>
                  <a:gd name="T45" fmla="*/ T44 w 35"/>
                  <a:gd name="T46" fmla="+- 0 4817 4761"/>
                  <a:gd name="T47" fmla="*/ 4817 h 56"/>
                  <a:gd name="T48" fmla="+- 0 3332 3310"/>
                  <a:gd name="T49" fmla="*/ T48 w 35"/>
                  <a:gd name="T50" fmla="+- 0 4816 4761"/>
                  <a:gd name="T51" fmla="*/ 4816 h 56"/>
                  <a:gd name="T52" fmla="+- 0 3334 3310"/>
                  <a:gd name="T53" fmla="*/ T52 w 35"/>
                  <a:gd name="T54" fmla="+- 0 4814 4761"/>
                  <a:gd name="T55" fmla="*/ 4814 h 56"/>
                  <a:gd name="T56" fmla="+- 0 3324 3310"/>
                  <a:gd name="T57" fmla="*/ T56 w 35"/>
                  <a:gd name="T58" fmla="+- 0 4814 4761"/>
                  <a:gd name="T59" fmla="*/ 4814 h 56"/>
                  <a:gd name="T60" fmla="+- 0 3322 3310"/>
                  <a:gd name="T61" fmla="*/ T60 w 35"/>
                  <a:gd name="T62" fmla="+- 0 4812 4761"/>
                  <a:gd name="T63" fmla="*/ 4812 h 56"/>
                  <a:gd name="T64" fmla="+- 0 3320 3310"/>
                  <a:gd name="T65" fmla="*/ T64 w 35"/>
                  <a:gd name="T66" fmla="+- 0 4808 4761"/>
                  <a:gd name="T67" fmla="*/ 4808 h 56"/>
                  <a:gd name="T68" fmla="+- 0 3319 3310"/>
                  <a:gd name="T69" fmla="*/ T68 w 35"/>
                  <a:gd name="T70" fmla="+- 0 4804 4761"/>
                  <a:gd name="T71" fmla="*/ 4804 h 56"/>
                  <a:gd name="T72" fmla="+- 0 3318 3310"/>
                  <a:gd name="T73" fmla="*/ T72 w 35"/>
                  <a:gd name="T74" fmla="+- 0 4798 4761"/>
                  <a:gd name="T75" fmla="*/ 4798 h 56"/>
                  <a:gd name="T76" fmla="+- 0 3327 3310"/>
                  <a:gd name="T77" fmla="*/ T76 w 35"/>
                  <a:gd name="T78" fmla="+- 0 4764 4761"/>
                  <a:gd name="T79" fmla="*/ 4764 h 56"/>
                  <a:gd name="T80" fmla="+- 0 3336 3310"/>
                  <a:gd name="T81" fmla="*/ T80 w 35"/>
                  <a:gd name="T82" fmla="+- 0 4764 4761"/>
                  <a:gd name="T83" fmla="*/ 4764 h 56"/>
                  <a:gd name="T84" fmla="+- 0 3335 3310"/>
                  <a:gd name="T85" fmla="*/ T84 w 35"/>
                  <a:gd name="T86" fmla="+- 0 4763 4761"/>
                  <a:gd name="T87" fmla="*/ 4763 h 56"/>
                  <a:gd name="T88" fmla="+- 0 3331 3310"/>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20" y="56"/>
                    </a:lnTo>
                    <a:lnTo>
                      <a:pt x="22" y="55"/>
                    </a:lnTo>
                    <a:lnTo>
                      <a:pt x="24" y="53"/>
                    </a:lnTo>
                    <a:lnTo>
                      <a:pt x="14" y="53"/>
                    </a:lnTo>
                    <a:lnTo>
                      <a:pt x="12" y="51"/>
                    </a:lnTo>
                    <a:lnTo>
                      <a:pt x="10" y="47"/>
                    </a:lnTo>
                    <a:lnTo>
                      <a:pt x="9" y="43"/>
                    </a:lnTo>
                    <a:lnTo>
                      <a:pt x="8" y="37"/>
                    </a:lnTo>
                    <a:lnTo>
                      <a:pt x="17"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28" name="Freeform 5449">
                <a:extLst>
                  <a:ext uri="{FF2B5EF4-FFF2-40B4-BE49-F238E27FC236}">
                    <a16:creationId xmlns:a16="http://schemas.microsoft.com/office/drawing/2014/main" id="{DF042EC2-994C-BA32-4E7F-69B96B0662CE}"/>
                  </a:ext>
                </a:extLst>
              </p:cNvPr>
              <p:cNvSpPr>
                <a:spLocks/>
              </p:cNvSpPr>
              <p:nvPr/>
            </p:nvSpPr>
            <p:spPr bwMode="auto">
              <a:xfrm>
                <a:off x="3310" y="4761"/>
                <a:ext cx="35" cy="56"/>
              </a:xfrm>
              <a:custGeom>
                <a:avLst/>
                <a:gdLst>
                  <a:gd name="T0" fmla="+- 0 3336 3310"/>
                  <a:gd name="T1" fmla="*/ T0 w 35"/>
                  <a:gd name="T2" fmla="+- 0 4764 4761"/>
                  <a:gd name="T3" fmla="*/ 4764 h 56"/>
                  <a:gd name="T4" fmla="+- 0 3327 3310"/>
                  <a:gd name="T5" fmla="*/ T4 w 35"/>
                  <a:gd name="T6" fmla="+- 0 4764 4761"/>
                  <a:gd name="T7" fmla="*/ 4764 h 56"/>
                  <a:gd name="T8" fmla="+- 0 3331 3310"/>
                  <a:gd name="T9" fmla="*/ T8 w 35"/>
                  <a:gd name="T10" fmla="+- 0 4765 4761"/>
                  <a:gd name="T11" fmla="*/ 4765 h 56"/>
                  <a:gd name="T12" fmla="+- 0 3333 3310"/>
                  <a:gd name="T13" fmla="*/ T12 w 35"/>
                  <a:gd name="T14" fmla="+- 0 4767 4761"/>
                  <a:gd name="T15" fmla="*/ 4767 h 56"/>
                  <a:gd name="T16" fmla="+- 0 3337 3310"/>
                  <a:gd name="T17" fmla="*/ T16 w 35"/>
                  <a:gd name="T18" fmla="+- 0 4797 4761"/>
                  <a:gd name="T19" fmla="*/ 4797 h 56"/>
                  <a:gd name="T20" fmla="+- 0 3336 3310"/>
                  <a:gd name="T21" fmla="*/ T20 w 35"/>
                  <a:gd name="T22" fmla="+- 0 4801 4761"/>
                  <a:gd name="T23" fmla="*/ 4801 h 56"/>
                  <a:gd name="T24" fmla="+- 0 3334 3310"/>
                  <a:gd name="T25" fmla="*/ T24 w 35"/>
                  <a:gd name="T26" fmla="+- 0 4809 4761"/>
                  <a:gd name="T27" fmla="*/ 4809 h 56"/>
                  <a:gd name="T28" fmla="+- 0 3333 3310"/>
                  <a:gd name="T29" fmla="*/ T28 w 35"/>
                  <a:gd name="T30" fmla="+- 0 4811 4761"/>
                  <a:gd name="T31" fmla="*/ 4811 h 56"/>
                  <a:gd name="T32" fmla="+- 0 3332 3310"/>
                  <a:gd name="T33" fmla="*/ T32 w 35"/>
                  <a:gd name="T34" fmla="+- 0 4812 4761"/>
                  <a:gd name="T35" fmla="*/ 4812 h 56"/>
                  <a:gd name="T36" fmla="+- 0 3327 3310"/>
                  <a:gd name="T37" fmla="*/ T36 w 35"/>
                  <a:gd name="T38" fmla="+- 0 4814 4761"/>
                  <a:gd name="T39" fmla="*/ 4814 h 56"/>
                  <a:gd name="T40" fmla="+- 0 3334 3310"/>
                  <a:gd name="T41" fmla="*/ T40 w 35"/>
                  <a:gd name="T42" fmla="+- 0 4814 4761"/>
                  <a:gd name="T43" fmla="*/ 4814 h 56"/>
                  <a:gd name="T44" fmla="+- 0 3344 3310"/>
                  <a:gd name="T45" fmla="*/ T44 w 35"/>
                  <a:gd name="T46" fmla="+- 0 4780 4761"/>
                  <a:gd name="T47" fmla="*/ 4780 h 56"/>
                  <a:gd name="T48" fmla="+- 0 3342 3310"/>
                  <a:gd name="T49" fmla="*/ T48 w 35"/>
                  <a:gd name="T50" fmla="+- 0 4773 4761"/>
                  <a:gd name="T51" fmla="*/ 4773 h 56"/>
                  <a:gd name="T52" fmla="+- 0 3336 3310"/>
                  <a:gd name="T53" fmla="*/ T52 w 35"/>
                  <a:gd name="T54" fmla="+- 0 4764 4761"/>
                  <a:gd name="T55"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7" y="3"/>
                    </a:lnTo>
                    <a:lnTo>
                      <a:pt x="21" y="4"/>
                    </a:lnTo>
                    <a:lnTo>
                      <a:pt x="23" y="6"/>
                    </a:lnTo>
                    <a:lnTo>
                      <a:pt x="27" y="36"/>
                    </a:lnTo>
                    <a:lnTo>
                      <a:pt x="26" y="40"/>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8" name="Group 367">
              <a:extLst>
                <a:ext uri="{FF2B5EF4-FFF2-40B4-BE49-F238E27FC236}">
                  <a16:creationId xmlns:a16="http://schemas.microsoft.com/office/drawing/2014/main" id="{ED9F9541-054A-0C0C-BBEB-3ACD5D391237}"/>
                </a:ext>
              </a:extLst>
            </p:cNvPr>
            <p:cNvGrpSpPr>
              <a:grpSpLocks/>
            </p:cNvGrpSpPr>
            <p:nvPr/>
          </p:nvGrpSpPr>
          <p:grpSpPr bwMode="auto">
            <a:xfrm>
              <a:off x="3766" y="4761"/>
              <a:ext cx="35" cy="56"/>
              <a:chOff x="3766" y="4761"/>
              <a:chExt cx="35" cy="56"/>
            </a:xfrm>
          </p:grpSpPr>
          <p:sp>
            <p:nvSpPr>
              <p:cNvPr id="925" name="Freeform 5451">
                <a:extLst>
                  <a:ext uri="{FF2B5EF4-FFF2-40B4-BE49-F238E27FC236}">
                    <a16:creationId xmlns:a16="http://schemas.microsoft.com/office/drawing/2014/main" id="{46AE631C-235B-DC75-2D7C-803810169E64}"/>
                  </a:ext>
                </a:extLst>
              </p:cNvPr>
              <p:cNvSpPr>
                <a:spLocks/>
              </p:cNvSpPr>
              <p:nvPr/>
            </p:nvSpPr>
            <p:spPr bwMode="auto">
              <a:xfrm>
                <a:off x="3766" y="4761"/>
                <a:ext cx="35" cy="56"/>
              </a:xfrm>
              <a:custGeom>
                <a:avLst/>
                <a:gdLst>
                  <a:gd name="T0" fmla="+- 0 3788 3766"/>
                  <a:gd name="T1" fmla="*/ T0 w 35"/>
                  <a:gd name="T2" fmla="+- 0 4761 4761"/>
                  <a:gd name="T3" fmla="*/ 4761 h 56"/>
                  <a:gd name="T4" fmla="+- 0 3781 3766"/>
                  <a:gd name="T5" fmla="*/ T4 w 35"/>
                  <a:gd name="T6" fmla="+- 0 4761 4761"/>
                  <a:gd name="T7" fmla="*/ 4761 h 56"/>
                  <a:gd name="T8" fmla="+- 0 3779 3766"/>
                  <a:gd name="T9" fmla="*/ T8 w 35"/>
                  <a:gd name="T10" fmla="+- 0 4762 4761"/>
                  <a:gd name="T11" fmla="*/ 4762 h 56"/>
                  <a:gd name="T12" fmla="+- 0 3773 3766"/>
                  <a:gd name="T13" fmla="*/ T12 w 35"/>
                  <a:gd name="T14" fmla="+- 0 4766 4761"/>
                  <a:gd name="T15" fmla="*/ 4766 h 56"/>
                  <a:gd name="T16" fmla="+- 0 3771 3766"/>
                  <a:gd name="T17" fmla="*/ T16 w 35"/>
                  <a:gd name="T18" fmla="+- 0 4769 4761"/>
                  <a:gd name="T19" fmla="*/ 4769 h 56"/>
                  <a:gd name="T20" fmla="+- 0 3767 3766"/>
                  <a:gd name="T21" fmla="*/ T20 w 35"/>
                  <a:gd name="T22" fmla="+- 0 4778 4761"/>
                  <a:gd name="T23" fmla="*/ 4778 h 56"/>
                  <a:gd name="T24" fmla="+- 0 3766 3766"/>
                  <a:gd name="T25" fmla="*/ T24 w 35"/>
                  <a:gd name="T26" fmla="+- 0 4783 4761"/>
                  <a:gd name="T27" fmla="*/ 4783 h 56"/>
                  <a:gd name="T28" fmla="+- 0 3766 3766"/>
                  <a:gd name="T29" fmla="*/ T28 w 35"/>
                  <a:gd name="T30" fmla="+- 0 4797 4761"/>
                  <a:gd name="T31" fmla="*/ 4797 h 56"/>
                  <a:gd name="T32" fmla="+- 0 3768 3766"/>
                  <a:gd name="T33" fmla="*/ T32 w 35"/>
                  <a:gd name="T34" fmla="+- 0 4803 4761"/>
                  <a:gd name="T35" fmla="*/ 4803 h 56"/>
                  <a:gd name="T36" fmla="+- 0 3774 3766"/>
                  <a:gd name="T37" fmla="*/ T36 w 35"/>
                  <a:gd name="T38" fmla="+- 0 4814 4761"/>
                  <a:gd name="T39" fmla="*/ 4814 h 56"/>
                  <a:gd name="T40" fmla="+- 0 3778 3766"/>
                  <a:gd name="T41" fmla="*/ T40 w 35"/>
                  <a:gd name="T42" fmla="+- 0 4817 4761"/>
                  <a:gd name="T43" fmla="*/ 4817 h 56"/>
                  <a:gd name="T44" fmla="+- 0 3786 3766"/>
                  <a:gd name="T45" fmla="*/ T44 w 35"/>
                  <a:gd name="T46" fmla="+- 0 4817 4761"/>
                  <a:gd name="T47" fmla="*/ 4817 h 56"/>
                  <a:gd name="T48" fmla="+- 0 3788 3766"/>
                  <a:gd name="T49" fmla="*/ T48 w 35"/>
                  <a:gd name="T50" fmla="+- 0 4816 4761"/>
                  <a:gd name="T51" fmla="*/ 4816 h 56"/>
                  <a:gd name="T52" fmla="+- 0 3791 3766"/>
                  <a:gd name="T53" fmla="*/ T52 w 35"/>
                  <a:gd name="T54" fmla="+- 0 4814 4761"/>
                  <a:gd name="T55" fmla="*/ 4814 h 56"/>
                  <a:gd name="T56" fmla="+- 0 3780 3766"/>
                  <a:gd name="T57" fmla="*/ T56 w 35"/>
                  <a:gd name="T58" fmla="+- 0 4814 4761"/>
                  <a:gd name="T59" fmla="*/ 4814 h 56"/>
                  <a:gd name="T60" fmla="+- 0 3778 3766"/>
                  <a:gd name="T61" fmla="*/ T60 w 35"/>
                  <a:gd name="T62" fmla="+- 0 4812 4761"/>
                  <a:gd name="T63" fmla="*/ 4812 h 56"/>
                  <a:gd name="T64" fmla="+- 0 3777 3766"/>
                  <a:gd name="T65" fmla="*/ T64 w 35"/>
                  <a:gd name="T66" fmla="+- 0 4808 4761"/>
                  <a:gd name="T67" fmla="*/ 4808 h 56"/>
                  <a:gd name="T68" fmla="+- 0 3775 3766"/>
                  <a:gd name="T69" fmla="*/ T68 w 35"/>
                  <a:gd name="T70" fmla="+- 0 4804 4761"/>
                  <a:gd name="T71" fmla="*/ 4804 h 56"/>
                  <a:gd name="T72" fmla="+- 0 3774 3766"/>
                  <a:gd name="T73" fmla="*/ T72 w 35"/>
                  <a:gd name="T74" fmla="+- 0 4798 4761"/>
                  <a:gd name="T75" fmla="*/ 4798 h 56"/>
                  <a:gd name="T76" fmla="+- 0 3784 3766"/>
                  <a:gd name="T77" fmla="*/ T76 w 35"/>
                  <a:gd name="T78" fmla="+- 0 4764 4761"/>
                  <a:gd name="T79" fmla="*/ 4764 h 56"/>
                  <a:gd name="T80" fmla="+- 0 3792 3766"/>
                  <a:gd name="T81" fmla="*/ T80 w 35"/>
                  <a:gd name="T82" fmla="+- 0 4764 4761"/>
                  <a:gd name="T83" fmla="*/ 4764 h 56"/>
                  <a:gd name="T84" fmla="+- 0 3791 3766"/>
                  <a:gd name="T85" fmla="*/ T84 w 35"/>
                  <a:gd name="T86" fmla="+- 0 4763 4761"/>
                  <a:gd name="T87" fmla="*/ 4763 h 56"/>
                  <a:gd name="T88" fmla="+- 0 3788 3766"/>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26" name="Freeform 5452">
                <a:extLst>
                  <a:ext uri="{FF2B5EF4-FFF2-40B4-BE49-F238E27FC236}">
                    <a16:creationId xmlns:a16="http://schemas.microsoft.com/office/drawing/2014/main" id="{C376BA54-D095-36C6-3905-C0DCEF7097C3}"/>
                  </a:ext>
                </a:extLst>
              </p:cNvPr>
              <p:cNvSpPr>
                <a:spLocks/>
              </p:cNvSpPr>
              <p:nvPr/>
            </p:nvSpPr>
            <p:spPr bwMode="auto">
              <a:xfrm>
                <a:off x="3766" y="4761"/>
                <a:ext cx="35" cy="56"/>
              </a:xfrm>
              <a:custGeom>
                <a:avLst/>
                <a:gdLst>
                  <a:gd name="T0" fmla="+- 0 3792 3766"/>
                  <a:gd name="T1" fmla="*/ T0 w 35"/>
                  <a:gd name="T2" fmla="+- 0 4764 4761"/>
                  <a:gd name="T3" fmla="*/ 4764 h 56"/>
                  <a:gd name="T4" fmla="+- 0 3784 3766"/>
                  <a:gd name="T5" fmla="*/ T4 w 35"/>
                  <a:gd name="T6" fmla="+- 0 4764 4761"/>
                  <a:gd name="T7" fmla="*/ 4764 h 56"/>
                  <a:gd name="T8" fmla="+- 0 3787 3766"/>
                  <a:gd name="T9" fmla="*/ T8 w 35"/>
                  <a:gd name="T10" fmla="+- 0 4765 4761"/>
                  <a:gd name="T11" fmla="*/ 4765 h 56"/>
                  <a:gd name="T12" fmla="+- 0 3789 3766"/>
                  <a:gd name="T13" fmla="*/ T12 w 35"/>
                  <a:gd name="T14" fmla="+- 0 4767 4761"/>
                  <a:gd name="T15" fmla="*/ 4767 h 56"/>
                  <a:gd name="T16" fmla="+- 0 3790 3766"/>
                  <a:gd name="T17" fmla="*/ T16 w 35"/>
                  <a:gd name="T18" fmla="+- 0 4769 4761"/>
                  <a:gd name="T19" fmla="*/ 4769 h 56"/>
                  <a:gd name="T20" fmla="+- 0 3792 3766"/>
                  <a:gd name="T21" fmla="*/ T20 w 35"/>
                  <a:gd name="T22" fmla="+- 0 4776 4761"/>
                  <a:gd name="T23" fmla="*/ 4776 h 56"/>
                  <a:gd name="T24" fmla="+- 0 3793 3766"/>
                  <a:gd name="T25" fmla="*/ T24 w 35"/>
                  <a:gd name="T26" fmla="+- 0 4778 4761"/>
                  <a:gd name="T27" fmla="*/ 4778 h 56"/>
                  <a:gd name="T28" fmla="+- 0 3793 3766"/>
                  <a:gd name="T29" fmla="*/ T28 w 35"/>
                  <a:gd name="T30" fmla="+- 0 4797 4761"/>
                  <a:gd name="T31" fmla="*/ 4797 h 56"/>
                  <a:gd name="T32" fmla="+- 0 3792 3766"/>
                  <a:gd name="T33" fmla="*/ T32 w 35"/>
                  <a:gd name="T34" fmla="+- 0 4801 4761"/>
                  <a:gd name="T35" fmla="*/ 4801 h 56"/>
                  <a:gd name="T36" fmla="+- 0 3790 3766"/>
                  <a:gd name="T37" fmla="*/ T36 w 35"/>
                  <a:gd name="T38" fmla="+- 0 4809 4761"/>
                  <a:gd name="T39" fmla="*/ 4809 h 56"/>
                  <a:gd name="T40" fmla="+- 0 3789 3766"/>
                  <a:gd name="T41" fmla="*/ T40 w 35"/>
                  <a:gd name="T42" fmla="+- 0 4811 4761"/>
                  <a:gd name="T43" fmla="*/ 4811 h 56"/>
                  <a:gd name="T44" fmla="+- 0 3788 3766"/>
                  <a:gd name="T45" fmla="*/ T44 w 35"/>
                  <a:gd name="T46" fmla="+- 0 4812 4761"/>
                  <a:gd name="T47" fmla="*/ 4812 h 56"/>
                  <a:gd name="T48" fmla="+- 0 3783 3766"/>
                  <a:gd name="T49" fmla="*/ T48 w 35"/>
                  <a:gd name="T50" fmla="+- 0 4814 4761"/>
                  <a:gd name="T51" fmla="*/ 4814 h 56"/>
                  <a:gd name="T52" fmla="+- 0 3791 3766"/>
                  <a:gd name="T53" fmla="*/ T52 w 35"/>
                  <a:gd name="T54" fmla="+- 0 4814 4761"/>
                  <a:gd name="T55" fmla="*/ 4814 h 56"/>
                  <a:gd name="T56" fmla="+- 0 3801 3766"/>
                  <a:gd name="T57" fmla="*/ T56 w 35"/>
                  <a:gd name="T58" fmla="+- 0 4780 4761"/>
                  <a:gd name="T59" fmla="*/ 4780 h 56"/>
                  <a:gd name="T60" fmla="+- 0 3799 3766"/>
                  <a:gd name="T61" fmla="*/ T60 w 35"/>
                  <a:gd name="T62" fmla="+- 0 4773 4761"/>
                  <a:gd name="T63" fmla="*/ 4773 h 56"/>
                  <a:gd name="T64" fmla="+- 0 3792 3766"/>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69" name="Group 368">
              <a:extLst>
                <a:ext uri="{FF2B5EF4-FFF2-40B4-BE49-F238E27FC236}">
                  <a16:creationId xmlns:a16="http://schemas.microsoft.com/office/drawing/2014/main" id="{632B6302-D529-75A6-5451-82B5C7BDD16C}"/>
                </a:ext>
              </a:extLst>
            </p:cNvPr>
            <p:cNvGrpSpPr>
              <a:grpSpLocks/>
            </p:cNvGrpSpPr>
            <p:nvPr/>
          </p:nvGrpSpPr>
          <p:grpSpPr bwMode="auto">
            <a:xfrm>
              <a:off x="4223" y="4761"/>
              <a:ext cx="35" cy="56"/>
              <a:chOff x="4223" y="4761"/>
              <a:chExt cx="35" cy="56"/>
            </a:xfrm>
          </p:grpSpPr>
          <p:sp>
            <p:nvSpPr>
              <p:cNvPr id="923" name="Freeform 5454">
                <a:extLst>
                  <a:ext uri="{FF2B5EF4-FFF2-40B4-BE49-F238E27FC236}">
                    <a16:creationId xmlns:a16="http://schemas.microsoft.com/office/drawing/2014/main" id="{FE5288AD-2282-11B3-E447-A3946B9BFF61}"/>
                  </a:ext>
                </a:extLst>
              </p:cNvPr>
              <p:cNvSpPr>
                <a:spLocks/>
              </p:cNvSpPr>
              <p:nvPr/>
            </p:nvSpPr>
            <p:spPr bwMode="auto">
              <a:xfrm>
                <a:off x="4223" y="4761"/>
                <a:ext cx="35" cy="56"/>
              </a:xfrm>
              <a:custGeom>
                <a:avLst/>
                <a:gdLst>
                  <a:gd name="T0" fmla="+- 0 4244 4223"/>
                  <a:gd name="T1" fmla="*/ T0 w 35"/>
                  <a:gd name="T2" fmla="+- 0 4761 4761"/>
                  <a:gd name="T3" fmla="*/ 4761 h 56"/>
                  <a:gd name="T4" fmla="+- 0 4237 4223"/>
                  <a:gd name="T5" fmla="*/ T4 w 35"/>
                  <a:gd name="T6" fmla="+- 0 4761 4761"/>
                  <a:gd name="T7" fmla="*/ 4761 h 56"/>
                  <a:gd name="T8" fmla="+- 0 4235 4223"/>
                  <a:gd name="T9" fmla="*/ T8 w 35"/>
                  <a:gd name="T10" fmla="+- 0 4762 4761"/>
                  <a:gd name="T11" fmla="*/ 4762 h 56"/>
                  <a:gd name="T12" fmla="+- 0 4230 4223"/>
                  <a:gd name="T13" fmla="*/ T12 w 35"/>
                  <a:gd name="T14" fmla="+- 0 4766 4761"/>
                  <a:gd name="T15" fmla="*/ 4766 h 56"/>
                  <a:gd name="T16" fmla="+- 0 4227 4223"/>
                  <a:gd name="T17" fmla="*/ T16 w 35"/>
                  <a:gd name="T18" fmla="+- 0 4769 4761"/>
                  <a:gd name="T19" fmla="*/ 4769 h 56"/>
                  <a:gd name="T20" fmla="+- 0 4223 4223"/>
                  <a:gd name="T21" fmla="*/ T20 w 35"/>
                  <a:gd name="T22" fmla="+- 0 4778 4761"/>
                  <a:gd name="T23" fmla="*/ 4778 h 56"/>
                  <a:gd name="T24" fmla="+- 0 4223 4223"/>
                  <a:gd name="T25" fmla="*/ T24 w 35"/>
                  <a:gd name="T26" fmla="+- 0 4783 4761"/>
                  <a:gd name="T27" fmla="*/ 4783 h 56"/>
                  <a:gd name="T28" fmla="+- 0 4223 4223"/>
                  <a:gd name="T29" fmla="*/ T28 w 35"/>
                  <a:gd name="T30" fmla="+- 0 4797 4761"/>
                  <a:gd name="T31" fmla="*/ 4797 h 56"/>
                  <a:gd name="T32" fmla="+- 0 4224 4223"/>
                  <a:gd name="T33" fmla="*/ T32 w 35"/>
                  <a:gd name="T34" fmla="+- 0 4803 4761"/>
                  <a:gd name="T35" fmla="*/ 4803 h 56"/>
                  <a:gd name="T36" fmla="+- 0 4230 4223"/>
                  <a:gd name="T37" fmla="*/ T36 w 35"/>
                  <a:gd name="T38" fmla="+- 0 4814 4761"/>
                  <a:gd name="T39" fmla="*/ 4814 h 56"/>
                  <a:gd name="T40" fmla="+- 0 4234 4223"/>
                  <a:gd name="T41" fmla="*/ T40 w 35"/>
                  <a:gd name="T42" fmla="+- 0 4817 4761"/>
                  <a:gd name="T43" fmla="*/ 4817 h 56"/>
                  <a:gd name="T44" fmla="+- 0 4242 4223"/>
                  <a:gd name="T45" fmla="*/ T44 w 35"/>
                  <a:gd name="T46" fmla="+- 0 4817 4761"/>
                  <a:gd name="T47" fmla="*/ 4817 h 56"/>
                  <a:gd name="T48" fmla="+- 0 4245 4223"/>
                  <a:gd name="T49" fmla="*/ T48 w 35"/>
                  <a:gd name="T50" fmla="+- 0 4816 4761"/>
                  <a:gd name="T51" fmla="*/ 4816 h 56"/>
                  <a:gd name="T52" fmla="+- 0 4247 4223"/>
                  <a:gd name="T53" fmla="*/ T52 w 35"/>
                  <a:gd name="T54" fmla="+- 0 4814 4761"/>
                  <a:gd name="T55" fmla="*/ 4814 h 56"/>
                  <a:gd name="T56" fmla="+- 0 4237 4223"/>
                  <a:gd name="T57" fmla="*/ T56 w 35"/>
                  <a:gd name="T58" fmla="+- 0 4814 4761"/>
                  <a:gd name="T59" fmla="*/ 4814 h 56"/>
                  <a:gd name="T60" fmla="+- 0 4234 4223"/>
                  <a:gd name="T61" fmla="*/ T60 w 35"/>
                  <a:gd name="T62" fmla="+- 0 4812 4761"/>
                  <a:gd name="T63" fmla="*/ 4812 h 56"/>
                  <a:gd name="T64" fmla="+- 0 4233 4223"/>
                  <a:gd name="T65" fmla="*/ T64 w 35"/>
                  <a:gd name="T66" fmla="+- 0 4808 4761"/>
                  <a:gd name="T67" fmla="*/ 4808 h 56"/>
                  <a:gd name="T68" fmla="+- 0 4231 4223"/>
                  <a:gd name="T69" fmla="*/ T68 w 35"/>
                  <a:gd name="T70" fmla="+- 0 4804 4761"/>
                  <a:gd name="T71" fmla="*/ 4804 h 56"/>
                  <a:gd name="T72" fmla="+- 0 4230 4223"/>
                  <a:gd name="T73" fmla="*/ T72 w 35"/>
                  <a:gd name="T74" fmla="+- 0 4798 4761"/>
                  <a:gd name="T75" fmla="*/ 4798 h 56"/>
                  <a:gd name="T76" fmla="+- 0 4240 4223"/>
                  <a:gd name="T77" fmla="*/ T76 w 35"/>
                  <a:gd name="T78" fmla="+- 0 4764 4761"/>
                  <a:gd name="T79" fmla="*/ 4764 h 56"/>
                  <a:gd name="T80" fmla="+- 0 4248 4223"/>
                  <a:gd name="T81" fmla="*/ T80 w 35"/>
                  <a:gd name="T82" fmla="+- 0 4764 4761"/>
                  <a:gd name="T83" fmla="*/ 4764 h 56"/>
                  <a:gd name="T84" fmla="+- 0 4248 4223"/>
                  <a:gd name="T85" fmla="*/ T84 w 35"/>
                  <a:gd name="T86" fmla="+- 0 4763 4761"/>
                  <a:gd name="T87" fmla="*/ 4763 h 56"/>
                  <a:gd name="T88" fmla="+- 0 4244 4223"/>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6"/>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24" name="Freeform 5455">
                <a:extLst>
                  <a:ext uri="{FF2B5EF4-FFF2-40B4-BE49-F238E27FC236}">
                    <a16:creationId xmlns:a16="http://schemas.microsoft.com/office/drawing/2014/main" id="{86BCC130-EACB-408F-9496-61EF5B032741}"/>
                  </a:ext>
                </a:extLst>
              </p:cNvPr>
              <p:cNvSpPr>
                <a:spLocks/>
              </p:cNvSpPr>
              <p:nvPr/>
            </p:nvSpPr>
            <p:spPr bwMode="auto">
              <a:xfrm>
                <a:off x="4223" y="4761"/>
                <a:ext cx="35" cy="56"/>
              </a:xfrm>
              <a:custGeom>
                <a:avLst/>
                <a:gdLst>
                  <a:gd name="T0" fmla="+- 0 4248 4223"/>
                  <a:gd name="T1" fmla="*/ T0 w 35"/>
                  <a:gd name="T2" fmla="+- 0 4764 4761"/>
                  <a:gd name="T3" fmla="*/ 4764 h 56"/>
                  <a:gd name="T4" fmla="+- 0 4240 4223"/>
                  <a:gd name="T5" fmla="*/ T4 w 35"/>
                  <a:gd name="T6" fmla="+- 0 4764 4761"/>
                  <a:gd name="T7" fmla="*/ 4764 h 56"/>
                  <a:gd name="T8" fmla="+- 0 4244 4223"/>
                  <a:gd name="T9" fmla="*/ T8 w 35"/>
                  <a:gd name="T10" fmla="+- 0 4765 4761"/>
                  <a:gd name="T11" fmla="*/ 4765 h 56"/>
                  <a:gd name="T12" fmla="+- 0 4245 4223"/>
                  <a:gd name="T13" fmla="*/ T12 w 35"/>
                  <a:gd name="T14" fmla="+- 0 4767 4761"/>
                  <a:gd name="T15" fmla="*/ 4767 h 56"/>
                  <a:gd name="T16" fmla="+- 0 4246 4223"/>
                  <a:gd name="T17" fmla="*/ T16 w 35"/>
                  <a:gd name="T18" fmla="+- 0 4769 4761"/>
                  <a:gd name="T19" fmla="*/ 4769 h 56"/>
                  <a:gd name="T20" fmla="+- 0 4249 4223"/>
                  <a:gd name="T21" fmla="*/ T20 w 35"/>
                  <a:gd name="T22" fmla="+- 0 4776 4761"/>
                  <a:gd name="T23" fmla="*/ 4776 h 56"/>
                  <a:gd name="T24" fmla="+- 0 4249 4223"/>
                  <a:gd name="T25" fmla="*/ T24 w 35"/>
                  <a:gd name="T26" fmla="+- 0 4778 4761"/>
                  <a:gd name="T27" fmla="*/ 4778 h 56"/>
                  <a:gd name="T28" fmla="+- 0 4249 4223"/>
                  <a:gd name="T29" fmla="*/ T28 w 35"/>
                  <a:gd name="T30" fmla="+- 0 4797 4761"/>
                  <a:gd name="T31" fmla="*/ 4797 h 56"/>
                  <a:gd name="T32" fmla="+- 0 4249 4223"/>
                  <a:gd name="T33" fmla="*/ T32 w 35"/>
                  <a:gd name="T34" fmla="+- 0 4801 4761"/>
                  <a:gd name="T35" fmla="*/ 4801 h 56"/>
                  <a:gd name="T36" fmla="+- 0 4247 4223"/>
                  <a:gd name="T37" fmla="*/ T36 w 35"/>
                  <a:gd name="T38" fmla="+- 0 4809 4761"/>
                  <a:gd name="T39" fmla="*/ 4809 h 56"/>
                  <a:gd name="T40" fmla="+- 0 4246 4223"/>
                  <a:gd name="T41" fmla="*/ T40 w 35"/>
                  <a:gd name="T42" fmla="+- 0 4811 4761"/>
                  <a:gd name="T43" fmla="*/ 4811 h 56"/>
                  <a:gd name="T44" fmla="+- 0 4244 4223"/>
                  <a:gd name="T45" fmla="*/ T44 w 35"/>
                  <a:gd name="T46" fmla="+- 0 4812 4761"/>
                  <a:gd name="T47" fmla="*/ 4812 h 56"/>
                  <a:gd name="T48" fmla="+- 0 4240 4223"/>
                  <a:gd name="T49" fmla="*/ T48 w 35"/>
                  <a:gd name="T50" fmla="+- 0 4814 4761"/>
                  <a:gd name="T51" fmla="*/ 4814 h 56"/>
                  <a:gd name="T52" fmla="+- 0 4247 4223"/>
                  <a:gd name="T53" fmla="*/ T52 w 35"/>
                  <a:gd name="T54" fmla="+- 0 4814 4761"/>
                  <a:gd name="T55" fmla="*/ 4814 h 56"/>
                  <a:gd name="T56" fmla="+- 0 4257 4223"/>
                  <a:gd name="T57" fmla="*/ T56 w 35"/>
                  <a:gd name="T58" fmla="+- 0 4780 4761"/>
                  <a:gd name="T59" fmla="*/ 4780 h 56"/>
                  <a:gd name="T60" fmla="+- 0 4255 4223"/>
                  <a:gd name="T61" fmla="*/ T60 w 35"/>
                  <a:gd name="T62" fmla="+- 0 4773 4761"/>
                  <a:gd name="T63" fmla="*/ 4773 h 56"/>
                  <a:gd name="T64" fmla="+- 0 4248 4223"/>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3"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0" name="Group 369">
              <a:extLst>
                <a:ext uri="{FF2B5EF4-FFF2-40B4-BE49-F238E27FC236}">
                  <a16:creationId xmlns:a16="http://schemas.microsoft.com/office/drawing/2014/main" id="{FFC6E4D0-461E-81A3-1F17-934D4A73BE63}"/>
                </a:ext>
              </a:extLst>
            </p:cNvPr>
            <p:cNvGrpSpPr>
              <a:grpSpLocks/>
            </p:cNvGrpSpPr>
            <p:nvPr/>
          </p:nvGrpSpPr>
          <p:grpSpPr bwMode="auto">
            <a:xfrm>
              <a:off x="4679" y="4761"/>
              <a:ext cx="35" cy="56"/>
              <a:chOff x="4679" y="4761"/>
              <a:chExt cx="35" cy="56"/>
            </a:xfrm>
          </p:grpSpPr>
          <p:sp>
            <p:nvSpPr>
              <p:cNvPr id="921" name="Freeform 5457">
                <a:extLst>
                  <a:ext uri="{FF2B5EF4-FFF2-40B4-BE49-F238E27FC236}">
                    <a16:creationId xmlns:a16="http://schemas.microsoft.com/office/drawing/2014/main" id="{1BE3E2B2-90DE-24E0-CF04-203B5650DCB1}"/>
                  </a:ext>
                </a:extLst>
              </p:cNvPr>
              <p:cNvSpPr>
                <a:spLocks/>
              </p:cNvSpPr>
              <p:nvPr/>
            </p:nvSpPr>
            <p:spPr bwMode="auto">
              <a:xfrm>
                <a:off x="4679" y="4761"/>
                <a:ext cx="35" cy="56"/>
              </a:xfrm>
              <a:custGeom>
                <a:avLst/>
                <a:gdLst>
                  <a:gd name="T0" fmla="+- 0 4700 4679"/>
                  <a:gd name="T1" fmla="*/ T0 w 35"/>
                  <a:gd name="T2" fmla="+- 0 4761 4761"/>
                  <a:gd name="T3" fmla="*/ 4761 h 56"/>
                  <a:gd name="T4" fmla="+- 0 4694 4679"/>
                  <a:gd name="T5" fmla="*/ T4 w 35"/>
                  <a:gd name="T6" fmla="+- 0 4761 4761"/>
                  <a:gd name="T7" fmla="*/ 4761 h 56"/>
                  <a:gd name="T8" fmla="+- 0 4691 4679"/>
                  <a:gd name="T9" fmla="*/ T8 w 35"/>
                  <a:gd name="T10" fmla="+- 0 4762 4761"/>
                  <a:gd name="T11" fmla="*/ 4762 h 56"/>
                  <a:gd name="T12" fmla="+- 0 4686 4679"/>
                  <a:gd name="T13" fmla="*/ T12 w 35"/>
                  <a:gd name="T14" fmla="+- 0 4766 4761"/>
                  <a:gd name="T15" fmla="*/ 4766 h 56"/>
                  <a:gd name="T16" fmla="+- 0 4684 4679"/>
                  <a:gd name="T17" fmla="*/ T16 w 35"/>
                  <a:gd name="T18" fmla="+- 0 4769 4761"/>
                  <a:gd name="T19" fmla="*/ 4769 h 56"/>
                  <a:gd name="T20" fmla="+- 0 4680 4679"/>
                  <a:gd name="T21" fmla="*/ T20 w 35"/>
                  <a:gd name="T22" fmla="+- 0 4778 4761"/>
                  <a:gd name="T23" fmla="*/ 4778 h 56"/>
                  <a:gd name="T24" fmla="+- 0 4679 4679"/>
                  <a:gd name="T25" fmla="*/ T24 w 35"/>
                  <a:gd name="T26" fmla="+- 0 4783 4761"/>
                  <a:gd name="T27" fmla="*/ 4783 h 56"/>
                  <a:gd name="T28" fmla="+- 0 4679 4679"/>
                  <a:gd name="T29" fmla="*/ T28 w 35"/>
                  <a:gd name="T30" fmla="+- 0 4797 4761"/>
                  <a:gd name="T31" fmla="*/ 4797 h 56"/>
                  <a:gd name="T32" fmla="+- 0 4680 4679"/>
                  <a:gd name="T33" fmla="*/ T32 w 35"/>
                  <a:gd name="T34" fmla="+- 0 4803 4761"/>
                  <a:gd name="T35" fmla="*/ 4803 h 56"/>
                  <a:gd name="T36" fmla="+- 0 4687 4679"/>
                  <a:gd name="T37" fmla="*/ T36 w 35"/>
                  <a:gd name="T38" fmla="+- 0 4814 4761"/>
                  <a:gd name="T39" fmla="*/ 4814 h 56"/>
                  <a:gd name="T40" fmla="+- 0 4691 4679"/>
                  <a:gd name="T41" fmla="*/ T40 w 35"/>
                  <a:gd name="T42" fmla="+- 0 4817 4761"/>
                  <a:gd name="T43" fmla="*/ 4817 h 56"/>
                  <a:gd name="T44" fmla="+- 0 4698 4679"/>
                  <a:gd name="T45" fmla="*/ T44 w 35"/>
                  <a:gd name="T46" fmla="+- 0 4817 4761"/>
                  <a:gd name="T47" fmla="*/ 4817 h 56"/>
                  <a:gd name="T48" fmla="+- 0 4701 4679"/>
                  <a:gd name="T49" fmla="*/ T48 w 35"/>
                  <a:gd name="T50" fmla="+- 0 4816 4761"/>
                  <a:gd name="T51" fmla="*/ 4816 h 56"/>
                  <a:gd name="T52" fmla="+- 0 4703 4679"/>
                  <a:gd name="T53" fmla="*/ T52 w 35"/>
                  <a:gd name="T54" fmla="+- 0 4814 4761"/>
                  <a:gd name="T55" fmla="*/ 4814 h 56"/>
                  <a:gd name="T56" fmla="+- 0 4693 4679"/>
                  <a:gd name="T57" fmla="*/ T56 w 35"/>
                  <a:gd name="T58" fmla="+- 0 4814 4761"/>
                  <a:gd name="T59" fmla="*/ 4814 h 56"/>
                  <a:gd name="T60" fmla="+- 0 4691 4679"/>
                  <a:gd name="T61" fmla="*/ T60 w 35"/>
                  <a:gd name="T62" fmla="+- 0 4812 4761"/>
                  <a:gd name="T63" fmla="*/ 4812 h 56"/>
                  <a:gd name="T64" fmla="+- 0 4688 4679"/>
                  <a:gd name="T65" fmla="*/ T64 w 35"/>
                  <a:gd name="T66" fmla="+- 0 4804 4761"/>
                  <a:gd name="T67" fmla="*/ 4804 h 56"/>
                  <a:gd name="T68" fmla="+- 0 4687 4679"/>
                  <a:gd name="T69" fmla="*/ T68 w 35"/>
                  <a:gd name="T70" fmla="+- 0 4798 4761"/>
                  <a:gd name="T71" fmla="*/ 4798 h 56"/>
                  <a:gd name="T72" fmla="+- 0 4687 4679"/>
                  <a:gd name="T73" fmla="*/ T72 w 35"/>
                  <a:gd name="T74" fmla="+- 0 4783 4761"/>
                  <a:gd name="T75" fmla="*/ 4783 h 56"/>
                  <a:gd name="T76" fmla="+- 0 4696 4679"/>
                  <a:gd name="T77" fmla="*/ T76 w 35"/>
                  <a:gd name="T78" fmla="+- 0 4764 4761"/>
                  <a:gd name="T79" fmla="*/ 4764 h 56"/>
                  <a:gd name="T80" fmla="+- 0 4704 4679"/>
                  <a:gd name="T81" fmla="*/ T80 w 35"/>
                  <a:gd name="T82" fmla="+- 0 4764 4761"/>
                  <a:gd name="T83" fmla="*/ 4764 h 56"/>
                  <a:gd name="T84" fmla="+- 0 4704 4679"/>
                  <a:gd name="T85" fmla="*/ T84 w 35"/>
                  <a:gd name="T86" fmla="+- 0 4763 4761"/>
                  <a:gd name="T87" fmla="*/ 4763 h 56"/>
                  <a:gd name="T88" fmla="+- 0 4700 4679"/>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22" name="Freeform 5458">
                <a:extLst>
                  <a:ext uri="{FF2B5EF4-FFF2-40B4-BE49-F238E27FC236}">
                    <a16:creationId xmlns:a16="http://schemas.microsoft.com/office/drawing/2014/main" id="{99CF7649-7CAE-A919-AFB3-5BF90147C8EA}"/>
                  </a:ext>
                </a:extLst>
              </p:cNvPr>
              <p:cNvSpPr>
                <a:spLocks/>
              </p:cNvSpPr>
              <p:nvPr/>
            </p:nvSpPr>
            <p:spPr bwMode="auto">
              <a:xfrm>
                <a:off x="4679" y="4761"/>
                <a:ext cx="35" cy="56"/>
              </a:xfrm>
              <a:custGeom>
                <a:avLst/>
                <a:gdLst>
                  <a:gd name="T0" fmla="+- 0 4704 4679"/>
                  <a:gd name="T1" fmla="*/ T0 w 35"/>
                  <a:gd name="T2" fmla="+- 0 4764 4761"/>
                  <a:gd name="T3" fmla="*/ 4764 h 56"/>
                  <a:gd name="T4" fmla="+- 0 4696 4679"/>
                  <a:gd name="T5" fmla="*/ T4 w 35"/>
                  <a:gd name="T6" fmla="+- 0 4764 4761"/>
                  <a:gd name="T7" fmla="*/ 4764 h 56"/>
                  <a:gd name="T8" fmla="+- 0 4700 4679"/>
                  <a:gd name="T9" fmla="*/ T8 w 35"/>
                  <a:gd name="T10" fmla="+- 0 4765 4761"/>
                  <a:gd name="T11" fmla="*/ 4765 h 56"/>
                  <a:gd name="T12" fmla="+- 0 4702 4679"/>
                  <a:gd name="T13" fmla="*/ T12 w 35"/>
                  <a:gd name="T14" fmla="+- 0 4767 4761"/>
                  <a:gd name="T15" fmla="*/ 4767 h 56"/>
                  <a:gd name="T16" fmla="+- 0 4703 4679"/>
                  <a:gd name="T17" fmla="*/ T16 w 35"/>
                  <a:gd name="T18" fmla="+- 0 4769 4761"/>
                  <a:gd name="T19" fmla="*/ 4769 h 56"/>
                  <a:gd name="T20" fmla="+- 0 4705 4679"/>
                  <a:gd name="T21" fmla="*/ T20 w 35"/>
                  <a:gd name="T22" fmla="+- 0 4776 4761"/>
                  <a:gd name="T23" fmla="*/ 4776 h 56"/>
                  <a:gd name="T24" fmla="+- 0 4705 4679"/>
                  <a:gd name="T25" fmla="*/ T24 w 35"/>
                  <a:gd name="T26" fmla="+- 0 4778 4761"/>
                  <a:gd name="T27" fmla="*/ 4778 h 56"/>
                  <a:gd name="T28" fmla="+- 0 4706 4679"/>
                  <a:gd name="T29" fmla="*/ T28 w 35"/>
                  <a:gd name="T30" fmla="+- 0 4797 4761"/>
                  <a:gd name="T31" fmla="*/ 4797 h 56"/>
                  <a:gd name="T32" fmla="+- 0 4705 4679"/>
                  <a:gd name="T33" fmla="*/ T32 w 35"/>
                  <a:gd name="T34" fmla="+- 0 4801 4761"/>
                  <a:gd name="T35" fmla="*/ 4801 h 56"/>
                  <a:gd name="T36" fmla="+- 0 4703 4679"/>
                  <a:gd name="T37" fmla="*/ T36 w 35"/>
                  <a:gd name="T38" fmla="+- 0 4809 4761"/>
                  <a:gd name="T39" fmla="*/ 4809 h 56"/>
                  <a:gd name="T40" fmla="+- 0 4702 4679"/>
                  <a:gd name="T41" fmla="*/ T40 w 35"/>
                  <a:gd name="T42" fmla="+- 0 4811 4761"/>
                  <a:gd name="T43" fmla="*/ 4811 h 56"/>
                  <a:gd name="T44" fmla="+- 0 4700 4679"/>
                  <a:gd name="T45" fmla="*/ T44 w 35"/>
                  <a:gd name="T46" fmla="+- 0 4812 4761"/>
                  <a:gd name="T47" fmla="*/ 4812 h 56"/>
                  <a:gd name="T48" fmla="+- 0 4696 4679"/>
                  <a:gd name="T49" fmla="*/ T48 w 35"/>
                  <a:gd name="T50" fmla="+- 0 4814 4761"/>
                  <a:gd name="T51" fmla="*/ 4814 h 56"/>
                  <a:gd name="T52" fmla="+- 0 4703 4679"/>
                  <a:gd name="T53" fmla="*/ T52 w 35"/>
                  <a:gd name="T54" fmla="+- 0 4814 4761"/>
                  <a:gd name="T55" fmla="*/ 4814 h 56"/>
                  <a:gd name="T56" fmla="+- 0 4713 4679"/>
                  <a:gd name="T57" fmla="*/ T56 w 35"/>
                  <a:gd name="T58" fmla="+- 0 4780 4761"/>
                  <a:gd name="T59" fmla="*/ 4780 h 56"/>
                  <a:gd name="T60" fmla="+- 0 4711 4679"/>
                  <a:gd name="T61" fmla="*/ T60 w 35"/>
                  <a:gd name="T62" fmla="+- 0 4773 4761"/>
                  <a:gd name="T63" fmla="*/ 4773 h 56"/>
                  <a:gd name="T64" fmla="+- 0 4704 4679"/>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1" name="Group 370">
              <a:extLst>
                <a:ext uri="{FF2B5EF4-FFF2-40B4-BE49-F238E27FC236}">
                  <a16:creationId xmlns:a16="http://schemas.microsoft.com/office/drawing/2014/main" id="{73718665-0772-07B3-21E1-0A8F778C271B}"/>
                </a:ext>
              </a:extLst>
            </p:cNvPr>
            <p:cNvGrpSpPr>
              <a:grpSpLocks/>
            </p:cNvGrpSpPr>
            <p:nvPr/>
          </p:nvGrpSpPr>
          <p:grpSpPr bwMode="auto">
            <a:xfrm>
              <a:off x="5135" y="4761"/>
              <a:ext cx="35" cy="56"/>
              <a:chOff x="5135" y="4761"/>
              <a:chExt cx="35" cy="56"/>
            </a:xfrm>
          </p:grpSpPr>
          <p:sp>
            <p:nvSpPr>
              <p:cNvPr id="919" name="Freeform 5460">
                <a:extLst>
                  <a:ext uri="{FF2B5EF4-FFF2-40B4-BE49-F238E27FC236}">
                    <a16:creationId xmlns:a16="http://schemas.microsoft.com/office/drawing/2014/main" id="{AEC8A1A0-4E59-0C1D-A4A6-99669CC3F266}"/>
                  </a:ext>
                </a:extLst>
              </p:cNvPr>
              <p:cNvSpPr>
                <a:spLocks/>
              </p:cNvSpPr>
              <p:nvPr/>
            </p:nvSpPr>
            <p:spPr bwMode="auto">
              <a:xfrm>
                <a:off x="5135" y="4761"/>
                <a:ext cx="35" cy="56"/>
              </a:xfrm>
              <a:custGeom>
                <a:avLst/>
                <a:gdLst>
                  <a:gd name="T0" fmla="+- 0 5157 5135"/>
                  <a:gd name="T1" fmla="*/ T0 w 35"/>
                  <a:gd name="T2" fmla="+- 0 4761 4761"/>
                  <a:gd name="T3" fmla="*/ 4761 h 56"/>
                  <a:gd name="T4" fmla="+- 0 5150 5135"/>
                  <a:gd name="T5" fmla="*/ T4 w 35"/>
                  <a:gd name="T6" fmla="+- 0 4761 4761"/>
                  <a:gd name="T7" fmla="*/ 4761 h 56"/>
                  <a:gd name="T8" fmla="+- 0 5148 5135"/>
                  <a:gd name="T9" fmla="*/ T8 w 35"/>
                  <a:gd name="T10" fmla="+- 0 4762 4761"/>
                  <a:gd name="T11" fmla="*/ 4762 h 56"/>
                  <a:gd name="T12" fmla="+- 0 5142 5135"/>
                  <a:gd name="T13" fmla="*/ T12 w 35"/>
                  <a:gd name="T14" fmla="+- 0 4766 4761"/>
                  <a:gd name="T15" fmla="*/ 4766 h 56"/>
                  <a:gd name="T16" fmla="+- 0 5140 5135"/>
                  <a:gd name="T17" fmla="*/ T16 w 35"/>
                  <a:gd name="T18" fmla="+- 0 4769 4761"/>
                  <a:gd name="T19" fmla="*/ 4769 h 56"/>
                  <a:gd name="T20" fmla="+- 0 5136 5135"/>
                  <a:gd name="T21" fmla="*/ T20 w 35"/>
                  <a:gd name="T22" fmla="+- 0 4778 4761"/>
                  <a:gd name="T23" fmla="*/ 4778 h 56"/>
                  <a:gd name="T24" fmla="+- 0 5135 5135"/>
                  <a:gd name="T25" fmla="*/ T24 w 35"/>
                  <a:gd name="T26" fmla="+- 0 4783 4761"/>
                  <a:gd name="T27" fmla="*/ 4783 h 56"/>
                  <a:gd name="T28" fmla="+- 0 5135 5135"/>
                  <a:gd name="T29" fmla="*/ T28 w 35"/>
                  <a:gd name="T30" fmla="+- 0 4797 4761"/>
                  <a:gd name="T31" fmla="*/ 4797 h 56"/>
                  <a:gd name="T32" fmla="+- 0 5137 5135"/>
                  <a:gd name="T33" fmla="*/ T32 w 35"/>
                  <a:gd name="T34" fmla="+- 0 4803 4761"/>
                  <a:gd name="T35" fmla="*/ 4803 h 56"/>
                  <a:gd name="T36" fmla="+- 0 5143 5135"/>
                  <a:gd name="T37" fmla="*/ T36 w 35"/>
                  <a:gd name="T38" fmla="+- 0 4814 4761"/>
                  <a:gd name="T39" fmla="*/ 4814 h 56"/>
                  <a:gd name="T40" fmla="+- 0 5147 5135"/>
                  <a:gd name="T41" fmla="*/ T40 w 35"/>
                  <a:gd name="T42" fmla="+- 0 4817 4761"/>
                  <a:gd name="T43" fmla="*/ 4817 h 56"/>
                  <a:gd name="T44" fmla="+- 0 5155 5135"/>
                  <a:gd name="T45" fmla="*/ T44 w 35"/>
                  <a:gd name="T46" fmla="+- 0 4817 4761"/>
                  <a:gd name="T47" fmla="*/ 4817 h 56"/>
                  <a:gd name="T48" fmla="+- 0 5157 5135"/>
                  <a:gd name="T49" fmla="*/ T48 w 35"/>
                  <a:gd name="T50" fmla="+- 0 4816 4761"/>
                  <a:gd name="T51" fmla="*/ 4816 h 56"/>
                  <a:gd name="T52" fmla="+- 0 5159 5135"/>
                  <a:gd name="T53" fmla="*/ T52 w 35"/>
                  <a:gd name="T54" fmla="+- 0 4814 4761"/>
                  <a:gd name="T55" fmla="*/ 4814 h 56"/>
                  <a:gd name="T56" fmla="+- 0 5149 5135"/>
                  <a:gd name="T57" fmla="*/ T56 w 35"/>
                  <a:gd name="T58" fmla="+- 0 4814 4761"/>
                  <a:gd name="T59" fmla="*/ 4814 h 56"/>
                  <a:gd name="T60" fmla="+- 0 5147 5135"/>
                  <a:gd name="T61" fmla="*/ T60 w 35"/>
                  <a:gd name="T62" fmla="+- 0 4812 4761"/>
                  <a:gd name="T63" fmla="*/ 4812 h 56"/>
                  <a:gd name="T64" fmla="+- 0 5146 5135"/>
                  <a:gd name="T65" fmla="*/ T64 w 35"/>
                  <a:gd name="T66" fmla="+- 0 4808 4761"/>
                  <a:gd name="T67" fmla="*/ 4808 h 56"/>
                  <a:gd name="T68" fmla="+- 0 5144 5135"/>
                  <a:gd name="T69" fmla="*/ T68 w 35"/>
                  <a:gd name="T70" fmla="+- 0 4804 4761"/>
                  <a:gd name="T71" fmla="*/ 4804 h 56"/>
                  <a:gd name="T72" fmla="+- 0 5143 5135"/>
                  <a:gd name="T73" fmla="*/ T72 w 35"/>
                  <a:gd name="T74" fmla="+- 0 4798 4761"/>
                  <a:gd name="T75" fmla="*/ 4798 h 56"/>
                  <a:gd name="T76" fmla="+- 0 5152 5135"/>
                  <a:gd name="T77" fmla="*/ T76 w 35"/>
                  <a:gd name="T78" fmla="+- 0 4764 4761"/>
                  <a:gd name="T79" fmla="*/ 4764 h 56"/>
                  <a:gd name="T80" fmla="+- 0 5161 5135"/>
                  <a:gd name="T81" fmla="*/ T80 w 35"/>
                  <a:gd name="T82" fmla="+- 0 4764 4761"/>
                  <a:gd name="T83" fmla="*/ 4764 h 56"/>
                  <a:gd name="T84" fmla="+- 0 5160 5135"/>
                  <a:gd name="T85" fmla="*/ T84 w 35"/>
                  <a:gd name="T86" fmla="+- 0 4763 4761"/>
                  <a:gd name="T87" fmla="*/ 4763 h 56"/>
                  <a:gd name="T88" fmla="+- 0 5157 5135"/>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20" name="Freeform 5461">
                <a:extLst>
                  <a:ext uri="{FF2B5EF4-FFF2-40B4-BE49-F238E27FC236}">
                    <a16:creationId xmlns:a16="http://schemas.microsoft.com/office/drawing/2014/main" id="{E45A46F6-52EE-B9E0-4DCF-C9A8CAF4EFC8}"/>
                  </a:ext>
                </a:extLst>
              </p:cNvPr>
              <p:cNvSpPr>
                <a:spLocks/>
              </p:cNvSpPr>
              <p:nvPr/>
            </p:nvSpPr>
            <p:spPr bwMode="auto">
              <a:xfrm>
                <a:off x="5135" y="4761"/>
                <a:ext cx="35" cy="56"/>
              </a:xfrm>
              <a:custGeom>
                <a:avLst/>
                <a:gdLst>
                  <a:gd name="T0" fmla="+- 0 5161 5135"/>
                  <a:gd name="T1" fmla="*/ T0 w 35"/>
                  <a:gd name="T2" fmla="+- 0 4764 4761"/>
                  <a:gd name="T3" fmla="*/ 4764 h 56"/>
                  <a:gd name="T4" fmla="+- 0 5152 5135"/>
                  <a:gd name="T5" fmla="*/ T4 w 35"/>
                  <a:gd name="T6" fmla="+- 0 4764 4761"/>
                  <a:gd name="T7" fmla="*/ 4764 h 56"/>
                  <a:gd name="T8" fmla="+- 0 5156 5135"/>
                  <a:gd name="T9" fmla="*/ T8 w 35"/>
                  <a:gd name="T10" fmla="+- 0 4765 4761"/>
                  <a:gd name="T11" fmla="*/ 4765 h 56"/>
                  <a:gd name="T12" fmla="+- 0 5158 5135"/>
                  <a:gd name="T13" fmla="*/ T12 w 35"/>
                  <a:gd name="T14" fmla="+- 0 4767 4761"/>
                  <a:gd name="T15" fmla="*/ 4767 h 56"/>
                  <a:gd name="T16" fmla="+- 0 5159 5135"/>
                  <a:gd name="T17" fmla="*/ T16 w 35"/>
                  <a:gd name="T18" fmla="+- 0 4769 4761"/>
                  <a:gd name="T19" fmla="*/ 4769 h 56"/>
                  <a:gd name="T20" fmla="+- 0 5161 5135"/>
                  <a:gd name="T21" fmla="*/ T20 w 35"/>
                  <a:gd name="T22" fmla="+- 0 4776 4761"/>
                  <a:gd name="T23" fmla="*/ 4776 h 56"/>
                  <a:gd name="T24" fmla="+- 0 5162 5135"/>
                  <a:gd name="T25" fmla="*/ T24 w 35"/>
                  <a:gd name="T26" fmla="+- 0 4778 4761"/>
                  <a:gd name="T27" fmla="*/ 4778 h 56"/>
                  <a:gd name="T28" fmla="+- 0 5162 5135"/>
                  <a:gd name="T29" fmla="*/ T28 w 35"/>
                  <a:gd name="T30" fmla="+- 0 4797 4761"/>
                  <a:gd name="T31" fmla="*/ 4797 h 56"/>
                  <a:gd name="T32" fmla="+- 0 5161 5135"/>
                  <a:gd name="T33" fmla="*/ T32 w 35"/>
                  <a:gd name="T34" fmla="+- 0 4801 4761"/>
                  <a:gd name="T35" fmla="*/ 4801 h 56"/>
                  <a:gd name="T36" fmla="+- 0 5159 5135"/>
                  <a:gd name="T37" fmla="*/ T36 w 35"/>
                  <a:gd name="T38" fmla="+- 0 4809 4761"/>
                  <a:gd name="T39" fmla="*/ 4809 h 56"/>
                  <a:gd name="T40" fmla="+- 0 5158 5135"/>
                  <a:gd name="T41" fmla="*/ T40 w 35"/>
                  <a:gd name="T42" fmla="+- 0 4811 4761"/>
                  <a:gd name="T43" fmla="*/ 4811 h 56"/>
                  <a:gd name="T44" fmla="+- 0 5157 5135"/>
                  <a:gd name="T45" fmla="*/ T44 w 35"/>
                  <a:gd name="T46" fmla="+- 0 4812 4761"/>
                  <a:gd name="T47" fmla="*/ 4812 h 56"/>
                  <a:gd name="T48" fmla="+- 0 5152 5135"/>
                  <a:gd name="T49" fmla="*/ T48 w 35"/>
                  <a:gd name="T50" fmla="+- 0 4814 4761"/>
                  <a:gd name="T51" fmla="*/ 4814 h 56"/>
                  <a:gd name="T52" fmla="+- 0 5159 5135"/>
                  <a:gd name="T53" fmla="*/ T52 w 35"/>
                  <a:gd name="T54" fmla="+- 0 4814 4761"/>
                  <a:gd name="T55" fmla="*/ 4814 h 56"/>
                  <a:gd name="T56" fmla="+- 0 5170 5135"/>
                  <a:gd name="T57" fmla="*/ T56 w 35"/>
                  <a:gd name="T58" fmla="+- 0 4780 4761"/>
                  <a:gd name="T59" fmla="*/ 4780 h 56"/>
                  <a:gd name="T60" fmla="+- 0 5168 5135"/>
                  <a:gd name="T61" fmla="*/ T60 w 35"/>
                  <a:gd name="T62" fmla="+- 0 4773 4761"/>
                  <a:gd name="T63" fmla="*/ 4773 h 56"/>
                  <a:gd name="T64" fmla="+- 0 5161 5135"/>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2" name="Group 371">
              <a:extLst>
                <a:ext uri="{FF2B5EF4-FFF2-40B4-BE49-F238E27FC236}">
                  <a16:creationId xmlns:a16="http://schemas.microsoft.com/office/drawing/2014/main" id="{AEA28147-C749-D36E-A11F-FEE739EF6BA2}"/>
                </a:ext>
              </a:extLst>
            </p:cNvPr>
            <p:cNvGrpSpPr>
              <a:grpSpLocks/>
            </p:cNvGrpSpPr>
            <p:nvPr/>
          </p:nvGrpSpPr>
          <p:grpSpPr bwMode="auto">
            <a:xfrm>
              <a:off x="5555" y="4761"/>
              <a:ext cx="72" cy="56"/>
              <a:chOff x="5555" y="4761"/>
              <a:chExt cx="72" cy="56"/>
            </a:xfrm>
          </p:grpSpPr>
          <p:sp>
            <p:nvSpPr>
              <p:cNvPr id="913" name="Freeform 5463">
                <a:extLst>
                  <a:ext uri="{FF2B5EF4-FFF2-40B4-BE49-F238E27FC236}">
                    <a16:creationId xmlns:a16="http://schemas.microsoft.com/office/drawing/2014/main" id="{5C3F9EE0-A003-0990-C442-F9262F13C02B}"/>
                  </a:ext>
                </a:extLst>
              </p:cNvPr>
              <p:cNvSpPr>
                <a:spLocks/>
              </p:cNvSpPr>
              <p:nvPr/>
            </p:nvSpPr>
            <p:spPr bwMode="auto">
              <a:xfrm>
                <a:off x="5555" y="4761"/>
                <a:ext cx="72" cy="56"/>
              </a:xfrm>
              <a:custGeom>
                <a:avLst/>
                <a:gdLst>
                  <a:gd name="T0" fmla="+- 0 5587 5555"/>
                  <a:gd name="T1" fmla="*/ T0 w 72"/>
                  <a:gd name="T2" fmla="+- 0 4761 4761"/>
                  <a:gd name="T3" fmla="*/ 4761 h 56"/>
                  <a:gd name="T4" fmla="+- 0 5582 5555"/>
                  <a:gd name="T5" fmla="*/ T4 w 72"/>
                  <a:gd name="T6" fmla="+- 0 4761 4761"/>
                  <a:gd name="T7" fmla="*/ 4761 h 56"/>
                  <a:gd name="T8" fmla="+- 0 5579 5555"/>
                  <a:gd name="T9" fmla="*/ T8 w 72"/>
                  <a:gd name="T10" fmla="+- 0 4762 4761"/>
                  <a:gd name="T11" fmla="*/ 4762 h 56"/>
                  <a:gd name="T12" fmla="+- 0 5555 5555"/>
                  <a:gd name="T13" fmla="*/ T12 w 72"/>
                  <a:gd name="T14" fmla="+- 0 4803 4761"/>
                  <a:gd name="T15" fmla="*/ 4803 h 56"/>
                  <a:gd name="T16" fmla="+- 0 5557 5555"/>
                  <a:gd name="T17" fmla="*/ T16 w 72"/>
                  <a:gd name="T18" fmla="+- 0 4808 4761"/>
                  <a:gd name="T19" fmla="*/ 4808 h 56"/>
                  <a:gd name="T20" fmla="+- 0 5565 5555"/>
                  <a:gd name="T21" fmla="*/ T20 w 72"/>
                  <a:gd name="T22" fmla="+- 0 4815 4761"/>
                  <a:gd name="T23" fmla="*/ 4815 h 56"/>
                  <a:gd name="T24" fmla="+- 0 5568 5555"/>
                  <a:gd name="T25" fmla="*/ T24 w 72"/>
                  <a:gd name="T26" fmla="+- 0 4817 4761"/>
                  <a:gd name="T27" fmla="*/ 4817 h 56"/>
                  <a:gd name="T28" fmla="+- 0 5577 5555"/>
                  <a:gd name="T29" fmla="*/ T28 w 72"/>
                  <a:gd name="T30" fmla="+- 0 4817 4761"/>
                  <a:gd name="T31" fmla="*/ 4817 h 56"/>
                  <a:gd name="T32" fmla="+- 0 5581 5555"/>
                  <a:gd name="T33" fmla="*/ T32 w 72"/>
                  <a:gd name="T34" fmla="+- 0 4814 4761"/>
                  <a:gd name="T35" fmla="*/ 4814 h 56"/>
                  <a:gd name="T36" fmla="+- 0 5571 5555"/>
                  <a:gd name="T37" fmla="*/ T36 w 72"/>
                  <a:gd name="T38" fmla="+- 0 4814 4761"/>
                  <a:gd name="T39" fmla="*/ 4814 h 56"/>
                  <a:gd name="T40" fmla="+- 0 5569 5555"/>
                  <a:gd name="T41" fmla="*/ T40 w 72"/>
                  <a:gd name="T42" fmla="+- 0 4814 4761"/>
                  <a:gd name="T43" fmla="*/ 4814 h 56"/>
                  <a:gd name="T44" fmla="+- 0 5566 5555"/>
                  <a:gd name="T45" fmla="*/ T44 w 72"/>
                  <a:gd name="T46" fmla="+- 0 4811 4761"/>
                  <a:gd name="T47" fmla="*/ 4811 h 56"/>
                  <a:gd name="T48" fmla="+- 0 5564 5555"/>
                  <a:gd name="T49" fmla="*/ T48 w 72"/>
                  <a:gd name="T50" fmla="+- 0 4809 4761"/>
                  <a:gd name="T51" fmla="*/ 4809 h 56"/>
                  <a:gd name="T52" fmla="+- 0 5562 5555"/>
                  <a:gd name="T53" fmla="*/ T52 w 72"/>
                  <a:gd name="T54" fmla="+- 0 4803 4761"/>
                  <a:gd name="T55" fmla="*/ 4803 h 56"/>
                  <a:gd name="T56" fmla="+- 0 5562 5555"/>
                  <a:gd name="T57" fmla="*/ T56 w 72"/>
                  <a:gd name="T58" fmla="+- 0 4800 4761"/>
                  <a:gd name="T59" fmla="*/ 4800 h 56"/>
                  <a:gd name="T60" fmla="+- 0 5562 5555"/>
                  <a:gd name="T61" fmla="*/ T60 w 72"/>
                  <a:gd name="T62" fmla="+- 0 4793 4761"/>
                  <a:gd name="T63" fmla="*/ 4793 h 56"/>
                  <a:gd name="T64" fmla="+- 0 5569 5555"/>
                  <a:gd name="T65" fmla="*/ T64 w 72"/>
                  <a:gd name="T66" fmla="+- 0 4786 4761"/>
                  <a:gd name="T67" fmla="*/ 4786 h 56"/>
                  <a:gd name="T68" fmla="+- 0 5563 5555"/>
                  <a:gd name="T69" fmla="*/ T68 w 72"/>
                  <a:gd name="T70" fmla="+- 0 4786 4761"/>
                  <a:gd name="T71" fmla="*/ 4786 h 56"/>
                  <a:gd name="T72" fmla="+- 0 5564 5555"/>
                  <a:gd name="T73" fmla="*/ T72 w 72"/>
                  <a:gd name="T74" fmla="+- 0 4782 4761"/>
                  <a:gd name="T75" fmla="*/ 4782 h 56"/>
                  <a:gd name="T76" fmla="+- 0 5566 5555"/>
                  <a:gd name="T77" fmla="*/ T76 w 72"/>
                  <a:gd name="T78" fmla="+- 0 4779 4761"/>
                  <a:gd name="T79" fmla="*/ 4779 h 56"/>
                  <a:gd name="T80" fmla="+- 0 5567 5555"/>
                  <a:gd name="T81" fmla="*/ T80 w 72"/>
                  <a:gd name="T82" fmla="+- 0 4777 4761"/>
                  <a:gd name="T83" fmla="*/ 4777 h 56"/>
                  <a:gd name="T84" fmla="+- 0 5568 5555"/>
                  <a:gd name="T85" fmla="*/ T84 w 72"/>
                  <a:gd name="T86" fmla="+- 0 4774 4761"/>
                  <a:gd name="T87" fmla="*/ 4774 h 56"/>
                  <a:gd name="T88" fmla="+- 0 5587 5555"/>
                  <a:gd name="T89" fmla="*/ T88 w 72"/>
                  <a:gd name="T90" fmla="+- 0 4763 4761"/>
                  <a:gd name="T91" fmla="*/ 4763 h 56"/>
                  <a:gd name="T92" fmla="+- 0 5587 5555"/>
                  <a:gd name="T93" fmla="*/ T92 w 72"/>
                  <a:gd name="T94" fmla="+- 0 4761 4761"/>
                  <a:gd name="T95"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2" h="56">
                    <a:moveTo>
                      <a:pt x="32" y="0"/>
                    </a:moveTo>
                    <a:lnTo>
                      <a:pt x="27" y="0"/>
                    </a:lnTo>
                    <a:lnTo>
                      <a:pt x="24" y="1"/>
                    </a:lnTo>
                    <a:lnTo>
                      <a:pt x="0" y="42"/>
                    </a:lnTo>
                    <a:lnTo>
                      <a:pt x="2" y="47"/>
                    </a:lnTo>
                    <a:lnTo>
                      <a:pt x="10" y="54"/>
                    </a:lnTo>
                    <a:lnTo>
                      <a:pt x="13" y="56"/>
                    </a:lnTo>
                    <a:lnTo>
                      <a:pt x="22" y="56"/>
                    </a:lnTo>
                    <a:lnTo>
                      <a:pt x="26" y="53"/>
                    </a:lnTo>
                    <a:lnTo>
                      <a:pt x="16" y="53"/>
                    </a:lnTo>
                    <a:lnTo>
                      <a:pt x="14" y="53"/>
                    </a:lnTo>
                    <a:lnTo>
                      <a:pt x="11" y="50"/>
                    </a:lnTo>
                    <a:lnTo>
                      <a:pt x="9" y="48"/>
                    </a:lnTo>
                    <a:lnTo>
                      <a:pt x="7" y="42"/>
                    </a:lnTo>
                    <a:lnTo>
                      <a:pt x="7" y="39"/>
                    </a:lnTo>
                    <a:lnTo>
                      <a:pt x="7" y="32"/>
                    </a:lnTo>
                    <a:lnTo>
                      <a:pt x="14" y="25"/>
                    </a:lnTo>
                    <a:lnTo>
                      <a:pt x="8" y="25"/>
                    </a:lnTo>
                    <a:lnTo>
                      <a:pt x="9" y="21"/>
                    </a:lnTo>
                    <a:lnTo>
                      <a:pt x="11" y="18"/>
                    </a:lnTo>
                    <a:lnTo>
                      <a:pt x="12" y="16"/>
                    </a:lnTo>
                    <a:lnTo>
                      <a:pt x="13" y="13"/>
                    </a:lnTo>
                    <a:lnTo>
                      <a:pt x="32" y="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4" name="Freeform 5464">
                <a:extLst>
                  <a:ext uri="{FF2B5EF4-FFF2-40B4-BE49-F238E27FC236}">
                    <a16:creationId xmlns:a16="http://schemas.microsoft.com/office/drawing/2014/main" id="{DDA21945-A411-17E6-89A6-135F7102E18D}"/>
                  </a:ext>
                </a:extLst>
              </p:cNvPr>
              <p:cNvSpPr>
                <a:spLocks/>
              </p:cNvSpPr>
              <p:nvPr/>
            </p:nvSpPr>
            <p:spPr bwMode="auto">
              <a:xfrm>
                <a:off x="5555" y="4761"/>
                <a:ext cx="72" cy="56"/>
              </a:xfrm>
              <a:custGeom>
                <a:avLst/>
                <a:gdLst>
                  <a:gd name="T0" fmla="+- 0 5583 5555"/>
                  <a:gd name="T1" fmla="*/ T0 w 72"/>
                  <a:gd name="T2" fmla="+- 0 4786 4761"/>
                  <a:gd name="T3" fmla="*/ 4786 h 56"/>
                  <a:gd name="T4" fmla="+- 0 5574 5555"/>
                  <a:gd name="T5" fmla="*/ T4 w 72"/>
                  <a:gd name="T6" fmla="+- 0 4786 4761"/>
                  <a:gd name="T7" fmla="*/ 4786 h 56"/>
                  <a:gd name="T8" fmla="+- 0 5577 5555"/>
                  <a:gd name="T9" fmla="*/ T8 w 72"/>
                  <a:gd name="T10" fmla="+- 0 4787 4761"/>
                  <a:gd name="T11" fmla="*/ 4787 h 56"/>
                  <a:gd name="T12" fmla="+- 0 5580 5555"/>
                  <a:gd name="T13" fmla="*/ T12 w 72"/>
                  <a:gd name="T14" fmla="+- 0 4794 4761"/>
                  <a:gd name="T15" fmla="*/ 4794 h 56"/>
                  <a:gd name="T16" fmla="+- 0 5581 5555"/>
                  <a:gd name="T17" fmla="*/ T16 w 72"/>
                  <a:gd name="T18" fmla="+- 0 4798 4761"/>
                  <a:gd name="T19" fmla="*/ 4798 h 56"/>
                  <a:gd name="T20" fmla="+- 0 5581 5555"/>
                  <a:gd name="T21" fmla="*/ T20 w 72"/>
                  <a:gd name="T22" fmla="+- 0 4806 4761"/>
                  <a:gd name="T23" fmla="*/ 4806 h 56"/>
                  <a:gd name="T24" fmla="+- 0 5580 5555"/>
                  <a:gd name="T25" fmla="*/ T24 w 72"/>
                  <a:gd name="T26" fmla="+- 0 4809 4761"/>
                  <a:gd name="T27" fmla="*/ 4809 h 56"/>
                  <a:gd name="T28" fmla="+- 0 5577 5555"/>
                  <a:gd name="T29" fmla="*/ T28 w 72"/>
                  <a:gd name="T30" fmla="+- 0 4813 4761"/>
                  <a:gd name="T31" fmla="*/ 4813 h 56"/>
                  <a:gd name="T32" fmla="+- 0 5575 5555"/>
                  <a:gd name="T33" fmla="*/ T32 w 72"/>
                  <a:gd name="T34" fmla="+- 0 4814 4761"/>
                  <a:gd name="T35" fmla="*/ 4814 h 56"/>
                  <a:gd name="T36" fmla="+- 0 5581 5555"/>
                  <a:gd name="T37" fmla="*/ T36 w 72"/>
                  <a:gd name="T38" fmla="+- 0 4814 4761"/>
                  <a:gd name="T39" fmla="*/ 4814 h 56"/>
                  <a:gd name="T40" fmla="+- 0 5587 5555"/>
                  <a:gd name="T41" fmla="*/ T40 w 72"/>
                  <a:gd name="T42" fmla="+- 0 4806 4761"/>
                  <a:gd name="T43" fmla="*/ 4806 h 56"/>
                  <a:gd name="T44" fmla="+- 0 5588 5555"/>
                  <a:gd name="T45" fmla="*/ T44 w 72"/>
                  <a:gd name="T46" fmla="+- 0 4803 4761"/>
                  <a:gd name="T47" fmla="*/ 4803 h 56"/>
                  <a:gd name="T48" fmla="+- 0 5588 5555"/>
                  <a:gd name="T49" fmla="*/ T48 w 72"/>
                  <a:gd name="T50" fmla="+- 0 4793 4761"/>
                  <a:gd name="T51" fmla="*/ 4793 h 56"/>
                  <a:gd name="T52" fmla="+- 0 5587 5555"/>
                  <a:gd name="T53" fmla="*/ T52 w 72"/>
                  <a:gd name="T54" fmla="+- 0 4789 4761"/>
                  <a:gd name="T55" fmla="*/ 4789 h 56"/>
                  <a:gd name="T56" fmla="+- 0 5583 5555"/>
                  <a:gd name="T57" fmla="*/ T56 w 72"/>
                  <a:gd name="T58" fmla="+- 0 4786 4761"/>
                  <a:gd name="T59" fmla="*/ 478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2" h="56">
                    <a:moveTo>
                      <a:pt x="28" y="25"/>
                    </a:moveTo>
                    <a:lnTo>
                      <a:pt x="19" y="25"/>
                    </a:lnTo>
                    <a:lnTo>
                      <a:pt x="22" y="26"/>
                    </a:lnTo>
                    <a:lnTo>
                      <a:pt x="25" y="33"/>
                    </a:lnTo>
                    <a:lnTo>
                      <a:pt x="26" y="37"/>
                    </a:lnTo>
                    <a:lnTo>
                      <a:pt x="26" y="45"/>
                    </a:lnTo>
                    <a:lnTo>
                      <a:pt x="25" y="48"/>
                    </a:lnTo>
                    <a:lnTo>
                      <a:pt x="22" y="52"/>
                    </a:lnTo>
                    <a:lnTo>
                      <a:pt x="20" y="53"/>
                    </a:lnTo>
                    <a:lnTo>
                      <a:pt x="26" y="53"/>
                    </a:lnTo>
                    <a:lnTo>
                      <a:pt x="32" y="45"/>
                    </a:lnTo>
                    <a:lnTo>
                      <a:pt x="33" y="42"/>
                    </a:lnTo>
                    <a:lnTo>
                      <a:pt x="33" y="32"/>
                    </a:lnTo>
                    <a:lnTo>
                      <a:pt x="32" y="28"/>
                    </a:lnTo>
                    <a:lnTo>
                      <a:pt x="2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5" name="Freeform 5465">
                <a:extLst>
                  <a:ext uri="{FF2B5EF4-FFF2-40B4-BE49-F238E27FC236}">
                    <a16:creationId xmlns:a16="http://schemas.microsoft.com/office/drawing/2014/main" id="{220B081F-D5DB-1975-BD41-DCDC73106D4B}"/>
                  </a:ext>
                </a:extLst>
              </p:cNvPr>
              <p:cNvSpPr>
                <a:spLocks/>
              </p:cNvSpPr>
              <p:nvPr/>
            </p:nvSpPr>
            <p:spPr bwMode="auto">
              <a:xfrm>
                <a:off x="5555" y="4761"/>
                <a:ext cx="72" cy="56"/>
              </a:xfrm>
              <a:custGeom>
                <a:avLst/>
                <a:gdLst>
                  <a:gd name="T0" fmla="+- 0 5578 5555"/>
                  <a:gd name="T1" fmla="*/ T0 w 72"/>
                  <a:gd name="T2" fmla="+- 0 4782 4761"/>
                  <a:gd name="T3" fmla="*/ 4782 h 56"/>
                  <a:gd name="T4" fmla="+- 0 5571 5555"/>
                  <a:gd name="T5" fmla="*/ T4 w 72"/>
                  <a:gd name="T6" fmla="+- 0 4782 4761"/>
                  <a:gd name="T7" fmla="*/ 4782 h 56"/>
                  <a:gd name="T8" fmla="+- 0 5567 5555"/>
                  <a:gd name="T9" fmla="*/ T8 w 72"/>
                  <a:gd name="T10" fmla="+- 0 4783 4761"/>
                  <a:gd name="T11" fmla="*/ 4783 h 56"/>
                  <a:gd name="T12" fmla="+- 0 5563 5555"/>
                  <a:gd name="T13" fmla="*/ T12 w 72"/>
                  <a:gd name="T14" fmla="+- 0 4786 4761"/>
                  <a:gd name="T15" fmla="*/ 4786 h 56"/>
                  <a:gd name="T16" fmla="+- 0 5569 5555"/>
                  <a:gd name="T17" fmla="*/ T16 w 72"/>
                  <a:gd name="T18" fmla="+- 0 4786 4761"/>
                  <a:gd name="T19" fmla="*/ 4786 h 56"/>
                  <a:gd name="T20" fmla="+- 0 5571 5555"/>
                  <a:gd name="T21" fmla="*/ T20 w 72"/>
                  <a:gd name="T22" fmla="+- 0 4786 4761"/>
                  <a:gd name="T23" fmla="*/ 4786 h 56"/>
                  <a:gd name="T24" fmla="+- 0 5583 5555"/>
                  <a:gd name="T25" fmla="*/ T24 w 72"/>
                  <a:gd name="T26" fmla="+- 0 4786 4761"/>
                  <a:gd name="T27" fmla="*/ 4786 h 56"/>
                  <a:gd name="T28" fmla="+- 0 5582 5555"/>
                  <a:gd name="T29" fmla="*/ T28 w 72"/>
                  <a:gd name="T30" fmla="+- 0 4784 4761"/>
                  <a:gd name="T31" fmla="*/ 4784 h 56"/>
                  <a:gd name="T32" fmla="+- 0 5578 5555"/>
                  <a:gd name="T33" fmla="*/ T32 w 72"/>
                  <a:gd name="T34" fmla="+- 0 4782 4761"/>
                  <a:gd name="T35" fmla="*/ 47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72" h="56">
                    <a:moveTo>
                      <a:pt x="23" y="21"/>
                    </a:moveTo>
                    <a:lnTo>
                      <a:pt x="16" y="21"/>
                    </a:lnTo>
                    <a:lnTo>
                      <a:pt x="12" y="22"/>
                    </a:lnTo>
                    <a:lnTo>
                      <a:pt x="8" y="25"/>
                    </a:lnTo>
                    <a:lnTo>
                      <a:pt x="14" y="25"/>
                    </a:lnTo>
                    <a:lnTo>
                      <a:pt x="16" y="25"/>
                    </a:lnTo>
                    <a:lnTo>
                      <a:pt x="28" y="25"/>
                    </a:lnTo>
                    <a:lnTo>
                      <a:pt x="27" y="23"/>
                    </a:lnTo>
                    <a:lnTo>
                      <a:pt x="2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6" name="Freeform 5466">
                <a:extLst>
                  <a:ext uri="{FF2B5EF4-FFF2-40B4-BE49-F238E27FC236}">
                    <a16:creationId xmlns:a16="http://schemas.microsoft.com/office/drawing/2014/main" id="{DD4053BA-1458-5A17-3794-29BFBC3DC661}"/>
                  </a:ext>
                </a:extLst>
              </p:cNvPr>
              <p:cNvSpPr>
                <a:spLocks/>
              </p:cNvSpPr>
              <p:nvPr/>
            </p:nvSpPr>
            <p:spPr bwMode="auto">
              <a:xfrm>
                <a:off x="5555" y="4761"/>
                <a:ext cx="72" cy="56"/>
              </a:xfrm>
              <a:custGeom>
                <a:avLst/>
                <a:gdLst>
                  <a:gd name="T0" fmla="+- 0 5619 5555"/>
                  <a:gd name="T1" fmla="*/ T0 w 72"/>
                  <a:gd name="T2" fmla="+- 0 4802 4761"/>
                  <a:gd name="T3" fmla="*/ 4802 h 56"/>
                  <a:gd name="T4" fmla="+- 0 5612 5555"/>
                  <a:gd name="T5" fmla="*/ T4 w 72"/>
                  <a:gd name="T6" fmla="+- 0 4802 4761"/>
                  <a:gd name="T7" fmla="*/ 4802 h 56"/>
                  <a:gd name="T8" fmla="+- 0 5612 5555"/>
                  <a:gd name="T9" fmla="*/ T8 w 72"/>
                  <a:gd name="T10" fmla="+- 0 4816 4761"/>
                  <a:gd name="T11" fmla="*/ 4816 h 56"/>
                  <a:gd name="T12" fmla="+- 0 5619 5555"/>
                  <a:gd name="T13" fmla="*/ T12 w 72"/>
                  <a:gd name="T14" fmla="+- 0 4816 4761"/>
                  <a:gd name="T15" fmla="*/ 4816 h 56"/>
                  <a:gd name="T16" fmla="+- 0 5619 5555"/>
                  <a:gd name="T17" fmla="*/ T16 w 72"/>
                  <a:gd name="T18" fmla="+- 0 4802 4761"/>
                  <a:gd name="T19" fmla="*/ 4802 h 56"/>
                </a:gdLst>
                <a:ahLst/>
                <a:cxnLst>
                  <a:cxn ang="0">
                    <a:pos x="T1" y="T3"/>
                  </a:cxn>
                  <a:cxn ang="0">
                    <a:pos x="T5" y="T7"/>
                  </a:cxn>
                  <a:cxn ang="0">
                    <a:pos x="T9" y="T11"/>
                  </a:cxn>
                  <a:cxn ang="0">
                    <a:pos x="T13" y="T15"/>
                  </a:cxn>
                  <a:cxn ang="0">
                    <a:pos x="T17" y="T19"/>
                  </a:cxn>
                </a:cxnLst>
                <a:rect l="0" t="0" r="r" b="b"/>
                <a:pathLst>
                  <a:path w="72" h="56">
                    <a:moveTo>
                      <a:pt x="64" y="41"/>
                    </a:moveTo>
                    <a:lnTo>
                      <a:pt x="57" y="41"/>
                    </a:lnTo>
                    <a:lnTo>
                      <a:pt x="57" y="55"/>
                    </a:lnTo>
                    <a:lnTo>
                      <a:pt x="64" y="55"/>
                    </a:lnTo>
                    <a:lnTo>
                      <a:pt x="6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7" name="Freeform 5467">
                <a:extLst>
                  <a:ext uri="{FF2B5EF4-FFF2-40B4-BE49-F238E27FC236}">
                    <a16:creationId xmlns:a16="http://schemas.microsoft.com/office/drawing/2014/main" id="{397C901A-FD86-8FEA-1727-39E1E8EC65B4}"/>
                  </a:ext>
                </a:extLst>
              </p:cNvPr>
              <p:cNvSpPr>
                <a:spLocks/>
              </p:cNvSpPr>
              <p:nvPr/>
            </p:nvSpPr>
            <p:spPr bwMode="auto">
              <a:xfrm>
                <a:off x="5555" y="4761"/>
                <a:ext cx="72" cy="56"/>
              </a:xfrm>
              <a:custGeom>
                <a:avLst/>
                <a:gdLst>
                  <a:gd name="T0" fmla="+- 0 5619 5555"/>
                  <a:gd name="T1" fmla="*/ T0 w 72"/>
                  <a:gd name="T2" fmla="+- 0 4761 4761"/>
                  <a:gd name="T3" fmla="*/ 4761 h 56"/>
                  <a:gd name="T4" fmla="+- 0 5615 5555"/>
                  <a:gd name="T5" fmla="*/ T4 w 72"/>
                  <a:gd name="T6" fmla="+- 0 4761 4761"/>
                  <a:gd name="T7" fmla="*/ 4761 h 56"/>
                  <a:gd name="T8" fmla="+- 0 5590 5555"/>
                  <a:gd name="T9" fmla="*/ T8 w 72"/>
                  <a:gd name="T10" fmla="+- 0 4797 4761"/>
                  <a:gd name="T11" fmla="*/ 4797 h 56"/>
                  <a:gd name="T12" fmla="+- 0 5590 5555"/>
                  <a:gd name="T13" fmla="*/ T12 w 72"/>
                  <a:gd name="T14" fmla="+- 0 4802 4761"/>
                  <a:gd name="T15" fmla="*/ 4802 h 56"/>
                  <a:gd name="T16" fmla="+- 0 5626 5555"/>
                  <a:gd name="T17" fmla="*/ T16 w 72"/>
                  <a:gd name="T18" fmla="+- 0 4802 4761"/>
                  <a:gd name="T19" fmla="*/ 4802 h 56"/>
                  <a:gd name="T20" fmla="+- 0 5626 5555"/>
                  <a:gd name="T21" fmla="*/ T20 w 72"/>
                  <a:gd name="T22" fmla="+- 0 4796 4761"/>
                  <a:gd name="T23" fmla="*/ 4796 h 56"/>
                  <a:gd name="T24" fmla="+- 0 5594 5555"/>
                  <a:gd name="T25" fmla="*/ T24 w 72"/>
                  <a:gd name="T26" fmla="+- 0 4796 4761"/>
                  <a:gd name="T27" fmla="*/ 4796 h 56"/>
                  <a:gd name="T28" fmla="+- 0 5612 5555"/>
                  <a:gd name="T29" fmla="*/ T28 w 72"/>
                  <a:gd name="T30" fmla="+- 0 4770 4761"/>
                  <a:gd name="T31" fmla="*/ 4770 h 56"/>
                  <a:gd name="T32" fmla="+- 0 5619 5555"/>
                  <a:gd name="T33" fmla="*/ T32 w 72"/>
                  <a:gd name="T34" fmla="+- 0 4770 4761"/>
                  <a:gd name="T35" fmla="*/ 4770 h 56"/>
                  <a:gd name="T36" fmla="+- 0 5619 5555"/>
                  <a:gd name="T37" fmla="*/ T36 w 72"/>
                  <a:gd name="T38" fmla="+- 0 4761 4761"/>
                  <a:gd name="T39"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72" h="56">
                    <a:moveTo>
                      <a:pt x="64" y="0"/>
                    </a:moveTo>
                    <a:lnTo>
                      <a:pt x="60" y="0"/>
                    </a:lnTo>
                    <a:lnTo>
                      <a:pt x="35" y="36"/>
                    </a:lnTo>
                    <a:lnTo>
                      <a:pt x="35" y="41"/>
                    </a:lnTo>
                    <a:lnTo>
                      <a:pt x="71" y="41"/>
                    </a:lnTo>
                    <a:lnTo>
                      <a:pt x="71" y="35"/>
                    </a:lnTo>
                    <a:lnTo>
                      <a:pt x="39" y="35"/>
                    </a:lnTo>
                    <a:lnTo>
                      <a:pt x="57" y="9"/>
                    </a:lnTo>
                    <a:lnTo>
                      <a:pt x="64" y="9"/>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8" name="Freeform 5468">
                <a:extLst>
                  <a:ext uri="{FF2B5EF4-FFF2-40B4-BE49-F238E27FC236}">
                    <a16:creationId xmlns:a16="http://schemas.microsoft.com/office/drawing/2014/main" id="{0D0D7D4B-F6E0-739B-113D-401C4AD1FD50}"/>
                  </a:ext>
                </a:extLst>
              </p:cNvPr>
              <p:cNvSpPr>
                <a:spLocks/>
              </p:cNvSpPr>
              <p:nvPr/>
            </p:nvSpPr>
            <p:spPr bwMode="auto">
              <a:xfrm>
                <a:off x="5555" y="4761"/>
                <a:ext cx="72" cy="56"/>
              </a:xfrm>
              <a:custGeom>
                <a:avLst/>
                <a:gdLst>
                  <a:gd name="T0" fmla="+- 0 5619 5555"/>
                  <a:gd name="T1" fmla="*/ T0 w 72"/>
                  <a:gd name="T2" fmla="+- 0 4770 4761"/>
                  <a:gd name="T3" fmla="*/ 4770 h 56"/>
                  <a:gd name="T4" fmla="+- 0 5612 5555"/>
                  <a:gd name="T5" fmla="*/ T4 w 72"/>
                  <a:gd name="T6" fmla="+- 0 4770 4761"/>
                  <a:gd name="T7" fmla="*/ 4770 h 56"/>
                  <a:gd name="T8" fmla="+- 0 5612 5555"/>
                  <a:gd name="T9" fmla="*/ T8 w 72"/>
                  <a:gd name="T10" fmla="+- 0 4796 4761"/>
                  <a:gd name="T11" fmla="*/ 4796 h 56"/>
                  <a:gd name="T12" fmla="+- 0 5619 5555"/>
                  <a:gd name="T13" fmla="*/ T12 w 72"/>
                  <a:gd name="T14" fmla="+- 0 4796 4761"/>
                  <a:gd name="T15" fmla="*/ 4796 h 56"/>
                  <a:gd name="T16" fmla="+- 0 5619 5555"/>
                  <a:gd name="T17" fmla="*/ T16 w 72"/>
                  <a:gd name="T18" fmla="+- 0 4770 4761"/>
                  <a:gd name="T19" fmla="*/ 4770 h 56"/>
                </a:gdLst>
                <a:ahLst/>
                <a:cxnLst>
                  <a:cxn ang="0">
                    <a:pos x="T1" y="T3"/>
                  </a:cxn>
                  <a:cxn ang="0">
                    <a:pos x="T5" y="T7"/>
                  </a:cxn>
                  <a:cxn ang="0">
                    <a:pos x="T9" y="T11"/>
                  </a:cxn>
                  <a:cxn ang="0">
                    <a:pos x="T13" y="T15"/>
                  </a:cxn>
                  <a:cxn ang="0">
                    <a:pos x="T17" y="T19"/>
                  </a:cxn>
                </a:cxnLst>
                <a:rect l="0" t="0" r="r" b="b"/>
                <a:pathLst>
                  <a:path w="72" h="56">
                    <a:moveTo>
                      <a:pt x="64" y="9"/>
                    </a:moveTo>
                    <a:lnTo>
                      <a:pt x="57" y="9"/>
                    </a:lnTo>
                    <a:lnTo>
                      <a:pt x="57" y="35"/>
                    </a:lnTo>
                    <a:lnTo>
                      <a:pt x="64" y="35"/>
                    </a:lnTo>
                    <a:lnTo>
                      <a:pt x="6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3" name="Group 372">
              <a:extLst>
                <a:ext uri="{FF2B5EF4-FFF2-40B4-BE49-F238E27FC236}">
                  <a16:creationId xmlns:a16="http://schemas.microsoft.com/office/drawing/2014/main" id="{A928A8B3-3AED-9C5C-BB6A-1D7F7B17C9AD}"/>
                </a:ext>
              </a:extLst>
            </p:cNvPr>
            <p:cNvGrpSpPr>
              <a:grpSpLocks/>
            </p:cNvGrpSpPr>
            <p:nvPr/>
          </p:nvGrpSpPr>
          <p:grpSpPr bwMode="auto">
            <a:xfrm>
              <a:off x="6048" y="4761"/>
              <a:ext cx="35" cy="56"/>
              <a:chOff x="6048" y="4761"/>
              <a:chExt cx="35" cy="56"/>
            </a:xfrm>
          </p:grpSpPr>
          <p:sp>
            <p:nvSpPr>
              <p:cNvPr id="911" name="Freeform 5470">
                <a:extLst>
                  <a:ext uri="{FF2B5EF4-FFF2-40B4-BE49-F238E27FC236}">
                    <a16:creationId xmlns:a16="http://schemas.microsoft.com/office/drawing/2014/main" id="{6B1916C7-D0C8-ECB8-20F4-CEEACFD0F543}"/>
                  </a:ext>
                </a:extLst>
              </p:cNvPr>
              <p:cNvSpPr>
                <a:spLocks/>
              </p:cNvSpPr>
              <p:nvPr/>
            </p:nvSpPr>
            <p:spPr bwMode="auto">
              <a:xfrm>
                <a:off x="6048" y="4761"/>
                <a:ext cx="35" cy="56"/>
              </a:xfrm>
              <a:custGeom>
                <a:avLst/>
                <a:gdLst>
                  <a:gd name="T0" fmla="+- 0 6069 6048"/>
                  <a:gd name="T1" fmla="*/ T0 w 35"/>
                  <a:gd name="T2" fmla="+- 0 4761 4761"/>
                  <a:gd name="T3" fmla="*/ 4761 h 56"/>
                  <a:gd name="T4" fmla="+- 0 6063 6048"/>
                  <a:gd name="T5" fmla="*/ T4 w 35"/>
                  <a:gd name="T6" fmla="+- 0 4761 4761"/>
                  <a:gd name="T7" fmla="*/ 4761 h 56"/>
                  <a:gd name="T8" fmla="+- 0 6060 6048"/>
                  <a:gd name="T9" fmla="*/ T8 w 35"/>
                  <a:gd name="T10" fmla="+- 0 4762 4761"/>
                  <a:gd name="T11" fmla="*/ 4762 h 56"/>
                  <a:gd name="T12" fmla="+- 0 6055 6048"/>
                  <a:gd name="T13" fmla="*/ T12 w 35"/>
                  <a:gd name="T14" fmla="+- 0 4766 4761"/>
                  <a:gd name="T15" fmla="*/ 4766 h 56"/>
                  <a:gd name="T16" fmla="+- 0 6052 6048"/>
                  <a:gd name="T17" fmla="*/ T16 w 35"/>
                  <a:gd name="T18" fmla="+- 0 4769 4761"/>
                  <a:gd name="T19" fmla="*/ 4769 h 56"/>
                  <a:gd name="T20" fmla="+- 0 6049 6048"/>
                  <a:gd name="T21" fmla="*/ T20 w 35"/>
                  <a:gd name="T22" fmla="+- 0 4778 4761"/>
                  <a:gd name="T23" fmla="*/ 4778 h 56"/>
                  <a:gd name="T24" fmla="+- 0 6048 6048"/>
                  <a:gd name="T25" fmla="*/ T24 w 35"/>
                  <a:gd name="T26" fmla="+- 0 4783 4761"/>
                  <a:gd name="T27" fmla="*/ 4783 h 56"/>
                  <a:gd name="T28" fmla="+- 0 6048 6048"/>
                  <a:gd name="T29" fmla="*/ T28 w 35"/>
                  <a:gd name="T30" fmla="+- 0 4797 4761"/>
                  <a:gd name="T31" fmla="*/ 4797 h 56"/>
                  <a:gd name="T32" fmla="+- 0 6049 6048"/>
                  <a:gd name="T33" fmla="*/ T32 w 35"/>
                  <a:gd name="T34" fmla="+- 0 4803 4761"/>
                  <a:gd name="T35" fmla="*/ 4803 h 56"/>
                  <a:gd name="T36" fmla="+- 0 6055 6048"/>
                  <a:gd name="T37" fmla="*/ T36 w 35"/>
                  <a:gd name="T38" fmla="+- 0 4814 4761"/>
                  <a:gd name="T39" fmla="*/ 4814 h 56"/>
                  <a:gd name="T40" fmla="+- 0 6060 6048"/>
                  <a:gd name="T41" fmla="*/ T40 w 35"/>
                  <a:gd name="T42" fmla="+- 0 4817 4761"/>
                  <a:gd name="T43" fmla="*/ 4817 h 56"/>
                  <a:gd name="T44" fmla="+- 0 6067 6048"/>
                  <a:gd name="T45" fmla="*/ T44 w 35"/>
                  <a:gd name="T46" fmla="+- 0 4817 4761"/>
                  <a:gd name="T47" fmla="*/ 4817 h 56"/>
                  <a:gd name="T48" fmla="+- 0 6070 6048"/>
                  <a:gd name="T49" fmla="*/ T48 w 35"/>
                  <a:gd name="T50" fmla="+- 0 4816 4761"/>
                  <a:gd name="T51" fmla="*/ 4816 h 56"/>
                  <a:gd name="T52" fmla="+- 0 6072 6048"/>
                  <a:gd name="T53" fmla="*/ T52 w 35"/>
                  <a:gd name="T54" fmla="+- 0 4814 4761"/>
                  <a:gd name="T55" fmla="*/ 4814 h 56"/>
                  <a:gd name="T56" fmla="+- 0 6062 6048"/>
                  <a:gd name="T57" fmla="*/ T56 w 35"/>
                  <a:gd name="T58" fmla="+- 0 4814 4761"/>
                  <a:gd name="T59" fmla="*/ 4814 h 56"/>
                  <a:gd name="T60" fmla="+- 0 6060 6048"/>
                  <a:gd name="T61" fmla="*/ T60 w 35"/>
                  <a:gd name="T62" fmla="+- 0 4812 4761"/>
                  <a:gd name="T63" fmla="*/ 4812 h 56"/>
                  <a:gd name="T64" fmla="+- 0 6058 6048"/>
                  <a:gd name="T65" fmla="*/ T64 w 35"/>
                  <a:gd name="T66" fmla="+- 0 4808 4761"/>
                  <a:gd name="T67" fmla="*/ 4808 h 56"/>
                  <a:gd name="T68" fmla="+- 0 6056 6048"/>
                  <a:gd name="T69" fmla="*/ T68 w 35"/>
                  <a:gd name="T70" fmla="+- 0 4804 4761"/>
                  <a:gd name="T71" fmla="*/ 4804 h 56"/>
                  <a:gd name="T72" fmla="+- 0 6055 6048"/>
                  <a:gd name="T73" fmla="*/ T72 w 35"/>
                  <a:gd name="T74" fmla="+- 0 4798 4761"/>
                  <a:gd name="T75" fmla="*/ 4798 h 56"/>
                  <a:gd name="T76" fmla="+- 0 6065 6048"/>
                  <a:gd name="T77" fmla="*/ T76 w 35"/>
                  <a:gd name="T78" fmla="+- 0 4764 4761"/>
                  <a:gd name="T79" fmla="*/ 4764 h 56"/>
                  <a:gd name="T80" fmla="+- 0 6073 6048"/>
                  <a:gd name="T81" fmla="*/ T80 w 35"/>
                  <a:gd name="T82" fmla="+- 0 4764 4761"/>
                  <a:gd name="T83" fmla="*/ 4764 h 56"/>
                  <a:gd name="T84" fmla="+- 0 6073 6048"/>
                  <a:gd name="T85" fmla="*/ T84 w 35"/>
                  <a:gd name="T86" fmla="+- 0 4763 4761"/>
                  <a:gd name="T87" fmla="*/ 4763 h 56"/>
                  <a:gd name="T88" fmla="+- 0 6069 6048"/>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2" name="Freeform 5471">
                <a:extLst>
                  <a:ext uri="{FF2B5EF4-FFF2-40B4-BE49-F238E27FC236}">
                    <a16:creationId xmlns:a16="http://schemas.microsoft.com/office/drawing/2014/main" id="{23232842-B13A-7087-2E68-648731A19A66}"/>
                  </a:ext>
                </a:extLst>
              </p:cNvPr>
              <p:cNvSpPr>
                <a:spLocks/>
              </p:cNvSpPr>
              <p:nvPr/>
            </p:nvSpPr>
            <p:spPr bwMode="auto">
              <a:xfrm>
                <a:off x="6048" y="4761"/>
                <a:ext cx="35" cy="56"/>
              </a:xfrm>
              <a:custGeom>
                <a:avLst/>
                <a:gdLst>
                  <a:gd name="T0" fmla="+- 0 6073 6048"/>
                  <a:gd name="T1" fmla="*/ T0 w 35"/>
                  <a:gd name="T2" fmla="+- 0 4764 4761"/>
                  <a:gd name="T3" fmla="*/ 4764 h 56"/>
                  <a:gd name="T4" fmla="+- 0 6065 6048"/>
                  <a:gd name="T5" fmla="*/ T4 w 35"/>
                  <a:gd name="T6" fmla="+- 0 4764 4761"/>
                  <a:gd name="T7" fmla="*/ 4764 h 56"/>
                  <a:gd name="T8" fmla="+- 0 6069 6048"/>
                  <a:gd name="T9" fmla="*/ T8 w 35"/>
                  <a:gd name="T10" fmla="+- 0 4765 4761"/>
                  <a:gd name="T11" fmla="*/ 4765 h 56"/>
                  <a:gd name="T12" fmla="+- 0 6070 6048"/>
                  <a:gd name="T13" fmla="*/ T12 w 35"/>
                  <a:gd name="T14" fmla="+- 0 4767 4761"/>
                  <a:gd name="T15" fmla="*/ 4767 h 56"/>
                  <a:gd name="T16" fmla="+- 0 6072 6048"/>
                  <a:gd name="T17" fmla="*/ T16 w 35"/>
                  <a:gd name="T18" fmla="+- 0 4769 4761"/>
                  <a:gd name="T19" fmla="*/ 4769 h 56"/>
                  <a:gd name="T20" fmla="+- 0 6074 6048"/>
                  <a:gd name="T21" fmla="*/ T20 w 35"/>
                  <a:gd name="T22" fmla="+- 0 4776 4761"/>
                  <a:gd name="T23" fmla="*/ 4776 h 56"/>
                  <a:gd name="T24" fmla="+- 0 6074 6048"/>
                  <a:gd name="T25" fmla="*/ T24 w 35"/>
                  <a:gd name="T26" fmla="+- 0 4778 4761"/>
                  <a:gd name="T27" fmla="*/ 4778 h 56"/>
                  <a:gd name="T28" fmla="+- 0 6074 6048"/>
                  <a:gd name="T29" fmla="*/ T28 w 35"/>
                  <a:gd name="T30" fmla="+- 0 4797 4761"/>
                  <a:gd name="T31" fmla="*/ 4797 h 56"/>
                  <a:gd name="T32" fmla="+- 0 6074 6048"/>
                  <a:gd name="T33" fmla="*/ T32 w 35"/>
                  <a:gd name="T34" fmla="+- 0 4801 4761"/>
                  <a:gd name="T35" fmla="*/ 4801 h 56"/>
                  <a:gd name="T36" fmla="+- 0 6072 6048"/>
                  <a:gd name="T37" fmla="*/ T36 w 35"/>
                  <a:gd name="T38" fmla="+- 0 4809 4761"/>
                  <a:gd name="T39" fmla="*/ 4809 h 56"/>
                  <a:gd name="T40" fmla="+- 0 6071 6048"/>
                  <a:gd name="T41" fmla="*/ T40 w 35"/>
                  <a:gd name="T42" fmla="+- 0 4811 4761"/>
                  <a:gd name="T43" fmla="*/ 4811 h 56"/>
                  <a:gd name="T44" fmla="+- 0 6069 6048"/>
                  <a:gd name="T45" fmla="*/ T44 w 35"/>
                  <a:gd name="T46" fmla="+- 0 4812 4761"/>
                  <a:gd name="T47" fmla="*/ 4812 h 56"/>
                  <a:gd name="T48" fmla="+- 0 6065 6048"/>
                  <a:gd name="T49" fmla="*/ T48 w 35"/>
                  <a:gd name="T50" fmla="+- 0 4814 4761"/>
                  <a:gd name="T51" fmla="*/ 4814 h 56"/>
                  <a:gd name="T52" fmla="+- 0 6072 6048"/>
                  <a:gd name="T53" fmla="*/ T52 w 35"/>
                  <a:gd name="T54" fmla="+- 0 4814 4761"/>
                  <a:gd name="T55" fmla="*/ 4814 h 56"/>
                  <a:gd name="T56" fmla="+- 0 6082 6048"/>
                  <a:gd name="T57" fmla="*/ T56 w 35"/>
                  <a:gd name="T58" fmla="+- 0 4780 4761"/>
                  <a:gd name="T59" fmla="*/ 4780 h 56"/>
                  <a:gd name="T60" fmla="+- 0 6080 6048"/>
                  <a:gd name="T61" fmla="*/ T60 w 35"/>
                  <a:gd name="T62" fmla="+- 0 4773 4761"/>
                  <a:gd name="T63" fmla="*/ 4773 h 56"/>
                  <a:gd name="T64" fmla="+- 0 6073 6048"/>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4" name="Group 373">
              <a:extLst>
                <a:ext uri="{FF2B5EF4-FFF2-40B4-BE49-F238E27FC236}">
                  <a16:creationId xmlns:a16="http://schemas.microsoft.com/office/drawing/2014/main" id="{D221A512-0A87-EBDE-28BA-D043BB486900}"/>
                </a:ext>
              </a:extLst>
            </p:cNvPr>
            <p:cNvGrpSpPr>
              <a:grpSpLocks/>
            </p:cNvGrpSpPr>
            <p:nvPr/>
          </p:nvGrpSpPr>
          <p:grpSpPr bwMode="auto">
            <a:xfrm>
              <a:off x="6504" y="4761"/>
              <a:ext cx="35" cy="56"/>
              <a:chOff x="6504" y="4761"/>
              <a:chExt cx="35" cy="56"/>
            </a:xfrm>
          </p:grpSpPr>
          <p:sp>
            <p:nvSpPr>
              <p:cNvPr id="909" name="Freeform 5473">
                <a:extLst>
                  <a:ext uri="{FF2B5EF4-FFF2-40B4-BE49-F238E27FC236}">
                    <a16:creationId xmlns:a16="http://schemas.microsoft.com/office/drawing/2014/main" id="{A8A848D5-493D-2F12-95E3-6F2CE45DC26B}"/>
                  </a:ext>
                </a:extLst>
              </p:cNvPr>
              <p:cNvSpPr>
                <a:spLocks/>
              </p:cNvSpPr>
              <p:nvPr/>
            </p:nvSpPr>
            <p:spPr bwMode="auto">
              <a:xfrm>
                <a:off x="6504" y="4761"/>
                <a:ext cx="35" cy="56"/>
              </a:xfrm>
              <a:custGeom>
                <a:avLst/>
                <a:gdLst>
                  <a:gd name="T0" fmla="+- 0 6526 6504"/>
                  <a:gd name="T1" fmla="*/ T0 w 35"/>
                  <a:gd name="T2" fmla="+- 0 4761 4761"/>
                  <a:gd name="T3" fmla="*/ 4761 h 56"/>
                  <a:gd name="T4" fmla="+- 0 6519 6504"/>
                  <a:gd name="T5" fmla="*/ T4 w 35"/>
                  <a:gd name="T6" fmla="+- 0 4761 4761"/>
                  <a:gd name="T7" fmla="*/ 4761 h 56"/>
                  <a:gd name="T8" fmla="+- 0 6517 6504"/>
                  <a:gd name="T9" fmla="*/ T8 w 35"/>
                  <a:gd name="T10" fmla="+- 0 4762 4761"/>
                  <a:gd name="T11" fmla="*/ 4762 h 56"/>
                  <a:gd name="T12" fmla="+- 0 6511 6504"/>
                  <a:gd name="T13" fmla="*/ T12 w 35"/>
                  <a:gd name="T14" fmla="+- 0 4766 4761"/>
                  <a:gd name="T15" fmla="*/ 4766 h 56"/>
                  <a:gd name="T16" fmla="+- 0 6509 6504"/>
                  <a:gd name="T17" fmla="*/ T16 w 35"/>
                  <a:gd name="T18" fmla="+- 0 4769 4761"/>
                  <a:gd name="T19" fmla="*/ 4769 h 56"/>
                  <a:gd name="T20" fmla="+- 0 6505 6504"/>
                  <a:gd name="T21" fmla="*/ T20 w 35"/>
                  <a:gd name="T22" fmla="+- 0 4778 4761"/>
                  <a:gd name="T23" fmla="*/ 4778 h 56"/>
                  <a:gd name="T24" fmla="+- 0 6504 6504"/>
                  <a:gd name="T25" fmla="*/ T24 w 35"/>
                  <a:gd name="T26" fmla="+- 0 4783 4761"/>
                  <a:gd name="T27" fmla="*/ 4783 h 56"/>
                  <a:gd name="T28" fmla="+- 0 6504 6504"/>
                  <a:gd name="T29" fmla="*/ T28 w 35"/>
                  <a:gd name="T30" fmla="+- 0 4797 4761"/>
                  <a:gd name="T31" fmla="*/ 4797 h 56"/>
                  <a:gd name="T32" fmla="+- 0 6506 6504"/>
                  <a:gd name="T33" fmla="*/ T32 w 35"/>
                  <a:gd name="T34" fmla="+- 0 4803 4761"/>
                  <a:gd name="T35" fmla="*/ 4803 h 56"/>
                  <a:gd name="T36" fmla="+- 0 6512 6504"/>
                  <a:gd name="T37" fmla="*/ T36 w 35"/>
                  <a:gd name="T38" fmla="+- 0 4814 4761"/>
                  <a:gd name="T39" fmla="*/ 4814 h 56"/>
                  <a:gd name="T40" fmla="+- 0 6516 6504"/>
                  <a:gd name="T41" fmla="*/ T40 w 35"/>
                  <a:gd name="T42" fmla="+- 0 4817 4761"/>
                  <a:gd name="T43" fmla="*/ 4817 h 56"/>
                  <a:gd name="T44" fmla="+- 0 6524 6504"/>
                  <a:gd name="T45" fmla="*/ T44 w 35"/>
                  <a:gd name="T46" fmla="+- 0 4817 4761"/>
                  <a:gd name="T47" fmla="*/ 4817 h 56"/>
                  <a:gd name="T48" fmla="+- 0 6526 6504"/>
                  <a:gd name="T49" fmla="*/ T48 w 35"/>
                  <a:gd name="T50" fmla="+- 0 4816 4761"/>
                  <a:gd name="T51" fmla="*/ 4816 h 56"/>
                  <a:gd name="T52" fmla="+- 0 6529 6504"/>
                  <a:gd name="T53" fmla="*/ T52 w 35"/>
                  <a:gd name="T54" fmla="+- 0 4814 4761"/>
                  <a:gd name="T55" fmla="*/ 4814 h 56"/>
                  <a:gd name="T56" fmla="+- 0 6518 6504"/>
                  <a:gd name="T57" fmla="*/ T56 w 35"/>
                  <a:gd name="T58" fmla="+- 0 4814 4761"/>
                  <a:gd name="T59" fmla="*/ 4814 h 56"/>
                  <a:gd name="T60" fmla="+- 0 6516 6504"/>
                  <a:gd name="T61" fmla="*/ T60 w 35"/>
                  <a:gd name="T62" fmla="+- 0 4812 4761"/>
                  <a:gd name="T63" fmla="*/ 4812 h 56"/>
                  <a:gd name="T64" fmla="+- 0 6515 6504"/>
                  <a:gd name="T65" fmla="*/ T64 w 35"/>
                  <a:gd name="T66" fmla="+- 0 4808 4761"/>
                  <a:gd name="T67" fmla="*/ 4808 h 56"/>
                  <a:gd name="T68" fmla="+- 0 6513 6504"/>
                  <a:gd name="T69" fmla="*/ T68 w 35"/>
                  <a:gd name="T70" fmla="+- 0 4804 4761"/>
                  <a:gd name="T71" fmla="*/ 4804 h 56"/>
                  <a:gd name="T72" fmla="+- 0 6512 6504"/>
                  <a:gd name="T73" fmla="*/ T72 w 35"/>
                  <a:gd name="T74" fmla="+- 0 4798 4761"/>
                  <a:gd name="T75" fmla="*/ 4798 h 56"/>
                  <a:gd name="T76" fmla="+- 0 6522 6504"/>
                  <a:gd name="T77" fmla="*/ T76 w 35"/>
                  <a:gd name="T78" fmla="+- 0 4764 4761"/>
                  <a:gd name="T79" fmla="*/ 4764 h 56"/>
                  <a:gd name="T80" fmla="+- 0 6530 6504"/>
                  <a:gd name="T81" fmla="*/ T80 w 35"/>
                  <a:gd name="T82" fmla="+- 0 4764 4761"/>
                  <a:gd name="T83" fmla="*/ 4764 h 56"/>
                  <a:gd name="T84" fmla="+- 0 6529 6504"/>
                  <a:gd name="T85" fmla="*/ T84 w 35"/>
                  <a:gd name="T86" fmla="+- 0 4763 4761"/>
                  <a:gd name="T87" fmla="*/ 4763 h 56"/>
                  <a:gd name="T88" fmla="+- 0 6526 6504"/>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10" name="Freeform 5474">
                <a:extLst>
                  <a:ext uri="{FF2B5EF4-FFF2-40B4-BE49-F238E27FC236}">
                    <a16:creationId xmlns:a16="http://schemas.microsoft.com/office/drawing/2014/main" id="{97A74C8C-6039-5CE6-5B9D-3BCD263EF355}"/>
                  </a:ext>
                </a:extLst>
              </p:cNvPr>
              <p:cNvSpPr>
                <a:spLocks/>
              </p:cNvSpPr>
              <p:nvPr/>
            </p:nvSpPr>
            <p:spPr bwMode="auto">
              <a:xfrm>
                <a:off x="6504" y="4761"/>
                <a:ext cx="35" cy="56"/>
              </a:xfrm>
              <a:custGeom>
                <a:avLst/>
                <a:gdLst>
                  <a:gd name="T0" fmla="+- 0 6530 6504"/>
                  <a:gd name="T1" fmla="*/ T0 w 35"/>
                  <a:gd name="T2" fmla="+- 0 4764 4761"/>
                  <a:gd name="T3" fmla="*/ 4764 h 56"/>
                  <a:gd name="T4" fmla="+- 0 6522 6504"/>
                  <a:gd name="T5" fmla="*/ T4 w 35"/>
                  <a:gd name="T6" fmla="+- 0 4764 4761"/>
                  <a:gd name="T7" fmla="*/ 4764 h 56"/>
                  <a:gd name="T8" fmla="+- 0 6525 6504"/>
                  <a:gd name="T9" fmla="*/ T8 w 35"/>
                  <a:gd name="T10" fmla="+- 0 4765 4761"/>
                  <a:gd name="T11" fmla="*/ 4765 h 56"/>
                  <a:gd name="T12" fmla="+- 0 6527 6504"/>
                  <a:gd name="T13" fmla="*/ T12 w 35"/>
                  <a:gd name="T14" fmla="+- 0 4767 4761"/>
                  <a:gd name="T15" fmla="*/ 4767 h 56"/>
                  <a:gd name="T16" fmla="+- 0 6528 6504"/>
                  <a:gd name="T17" fmla="*/ T16 w 35"/>
                  <a:gd name="T18" fmla="+- 0 4769 4761"/>
                  <a:gd name="T19" fmla="*/ 4769 h 56"/>
                  <a:gd name="T20" fmla="+- 0 6530 6504"/>
                  <a:gd name="T21" fmla="*/ T20 w 35"/>
                  <a:gd name="T22" fmla="+- 0 4776 4761"/>
                  <a:gd name="T23" fmla="*/ 4776 h 56"/>
                  <a:gd name="T24" fmla="+- 0 6531 6504"/>
                  <a:gd name="T25" fmla="*/ T24 w 35"/>
                  <a:gd name="T26" fmla="+- 0 4778 4761"/>
                  <a:gd name="T27" fmla="*/ 4778 h 56"/>
                  <a:gd name="T28" fmla="+- 0 6531 6504"/>
                  <a:gd name="T29" fmla="*/ T28 w 35"/>
                  <a:gd name="T30" fmla="+- 0 4797 4761"/>
                  <a:gd name="T31" fmla="*/ 4797 h 56"/>
                  <a:gd name="T32" fmla="+- 0 6530 6504"/>
                  <a:gd name="T33" fmla="*/ T32 w 35"/>
                  <a:gd name="T34" fmla="+- 0 4801 4761"/>
                  <a:gd name="T35" fmla="*/ 4801 h 56"/>
                  <a:gd name="T36" fmla="+- 0 6528 6504"/>
                  <a:gd name="T37" fmla="*/ T36 w 35"/>
                  <a:gd name="T38" fmla="+- 0 4809 4761"/>
                  <a:gd name="T39" fmla="*/ 4809 h 56"/>
                  <a:gd name="T40" fmla="+- 0 6527 6504"/>
                  <a:gd name="T41" fmla="*/ T40 w 35"/>
                  <a:gd name="T42" fmla="+- 0 4811 4761"/>
                  <a:gd name="T43" fmla="*/ 4811 h 56"/>
                  <a:gd name="T44" fmla="+- 0 6526 6504"/>
                  <a:gd name="T45" fmla="*/ T44 w 35"/>
                  <a:gd name="T46" fmla="+- 0 4812 4761"/>
                  <a:gd name="T47" fmla="*/ 4812 h 56"/>
                  <a:gd name="T48" fmla="+- 0 6521 6504"/>
                  <a:gd name="T49" fmla="*/ T48 w 35"/>
                  <a:gd name="T50" fmla="+- 0 4814 4761"/>
                  <a:gd name="T51" fmla="*/ 4814 h 56"/>
                  <a:gd name="T52" fmla="+- 0 6529 6504"/>
                  <a:gd name="T53" fmla="*/ T52 w 35"/>
                  <a:gd name="T54" fmla="+- 0 4814 4761"/>
                  <a:gd name="T55" fmla="*/ 4814 h 56"/>
                  <a:gd name="T56" fmla="+- 0 6539 6504"/>
                  <a:gd name="T57" fmla="*/ T56 w 35"/>
                  <a:gd name="T58" fmla="+- 0 4780 4761"/>
                  <a:gd name="T59" fmla="*/ 4780 h 56"/>
                  <a:gd name="T60" fmla="+- 0 6537 6504"/>
                  <a:gd name="T61" fmla="*/ T60 w 35"/>
                  <a:gd name="T62" fmla="+- 0 4773 4761"/>
                  <a:gd name="T63" fmla="*/ 4773 h 56"/>
                  <a:gd name="T64" fmla="+- 0 6530 6504"/>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5" name="Group 374">
              <a:extLst>
                <a:ext uri="{FF2B5EF4-FFF2-40B4-BE49-F238E27FC236}">
                  <a16:creationId xmlns:a16="http://schemas.microsoft.com/office/drawing/2014/main" id="{F1636C10-51E2-F38D-0EC1-E09A2658D565}"/>
                </a:ext>
              </a:extLst>
            </p:cNvPr>
            <p:cNvGrpSpPr>
              <a:grpSpLocks/>
            </p:cNvGrpSpPr>
            <p:nvPr/>
          </p:nvGrpSpPr>
          <p:grpSpPr bwMode="auto">
            <a:xfrm>
              <a:off x="6967" y="4761"/>
              <a:ext cx="21" cy="55"/>
              <a:chOff x="6967" y="4761"/>
              <a:chExt cx="21" cy="55"/>
            </a:xfrm>
          </p:grpSpPr>
          <p:sp>
            <p:nvSpPr>
              <p:cNvPr id="907" name="Freeform 5476">
                <a:extLst>
                  <a:ext uri="{FF2B5EF4-FFF2-40B4-BE49-F238E27FC236}">
                    <a16:creationId xmlns:a16="http://schemas.microsoft.com/office/drawing/2014/main" id="{FF31500F-4787-A6AF-CB78-827BB3E55964}"/>
                  </a:ext>
                </a:extLst>
              </p:cNvPr>
              <p:cNvSpPr>
                <a:spLocks/>
              </p:cNvSpPr>
              <p:nvPr/>
            </p:nvSpPr>
            <p:spPr bwMode="auto">
              <a:xfrm>
                <a:off x="6967" y="4761"/>
                <a:ext cx="21" cy="55"/>
              </a:xfrm>
              <a:custGeom>
                <a:avLst/>
                <a:gdLst>
                  <a:gd name="T0" fmla="+- 0 6981 6967"/>
                  <a:gd name="T1" fmla="*/ T0 w 21"/>
                  <a:gd name="T2" fmla="+- 0 4768 4761"/>
                  <a:gd name="T3" fmla="*/ 4768 h 55"/>
                  <a:gd name="T4" fmla="+- 0 6972 6967"/>
                  <a:gd name="T5" fmla="*/ T4 w 21"/>
                  <a:gd name="T6" fmla="+- 0 4768 4761"/>
                  <a:gd name="T7" fmla="*/ 4768 h 55"/>
                  <a:gd name="T8" fmla="+- 0 6973 6967"/>
                  <a:gd name="T9" fmla="*/ T8 w 21"/>
                  <a:gd name="T10" fmla="+- 0 4768 4761"/>
                  <a:gd name="T11" fmla="*/ 4768 h 55"/>
                  <a:gd name="T12" fmla="+- 0 6974 6967"/>
                  <a:gd name="T13" fmla="*/ T12 w 21"/>
                  <a:gd name="T14" fmla="+- 0 4770 4761"/>
                  <a:gd name="T15" fmla="*/ 4770 h 55"/>
                  <a:gd name="T16" fmla="+- 0 6975 6967"/>
                  <a:gd name="T17" fmla="*/ T16 w 21"/>
                  <a:gd name="T18" fmla="+- 0 4771 4761"/>
                  <a:gd name="T19" fmla="*/ 4771 h 55"/>
                  <a:gd name="T20" fmla="+- 0 6975 6967"/>
                  <a:gd name="T21" fmla="*/ T20 w 21"/>
                  <a:gd name="T22" fmla="+- 0 4811 4761"/>
                  <a:gd name="T23" fmla="*/ 4811 h 55"/>
                  <a:gd name="T24" fmla="+- 0 6968 6967"/>
                  <a:gd name="T25" fmla="*/ T24 w 21"/>
                  <a:gd name="T26" fmla="+- 0 4814 4761"/>
                  <a:gd name="T27" fmla="*/ 4814 h 55"/>
                  <a:gd name="T28" fmla="+- 0 6968 6967"/>
                  <a:gd name="T29" fmla="*/ T28 w 21"/>
                  <a:gd name="T30" fmla="+- 0 4816 4761"/>
                  <a:gd name="T31" fmla="*/ 4816 h 55"/>
                  <a:gd name="T32" fmla="+- 0 6988 6967"/>
                  <a:gd name="T33" fmla="*/ T32 w 21"/>
                  <a:gd name="T34" fmla="+- 0 4816 4761"/>
                  <a:gd name="T35" fmla="*/ 4816 h 55"/>
                  <a:gd name="T36" fmla="+- 0 6988 6967"/>
                  <a:gd name="T37" fmla="*/ T36 w 21"/>
                  <a:gd name="T38" fmla="+- 0 4814 4761"/>
                  <a:gd name="T39" fmla="*/ 4814 h 55"/>
                  <a:gd name="T40" fmla="+- 0 6986 6967"/>
                  <a:gd name="T41" fmla="*/ T40 w 21"/>
                  <a:gd name="T42" fmla="+- 0 4814 4761"/>
                  <a:gd name="T43" fmla="*/ 4814 h 55"/>
                  <a:gd name="T44" fmla="+- 0 6984 6967"/>
                  <a:gd name="T45" fmla="*/ T44 w 21"/>
                  <a:gd name="T46" fmla="+- 0 4814 4761"/>
                  <a:gd name="T47" fmla="*/ 4814 h 55"/>
                  <a:gd name="T48" fmla="+- 0 6983 6967"/>
                  <a:gd name="T49" fmla="*/ T48 w 21"/>
                  <a:gd name="T50" fmla="+- 0 4814 4761"/>
                  <a:gd name="T51" fmla="*/ 4814 h 55"/>
                  <a:gd name="T52" fmla="+- 0 6982 6967"/>
                  <a:gd name="T53" fmla="*/ T52 w 21"/>
                  <a:gd name="T54" fmla="+- 0 4812 4761"/>
                  <a:gd name="T55" fmla="*/ 4812 h 55"/>
                  <a:gd name="T56" fmla="+- 0 6981 6967"/>
                  <a:gd name="T57" fmla="*/ T56 w 21"/>
                  <a:gd name="T58" fmla="+- 0 4811 4761"/>
                  <a:gd name="T59" fmla="*/ 4811 h 55"/>
                  <a:gd name="T60" fmla="+- 0 6981 6967"/>
                  <a:gd name="T61" fmla="*/ T60 w 21"/>
                  <a:gd name="T62" fmla="+- 0 4768 4761"/>
                  <a:gd name="T63" fmla="*/ 476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5" y="7"/>
                    </a:lnTo>
                    <a:lnTo>
                      <a:pt x="6" y="7"/>
                    </a:lnTo>
                    <a:lnTo>
                      <a:pt x="7" y="9"/>
                    </a:lnTo>
                    <a:lnTo>
                      <a:pt x="8" y="10"/>
                    </a:lnTo>
                    <a:lnTo>
                      <a:pt x="8" y="50"/>
                    </a:lnTo>
                    <a:lnTo>
                      <a:pt x="1" y="53"/>
                    </a:lnTo>
                    <a:lnTo>
                      <a:pt x="1" y="55"/>
                    </a:lnTo>
                    <a:lnTo>
                      <a:pt x="21" y="55"/>
                    </a:lnTo>
                    <a:lnTo>
                      <a:pt x="21" y="53"/>
                    </a:lnTo>
                    <a:lnTo>
                      <a:pt x="19" y="53"/>
                    </a:lnTo>
                    <a:lnTo>
                      <a:pt x="17" y="53"/>
                    </a:lnTo>
                    <a:lnTo>
                      <a:pt x="16" y="53"/>
                    </a:lnTo>
                    <a:lnTo>
                      <a:pt x="15"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08" name="Freeform 5477">
                <a:extLst>
                  <a:ext uri="{FF2B5EF4-FFF2-40B4-BE49-F238E27FC236}">
                    <a16:creationId xmlns:a16="http://schemas.microsoft.com/office/drawing/2014/main" id="{24437C3A-EBDF-1A4B-8368-D679520446FE}"/>
                  </a:ext>
                </a:extLst>
              </p:cNvPr>
              <p:cNvSpPr>
                <a:spLocks/>
              </p:cNvSpPr>
              <p:nvPr/>
            </p:nvSpPr>
            <p:spPr bwMode="auto">
              <a:xfrm>
                <a:off x="6967" y="4761"/>
                <a:ext cx="21" cy="55"/>
              </a:xfrm>
              <a:custGeom>
                <a:avLst/>
                <a:gdLst>
                  <a:gd name="T0" fmla="+- 0 6981 6967"/>
                  <a:gd name="T1" fmla="*/ T0 w 21"/>
                  <a:gd name="T2" fmla="+- 0 4761 4761"/>
                  <a:gd name="T3" fmla="*/ 4761 h 55"/>
                  <a:gd name="T4" fmla="+- 0 6980 6967"/>
                  <a:gd name="T5" fmla="*/ T4 w 21"/>
                  <a:gd name="T6" fmla="+- 0 4761 4761"/>
                  <a:gd name="T7" fmla="*/ 4761 h 55"/>
                  <a:gd name="T8" fmla="+- 0 6967 6967"/>
                  <a:gd name="T9" fmla="*/ T8 w 21"/>
                  <a:gd name="T10" fmla="+- 0 4768 4761"/>
                  <a:gd name="T11" fmla="*/ 4768 h 55"/>
                  <a:gd name="T12" fmla="+- 0 6968 6967"/>
                  <a:gd name="T13" fmla="*/ T12 w 21"/>
                  <a:gd name="T14" fmla="+- 0 4769 4761"/>
                  <a:gd name="T15" fmla="*/ 4769 h 55"/>
                  <a:gd name="T16" fmla="+- 0 6972 6967"/>
                  <a:gd name="T17" fmla="*/ T16 w 21"/>
                  <a:gd name="T18" fmla="+- 0 4768 4761"/>
                  <a:gd name="T19" fmla="*/ 4768 h 55"/>
                  <a:gd name="T20" fmla="+- 0 6981 6967"/>
                  <a:gd name="T21" fmla="*/ T20 w 21"/>
                  <a:gd name="T22" fmla="+- 0 4768 4761"/>
                  <a:gd name="T23" fmla="*/ 4768 h 55"/>
                  <a:gd name="T24" fmla="+- 0 6981 6967"/>
                  <a:gd name="T25" fmla="*/ T24 w 21"/>
                  <a:gd name="T26" fmla="+- 0 4761 4761"/>
                  <a:gd name="T27" fmla="*/ 476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1" y="8"/>
                    </a:lnTo>
                    <a:lnTo>
                      <a:pt x="5"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6" name="Group 375">
              <a:extLst>
                <a:ext uri="{FF2B5EF4-FFF2-40B4-BE49-F238E27FC236}">
                  <a16:creationId xmlns:a16="http://schemas.microsoft.com/office/drawing/2014/main" id="{3B345C6E-DCED-8DFC-8781-61186BEF5A40}"/>
                </a:ext>
              </a:extLst>
            </p:cNvPr>
            <p:cNvGrpSpPr>
              <a:grpSpLocks/>
            </p:cNvGrpSpPr>
            <p:nvPr/>
          </p:nvGrpSpPr>
          <p:grpSpPr bwMode="auto">
            <a:xfrm>
              <a:off x="7415" y="4761"/>
              <a:ext cx="37" cy="55"/>
              <a:chOff x="7415" y="4761"/>
              <a:chExt cx="37" cy="55"/>
            </a:xfrm>
          </p:grpSpPr>
          <p:sp>
            <p:nvSpPr>
              <p:cNvPr id="904" name="Freeform 5479">
                <a:extLst>
                  <a:ext uri="{FF2B5EF4-FFF2-40B4-BE49-F238E27FC236}">
                    <a16:creationId xmlns:a16="http://schemas.microsoft.com/office/drawing/2014/main" id="{1DC50519-055C-1335-2A4D-565BB08ADCC9}"/>
                  </a:ext>
                </a:extLst>
              </p:cNvPr>
              <p:cNvSpPr>
                <a:spLocks/>
              </p:cNvSpPr>
              <p:nvPr/>
            </p:nvSpPr>
            <p:spPr bwMode="auto">
              <a:xfrm>
                <a:off x="7415" y="4761"/>
                <a:ext cx="37" cy="55"/>
              </a:xfrm>
              <a:custGeom>
                <a:avLst/>
                <a:gdLst>
                  <a:gd name="T0" fmla="+- 0 7444 7415"/>
                  <a:gd name="T1" fmla="*/ T0 w 37"/>
                  <a:gd name="T2" fmla="+- 0 4802 4761"/>
                  <a:gd name="T3" fmla="*/ 4802 h 55"/>
                  <a:gd name="T4" fmla="+- 0 7438 7415"/>
                  <a:gd name="T5" fmla="*/ T4 w 37"/>
                  <a:gd name="T6" fmla="+- 0 4802 4761"/>
                  <a:gd name="T7" fmla="*/ 4802 h 55"/>
                  <a:gd name="T8" fmla="+- 0 7438 7415"/>
                  <a:gd name="T9" fmla="*/ T8 w 37"/>
                  <a:gd name="T10" fmla="+- 0 4816 4761"/>
                  <a:gd name="T11" fmla="*/ 4816 h 55"/>
                  <a:gd name="T12" fmla="+- 0 7444 7415"/>
                  <a:gd name="T13" fmla="*/ T12 w 37"/>
                  <a:gd name="T14" fmla="+- 0 4816 4761"/>
                  <a:gd name="T15" fmla="*/ 4816 h 55"/>
                  <a:gd name="T16" fmla="+- 0 7444 7415"/>
                  <a:gd name="T17" fmla="*/ T16 w 37"/>
                  <a:gd name="T18" fmla="+- 0 4802 4761"/>
                  <a:gd name="T19" fmla="*/ 4802 h 55"/>
                </a:gdLst>
                <a:ahLst/>
                <a:cxnLst>
                  <a:cxn ang="0">
                    <a:pos x="T1" y="T3"/>
                  </a:cxn>
                  <a:cxn ang="0">
                    <a:pos x="T5" y="T7"/>
                  </a:cxn>
                  <a:cxn ang="0">
                    <a:pos x="T9" y="T11"/>
                  </a:cxn>
                  <a:cxn ang="0">
                    <a:pos x="T13" y="T15"/>
                  </a:cxn>
                  <a:cxn ang="0">
                    <a:pos x="T17" y="T19"/>
                  </a:cxn>
                </a:cxnLst>
                <a:rect l="0" t="0" r="r" b="b"/>
                <a:pathLst>
                  <a:path w="37" h="55">
                    <a:moveTo>
                      <a:pt x="29" y="41"/>
                    </a:moveTo>
                    <a:lnTo>
                      <a:pt x="23" y="41"/>
                    </a:lnTo>
                    <a:lnTo>
                      <a:pt x="23" y="55"/>
                    </a:lnTo>
                    <a:lnTo>
                      <a:pt x="29" y="55"/>
                    </a:lnTo>
                    <a:lnTo>
                      <a:pt x="2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05" name="Freeform 5480">
                <a:extLst>
                  <a:ext uri="{FF2B5EF4-FFF2-40B4-BE49-F238E27FC236}">
                    <a16:creationId xmlns:a16="http://schemas.microsoft.com/office/drawing/2014/main" id="{0C7FFC52-E5C7-3E43-562B-7D61646EB1BF}"/>
                  </a:ext>
                </a:extLst>
              </p:cNvPr>
              <p:cNvSpPr>
                <a:spLocks/>
              </p:cNvSpPr>
              <p:nvPr/>
            </p:nvSpPr>
            <p:spPr bwMode="auto">
              <a:xfrm>
                <a:off x="7415" y="4761"/>
                <a:ext cx="37" cy="55"/>
              </a:xfrm>
              <a:custGeom>
                <a:avLst/>
                <a:gdLst>
                  <a:gd name="T0" fmla="+- 0 7444 7415"/>
                  <a:gd name="T1" fmla="*/ T0 w 37"/>
                  <a:gd name="T2" fmla="+- 0 4761 4761"/>
                  <a:gd name="T3" fmla="*/ 4761 h 55"/>
                  <a:gd name="T4" fmla="+- 0 7440 7415"/>
                  <a:gd name="T5" fmla="*/ T4 w 37"/>
                  <a:gd name="T6" fmla="+- 0 4761 4761"/>
                  <a:gd name="T7" fmla="*/ 4761 h 55"/>
                  <a:gd name="T8" fmla="+- 0 7415 7415"/>
                  <a:gd name="T9" fmla="*/ T8 w 37"/>
                  <a:gd name="T10" fmla="+- 0 4797 4761"/>
                  <a:gd name="T11" fmla="*/ 4797 h 55"/>
                  <a:gd name="T12" fmla="+- 0 7415 7415"/>
                  <a:gd name="T13" fmla="*/ T12 w 37"/>
                  <a:gd name="T14" fmla="+- 0 4802 4761"/>
                  <a:gd name="T15" fmla="*/ 4802 h 55"/>
                  <a:gd name="T16" fmla="+- 0 7451 7415"/>
                  <a:gd name="T17" fmla="*/ T16 w 37"/>
                  <a:gd name="T18" fmla="+- 0 4802 4761"/>
                  <a:gd name="T19" fmla="*/ 4802 h 55"/>
                  <a:gd name="T20" fmla="+- 0 7451 7415"/>
                  <a:gd name="T21" fmla="*/ T20 w 37"/>
                  <a:gd name="T22" fmla="+- 0 4796 4761"/>
                  <a:gd name="T23" fmla="*/ 4796 h 55"/>
                  <a:gd name="T24" fmla="+- 0 7419 7415"/>
                  <a:gd name="T25" fmla="*/ T24 w 37"/>
                  <a:gd name="T26" fmla="+- 0 4796 4761"/>
                  <a:gd name="T27" fmla="*/ 4796 h 55"/>
                  <a:gd name="T28" fmla="+- 0 7438 7415"/>
                  <a:gd name="T29" fmla="*/ T28 w 37"/>
                  <a:gd name="T30" fmla="+- 0 4770 4761"/>
                  <a:gd name="T31" fmla="*/ 4770 h 55"/>
                  <a:gd name="T32" fmla="+- 0 7444 7415"/>
                  <a:gd name="T33" fmla="*/ T32 w 37"/>
                  <a:gd name="T34" fmla="+- 0 4770 4761"/>
                  <a:gd name="T35" fmla="*/ 4770 h 55"/>
                  <a:gd name="T36" fmla="+- 0 7444 7415"/>
                  <a:gd name="T37" fmla="*/ T36 w 37"/>
                  <a:gd name="T38" fmla="+- 0 4761 4761"/>
                  <a:gd name="T39" fmla="*/ 4761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37" h="55">
                    <a:moveTo>
                      <a:pt x="29" y="0"/>
                    </a:moveTo>
                    <a:lnTo>
                      <a:pt x="25" y="0"/>
                    </a:lnTo>
                    <a:lnTo>
                      <a:pt x="0" y="36"/>
                    </a:lnTo>
                    <a:lnTo>
                      <a:pt x="0" y="41"/>
                    </a:lnTo>
                    <a:lnTo>
                      <a:pt x="36" y="41"/>
                    </a:lnTo>
                    <a:lnTo>
                      <a:pt x="36" y="35"/>
                    </a:lnTo>
                    <a:lnTo>
                      <a:pt x="4" y="35"/>
                    </a:lnTo>
                    <a:lnTo>
                      <a:pt x="23" y="9"/>
                    </a:lnTo>
                    <a:lnTo>
                      <a:pt x="29" y="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06" name="Freeform 5481">
                <a:extLst>
                  <a:ext uri="{FF2B5EF4-FFF2-40B4-BE49-F238E27FC236}">
                    <a16:creationId xmlns:a16="http://schemas.microsoft.com/office/drawing/2014/main" id="{7298FA49-139B-1EC7-DD4B-532160E7F1BB}"/>
                  </a:ext>
                </a:extLst>
              </p:cNvPr>
              <p:cNvSpPr>
                <a:spLocks/>
              </p:cNvSpPr>
              <p:nvPr/>
            </p:nvSpPr>
            <p:spPr bwMode="auto">
              <a:xfrm>
                <a:off x="7415" y="4761"/>
                <a:ext cx="37" cy="55"/>
              </a:xfrm>
              <a:custGeom>
                <a:avLst/>
                <a:gdLst>
                  <a:gd name="T0" fmla="+- 0 7444 7415"/>
                  <a:gd name="T1" fmla="*/ T0 w 37"/>
                  <a:gd name="T2" fmla="+- 0 4770 4761"/>
                  <a:gd name="T3" fmla="*/ 4770 h 55"/>
                  <a:gd name="T4" fmla="+- 0 7438 7415"/>
                  <a:gd name="T5" fmla="*/ T4 w 37"/>
                  <a:gd name="T6" fmla="+- 0 4770 4761"/>
                  <a:gd name="T7" fmla="*/ 4770 h 55"/>
                  <a:gd name="T8" fmla="+- 0 7438 7415"/>
                  <a:gd name="T9" fmla="*/ T8 w 37"/>
                  <a:gd name="T10" fmla="+- 0 4796 4761"/>
                  <a:gd name="T11" fmla="*/ 4796 h 55"/>
                  <a:gd name="T12" fmla="+- 0 7444 7415"/>
                  <a:gd name="T13" fmla="*/ T12 w 37"/>
                  <a:gd name="T14" fmla="+- 0 4796 4761"/>
                  <a:gd name="T15" fmla="*/ 4796 h 55"/>
                  <a:gd name="T16" fmla="+- 0 7444 7415"/>
                  <a:gd name="T17" fmla="*/ T16 w 37"/>
                  <a:gd name="T18" fmla="+- 0 4770 4761"/>
                  <a:gd name="T19" fmla="*/ 4770 h 55"/>
                </a:gdLst>
                <a:ahLst/>
                <a:cxnLst>
                  <a:cxn ang="0">
                    <a:pos x="T1" y="T3"/>
                  </a:cxn>
                  <a:cxn ang="0">
                    <a:pos x="T5" y="T7"/>
                  </a:cxn>
                  <a:cxn ang="0">
                    <a:pos x="T9" y="T11"/>
                  </a:cxn>
                  <a:cxn ang="0">
                    <a:pos x="T13" y="T15"/>
                  </a:cxn>
                  <a:cxn ang="0">
                    <a:pos x="T17" y="T19"/>
                  </a:cxn>
                </a:cxnLst>
                <a:rect l="0" t="0" r="r" b="b"/>
                <a:pathLst>
                  <a:path w="37" h="55">
                    <a:moveTo>
                      <a:pt x="29" y="9"/>
                    </a:moveTo>
                    <a:lnTo>
                      <a:pt x="23" y="9"/>
                    </a:lnTo>
                    <a:lnTo>
                      <a:pt x="23" y="35"/>
                    </a:lnTo>
                    <a:lnTo>
                      <a:pt x="29" y="35"/>
                    </a:lnTo>
                    <a:lnTo>
                      <a:pt x="2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7" name="Group 376">
              <a:extLst>
                <a:ext uri="{FF2B5EF4-FFF2-40B4-BE49-F238E27FC236}">
                  <a16:creationId xmlns:a16="http://schemas.microsoft.com/office/drawing/2014/main" id="{FF11FC08-8E99-FEC2-0177-08254705B049}"/>
                </a:ext>
              </a:extLst>
            </p:cNvPr>
            <p:cNvGrpSpPr>
              <a:grpSpLocks/>
            </p:cNvGrpSpPr>
            <p:nvPr/>
          </p:nvGrpSpPr>
          <p:grpSpPr bwMode="auto">
            <a:xfrm>
              <a:off x="7873" y="4761"/>
              <a:ext cx="35" cy="56"/>
              <a:chOff x="7873" y="4761"/>
              <a:chExt cx="35" cy="56"/>
            </a:xfrm>
          </p:grpSpPr>
          <p:sp>
            <p:nvSpPr>
              <p:cNvPr id="902" name="Freeform 5483">
                <a:extLst>
                  <a:ext uri="{FF2B5EF4-FFF2-40B4-BE49-F238E27FC236}">
                    <a16:creationId xmlns:a16="http://schemas.microsoft.com/office/drawing/2014/main" id="{3F502C32-B86E-DB0F-55C3-0C56F944608C}"/>
                  </a:ext>
                </a:extLst>
              </p:cNvPr>
              <p:cNvSpPr>
                <a:spLocks/>
              </p:cNvSpPr>
              <p:nvPr/>
            </p:nvSpPr>
            <p:spPr bwMode="auto">
              <a:xfrm>
                <a:off x="7873" y="4761"/>
                <a:ext cx="35" cy="56"/>
              </a:xfrm>
              <a:custGeom>
                <a:avLst/>
                <a:gdLst>
                  <a:gd name="T0" fmla="+- 0 7895 7873"/>
                  <a:gd name="T1" fmla="*/ T0 w 35"/>
                  <a:gd name="T2" fmla="+- 0 4761 4761"/>
                  <a:gd name="T3" fmla="*/ 4761 h 56"/>
                  <a:gd name="T4" fmla="+- 0 7888 7873"/>
                  <a:gd name="T5" fmla="*/ T4 w 35"/>
                  <a:gd name="T6" fmla="+- 0 4761 4761"/>
                  <a:gd name="T7" fmla="*/ 4761 h 56"/>
                  <a:gd name="T8" fmla="+- 0 7886 7873"/>
                  <a:gd name="T9" fmla="*/ T8 w 35"/>
                  <a:gd name="T10" fmla="+- 0 4762 4761"/>
                  <a:gd name="T11" fmla="*/ 4762 h 56"/>
                  <a:gd name="T12" fmla="+- 0 7883 7873"/>
                  <a:gd name="T13" fmla="*/ T12 w 35"/>
                  <a:gd name="T14" fmla="+- 0 4764 4761"/>
                  <a:gd name="T15" fmla="*/ 4764 h 56"/>
                  <a:gd name="T16" fmla="+- 0 7880 7873"/>
                  <a:gd name="T17" fmla="*/ T16 w 35"/>
                  <a:gd name="T18" fmla="+- 0 4766 4761"/>
                  <a:gd name="T19" fmla="*/ 4766 h 56"/>
                  <a:gd name="T20" fmla="+- 0 7878 7873"/>
                  <a:gd name="T21" fmla="*/ T20 w 35"/>
                  <a:gd name="T22" fmla="+- 0 4769 4761"/>
                  <a:gd name="T23" fmla="*/ 4769 h 56"/>
                  <a:gd name="T24" fmla="+- 0 7874 7873"/>
                  <a:gd name="T25" fmla="*/ T24 w 35"/>
                  <a:gd name="T26" fmla="+- 0 4778 4761"/>
                  <a:gd name="T27" fmla="*/ 4778 h 56"/>
                  <a:gd name="T28" fmla="+- 0 7873 7873"/>
                  <a:gd name="T29" fmla="*/ T28 w 35"/>
                  <a:gd name="T30" fmla="+- 0 4783 4761"/>
                  <a:gd name="T31" fmla="*/ 4783 h 56"/>
                  <a:gd name="T32" fmla="+- 0 7873 7873"/>
                  <a:gd name="T33" fmla="*/ T32 w 35"/>
                  <a:gd name="T34" fmla="+- 0 4797 4761"/>
                  <a:gd name="T35" fmla="*/ 4797 h 56"/>
                  <a:gd name="T36" fmla="+- 0 7875 7873"/>
                  <a:gd name="T37" fmla="*/ T36 w 35"/>
                  <a:gd name="T38" fmla="+- 0 4803 4761"/>
                  <a:gd name="T39" fmla="*/ 4803 h 56"/>
                  <a:gd name="T40" fmla="+- 0 7881 7873"/>
                  <a:gd name="T41" fmla="*/ T40 w 35"/>
                  <a:gd name="T42" fmla="+- 0 4814 4761"/>
                  <a:gd name="T43" fmla="*/ 4814 h 56"/>
                  <a:gd name="T44" fmla="+- 0 7885 7873"/>
                  <a:gd name="T45" fmla="*/ T44 w 35"/>
                  <a:gd name="T46" fmla="+- 0 4817 4761"/>
                  <a:gd name="T47" fmla="*/ 4817 h 56"/>
                  <a:gd name="T48" fmla="+- 0 7893 7873"/>
                  <a:gd name="T49" fmla="*/ T48 w 35"/>
                  <a:gd name="T50" fmla="+- 0 4817 4761"/>
                  <a:gd name="T51" fmla="*/ 4817 h 56"/>
                  <a:gd name="T52" fmla="+- 0 7895 7873"/>
                  <a:gd name="T53" fmla="*/ T52 w 35"/>
                  <a:gd name="T54" fmla="+- 0 4816 4761"/>
                  <a:gd name="T55" fmla="*/ 4816 h 56"/>
                  <a:gd name="T56" fmla="+- 0 7898 7873"/>
                  <a:gd name="T57" fmla="*/ T56 w 35"/>
                  <a:gd name="T58" fmla="+- 0 4814 4761"/>
                  <a:gd name="T59" fmla="*/ 4814 h 56"/>
                  <a:gd name="T60" fmla="+- 0 7887 7873"/>
                  <a:gd name="T61" fmla="*/ T60 w 35"/>
                  <a:gd name="T62" fmla="+- 0 4814 4761"/>
                  <a:gd name="T63" fmla="*/ 4814 h 56"/>
                  <a:gd name="T64" fmla="+- 0 7885 7873"/>
                  <a:gd name="T65" fmla="*/ T64 w 35"/>
                  <a:gd name="T66" fmla="+- 0 4812 4761"/>
                  <a:gd name="T67" fmla="*/ 4812 h 56"/>
                  <a:gd name="T68" fmla="+- 0 7884 7873"/>
                  <a:gd name="T69" fmla="*/ T68 w 35"/>
                  <a:gd name="T70" fmla="+- 0 4808 4761"/>
                  <a:gd name="T71" fmla="*/ 4808 h 56"/>
                  <a:gd name="T72" fmla="+- 0 7882 7873"/>
                  <a:gd name="T73" fmla="*/ T72 w 35"/>
                  <a:gd name="T74" fmla="+- 0 4804 4761"/>
                  <a:gd name="T75" fmla="*/ 4804 h 56"/>
                  <a:gd name="T76" fmla="+- 0 7881 7873"/>
                  <a:gd name="T77" fmla="*/ T76 w 35"/>
                  <a:gd name="T78" fmla="+- 0 4798 4761"/>
                  <a:gd name="T79" fmla="*/ 4798 h 56"/>
                  <a:gd name="T80" fmla="+- 0 7890 7873"/>
                  <a:gd name="T81" fmla="*/ T80 w 35"/>
                  <a:gd name="T82" fmla="+- 0 4764 4761"/>
                  <a:gd name="T83" fmla="*/ 4764 h 56"/>
                  <a:gd name="T84" fmla="+- 0 7899 7873"/>
                  <a:gd name="T85" fmla="*/ T84 w 35"/>
                  <a:gd name="T86" fmla="+- 0 4764 4761"/>
                  <a:gd name="T87" fmla="*/ 4764 h 56"/>
                  <a:gd name="T88" fmla="+- 0 7898 7873"/>
                  <a:gd name="T89" fmla="*/ T88 w 35"/>
                  <a:gd name="T90" fmla="+- 0 4763 4761"/>
                  <a:gd name="T91" fmla="*/ 4763 h 56"/>
                  <a:gd name="T92" fmla="+- 0 7895 7873"/>
                  <a:gd name="T93" fmla="*/ T92 w 35"/>
                  <a:gd name="T94" fmla="+- 0 4761 4761"/>
                  <a:gd name="T95"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03" name="Freeform 5484">
                <a:extLst>
                  <a:ext uri="{FF2B5EF4-FFF2-40B4-BE49-F238E27FC236}">
                    <a16:creationId xmlns:a16="http://schemas.microsoft.com/office/drawing/2014/main" id="{E08C8929-2E43-B421-EEF3-BF1FED3BE324}"/>
                  </a:ext>
                </a:extLst>
              </p:cNvPr>
              <p:cNvSpPr>
                <a:spLocks/>
              </p:cNvSpPr>
              <p:nvPr/>
            </p:nvSpPr>
            <p:spPr bwMode="auto">
              <a:xfrm>
                <a:off x="7873" y="4761"/>
                <a:ext cx="35" cy="56"/>
              </a:xfrm>
              <a:custGeom>
                <a:avLst/>
                <a:gdLst>
                  <a:gd name="T0" fmla="+- 0 7899 7873"/>
                  <a:gd name="T1" fmla="*/ T0 w 35"/>
                  <a:gd name="T2" fmla="+- 0 4764 4761"/>
                  <a:gd name="T3" fmla="*/ 4764 h 56"/>
                  <a:gd name="T4" fmla="+- 0 7890 7873"/>
                  <a:gd name="T5" fmla="*/ T4 w 35"/>
                  <a:gd name="T6" fmla="+- 0 4764 4761"/>
                  <a:gd name="T7" fmla="*/ 4764 h 56"/>
                  <a:gd name="T8" fmla="+- 0 7894 7873"/>
                  <a:gd name="T9" fmla="*/ T8 w 35"/>
                  <a:gd name="T10" fmla="+- 0 4765 4761"/>
                  <a:gd name="T11" fmla="*/ 4765 h 56"/>
                  <a:gd name="T12" fmla="+- 0 7896 7873"/>
                  <a:gd name="T13" fmla="*/ T12 w 35"/>
                  <a:gd name="T14" fmla="+- 0 4767 4761"/>
                  <a:gd name="T15" fmla="*/ 4767 h 56"/>
                  <a:gd name="T16" fmla="+- 0 7897 7873"/>
                  <a:gd name="T17" fmla="*/ T16 w 35"/>
                  <a:gd name="T18" fmla="+- 0 4769 4761"/>
                  <a:gd name="T19" fmla="*/ 4769 h 56"/>
                  <a:gd name="T20" fmla="+- 0 7899 7873"/>
                  <a:gd name="T21" fmla="*/ T20 w 35"/>
                  <a:gd name="T22" fmla="+- 0 4776 4761"/>
                  <a:gd name="T23" fmla="*/ 4776 h 56"/>
                  <a:gd name="T24" fmla="+- 0 7900 7873"/>
                  <a:gd name="T25" fmla="*/ T24 w 35"/>
                  <a:gd name="T26" fmla="+- 0 4778 4761"/>
                  <a:gd name="T27" fmla="*/ 4778 h 56"/>
                  <a:gd name="T28" fmla="+- 0 7900 7873"/>
                  <a:gd name="T29" fmla="*/ T28 w 35"/>
                  <a:gd name="T30" fmla="+- 0 4797 4761"/>
                  <a:gd name="T31" fmla="*/ 4797 h 56"/>
                  <a:gd name="T32" fmla="+- 0 7899 7873"/>
                  <a:gd name="T33" fmla="*/ T32 w 35"/>
                  <a:gd name="T34" fmla="+- 0 4801 4761"/>
                  <a:gd name="T35" fmla="*/ 4801 h 56"/>
                  <a:gd name="T36" fmla="+- 0 7897 7873"/>
                  <a:gd name="T37" fmla="*/ T36 w 35"/>
                  <a:gd name="T38" fmla="+- 0 4809 4761"/>
                  <a:gd name="T39" fmla="*/ 4809 h 56"/>
                  <a:gd name="T40" fmla="+- 0 7896 7873"/>
                  <a:gd name="T41" fmla="*/ T40 w 35"/>
                  <a:gd name="T42" fmla="+- 0 4811 4761"/>
                  <a:gd name="T43" fmla="*/ 4811 h 56"/>
                  <a:gd name="T44" fmla="+- 0 7895 7873"/>
                  <a:gd name="T45" fmla="*/ T44 w 35"/>
                  <a:gd name="T46" fmla="+- 0 4812 4761"/>
                  <a:gd name="T47" fmla="*/ 4812 h 56"/>
                  <a:gd name="T48" fmla="+- 0 7890 7873"/>
                  <a:gd name="T49" fmla="*/ T48 w 35"/>
                  <a:gd name="T50" fmla="+- 0 4814 4761"/>
                  <a:gd name="T51" fmla="*/ 4814 h 56"/>
                  <a:gd name="T52" fmla="+- 0 7898 7873"/>
                  <a:gd name="T53" fmla="*/ T52 w 35"/>
                  <a:gd name="T54" fmla="+- 0 4814 4761"/>
                  <a:gd name="T55" fmla="*/ 4814 h 56"/>
                  <a:gd name="T56" fmla="+- 0 7908 7873"/>
                  <a:gd name="T57" fmla="*/ T56 w 35"/>
                  <a:gd name="T58" fmla="+- 0 4780 4761"/>
                  <a:gd name="T59" fmla="*/ 4780 h 56"/>
                  <a:gd name="T60" fmla="+- 0 7906 7873"/>
                  <a:gd name="T61" fmla="*/ T60 w 35"/>
                  <a:gd name="T62" fmla="+- 0 4773 4761"/>
                  <a:gd name="T63" fmla="*/ 4773 h 56"/>
                  <a:gd name="T64" fmla="+- 0 7899 7873"/>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8" name="Group 377">
              <a:extLst>
                <a:ext uri="{FF2B5EF4-FFF2-40B4-BE49-F238E27FC236}">
                  <a16:creationId xmlns:a16="http://schemas.microsoft.com/office/drawing/2014/main" id="{8EAF7331-1ABB-626C-D8D2-B82DE2CEBFA8}"/>
                </a:ext>
              </a:extLst>
            </p:cNvPr>
            <p:cNvGrpSpPr>
              <a:grpSpLocks/>
            </p:cNvGrpSpPr>
            <p:nvPr/>
          </p:nvGrpSpPr>
          <p:grpSpPr bwMode="auto">
            <a:xfrm>
              <a:off x="8329" y="4761"/>
              <a:ext cx="35" cy="56"/>
              <a:chOff x="8329" y="4761"/>
              <a:chExt cx="35" cy="56"/>
            </a:xfrm>
          </p:grpSpPr>
          <p:sp>
            <p:nvSpPr>
              <p:cNvPr id="900" name="Freeform 5486">
                <a:extLst>
                  <a:ext uri="{FF2B5EF4-FFF2-40B4-BE49-F238E27FC236}">
                    <a16:creationId xmlns:a16="http://schemas.microsoft.com/office/drawing/2014/main" id="{E86345BE-87F5-2AFB-FB97-8BF554251308}"/>
                  </a:ext>
                </a:extLst>
              </p:cNvPr>
              <p:cNvSpPr>
                <a:spLocks/>
              </p:cNvSpPr>
              <p:nvPr/>
            </p:nvSpPr>
            <p:spPr bwMode="auto">
              <a:xfrm>
                <a:off x="8329" y="4761"/>
                <a:ext cx="35" cy="56"/>
              </a:xfrm>
              <a:custGeom>
                <a:avLst/>
                <a:gdLst>
                  <a:gd name="T0" fmla="+- 0 8351 8329"/>
                  <a:gd name="T1" fmla="*/ T0 w 35"/>
                  <a:gd name="T2" fmla="+- 0 4761 4761"/>
                  <a:gd name="T3" fmla="*/ 4761 h 56"/>
                  <a:gd name="T4" fmla="+- 0 8344 8329"/>
                  <a:gd name="T5" fmla="*/ T4 w 35"/>
                  <a:gd name="T6" fmla="+- 0 4761 4761"/>
                  <a:gd name="T7" fmla="*/ 4761 h 56"/>
                  <a:gd name="T8" fmla="+- 0 8342 8329"/>
                  <a:gd name="T9" fmla="*/ T8 w 35"/>
                  <a:gd name="T10" fmla="+- 0 4762 4761"/>
                  <a:gd name="T11" fmla="*/ 4762 h 56"/>
                  <a:gd name="T12" fmla="+- 0 8339 8329"/>
                  <a:gd name="T13" fmla="*/ T12 w 35"/>
                  <a:gd name="T14" fmla="+- 0 4764 4761"/>
                  <a:gd name="T15" fmla="*/ 4764 h 56"/>
                  <a:gd name="T16" fmla="+- 0 8336 8329"/>
                  <a:gd name="T17" fmla="*/ T16 w 35"/>
                  <a:gd name="T18" fmla="+- 0 4766 4761"/>
                  <a:gd name="T19" fmla="*/ 4766 h 56"/>
                  <a:gd name="T20" fmla="+- 0 8334 8329"/>
                  <a:gd name="T21" fmla="*/ T20 w 35"/>
                  <a:gd name="T22" fmla="+- 0 4769 4761"/>
                  <a:gd name="T23" fmla="*/ 4769 h 56"/>
                  <a:gd name="T24" fmla="+- 0 8330 8329"/>
                  <a:gd name="T25" fmla="*/ T24 w 35"/>
                  <a:gd name="T26" fmla="+- 0 4778 4761"/>
                  <a:gd name="T27" fmla="*/ 4778 h 56"/>
                  <a:gd name="T28" fmla="+- 0 8329 8329"/>
                  <a:gd name="T29" fmla="*/ T28 w 35"/>
                  <a:gd name="T30" fmla="+- 0 4783 4761"/>
                  <a:gd name="T31" fmla="*/ 4783 h 56"/>
                  <a:gd name="T32" fmla="+- 0 8329 8329"/>
                  <a:gd name="T33" fmla="*/ T32 w 35"/>
                  <a:gd name="T34" fmla="+- 0 4797 4761"/>
                  <a:gd name="T35" fmla="*/ 4797 h 56"/>
                  <a:gd name="T36" fmla="+- 0 8331 8329"/>
                  <a:gd name="T37" fmla="*/ T36 w 35"/>
                  <a:gd name="T38" fmla="+- 0 4803 4761"/>
                  <a:gd name="T39" fmla="*/ 4803 h 56"/>
                  <a:gd name="T40" fmla="+- 0 8337 8329"/>
                  <a:gd name="T41" fmla="*/ T40 w 35"/>
                  <a:gd name="T42" fmla="+- 0 4814 4761"/>
                  <a:gd name="T43" fmla="*/ 4814 h 56"/>
                  <a:gd name="T44" fmla="+- 0 8341 8329"/>
                  <a:gd name="T45" fmla="*/ T44 w 35"/>
                  <a:gd name="T46" fmla="+- 0 4817 4761"/>
                  <a:gd name="T47" fmla="*/ 4817 h 56"/>
                  <a:gd name="T48" fmla="+- 0 8349 8329"/>
                  <a:gd name="T49" fmla="*/ T48 w 35"/>
                  <a:gd name="T50" fmla="+- 0 4817 4761"/>
                  <a:gd name="T51" fmla="*/ 4817 h 56"/>
                  <a:gd name="T52" fmla="+- 0 8352 8329"/>
                  <a:gd name="T53" fmla="*/ T52 w 35"/>
                  <a:gd name="T54" fmla="+- 0 4816 4761"/>
                  <a:gd name="T55" fmla="*/ 4816 h 56"/>
                  <a:gd name="T56" fmla="+- 0 8354 8329"/>
                  <a:gd name="T57" fmla="*/ T56 w 35"/>
                  <a:gd name="T58" fmla="+- 0 4814 4761"/>
                  <a:gd name="T59" fmla="*/ 4814 h 56"/>
                  <a:gd name="T60" fmla="+- 0 8344 8329"/>
                  <a:gd name="T61" fmla="*/ T60 w 35"/>
                  <a:gd name="T62" fmla="+- 0 4814 4761"/>
                  <a:gd name="T63" fmla="*/ 4814 h 56"/>
                  <a:gd name="T64" fmla="+- 0 8341 8329"/>
                  <a:gd name="T65" fmla="*/ T64 w 35"/>
                  <a:gd name="T66" fmla="+- 0 4812 4761"/>
                  <a:gd name="T67" fmla="*/ 4812 h 56"/>
                  <a:gd name="T68" fmla="+- 0 8340 8329"/>
                  <a:gd name="T69" fmla="*/ T68 w 35"/>
                  <a:gd name="T70" fmla="+- 0 4808 4761"/>
                  <a:gd name="T71" fmla="*/ 4808 h 56"/>
                  <a:gd name="T72" fmla="+- 0 8338 8329"/>
                  <a:gd name="T73" fmla="*/ T72 w 35"/>
                  <a:gd name="T74" fmla="+- 0 4804 4761"/>
                  <a:gd name="T75" fmla="*/ 4804 h 56"/>
                  <a:gd name="T76" fmla="+- 0 8337 8329"/>
                  <a:gd name="T77" fmla="*/ T76 w 35"/>
                  <a:gd name="T78" fmla="+- 0 4798 4761"/>
                  <a:gd name="T79" fmla="*/ 4798 h 56"/>
                  <a:gd name="T80" fmla="+- 0 8347 8329"/>
                  <a:gd name="T81" fmla="*/ T80 w 35"/>
                  <a:gd name="T82" fmla="+- 0 4764 4761"/>
                  <a:gd name="T83" fmla="*/ 4764 h 56"/>
                  <a:gd name="T84" fmla="+- 0 8355 8329"/>
                  <a:gd name="T85" fmla="*/ T84 w 35"/>
                  <a:gd name="T86" fmla="+- 0 4764 4761"/>
                  <a:gd name="T87" fmla="*/ 4764 h 56"/>
                  <a:gd name="T88" fmla="+- 0 8355 8329"/>
                  <a:gd name="T89" fmla="*/ T88 w 35"/>
                  <a:gd name="T90" fmla="+- 0 4763 4761"/>
                  <a:gd name="T91" fmla="*/ 4763 h 56"/>
                  <a:gd name="T92" fmla="+- 0 8351 8329"/>
                  <a:gd name="T93" fmla="*/ T92 w 35"/>
                  <a:gd name="T94" fmla="+- 0 4761 4761"/>
                  <a:gd name="T95"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01" name="Freeform 5487">
                <a:extLst>
                  <a:ext uri="{FF2B5EF4-FFF2-40B4-BE49-F238E27FC236}">
                    <a16:creationId xmlns:a16="http://schemas.microsoft.com/office/drawing/2014/main" id="{387683DE-2471-33AB-75F9-BF77E7EF72DA}"/>
                  </a:ext>
                </a:extLst>
              </p:cNvPr>
              <p:cNvSpPr>
                <a:spLocks/>
              </p:cNvSpPr>
              <p:nvPr/>
            </p:nvSpPr>
            <p:spPr bwMode="auto">
              <a:xfrm>
                <a:off x="8329" y="4761"/>
                <a:ext cx="35" cy="56"/>
              </a:xfrm>
              <a:custGeom>
                <a:avLst/>
                <a:gdLst>
                  <a:gd name="T0" fmla="+- 0 8355 8329"/>
                  <a:gd name="T1" fmla="*/ T0 w 35"/>
                  <a:gd name="T2" fmla="+- 0 4764 4761"/>
                  <a:gd name="T3" fmla="*/ 4764 h 56"/>
                  <a:gd name="T4" fmla="+- 0 8347 8329"/>
                  <a:gd name="T5" fmla="*/ T4 w 35"/>
                  <a:gd name="T6" fmla="+- 0 4764 4761"/>
                  <a:gd name="T7" fmla="*/ 4764 h 56"/>
                  <a:gd name="T8" fmla="+- 0 8351 8329"/>
                  <a:gd name="T9" fmla="*/ T8 w 35"/>
                  <a:gd name="T10" fmla="+- 0 4765 4761"/>
                  <a:gd name="T11" fmla="*/ 4765 h 56"/>
                  <a:gd name="T12" fmla="+- 0 8352 8329"/>
                  <a:gd name="T13" fmla="*/ T12 w 35"/>
                  <a:gd name="T14" fmla="+- 0 4767 4761"/>
                  <a:gd name="T15" fmla="*/ 4767 h 56"/>
                  <a:gd name="T16" fmla="+- 0 8353 8329"/>
                  <a:gd name="T17" fmla="*/ T16 w 35"/>
                  <a:gd name="T18" fmla="+- 0 4769 4761"/>
                  <a:gd name="T19" fmla="*/ 4769 h 56"/>
                  <a:gd name="T20" fmla="+- 0 8356 8329"/>
                  <a:gd name="T21" fmla="*/ T20 w 35"/>
                  <a:gd name="T22" fmla="+- 0 4776 4761"/>
                  <a:gd name="T23" fmla="*/ 4776 h 56"/>
                  <a:gd name="T24" fmla="+- 0 8356 8329"/>
                  <a:gd name="T25" fmla="*/ T24 w 35"/>
                  <a:gd name="T26" fmla="+- 0 4778 4761"/>
                  <a:gd name="T27" fmla="*/ 4778 h 56"/>
                  <a:gd name="T28" fmla="+- 0 8356 8329"/>
                  <a:gd name="T29" fmla="*/ T28 w 35"/>
                  <a:gd name="T30" fmla="+- 0 4797 4761"/>
                  <a:gd name="T31" fmla="*/ 4797 h 56"/>
                  <a:gd name="T32" fmla="+- 0 8356 8329"/>
                  <a:gd name="T33" fmla="*/ T32 w 35"/>
                  <a:gd name="T34" fmla="+- 0 4801 4761"/>
                  <a:gd name="T35" fmla="*/ 4801 h 56"/>
                  <a:gd name="T36" fmla="+- 0 8354 8329"/>
                  <a:gd name="T37" fmla="*/ T36 w 35"/>
                  <a:gd name="T38" fmla="+- 0 4809 4761"/>
                  <a:gd name="T39" fmla="*/ 4809 h 56"/>
                  <a:gd name="T40" fmla="+- 0 8352 8329"/>
                  <a:gd name="T41" fmla="*/ T40 w 35"/>
                  <a:gd name="T42" fmla="+- 0 4811 4761"/>
                  <a:gd name="T43" fmla="*/ 4811 h 56"/>
                  <a:gd name="T44" fmla="+- 0 8351 8329"/>
                  <a:gd name="T45" fmla="*/ T44 w 35"/>
                  <a:gd name="T46" fmla="+- 0 4812 4761"/>
                  <a:gd name="T47" fmla="*/ 4812 h 56"/>
                  <a:gd name="T48" fmla="+- 0 8346 8329"/>
                  <a:gd name="T49" fmla="*/ T48 w 35"/>
                  <a:gd name="T50" fmla="+- 0 4814 4761"/>
                  <a:gd name="T51" fmla="*/ 4814 h 56"/>
                  <a:gd name="T52" fmla="+- 0 8354 8329"/>
                  <a:gd name="T53" fmla="*/ T52 w 35"/>
                  <a:gd name="T54" fmla="+- 0 4814 4761"/>
                  <a:gd name="T55" fmla="*/ 4814 h 56"/>
                  <a:gd name="T56" fmla="+- 0 8364 8329"/>
                  <a:gd name="T57" fmla="*/ T56 w 35"/>
                  <a:gd name="T58" fmla="+- 0 4780 4761"/>
                  <a:gd name="T59" fmla="*/ 4780 h 56"/>
                  <a:gd name="T60" fmla="+- 0 8362 8329"/>
                  <a:gd name="T61" fmla="*/ T60 w 35"/>
                  <a:gd name="T62" fmla="+- 0 4773 4761"/>
                  <a:gd name="T63" fmla="*/ 4773 h 56"/>
                  <a:gd name="T64" fmla="+- 0 8355 8329"/>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79" name="Group 378">
              <a:extLst>
                <a:ext uri="{FF2B5EF4-FFF2-40B4-BE49-F238E27FC236}">
                  <a16:creationId xmlns:a16="http://schemas.microsoft.com/office/drawing/2014/main" id="{B28B0ABB-8035-36EB-9490-5EAD8AB1B83A}"/>
                </a:ext>
              </a:extLst>
            </p:cNvPr>
            <p:cNvGrpSpPr>
              <a:grpSpLocks/>
            </p:cNvGrpSpPr>
            <p:nvPr/>
          </p:nvGrpSpPr>
          <p:grpSpPr bwMode="auto">
            <a:xfrm>
              <a:off x="8786" y="4761"/>
              <a:ext cx="35" cy="56"/>
              <a:chOff x="8786" y="4761"/>
              <a:chExt cx="35" cy="56"/>
            </a:xfrm>
          </p:grpSpPr>
          <p:sp>
            <p:nvSpPr>
              <p:cNvPr id="898" name="Freeform 5489">
                <a:extLst>
                  <a:ext uri="{FF2B5EF4-FFF2-40B4-BE49-F238E27FC236}">
                    <a16:creationId xmlns:a16="http://schemas.microsoft.com/office/drawing/2014/main" id="{A5531490-0BE3-BFE2-8180-25FB735C2207}"/>
                  </a:ext>
                </a:extLst>
              </p:cNvPr>
              <p:cNvSpPr>
                <a:spLocks/>
              </p:cNvSpPr>
              <p:nvPr/>
            </p:nvSpPr>
            <p:spPr bwMode="auto">
              <a:xfrm>
                <a:off x="8786" y="4761"/>
                <a:ext cx="35" cy="56"/>
              </a:xfrm>
              <a:custGeom>
                <a:avLst/>
                <a:gdLst>
                  <a:gd name="T0" fmla="+- 0 8807 8786"/>
                  <a:gd name="T1" fmla="*/ T0 w 35"/>
                  <a:gd name="T2" fmla="+- 0 4761 4761"/>
                  <a:gd name="T3" fmla="*/ 4761 h 56"/>
                  <a:gd name="T4" fmla="+- 0 8801 8786"/>
                  <a:gd name="T5" fmla="*/ T4 w 35"/>
                  <a:gd name="T6" fmla="+- 0 4761 4761"/>
                  <a:gd name="T7" fmla="*/ 4761 h 56"/>
                  <a:gd name="T8" fmla="+- 0 8798 8786"/>
                  <a:gd name="T9" fmla="*/ T8 w 35"/>
                  <a:gd name="T10" fmla="+- 0 4762 4761"/>
                  <a:gd name="T11" fmla="*/ 4762 h 56"/>
                  <a:gd name="T12" fmla="+- 0 8793 8786"/>
                  <a:gd name="T13" fmla="*/ T12 w 35"/>
                  <a:gd name="T14" fmla="+- 0 4766 4761"/>
                  <a:gd name="T15" fmla="*/ 4766 h 56"/>
                  <a:gd name="T16" fmla="+- 0 8790 8786"/>
                  <a:gd name="T17" fmla="*/ T16 w 35"/>
                  <a:gd name="T18" fmla="+- 0 4769 4761"/>
                  <a:gd name="T19" fmla="*/ 4769 h 56"/>
                  <a:gd name="T20" fmla="+- 0 8787 8786"/>
                  <a:gd name="T21" fmla="*/ T20 w 35"/>
                  <a:gd name="T22" fmla="+- 0 4778 4761"/>
                  <a:gd name="T23" fmla="*/ 4778 h 56"/>
                  <a:gd name="T24" fmla="+- 0 8786 8786"/>
                  <a:gd name="T25" fmla="*/ T24 w 35"/>
                  <a:gd name="T26" fmla="+- 0 4783 4761"/>
                  <a:gd name="T27" fmla="*/ 4783 h 56"/>
                  <a:gd name="T28" fmla="+- 0 8786 8786"/>
                  <a:gd name="T29" fmla="*/ T28 w 35"/>
                  <a:gd name="T30" fmla="+- 0 4797 4761"/>
                  <a:gd name="T31" fmla="*/ 4797 h 56"/>
                  <a:gd name="T32" fmla="+- 0 8787 8786"/>
                  <a:gd name="T33" fmla="*/ T32 w 35"/>
                  <a:gd name="T34" fmla="+- 0 4803 4761"/>
                  <a:gd name="T35" fmla="*/ 4803 h 56"/>
                  <a:gd name="T36" fmla="+- 0 8793 8786"/>
                  <a:gd name="T37" fmla="*/ T36 w 35"/>
                  <a:gd name="T38" fmla="+- 0 4814 4761"/>
                  <a:gd name="T39" fmla="*/ 4814 h 56"/>
                  <a:gd name="T40" fmla="+- 0 8798 8786"/>
                  <a:gd name="T41" fmla="*/ T40 w 35"/>
                  <a:gd name="T42" fmla="+- 0 4817 4761"/>
                  <a:gd name="T43" fmla="*/ 4817 h 56"/>
                  <a:gd name="T44" fmla="+- 0 8805 8786"/>
                  <a:gd name="T45" fmla="*/ T44 w 35"/>
                  <a:gd name="T46" fmla="+- 0 4817 4761"/>
                  <a:gd name="T47" fmla="*/ 4817 h 56"/>
                  <a:gd name="T48" fmla="+- 0 8808 8786"/>
                  <a:gd name="T49" fmla="*/ T48 w 35"/>
                  <a:gd name="T50" fmla="+- 0 4816 4761"/>
                  <a:gd name="T51" fmla="*/ 4816 h 56"/>
                  <a:gd name="T52" fmla="+- 0 8810 8786"/>
                  <a:gd name="T53" fmla="*/ T52 w 35"/>
                  <a:gd name="T54" fmla="+- 0 4814 4761"/>
                  <a:gd name="T55" fmla="*/ 4814 h 56"/>
                  <a:gd name="T56" fmla="+- 0 8800 8786"/>
                  <a:gd name="T57" fmla="*/ T56 w 35"/>
                  <a:gd name="T58" fmla="+- 0 4814 4761"/>
                  <a:gd name="T59" fmla="*/ 4814 h 56"/>
                  <a:gd name="T60" fmla="+- 0 8798 8786"/>
                  <a:gd name="T61" fmla="*/ T60 w 35"/>
                  <a:gd name="T62" fmla="+- 0 4812 4761"/>
                  <a:gd name="T63" fmla="*/ 4812 h 56"/>
                  <a:gd name="T64" fmla="+- 0 8794 8786"/>
                  <a:gd name="T65" fmla="*/ T64 w 35"/>
                  <a:gd name="T66" fmla="+- 0 4804 4761"/>
                  <a:gd name="T67" fmla="*/ 4804 h 56"/>
                  <a:gd name="T68" fmla="+- 0 8794 8786"/>
                  <a:gd name="T69" fmla="*/ T68 w 35"/>
                  <a:gd name="T70" fmla="+- 0 4798 4761"/>
                  <a:gd name="T71" fmla="*/ 4798 h 56"/>
                  <a:gd name="T72" fmla="+- 0 8794 8786"/>
                  <a:gd name="T73" fmla="*/ T72 w 35"/>
                  <a:gd name="T74" fmla="+- 0 4783 4761"/>
                  <a:gd name="T75" fmla="*/ 4783 h 56"/>
                  <a:gd name="T76" fmla="+- 0 8803 8786"/>
                  <a:gd name="T77" fmla="*/ T76 w 35"/>
                  <a:gd name="T78" fmla="+- 0 4764 4761"/>
                  <a:gd name="T79" fmla="*/ 4764 h 56"/>
                  <a:gd name="T80" fmla="+- 0 8811 8786"/>
                  <a:gd name="T81" fmla="*/ T80 w 35"/>
                  <a:gd name="T82" fmla="+- 0 4764 4761"/>
                  <a:gd name="T83" fmla="*/ 4764 h 56"/>
                  <a:gd name="T84" fmla="+- 0 8811 8786"/>
                  <a:gd name="T85" fmla="*/ T84 w 35"/>
                  <a:gd name="T86" fmla="+- 0 4763 4761"/>
                  <a:gd name="T87" fmla="*/ 4763 h 56"/>
                  <a:gd name="T88" fmla="+- 0 8807 8786"/>
                  <a:gd name="T89" fmla="*/ T88 w 35"/>
                  <a:gd name="T90" fmla="+- 0 4761 4761"/>
                  <a:gd name="T91" fmla="*/ 476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99" name="Freeform 5490">
                <a:extLst>
                  <a:ext uri="{FF2B5EF4-FFF2-40B4-BE49-F238E27FC236}">
                    <a16:creationId xmlns:a16="http://schemas.microsoft.com/office/drawing/2014/main" id="{924D48E0-A45C-0E22-5FAF-28462FACE17F}"/>
                  </a:ext>
                </a:extLst>
              </p:cNvPr>
              <p:cNvSpPr>
                <a:spLocks/>
              </p:cNvSpPr>
              <p:nvPr/>
            </p:nvSpPr>
            <p:spPr bwMode="auto">
              <a:xfrm>
                <a:off x="8786" y="4761"/>
                <a:ext cx="35" cy="56"/>
              </a:xfrm>
              <a:custGeom>
                <a:avLst/>
                <a:gdLst>
                  <a:gd name="T0" fmla="+- 0 8811 8786"/>
                  <a:gd name="T1" fmla="*/ T0 w 35"/>
                  <a:gd name="T2" fmla="+- 0 4764 4761"/>
                  <a:gd name="T3" fmla="*/ 4764 h 56"/>
                  <a:gd name="T4" fmla="+- 0 8803 8786"/>
                  <a:gd name="T5" fmla="*/ T4 w 35"/>
                  <a:gd name="T6" fmla="+- 0 4764 4761"/>
                  <a:gd name="T7" fmla="*/ 4764 h 56"/>
                  <a:gd name="T8" fmla="+- 0 8807 8786"/>
                  <a:gd name="T9" fmla="*/ T8 w 35"/>
                  <a:gd name="T10" fmla="+- 0 4765 4761"/>
                  <a:gd name="T11" fmla="*/ 4765 h 56"/>
                  <a:gd name="T12" fmla="+- 0 8809 8786"/>
                  <a:gd name="T13" fmla="*/ T12 w 35"/>
                  <a:gd name="T14" fmla="+- 0 4767 4761"/>
                  <a:gd name="T15" fmla="*/ 4767 h 56"/>
                  <a:gd name="T16" fmla="+- 0 8810 8786"/>
                  <a:gd name="T17" fmla="*/ T16 w 35"/>
                  <a:gd name="T18" fmla="+- 0 4769 4761"/>
                  <a:gd name="T19" fmla="*/ 4769 h 56"/>
                  <a:gd name="T20" fmla="+- 0 8812 8786"/>
                  <a:gd name="T21" fmla="*/ T20 w 35"/>
                  <a:gd name="T22" fmla="+- 0 4776 4761"/>
                  <a:gd name="T23" fmla="*/ 4776 h 56"/>
                  <a:gd name="T24" fmla="+- 0 8812 8786"/>
                  <a:gd name="T25" fmla="*/ T24 w 35"/>
                  <a:gd name="T26" fmla="+- 0 4778 4761"/>
                  <a:gd name="T27" fmla="*/ 4778 h 56"/>
                  <a:gd name="T28" fmla="+- 0 8812 8786"/>
                  <a:gd name="T29" fmla="*/ T28 w 35"/>
                  <a:gd name="T30" fmla="+- 0 4797 4761"/>
                  <a:gd name="T31" fmla="*/ 4797 h 56"/>
                  <a:gd name="T32" fmla="+- 0 8812 8786"/>
                  <a:gd name="T33" fmla="*/ T32 w 35"/>
                  <a:gd name="T34" fmla="+- 0 4801 4761"/>
                  <a:gd name="T35" fmla="*/ 4801 h 56"/>
                  <a:gd name="T36" fmla="+- 0 8810 8786"/>
                  <a:gd name="T37" fmla="*/ T36 w 35"/>
                  <a:gd name="T38" fmla="+- 0 4809 4761"/>
                  <a:gd name="T39" fmla="*/ 4809 h 56"/>
                  <a:gd name="T40" fmla="+- 0 8809 8786"/>
                  <a:gd name="T41" fmla="*/ T40 w 35"/>
                  <a:gd name="T42" fmla="+- 0 4811 4761"/>
                  <a:gd name="T43" fmla="*/ 4811 h 56"/>
                  <a:gd name="T44" fmla="+- 0 8807 8786"/>
                  <a:gd name="T45" fmla="*/ T44 w 35"/>
                  <a:gd name="T46" fmla="+- 0 4812 4761"/>
                  <a:gd name="T47" fmla="*/ 4812 h 56"/>
                  <a:gd name="T48" fmla="+- 0 8803 8786"/>
                  <a:gd name="T49" fmla="*/ T48 w 35"/>
                  <a:gd name="T50" fmla="+- 0 4814 4761"/>
                  <a:gd name="T51" fmla="*/ 4814 h 56"/>
                  <a:gd name="T52" fmla="+- 0 8810 8786"/>
                  <a:gd name="T53" fmla="*/ T52 w 35"/>
                  <a:gd name="T54" fmla="+- 0 4814 4761"/>
                  <a:gd name="T55" fmla="*/ 4814 h 56"/>
                  <a:gd name="T56" fmla="+- 0 8820 8786"/>
                  <a:gd name="T57" fmla="*/ T56 w 35"/>
                  <a:gd name="T58" fmla="+- 0 4780 4761"/>
                  <a:gd name="T59" fmla="*/ 4780 h 56"/>
                  <a:gd name="T60" fmla="+- 0 8818 8786"/>
                  <a:gd name="T61" fmla="*/ T60 w 35"/>
                  <a:gd name="T62" fmla="+- 0 4773 4761"/>
                  <a:gd name="T63" fmla="*/ 4773 h 56"/>
                  <a:gd name="T64" fmla="+- 0 8811 8786"/>
                  <a:gd name="T65" fmla="*/ T64 w 35"/>
                  <a:gd name="T66" fmla="+- 0 4764 4761"/>
                  <a:gd name="T67" fmla="*/ 476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0" name="Group 379">
              <a:extLst>
                <a:ext uri="{FF2B5EF4-FFF2-40B4-BE49-F238E27FC236}">
                  <a16:creationId xmlns:a16="http://schemas.microsoft.com/office/drawing/2014/main" id="{568D38AB-8F99-3BFF-B073-FF08F7331EB3}"/>
                </a:ext>
              </a:extLst>
            </p:cNvPr>
            <p:cNvGrpSpPr>
              <a:grpSpLocks/>
            </p:cNvGrpSpPr>
            <p:nvPr/>
          </p:nvGrpSpPr>
          <p:grpSpPr bwMode="auto">
            <a:xfrm>
              <a:off x="54" y="4761"/>
              <a:ext cx="9216" cy="335"/>
              <a:chOff x="54" y="4761"/>
              <a:chExt cx="9216" cy="335"/>
            </a:xfrm>
          </p:grpSpPr>
          <p:sp>
            <p:nvSpPr>
              <p:cNvPr id="895" name="Freeform 5492">
                <a:extLst>
                  <a:ext uri="{FF2B5EF4-FFF2-40B4-BE49-F238E27FC236}">
                    <a16:creationId xmlns:a16="http://schemas.microsoft.com/office/drawing/2014/main" id="{E5D0ED89-8536-B48A-B89D-47FBD5618F4E}"/>
                  </a:ext>
                </a:extLst>
              </p:cNvPr>
              <p:cNvSpPr>
                <a:spLocks/>
              </p:cNvSpPr>
              <p:nvPr/>
            </p:nvSpPr>
            <p:spPr bwMode="auto">
              <a:xfrm>
                <a:off x="9249" y="4761"/>
                <a:ext cx="21" cy="55"/>
              </a:xfrm>
              <a:custGeom>
                <a:avLst/>
                <a:gdLst>
                  <a:gd name="T0" fmla="+- 0 9263 9249"/>
                  <a:gd name="T1" fmla="*/ T0 w 21"/>
                  <a:gd name="T2" fmla="+- 0 4768 4761"/>
                  <a:gd name="T3" fmla="*/ 4768 h 55"/>
                  <a:gd name="T4" fmla="+- 0 9253 9249"/>
                  <a:gd name="T5" fmla="*/ T4 w 21"/>
                  <a:gd name="T6" fmla="+- 0 4768 4761"/>
                  <a:gd name="T7" fmla="*/ 4768 h 55"/>
                  <a:gd name="T8" fmla="+- 0 9255 9249"/>
                  <a:gd name="T9" fmla="*/ T8 w 21"/>
                  <a:gd name="T10" fmla="+- 0 4768 4761"/>
                  <a:gd name="T11" fmla="*/ 4768 h 55"/>
                  <a:gd name="T12" fmla="+- 0 9256 9249"/>
                  <a:gd name="T13" fmla="*/ T12 w 21"/>
                  <a:gd name="T14" fmla="+- 0 4770 4761"/>
                  <a:gd name="T15" fmla="*/ 4770 h 55"/>
                  <a:gd name="T16" fmla="+- 0 9256 9249"/>
                  <a:gd name="T17" fmla="*/ T16 w 21"/>
                  <a:gd name="T18" fmla="+- 0 4771 4761"/>
                  <a:gd name="T19" fmla="*/ 4771 h 55"/>
                  <a:gd name="T20" fmla="+- 0 9256 9249"/>
                  <a:gd name="T21" fmla="*/ T20 w 21"/>
                  <a:gd name="T22" fmla="+- 0 4811 4761"/>
                  <a:gd name="T23" fmla="*/ 4811 h 55"/>
                  <a:gd name="T24" fmla="+- 0 9256 9249"/>
                  <a:gd name="T25" fmla="*/ T24 w 21"/>
                  <a:gd name="T26" fmla="+- 0 4812 4761"/>
                  <a:gd name="T27" fmla="*/ 4812 h 55"/>
                  <a:gd name="T28" fmla="+- 0 9254 9249"/>
                  <a:gd name="T29" fmla="*/ T28 w 21"/>
                  <a:gd name="T30" fmla="+- 0 4814 4761"/>
                  <a:gd name="T31" fmla="*/ 4814 h 55"/>
                  <a:gd name="T32" fmla="+- 0 9254 9249"/>
                  <a:gd name="T33" fmla="*/ T32 w 21"/>
                  <a:gd name="T34" fmla="+- 0 4814 4761"/>
                  <a:gd name="T35" fmla="*/ 4814 h 55"/>
                  <a:gd name="T36" fmla="+- 0 9252 9249"/>
                  <a:gd name="T37" fmla="*/ T36 w 21"/>
                  <a:gd name="T38" fmla="+- 0 4814 4761"/>
                  <a:gd name="T39" fmla="*/ 4814 h 55"/>
                  <a:gd name="T40" fmla="+- 0 9249 9249"/>
                  <a:gd name="T41" fmla="*/ T40 w 21"/>
                  <a:gd name="T42" fmla="+- 0 4814 4761"/>
                  <a:gd name="T43" fmla="*/ 4814 h 55"/>
                  <a:gd name="T44" fmla="+- 0 9249 9249"/>
                  <a:gd name="T45" fmla="*/ T44 w 21"/>
                  <a:gd name="T46" fmla="+- 0 4816 4761"/>
                  <a:gd name="T47" fmla="*/ 4816 h 55"/>
                  <a:gd name="T48" fmla="+- 0 9270 9249"/>
                  <a:gd name="T49" fmla="*/ T48 w 21"/>
                  <a:gd name="T50" fmla="+- 0 4816 4761"/>
                  <a:gd name="T51" fmla="*/ 4816 h 55"/>
                  <a:gd name="T52" fmla="+- 0 9270 9249"/>
                  <a:gd name="T53" fmla="*/ T52 w 21"/>
                  <a:gd name="T54" fmla="+- 0 4814 4761"/>
                  <a:gd name="T55" fmla="*/ 4814 h 55"/>
                  <a:gd name="T56" fmla="+- 0 9267 9249"/>
                  <a:gd name="T57" fmla="*/ T56 w 21"/>
                  <a:gd name="T58" fmla="+- 0 4814 4761"/>
                  <a:gd name="T59" fmla="*/ 4814 h 55"/>
                  <a:gd name="T60" fmla="+- 0 9265 9249"/>
                  <a:gd name="T61" fmla="*/ T60 w 21"/>
                  <a:gd name="T62" fmla="+- 0 4814 4761"/>
                  <a:gd name="T63" fmla="*/ 4814 h 55"/>
                  <a:gd name="T64" fmla="+- 0 9265 9249"/>
                  <a:gd name="T65" fmla="*/ T64 w 21"/>
                  <a:gd name="T66" fmla="+- 0 4814 4761"/>
                  <a:gd name="T67" fmla="*/ 4814 h 55"/>
                  <a:gd name="T68" fmla="+- 0 9263 9249"/>
                  <a:gd name="T69" fmla="*/ T68 w 21"/>
                  <a:gd name="T70" fmla="+- 0 4812 4761"/>
                  <a:gd name="T71" fmla="*/ 4812 h 55"/>
                  <a:gd name="T72" fmla="+- 0 9263 9249"/>
                  <a:gd name="T73" fmla="*/ T72 w 21"/>
                  <a:gd name="T74" fmla="+- 0 4811 4761"/>
                  <a:gd name="T75" fmla="*/ 4811 h 55"/>
                  <a:gd name="T76" fmla="+- 0 9263 9249"/>
                  <a:gd name="T77" fmla="*/ T76 w 21"/>
                  <a:gd name="T78" fmla="+- 0 4768 4761"/>
                  <a:gd name="T79" fmla="*/ 476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7"/>
                    </a:moveTo>
                    <a:lnTo>
                      <a:pt x="4" y="7"/>
                    </a:lnTo>
                    <a:lnTo>
                      <a:pt x="6" y="7"/>
                    </a:lnTo>
                    <a:lnTo>
                      <a:pt x="7" y="9"/>
                    </a:lnTo>
                    <a:lnTo>
                      <a:pt x="7" y="10"/>
                    </a:lnTo>
                    <a:lnTo>
                      <a:pt x="7" y="50"/>
                    </a:lnTo>
                    <a:lnTo>
                      <a:pt x="7" y="51"/>
                    </a:lnTo>
                    <a:lnTo>
                      <a:pt x="5" y="53"/>
                    </a:lnTo>
                    <a:lnTo>
                      <a:pt x="3" y="53"/>
                    </a:lnTo>
                    <a:lnTo>
                      <a:pt x="0" y="53"/>
                    </a:lnTo>
                    <a:lnTo>
                      <a:pt x="0" y="55"/>
                    </a:lnTo>
                    <a:lnTo>
                      <a:pt x="21" y="55"/>
                    </a:lnTo>
                    <a:lnTo>
                      <a:pt x="21" y="53"/>
                    </a:lnTo>
                    <a:lnTo>
                      <a:pt x="18" y="53"/>
                    </a:lnTo>
                    <a:lnTo>
                      <a:pt x="16" y="53"/>
                    </a:lnTo>
                    <a:lnTo>
                      <a:pt x="14"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96" name="Freeform 5493">
                <a:extLst>
                  <a:ext uri="{FF2B5EF4-FFF2-40B4-BE49-F238E27FC236}">
                    <a16:creationId xmlns:a16="http://schemas.microsoft.com/office/drawing/2014/main" id="{AC86984A-FCE9-067A-894E-B06AFF03D82F}"/>
                  </a:ext>
                </a:extLst>
              </p:cNvPr>
              <p:cNvSpPr>
                <a:spLocks/>
              </p:cNvSpPr>
              <p:nvPr/>
            </p:nvSpPr>
            <p:spPr bwMode="auto">
              <a:xfrm>
                <a:off x="9249" y="4761"/>
                <a:ext cx="21" cy="55"/>
              </a:xfrm>
              <a:custGeom>
                <a:avLst/>
                <a:gdLst>
                  <a:gd name="T0" fmla="+- 0 9263 9249"/>
                  <a:gd name="T1" fmla="*/ T0 w 21"/>
                  <a:gd name="T2" fmla="+- 0 4761 4761"/>
                  <a:gd name="T3" fmla="*/ 4761 h 55"/>
                  <a:gd name="T4" fmla="+- 0 9261 9249"/>
                  <a:gd name="T5" fmla="*/ T4 w 21"/>
                  <a:gd name="T6" fmla="+- 0 4761 4761"/>
                  <a:gd name="T7" fmla="*/ 4761 h 55"/>
                  <a:gd name="T8" fmla="+- 0 9249 9249"/>
                  <a:gd name="T9" fmla="*/ T8 w 21"/>
                  <a:gd name="T10" fmla="+- 0 4768 4761"/>
                  <a:gd name="T11" fmla="*/ 4768 h 55"/>
                  <a:gd name="T12" fmla="+- 0 9249 9249"/>
                  <a:gd name="T13" fmla="*/ T12 w 21"/>
                  <a:gd name="T14" fmla="+- 0 4769 4761"/>
                  <a:gd name="T15" fmla="*/ 4769 h 55"/>
                  <a:gd name="T16" fmla="+- 0 9253 9249"/>
                  <a:gd name="T17" fmla="*/ T16 w 21"/>
                  <a:gd name="T18" fmla="+- 0 4768 4761"/>
                  <a:gd name="T19" fmla="*/ 4768 h 55"/>
                  <a:gd name="T20" fmla="+- 0 9263 9249"/>
                  <a:gd name="T21" fmla="*/ T20 w 21"/>
                  <a:gd name="T22" fmla="+- 0 4768 4761"/>
                  <a:gd name="T23" fmla="*/ 4768 h 55"/>
                  <a:gd name="T24" fmla="+- 0 9263 9249"/>
                  <a:gd name="T25" fmla="*/ T24 w 21"/>
                  <a:gd name="T26" fmla="+- 0 4761 4761"/>
                  <a:gd name="T27" fmla="*/ 4761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2"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897" name="Picture 896">
                <a:extLst>
                  <a:ext uri="{FF2B5EF4-FFF2-40B4-BE49-F238E27FC236}">
                    <a16:creationId xmlns:a16="http://schemas.microsoft.com/office/drawing/2014/main" id="{B87297DA-7765-1D63-4F60-3E5BCBDEB1B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 y="5024"/>
                <a:ext cx="546"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1" name="Group 380">
              <a:extLst>
                <a:ext uri="{FF2B5EF4-FFF2-40B4-BE49-F238E27FC236}">
                  <a16:creationId xmlns:a16="http://schemas.microsoft.com/office/drawing/2014/main" id="{AE2E9402-0020-0843-9A05-DD17DB0A49EA}"/>
                </a:ext>
              </a:extLst>
            </p:cNvPr>
            <p:cNvGrpSpPr>
              <a:grpSpLocks/>
            </p:cNvGrpSpPr>
            <p:nvPr/>
          </p:nvGrpSpPr>
          <p:grpSpPr bwMode="auto">
            <a:xfrm>
              <a:off x="1028" y="5202"/>
              <a:ext cx="35" cy="56"/>
              <a:chOff x="1028" y="5202"/>
              <a:chExt cx="35" cy="56"/>
            </a:xfrm>
          </p:grpSpPr>
          <p:sp>
            <p:nvSpPr>
              <p:cNvPr id="893" name="Freeform 5496">
                <a:extLst>
                  <a:ext uri="{FF2B5EF4-FFF2-40B4-BE49-F238E27FC236}">
                    <a16:creationId xmlns:a16="http://schemas.microsoft.com/office/drawing/2014/main" id="{EC9B4B4F-9B57-4166-0E41-734009A23384}"/>
                  </a:ext>
                </a:extLst>
              </p:cNvPr>
              <p:cNvSpPr>
                <a:spLocks/>
              </p:cNvSpPr>
              <p:nvPr/>
            </p:nvSpPr>
            <p:spPr bwMode="auto">
              <a:xfrm>
                <a:off x="1028" y="5202"/>
                <a:ext cx="35" cy="56"/>
              </a:xfrm>
              <a:custGeom>
                <a:avLst/>
                <a:gdLst>
                  <a:gd name="T0" fmla="+- 0 1050 1028"/>
                  <a:gd name="T1" fmla="*/ T0 w 35"/>
                  <a:gd name="T2" fmla="+- 0 5202 5202"/>
                  <a:gd name="T3" fmla="*/ 5202 h 56"/>
                  <a:gd name="T4" fmla="+- 0 1043 1028"/>
                  <a:gd name="T5" fmla="*/ T4 w 35"/>
                  <a:gd name="T6" fmla="+- 0 5202 5202"/>
                  <a:gd name="T7" fmla="*/ 5202 h 56"/>
                  <a:gd name="T8" fmla="+- 0 1041 1028"/>
                  <a:gd name="T9" fmla="*/ T8 w 35"/>
                  <a:gd name="T10" fmla="+- 0 5203 5202"/>
                  <a:gd name="T11" fmla="*/ 5203 h 56"/>
                  <a:gd name="T12" fmla="+- 0 1035 1028"/>
                  <a:gd name="T13" fmla="*/ T12 w 35"/>
                  <a:gd name="T14" fmla="+- 0 5206 5202"/>
                  <a:gd name="T15" fmla="*/ 5206 h 56"/>
                  <a:gd name="T16" fmla="+- 0 1033 1028"/>
                  <a:gd name="T17" fmla="*/ T16 w 35"/>
                  <a:gd name="T18" fmla="+- 0 5210 5202"/>
                  <a:gd name="T19" fmla="*/ 5210 h 56"/>
                  <a:gd name="T20" fmla="+- 0 1029 1028"/>
                  <a:gd name="T21" fmla="*/ T20 w 35"/>
                  <a:gd name="T22" fmla="+- 0 5218 5202"/>
                  <a:gd name="T23" fmla="*/ 5218 h 56"/>
                  <a:gd name="T24" fmla="+- 0 1028 1028"/>
                  <a:gd name="T25" fmla="*/ T24 w 35"/>
                  <a:gd name="T26" fmla="+- 0 5224 5202"/>
                  <a:gd name="T27" fmla="*/ 5224 h 56"/>
                  <a:gd name="T28" fmla="+- 0 1028 1028"/>
                  <a:gd name="T29" fmla="*/ T28 w 35"/>
                  <a:gd name="T30" fmla="+- 0 5237 5202"/>
                  <a:gd name="T31" fmla="*/ 5237 h 56"/>
                  <a:gd name="T32" fmla="+- 0 1030 1028"/>
                  <a:gd name="T33" fmla="*/ T32 w 35"/>
                  <a:gd name="T34" fmla="+- 0 5243 5202"/>
                  <a:gd name="T35" fmla="*/ 5243 h 56"/>
                  <a:gd name="T36" fmla="+- 0 1036 1028"/>
                  <a:gd name="T37" fmla="*/ T36 w 35"/>
                  <a:gd name="T38" fmla="+- 0 5254 5202"/>
                  <a:gd name="T39" fmla="*/ 5254 h 56"/>
                  <a:gd name="T40" fmla="+- 0 1040 1028"/>
                  <a:gd name="T41" fmla="*/ T40 w 35"/>
                  <a:gd name="T42" fmla="+- 0 5257 5202"/>
                  <a:gd name="T43" fmla="*/ 5257 h 56"/>
                  <a:gd name="T44" fmla="+- 0 1048 1028"/>
                  <a:gd name="T45" fmla="*/ T44 w 35"/>
                  <a:gd name="T46" fmla="+- 0 5257 5202"/>
                  <a:gd name="T47" fmla="*/ 5257 h 56"/>
                  <a:gd name="T48" fmla="+- 0 1050 1028"/>
                  <a:gd name="T49" fmla="*/ T48 w 35"/>
                  <a:gd name="T50" fmla="+- 0 5256 5202"/>
                  <a:gd name="T51" fmla="*/ 5256 h 56"/>
                  <a:gd name="T52" fmla="+- 0 1053 1028"/>
                  <a:gd name="T53" fmla="*/ T52 w 35"/>
                  <a:gd name="T54" fmla="+- 0 5255 5202"/>
                  <a:gd name="T55" fmla="*/ 5255 h 56"/>
                  <a:gd name="T56" fmla="+- 0 1042 1028"/>
                  <a:gd name="T57" fmla="*/ T56 w 35"/>
                  <a:gd name="T58" fmla="+- 0 5255 5202"/>
                  <a:gd name="T59" fmla="*/ 5255 h 56"/>
                  <a:gd name="T60" fmla="+- 0 1040 1028"/>
                  <a:gd name="T61" fmla="*/ T60 w 35"/>
                  <a:gd name="T62" fmla="+- 0 5253 5202"/>
                  <a:gd name="T63" fmla="*/ 5253 h 56"/>
                  <a:gd name="T64" fmla="+- 0 1039 1028"/>
                  <a:gd name="T65" fmla="*/ T64 w 35"/>
                  <a:gd name="T66" fmla="+- 0 5249 5202"/>
                  <a:gd name="T67" fmla="*/ 5249 h 56"/>
                  <a:gd name="T68" fmla="+- 0 1037 1028"/>
                  <a:gd name="T69" fmla="*/ T68 w 35"/>
                  <a:gd name="T70" fmla="+- 0 5244 5202"/>
                  <a:gd name="T71" fmla="*/ 5244 h 56"/>
                  <a:gd name="T72" fmla="+- 0 1036 1028"/>
                  <a:gd name="T73" fmla="*/ T72 w 35"/>
                  <a:gd name="T74" fmla="+- 0 5238 5202"/>
                  <a:gd name="T75" fmla="*/ 5238 h 56"/>
                  <a:gd name="T76" fmla="+- 0 1046 1028"/>
                  <a:gd name="T77" fmla="*/ T76 w 35"/>
                  <a:gd name="T78" fmla="+- 0 5204 5202"/>
                  <a:gd name="T79" fmla="*/ 5204 h 56"/>
                  <a:gd name="T80" fmla="+- 0 1054 1028"/>
                  <a:gd name="T81" fmla="*/ T80 w 35"/>
                  <a:gd name="T82" fmla="+- 0 5204 5202"/>
                  <a:gd name="T83" fmla="*/ 5204 h 56"/>
                  <a:gd name="T84" fmla="+- 0 1053 1028"/>
                  <a:gd name="T85" fmla="*/ T84 w 35"/>
                  <a:gd name="T86" fmla="+- 0 5204 5202"/>
                  <a:gd name="T87" fmla="*/ 5204 h 56"/>
                  <a:gd name="T88" fmla="+- 0 1050 1028"/>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94" name="Freeform 5497">
                <a:extLst>
                  <a:ext uri="{FF2B5EF4-FFF2-40B4-BE49-F238E27FC236}">
                    <a16:creationId xmlns:a16="http://schemas.microsoft.com/office/drawing/2014/main" id="{0D7E762F-85B8-8B9D-914E-0FF09301663A}"/>
                  </a:ext>
                </a:extLst>
              </p:cNvPr>
              <p:cNvSpPr>
                <a:spLocks/>
              </p:cNvSpPr>
              <p:nvPr/>
            </p:nvSpPr>
            <p:spPr bwMode="auto">
              <a:xfrm>
                <a:off x="1028" y="5202"/>
                <a:ext cx="35" cy="56"/>
              </a:xfrm>
              <a:custGeom>
                <a:avLst/>
                <a:gdLst>
                  <a:gd name="T0" fmla="+- 0 1054 1028"/>
                  <a:gd name="T1" fmla="*/ T0 w 35"/>
                  <a:gd name="T2" fmla="+- 0 5204 5202"/>
                  <a:gd name="T3" fmla="*/ 5204 h 56"/>
                  <a:gd name="T4" fmla="+- 0 1046 1028"/>
                  <a:gd name="T5" fmla="*/ T4 w 35"/>
                  <a:gd name="T6" fmla="+- 0 5204 5202"/>
                  <a:gd name="T7" fmla="*/ 5204 h 56"/>
                  <a:gd name="T8" fmla="+- 0 1050 1028"/>
                  <a:gd name="T9" fmla="*/ T8 w 35"/>
                  <a:gd name="T10" fmla="+- 0 5206 5202"/>
                  <a:gd name="T11" fmla="*/ 5206 h 56"/>
                  <a:gd name="T12" fmla="+- 0 1051 1028"/>
                  <a:gd name="T13" fmla="*/ T12 w 35"/>
                  <a:gd name="T14" fmla="+- 0 5207 5202"/>
                  <a:gd name="T15" fmla="*/ 5207 h 56"/>
                  <a:gd name="T16" fmla="+- 0 1055 1028"/>
                  <a:gd name="T17" fmla="*/ T16 w 35"/>
                  <a:gd name="T18" fmla="+- 0 5237 5202"/>
                  <a:gd name="T19" fmla="*/ 5237 h 56"/>
                  <a:gd name="T20" fmla="+- 0 1054 1028"/>
                  <a:gd name="T21" fmla="*/ T20 w 35"/>
                  <a:gd name="T22" fmla="+- 0 5242 5202"/>
                  <a:gd name="T23" fmla="*/ 5242 h 56"/>
                  <a:gd name="T24" fmla="+- 0 1052 1028"/>
                  <a:gd name="T25" fmla="*/ T24 w 35"/>
                  <a:gd name="T26" fmla="+- 0 5249 5202"/>
                  <a:gd name="T27" fmla="*/ 5249 h 56"/>
                  <a:gd name="T28" fmla="+- 0 1051 1028"/>
                  <a:gd name="T29" fmla="*/ T28 w 35"/>
                  <a:gd name="T30" fmla="+- 0 5251 5202"/>
                  <a:gd name="T31" fmla="*/ 5251 h 56"/>
                  <a:gd name="T32" fmla="+- 0 1050 1028"/>
                  <a:gd name="T33" fmla="*/ T32 w 35"/>
                  <a:gd name="T34" fmla="+- 0 5253 5202"/>
                  <a:gd name="T35" fmla="*/ 5253 h 56"/>
                  <a:gd name="T36" fmla="+- 0 1045 1028"/>
                  <a:gd name="T37" fmla="*/ T36 w 35"/>
                  <a:gd name="T38" fmla="+- 0 5255 5202"/>
                  <a:gd name="T39" fmla="*/ 5255 h 56"/>
                  <a:gd name="T40" fmla="+- 0 1053 1028"/>
                  <a:gd name="T41" fmla="*/ T40 w 35"/>
                  <a:gd name="T42" fmla="+- 0 5255 5202"/>
                  <a:gd name="T43" fmla="*/ 5255 h 56"/>
                  <a:gd name="T44" fmla="+- 0 1063 1028"/>
                  <a:gd name="T45" fmla="*/ T44 w 35"/>
                  <a:gd name="T46" fmla="+- 0 5220 5202"/>
                  <a:gd name="T47" fmla="*/ 5220 h 56"/>
                  <a:gd name="T48" fmla="+- 0 1061 1028"/>
                  <a:gd name="T49" fmla="*/ T48 w 35"/>
                  <a:gd name="T50" fmla="+- 0 5213 5202"/>
                  <a:gd name="T51" fmla="*/ 5213 h 56"/>
                  <a:gd name="T52" fmla="+- 0 1054 1028"/>
                  <a:gd name="T53" fmla="*/ T52 w 35"/>
                  <a:gd name="T54" fmla="+- 0 5204 5202"/>
                  <a:gd name="T55"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8" y="2"/>
                    </a:lnTo>
                    <a:lnTo>
                      <a:pt x="22" y="4"/>
                    </a:lnTo>
                    <a:lnTo>
                      <a:pt x="23" y="5"/>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2" name="Group 381">
              <a:extLst>
                <a:ext uri="{FF2B5EF4-FFF2-40B4-BE49-F238E27FC236}">
                  <a16:creationId xmlns:a16="http://schemas.microsoft.com/office/drawing/2014/main" id="{DDE1402A-87AA-4BD1-ED1A-00BD8CC2AB5B}"/>
                </a:ext>
              </a:extLst>
            </p:cNvPr>
            <p:cNvGrpSpPr>
              <a:grpSpLocks/>
            </p:cNvGrpSpPr>
            <p:nvPr/>
          </p:nvGrpSpPr>
          <p:grpSpPr bwMode="auto">
            <a:xfrm>
              <a:off x="1485" y="5202"/>
              <a:ext cx="35" cy="56"/>
              <a:chOff x="1485" y="5202"/>
              <a:chExt cx="35" cy="56"/>
            </a:xfrm>
          </p:grpSpPr>
          <p:sp>
            <p:nvSpPr>
              <p:cNvPr id="891" name="Freeform 5499">
                <a:extLst>
                  <a:ext uri="{FF2B5EF4-FFF2-40B4-BE49-F238E27FC236}">
                    <a16:creationId xmlns:a16="http://schemas.microsoft.com/office/drawing/2014/main" id="{2877EA88-70F5-8ACB-A893-DA65A048DC42}"/>
                  </a:ext>
                </a:extLst>
              </p:cNvPr>
              <p:cNvSpPr>
                <a:spLocks/>
              </p:cNvSpPr>
              <p:nvPr/>
            </p:nvSpPr>
            <p:spPr bwMode="auto">
              <a:xfrm>
                <a:off x="1485" y="5202"/>
                <a:ext cx="35" cy="56"/>
              </a:xfrm>
              <a:custGeom>
                <a:avLst/>
                <a:gdLst>
                  <a:gd name="T0" fmla="+- 0 1506 1485"/>
                  <a:gd name="T1" fmla="*/ T0 w 35"/>
                  <a:gd name="T2" fmla="+- 0 5202 5202"/>
                  <a:gd name="T3" fmla="*/ 5202 h 56"/>
                  <a:gd name="T4" fmla="+- 0 1500 1485"/>
                  <a:gd name="T5" fmla="*/ T4 w 35"/>
                  <a:gd name="T6" fmla="+- 0 5202 5202"/>
                  <a:gd name="T7" fmla="*/ 5202 h 56"/>
                  <a:gd name="T8" fmla="+- 0 1497 1485"/>
                  <a:gd name="T9" fmla="*/ T8 w 35"/>
                  <a:gd name="T10" fmla="+- 0 5203 5202"/>
                  <a:gd name="T11" fmla="*/ 5203 h 56"/>
                  <a:gd name="T12" fmla="+- 0 1495 1485"/>
                  <a:gd name="T13" fmla="*/ T12 w 35"/>
                  <a:gd name="T14" fmla="+- 0 5204 5202"/>
                  <a:gd name="T15" fmla="*/ 5204 h 56"/>
                  <a:gd name="T16" fmla="+- 0 1492 1485"/>
                  <a:gd name="T17" fmla="*/ T16 w 35"/>
                  <a:gd name="T18" fmla="+- 0 5206 5202"/>
                  <a:gd name="T19" fmla="*/ 5206 h 56"/>
                  <a:gd name="T20" fmla="+- 0 1489 1485"/>
                  <a:gd name="T21" fmla="*/ T20 w 35"/>
                  <a:gd name="T22" fmla="+- 0 5210 5202"/>
                  <a:gd name="T23" fmla="*/ 5210 h 56"/>
                  <a:gd name="T24" fmla="+- 0 1486 1485"/>
                  <a:gd name="T25" fmla="*/ T24 w 35"/>
                  <a:gd name="T26" fmla="+- 0 5218 5202"/>
                  <a:gd name="T27" fmla="*/ 5218 h 56"/>
                  <a:gd name="T28" fmla="+- 0 1485 1485"/>
                  <a:gd name="T29" fmla="*/ T28 w 35"/>
                  <a:gd name="T30" fmla="+- 0 5224 5202"/>
                  <a:gd name="T31" fmla="*/ 5224 h 56"/>
                  <a:gd name="T32" fmla="+- 0 1485 1485"/>
                  <a:gd name="T33" fmla="*/ T32 w 35"/>
                  <a:gd name="T34" fmla="+- 0 5237 5202"/>
                  <a:gd name="T35" fmla="*/ 5237 h 56"/>
                  <a:gd name="T36" fmla="+- 0 1486 1485"/>
                  <a:gd name="T37" fmla="*/ T36 w 35"/>
                  <a:gd name="T38" fmla="+- 0 5243 5202"/>
                  <a:gd name="T39" fmla="*/ 5243 h 56"/>
                  <a:gd name="T40" fmla="+- 0 1492 1485"/>
                  <a:gd name="T41" fmla="*/ T40 w 35"/>
                  <a:gd name="T42" fmla="+- 0 5254 5202"/>
                  <a:gd name="T43" fmla="*/ 5254 h 56"/>
                  <a:gd name="T44" fmla="+- 0 1497 1485"/>
                  <a:gd name="T45" fmla="*/ T44 w 35"/>
                  <a:gd name="T46" fmla="+- 0 5257 5202"/>
                  <a:gd name="T47" fmla="*/ 5257 h 56"/>
                  <a:gd name="T48" fmla="+- 0 1504 1485"/>
                  <a:gd name="T49" fmla="*/ T48 w 35"/>
                  <a:gd name="T50" fmla="+- 0 5257 5202"/>
                  <a:gd name="T51" fmla="*/ 5257 h 56"/>
                  <a:gd name="T52" fmla="+- 0 1507 1485"/>
                  <a:gd name="T53" fmla="*/ T52 w 35"/>
                  <a:gd name="T54" fmla="+- 0 5256 5202"/>
                  <a:gd name="T55" fmla="*/ 5256 h 56"/>
                  <a:gd name="T56" fmla="+- 0 1509 1485"/>
                  <a:gd name="T57" fmla="*/ T56 w 35"/>
                  <a:gd name="T58" fmla="+- 0 5255 5202"/>
                  <a:gd name="T59" fmla="*/ 5255 h 56"/>
                  <a:gd name="T60" fmla="+- 0 1499 1485"/>
                  <a:gd name="T61" fmla="*/ T60 w 35"/>
                  <a:gd name="T62" fmla="+- 0 5255 5202"/>
                  <a:gd name="T63" fmla="*/ 5255 h 56"/>
                  <a:gd name="T64" fmla="+- 0 1497 1485"/>
                  <a:gd name="T65" fmla="*/ T64 w 35"/>
                  <a:gd name="T66" fmla="+- 0 5253 5202"/>
                  <a:gd name="T67" fmla="*/ 5253 h 56"/>
                  <a:gd name="T68" fmla="+- 0 1493 1485"/>
                  <a:gd name="T69" fmla="*/ T68 w 35"/>
                  <a:gd name="T70" fmla="+- 0 5244 5202"/>
                  <a:gd name="T71" fmla="*/ 5244 h 56"/>
                  <a:gd name="T72" fmla="+- 0 1492 1485"/>
                  <a:gd name="T73" fmla="*/ T72 w 35"/>
                  <a:gd name="T74" fmla="+- 0 5238 5202"/>
                  <a:gd name="T75" fmla="*/ 5238 h 56"/>
                  <a:gd name="T76" fmla="+- 0 1493 1485"/>
                  <a:gd name="T77" fmla="*/ T76 w 35"/>
                  <a:gd name="T78" fmla="+- 0 5224 5202"/>
                  <a:gd name="T79" fmla="*/ 5224 h 56"/>
                  <a:gd name="T80" fmla="+- 0 1502 1485"/>
                  <a:gd name="T81" fmla="*/ T80 w 35"/>
                  <a:gd name="T82" fmla="+- 0 5204 5202"/>
                  <a:gd name="T83" fmla="*/ 5204 h 56"/>
                  <a:gd name="T84" fmla="+- 0 1510 1485"/>
                  <a:gd name="T85" fmla="*/ T84 w 35"/>
                  <a:gd name="T86" fmla="+- 0 5204 5202"/>
                  <a:gd name="T87" fmla="*/ 5204 h 56"/>
                  <a:gd name="T88" fmla="+- 0 1510 1485"/>
                  <a:gd name="T89" fmla="*/ T88 w 35"/>
                  <a:gd name="T90" fmla="+- 0 5204 5202"/>
                  <a:gd name="T91" fmla="*/ 5204 h 56"/>
                  <a:gd name="T92" fmla="+- 0 1506 1485"/>
                  <a:gd name="T93" fmla="*/ T92 w 35"/>
                  <a:gd name="T94" fmla="+- 0 5202 5202"/>
                  <a:gd name="T95"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4"/>
                    </a:lnTo>
                    <a:lnTo>
                      <a:pt x="4" y="8"/>
                    </a:lnTo>
                    <a:lnTo>
                      <a:pt x="1" y="16"/>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92" name="Freeform 5500">
                <a:extLst>
                  <a:ext uri="{FF2B5EF4-FFF2-40B4-BE49-F238E27FC236}">
                    <a16:creationId xmlns:a16="http://schemas.microsoft.com/office/drawing/2014/main" id="{DB54BD28-CE22-837E-B50A-76B98051793C}"/>
                  </a:ext>
                </a:extLst>
              </p:cNvPr>
              <p:cNvSpPr>
                <a:spLocks/>
              </p:cNvSpPr>
              <p:nvPr/>
            </p:nvSpPr>
            <p:spPr bwMode="auto">
              <a:xfrm>
                <a:off x="1485" y="5202"/>
                <a:ext cx="35" cy="56"/>
              </a:xfrm>
              <a:custGeom>
                <a:avLst/>
                <a:gdLst>
                  <a:gd name="T0" fmla="+- 0 1510 1485"/>
                  <a:gd name="T1" fmla="*/ T0 w 35"/>
                  <a:gd name="T2" fmla="+- 0 5204 5202"/>
                  <a:gd name="T3" fmla="*/ 5204 h 56"/>
                  <a:gd name="T4" fmla="+- 0 1502 1485"/>
                  <a:gd name="T5" fmla="*/ T4 w 35"/>
                  <a:gd name="T6" fmla="+- 0 5204 5202"/>
                  <a:gd name="T7" fmla="*/ 5204 h 56"/>
                  <a:gd name="T8" fmla="+- 0 1506 1485"/>
                  <a:gd name="T9" fmla="*/ T8 w 35"/>
                  <a:gd name="T10" fmla="+- 0 5206 5202"/>
                  <a:gd name="T11" fmla="*/ 5206 h 56"/>
                  <a:gd name="T12" fmla="+- 0 1507 1485"/>
                  <a:gd name="T13" fmla="*/ T12 w 35"/>
                  <a:gd name="T14" fmla="+- 0 5207 5202"/>
                  <a:gd name="T15" fmla="*/ 5207 h 56"/>
                  <a:gd name="T16" fmla="+- 0 1509 1485"/>
                  <a:gd name="T17" fmla="*/ T16 w 35"/>
                  <a:gd name="T18" fmla="+- 0 5209 5202"/>
                  <a:gd name="T19" fmla="*/ 5209 h 56"/>
                  <a:gd name="T20" fmla="+- 0 1511 1485"/>
                  <a:gd name="T21" fmla="*/ T20 w 35"/>
                  <a:gd name="T22" fmla="+- 0 5216 5202"/>
                  <a:gd name="T23" fmla="*/ 5216 h 56"/>
                  <a:gd name="T24" fmla="+- 0 1511 1485"/>
                  <a:gd name="T25" fmla="*/ T24 w 35"/>
                  <a:gd name="T26" fmla="+- 0 5218 5202"/>
                  <a:gd name="T27" fmla="*/ 5218 h 56"/>
                  <a:gd name="T28" fmla="+- 0 1511 1485"/>
                  <a:gd name="T29" fmla="*/ T28 w 35"/>
                  <a:gd name="T30" fmla="+- 0 5237 5202"/>
                  <a:gd name="T31" fmla="*/ 5237 h 56"/>
                  <a:gd name="T32" fmla="+- 0 1511 1485"/>
                  <a:gd name="T33" fmla="*/ T32 w 35"/>
                  <a:gd name="T34" fmla="+- 0 5242 5202"/>
                  <a:gd name="T35" fmla="*/ 5242 h 56"/>
                  <a:gd name="T36" fmla="+- 0 1509 1485"/>
                  <a:gd name="T37" fmla="*/ T36 w 35"/>
                  <a:gd name="T38" fmla="+- 0 5249 5202"/>
                  <a:gd name="T39" fmla="*/ 5249 h 56"/>
                  <a:gd name="T40" fmla="+- 0 1508 1485"/>
                  <a:gd name="T41" fmla="*/ T40 w 35"/>
                  <a:gd name="T42" fmla="+- 0 5251 5202"/>
                  <a:gd name="T43" fmla="*/ 5251 h 56"/>
                  <a:gd name="T44" fmla="+- 0 1506 1485"/>
                  <a:gd name="T45" fmla="*/ T44 w 35"/>
                  <a:gd name="T46" fmla="+- 0 5253 5202"/>
                  <a:gd name="T47" fmla="*/ 5253 h 56"/>
                  <a:gd name="T48" fmla="+- 0 1502 1485"/>
                  <a:gd name="T49" fmla="*/ T48 w 35"/>
                  <a:gd name="T50" fmla="+- 0 5255 5202"/>
                  <a:gd name="T51" fmla="*/ 5255 h 56"/>
                  <a:gd name="T52" fmla="+- 0 1509 1485"/>
                  <a:gd name="T53" fmla="*/ T52 w 35"/>
                  <a:gd name="T54" fmla="+- 0 5255 5202"/>
                  <a:gd name="T55" fmla="*/ 5255 h 56"/>
                  <a:gd name="T56" fmla="+- 0 1519 1485"/>
                  <a:gd name="T57" fmla="*/ T56 w 35"/>
                  <a:gd name="T58" fmla="+- 0 5220 5202"/>
                  <a:gd name="T59" fmla="*/ 5220 h 56"/>
                  <a:gd name="T60" fmla="+- 0 1517 1485"/>
                  <a:gd name="T61" fmla="*/ T60 w 35"/>
                  <a:gd name="T62" fmla="+- 0 5213 5202"/>
                  <a:gd name="T63" fmla="*/ 5213 h 56"/>
                  <a:gd name="T64" fmla="+- 0 1510 1485"/>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3" name="Group 382">
              <a:extLst>
                <a:ext uri="{FF2B5EF4-FFF2-40B4-BE49-F238E27FC236}">
                  <a16:creationId xmlns:a16="http://schemas.microsoft.com/office/drawing/2014/main" id="{6A4D0CD1-94A3-2FA3-1595-C94225F716FF}"/>
                </a:ext>
              </a:extLst>
            </p:cNvPr>
            <p:cNvGrpSpPr>
              <a:grpSpLocks/>
            </p:cNvGrpSpPr>
            <p:nvPr/>
          </p:nvGrpSpPr>
          <p:grpSpPr bwMode="auto">
            <a:xfrm>
              <a:off x="1941" y="5202"/>
              <a:ext cx="35" cy="56"/>
              <a:chOff x="1941" y="5202"/>
              <a:chExt cx="35" cy="56"/>
            </a:xfrm>
          </p:grpSpPr>
          <p:sp>
            <p:nvSpPr>
              <p:cNvPr id="889" name="Freeform 5502">
                <a:extLst>
                  <a:ext uri="{FF2B5EF4-FFF2-40B4-BE49-F238E27FC236}">
                    <a16:creationId xmlns:a16="http://schemas.microsoft.com/office/drawing/2014/main" id="{D550B70A-83E3-CC91-A9C4-530B199CF550}"/>
                  </a:ext>
                </a:extLst>
              </p:cNvPr>
              <p:cNvSpPr>
                <a:spLocks/>
              </p:cNvSpPr>
              <p:nvPr/>
            </p:nvSpPr>
            <p:spPr bwMode="auto">
              <a:xfrm>
                <a:off x="1941" y="5202"/>
                <a:ext cx="35" cy="56"/>
              </a:xfrm>
              <a:custGeom>
                <a:avLst/>
                <a:gdLst>
                  <a:gd name="T0" fmla="+- 0 1962 1941"/>
                  <a:gd name="T1" fmla="*/ T0 w 35"/>
                  <a:gd name="T2" fmla="+- 0 5202 5202"/>
                  <a:gd name="T3" fmla="*/ 5202 h 56"/>
                  <a:gd name="T4" fmla="+- 0 1956 1941"/>
                  <a:gd name="T5" fmla="*/ T4 w 35"/>
                  <a:gd name="T6" fmla="+- 0 5202 5202"/>
                  <a:gd name="T7" fmla="*/ 5202 h 56"/>
                  <a:gd name="T8" fmla="+- 0 1953 1941"/>
                  <a:gd name="T9" fmla="*/ T8 w 35"/>
                  <a:gd name="T10" fmla="+- 0 5203 5202"/>
                  <a:gd name="T11" fmla="*/ 5203 h 56"/>
                  <a:gd name="T12" fmla="+- 0 1948 1941"/>
                  <a:gd name="T13" fmla="*/ T12 w 35"/>
                  <a:gd name="T14" fmla="+- 0 5206 5202"/>
                  <a:gd name="T15" fmla="*/ 5206 h 56"/>
                  <a:gd name="T16" fmla="+- 0 1945 1941"/>
                  <a:gd name="T17" fmla="*/ T16 w 35"/>
                  <a:gd name="T18" fmla="+- 0 5210 5202"/>
                  <a:gd name="T19" fmla="*/ 5210 h 56"/>
                  <a:gd name="T20" fmla="+- 0 1942 1941"/>
                  <a:gd name="T21" fmla="*/ T20 w 35"/>
                  <a:gd name="T22" fmla="+- 0 5218 5202"/>
                  <a:gd name="T23" fmla="*/ 5218 h 56"/>
                  <a:gd name="T24" fmla="+- 0 1941 1941"/>
                  <a:gd name="T25" fmla="*/ T24 w 35"/>
                  <a:gd name="T26" fmla="+- 0 5224 5202"/>
                  <a:gd name="T27" fmla="*/ 5224 h 56"/>
                  <a:gd name="T28" fmla="+- 0 1941 1941"/>
                  <a:gd name="T29" fmla="*/ T28 w 35"/>
                  <a:gd name="T30" fmla="+- 0 5237 5202"/>
                  <a:gd name="T31" fmla="*/ 5237 h 56"/>
                  <a:gd name="T32" fmla="+- 0 1942 1941"/>
                  <a:gd name="T33" fmla="*/ T32 w 35"/>
                  <a:gd name="T34" fmla="+- 0 5243 5202"/>
                  <a:gd name="T35" fmla="*/ 5243 h 56"/>
                  <a:gd name="T36" fmla="+- 0 1949 1941"/>
                  <a:gd name="T37" fmla="*/ T36 w 35"/>
                  <a:gd name="T38" fmla="+- 0 5254 5202"/>
                  <a:gd name="T39" fmla="*/ 5254 h 56"/>
                  <a:gd name="T40" fmla="+- 0 1953 1941"/>
                  <a:gd name="T41" fmla="*/ T40 w 35"/>
                  <a:gd name="T42" fmla="+- 0 5257 5202"/>
                  <a:gd name="T43" fmla="*/ 5257 h 56"/>
                  <a:gd name="T44" fmla="+- 0 1960 1941"/>
                  <a:gd name="T45" fmla="*/ T44 w 35"/>
                  <a:gd name="T46" fmla="+- 0 5257 5202"/>
                  <a:gd name="T47" fmla="*/ 5257 h 56"/>
                  <a:gd name="T48" fmla="+- 0 1963 1941"/>
                  <a:gd name="T49" fmla="*/ T48 w 35"/>
                  <a:gd name="T50" fmla="+- 0 5256 5202"/>
                  <a:gd name="T51" fmla="*/ 5256 h 56"/>
                  <a:gd name="T52" fmla="+- 0 1965 1941"/>
                  <a:gd name="T53" fmla="*/ T52 w 35"/>
                  <a:gd name="T54" fmla="+- 0 5255 5202"/>
                  <a:gd name="T55" fmla="*/ 5255 h 56"/>
                  <a:gd name="T56" fmla="+- 0 1955 1941"/>
                  <a:gd name="T57" fmla="*/ T56 w 35"/>
                  <a:gd name="T58" fmla="+- 0 5255 5202"/>
                  <a:gd name="T59" fmla="*/ 5255 h 56"/>
                  <a:gd name="T60" fmla="+- 0 1953 1941"/>
                  <a:gd name="T61" fmla="*/ T60 w 35"/>
                  <a:gd name="T62" fmla="+- 0 5253 5202"/>
                  <a:gd name="T63" fmla="*/ 5253 h 56"/>
                  <a:gd name="T64" fmla="+- 0 1951 1941"/>
                  <a:gd name="T65" fmla="*/ T64 w 35"/>
                  <a:gd name="T66" fmla="+- 0 5249 5202"/>
                  <a:gd name="T67" fmla="*/ 5249 h 56"/>
                  <a:gd name="T68" fmla="+- 0 1950 1941"/>
                  <a:gd name="T69" fmla="*/ T68 w 35"/>
                  <a:gd name="T70" fmla="+- 0 5244 5202"/>
                  <a:gd name="T71" fmla="*/ 5244 h 56"/>
                  <a:gd name="T72" fmla="+- 0 1949 1941"/>
                  <a:gd name="T73" fmla="*/ T72 w 35"/>
                  <a:gd name="T74" fmla="+- 0 5238 5202"/>
                  <a:gd name="T75" fmla="*/ 5238 h 56"/>
                  <a:gd name="T76" fmla="+- 0 1958 1941"/>
                  <a:gd name="T77" fmla="*/ T76 w 35"/>
                  <a:gd name="T78" fmla="+- 0 5204 5202"/>
                  <a:gd name="T79" fmla="*/ 5204 h 56"/>
                  <a:gd name="T80" fmla="+- 0 1966 1941"/>
                  <a:gd name="T81" fmla="*/ T80 w 35"/>
                  <a:gd name="T82" fmla="+- 0 5204 5202"/>
                  <a:gd name="T83" fmla="*/ 5204 h 56"/>
                  <a:gd name="T84" fmla="+- 0 1966 1941"/>
                  <a:gd name="T85" fmla="*/ T84 w 35"/>
                  <a:gd name="T86" fmla="+- 0 5204 5202"/>
                  <a:gd name="T87" fmla="*/ 5204 h 56"/>
                  <a:gd name="T88" fmla="+- 0 1962 1941"/>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6"/>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2"/>
                    </a:lnTo>
                    <a:lnTo>
                      <a:pt x="8"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90" name="Freeform 5503">
                <a:extLst>
                  <a:ext uri="{FF2B5EF4-FFF2-40B4-BE49-F238E27FC236}">
                    <a16:creationId xmlns:a16="http://schemas.microsoft.com/office/drawing/2014/main" id="{0BE85128-C3F0-7749-0A9D-43A69A031528}"/>
                  </a:ext>
                </a:extLst>
              </p:cNvPr>
              <p:cNvSpPr>
                <a:spLocks/>
              </p:cNvSpPr>
              <p:nvPr/>
            </p:nvSpPr>
            <p:spPr bwMode="auto">
              <a:xfrm>
                <a:off x="1941" y="5202"/>
                <a:ext cx="35" cy="56"/>
              </a:xfrm>
              <a:custGeom>
                <a:avLst/>
                <a:gdLst>
                  <a:gd name="T0" fmla="+- 0 1966 1941"/>
                  <a:gd name="T1" fmla="*/ T0 w 35"/>
                  <a:gd name="T2" fmla="+- 0 5204 5202"/>
                  <a:gd name="T3" fmla="*/ 5204 h 56"/>
                  <a:gd name="T4" fmla="+- 0 1958 1941"/>
                  <a:gd name="T5" fmla="*/ T4 w 35"/>
                  <a:gd name="T6" fmla="+- 0 5204 5202"/>
                  <a:gd name="T7" fmla="*/ 5204 h 56"/>
                  <a:gd name="T8" fmla="+- 0 1962 1941"/>
                  <a:gd name="T9" fmla="*/ T8 w 35"/>
                  <a:gd name="T10" fmla="+- 0 5206 5202"/>
                  <a:gd name="T11" fmla="*/ 5206 h 56"/>
                  <a:gd name="T12" fmla="+- 0 1964 1941"/>
                  <a:gd name="T13" fmla="*/ T12 w 35"/>
                  <a:gd name="T14" fmla="+- 0 5207 5202"/>
                  <a:gd name="T15" fmla="*/ 5207 h 56"/>
                  <a:gd name="T16" fmla="+- 0 1968 1941"/>
                  <a:gd name="T17" fmla="*/ T16 w 35"/>
                  <a:gd name="T18" fmla="+- 0 5237 5202"/>
                  <a:gd name="T19" fmla="*/ 5237 h 56"/>
                  <a:gd name="T20" fmla="+- 0 1967 1941"/>
                  <a:gd name="T21" fmla="*/ T20 w 35"/>
                  <a:gd name="T22" fmla="+- 0 5242 5202"/>
                  <a:gd name="T23" fmla="*/ 5242 h 56"/>
                  <a:gd name="T24" fmla="+- 0 1965 1941"/>
                  <a:gd name="T25" fmla="*/ T24 w 35"/>
                  <a:gd name="T26" fmla="+- 0 5249 5202"/>
                  <a:gd name="T27" fmla="*/ 5249 h 56"/>
                  <a:gd name="T28" fmla="+- 0 1964 1941"/>
                  <a:gd name="T29" fmla="*/ T28 w 35"/>
                  <a:gd name="T30" fmla="+- 0 5251 5202"/>
                  <a:gd name="T31" fmla="*/ 5251 h 56"/>
                  <a:gd name="T32" fmla="+- 0 1962 1941"/>
                  <a:gd name="T33" fmla="*/ T32 w 35"/>
                  <a:gd name="T34" fmla="+- 0 5253 5202"/>
                  <a:gd name="T35" fmla="*/ 5253 h 56"/>
                  <a:gd name="T36" fmla="+- 0 1958 1941"/>
                  <a:gd name="T37" fmla="*/ T36 w 35"/>
                  <a:gd name="T38" fmla="+- 0 5255 5202"/>
                  <a:gd name="T39" fmla="*/ 5255 h 56"/>
                  <a:gd name="T40" fmla="+- 0 1965 1941"/>
                  <a:gd name="T41" fmla="*/ T40 w 35"/>
                  <a:gd name="T42" fmla="+- 0 5255 5202"/>
                  <a:gd name="T43" fmla="*/ 5255 h 56"/>
                  <a:gd name="T44" fmla="+- 0 1975 1941"/>
                  <a:gd name="T45" fmla="*/ T44 w 35"/>
                  <a:gd name="T46" fmla="+- 0 5220 5202"/>
                  <a:gd name="T47" fmla="*/ 5220 h 56"/>
                  <a:gd name="T48" fmla="+- 0 1973 1941"/>
                  <a:gd name="T49" fmla="*/ T48 w 35"/>
                  <a:gd name="T50" fmla="+- 0 5213 5202"/>
                  <a:gd name="T51" fmla="*/ 5213 h 56"/>
                  <a:gd name="T52" fmla="+- 0 1966 1941"/>
                  <a:gd name="T53" fmla="*/ T52 w 35"/>
                  <a:gd name="T54" fmla="+- 0 5204 5202"/>
                  <a:gd name="T55"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2"/>
                    </a:moveTo>
                    <a:lnTo>
                      <a:pt x="17" y="2"/>
                    </a:lnTo>
                    <a:lnTo>
                      <a:pt x="21" y="4"/>
                    </a:lnTo>
                    <a:lnTo>
                      <a:pt x="23" y="5"/>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4" name="Group 383">
              <a:extLst>
                <a:ext uri="{FF2B5EF4-FFF2-40B4-BE49-F238E27FC236}">
                  <a16:creationId xmlns:a16="http://schemas.microsoft.com/office/drawing/2014/main" id="{F213F987-C6F5-383B-F8FF-618D426F92E1}"/>
                </a:ext>
              </a:extLst>
            </p:cNvPr>
            <p:cNvGrpSpPr>
              <a:grpSpLocks/>
            </p:cNvGrpSpPr>
            <p:nvPr/>
          </p:nvGrpSpPr>
          <p:grpSpPr bwMode="auto">
            <a:xfrm>
              <a:off x="2397" y="5202"/>
              <a:ext cx="35" cy="56"/>
              <a:chOff x="2397" y="5202"/>
              <a:chExt cx="35" cy="56"/>
            </a:xfrm>
          </p:grpSpPr>
          <p:sp>
            <p:nvSpPr>
              <p:cNvPr id="887" name="Freeform 5505">
                <a:extLst>
                  <a:ext uri="{FF2B5EF4-FFF2-40B4-BE49-F238E27FC236}">
                    <a16:creationId xmlns:a16="http://schemas.microsoft.com/office/drawing/2014/main" id="{B6658E42-DBDC-EF4C-6FB5-F2AE40985CBE}"/>
                  </a:ext>
                </a:extLst>
              </p:cNvPr>
              <p:cNvSpPr>
                <a:spLocks/>
              </p:cNvSpPr>
              <p:nvPr/>
            </p:nvSpPr>
            <p:spPr bwMode="auto">
              <a:xfrm>
                <a:off x="2397" y="5202"/>
                <a:ext cx="35" cy="56"/>
              </a:xfrm>
              <a:custGeom>
                <a:avLst/>
                <a:gdLst>
                  <a:gd name="T0" fmla="+- 0 2419 2397"/>
                  <a:gd name="T1" fmla="*/ T0 w 35"/>
                  <a:gd name="T2" fmla="+- 0 5202 5202"/>
                  <a:gd name="T3" fmla="*/ 5202 h 56"/>
                  <a:gd name="T4" fmla="+- 0 2412 2397"/>
                  <a:gd name="T5" fmla="*/ T4 w 35"/>
                  <a:gd name="T6" fmla="+- 0 5202 5202"/>
                  <a:gd name="T7" fmla="*/ 5202 h 56"/>
                  <a:gd name="T8" fmla="+- 0 2410 2397"/>
                  <a:gd name="T9" fmla="*/ T8 w 35"/>
                  <a:gd name="T10" fmla="+- 0 5203 5202"/>
                  <a:gd name="T11" fmla="*/ 5203 h 56"/>
                  <a:gd name="T12" fmla="+- 0 2404 2397"/>
                  <a:gd name="T13" fmla="*/ T12 w 35"/>
                  <a:gd name="T14" fmla="+- 0 5206 5202"/>
                  <a:gd name="T15" fmla="*/ 5206 h 56"/>
                  <a:gd name="T16" fmla="+- 0 2402 2397"/>
                  <a:gd name="T17" fmla="*/ T16 w 35"/>
                  <a:gd name="T18" fmla="+- 0 5210 5202"/>
                  <a:gd name="T19" fmla="*/ 5210 h 56"/>
                  <a:gd name="T20" fmla="+- 0 2398 2397"/>
                  <a:gd name="T21" fmla="*/ T20 w 35"/>
                  <a:gd name="T22" fmla="+- 0 5218 5202"/>
                  <a:gd name="T23" fmla="*/ 5218 h 56"/>
                  <a:gd name="T24" fmla="+- 0 2397 2397"/>
                  <a:gd name="T25" fmla="*/ T24 w 35"/>
                  <a:gd name="T26" fmla="+- 0 5224 5202"/>
                  <a:gd name="T27" fmla="*/ 5224 h 56"/>
                  <a:gd name="T28" fmla="+- 0 2397 2397"/>
                  <a:gd name="T29" fmla="*/ T28 w 35"/>
                  <a:gd name="T30" fmla="+- 0 5237 5202"/>
                  <a:gd name="T31" fmla="*/ 5237 h 56"/>
                  <a:gd name="T32" fmla="+- 0 2399 2397"/>
                  <a:gd name="T33" fmla="*/ T32 w 35"/>
                  <a:gd name="T34" fmla="+- 0 5243 5202"/>
                  <a:gd name="T35" fmla="*/ 5243 h 56"/>
                  <a:gd name="T36" fmla="+- 0 2405 2397"/>
                  <a:gd name="T37" fmla="*/ T36 w 35"/>
                  <a:gd name="T38" fmla="+- 0 5254 5202"/>
                  <a:gd name="T39" fmla="*/ 5254 h 56"/>
                  <a:gd name="T40" fmla="+- 0 2409 2397"/>
                  <a:gd name="T41" fmla="*/ T40 w 35"/>
                  <a:gd name="T42" fmla="+- 0 5257 5202"/>
                  <a:gd name="T43" fmla="*/ 5257 h 56"/>
                  <a:gd name="T44" fmla="+- 0 2417 2397"/>
                  <a:gd name="T45" fmla="*/ T44 w 35"/>
                  <a:gd name="T46" fmla="+- 0 5257 5202"/>
                  <a:gd name="T47" fmla="*/ 5257 h 56"/>
                  <a:gd name="T48" fmla="+- 0 2420 2397"/>
                  <a:gd name="T49" fmla="*/ T48 w 35"/>
                  <a:gd name="T50" fmla="+- 0 5256 5202"/>
                  <a:gd name="T51" fmla="*/ 5256 h 56"/>
                  <a:gd name="T52" fmla="+- 0 2422 2397"/>
                  <a:gd name="T53" fmla="*/ T52 w 35"/>
                  <a:gd name="T54" fmla="+- 0 5255 5202"/>
                  <a:gd name="T55" fmla="*/ 5255 h 56"/>
                  <a:gd name="T56" fmla="+- 0 2411 2397"/>
                  <a:gd name="T57" fmla="*/ T56 w 35"/>
                  <a:gd name="T58" fmla="+- 0 5255 5202"/>
                  <a:gd name="T59" fmla="*/ 5255 h 56"/>
                  <a:gd name="T60" fmla="+- 0 2409 2397"/>
                  <a:gd name="T61" fmla="*/ T60 w 35"/>
                  <a:gd name="T62" fmla="+- 0 5253 5202"/>
                  <a:gd name="T63" fmla="*/ 5253 h 56"/>
                  <a:gd name="T64" fmla="+- 0 2406 2397"/>
                  <a:gd name="T65" fmla="*/ T64 w 35"/>
                  <a:gd name="T66" fmla="+- 0 5244 5202"/>
                  <a:gd name="T67" fmla="*/ 5244 h 56"/>
                  <a:gd name="T68" fmla="+- 0 2405 2397"/>
                  <a:gd name="T69" fmla="*/ T68 w 35"/>
                  <a:gd name="T70" fmla="+- 0 5238 5202"/>
                  <a:gd name="T71" fmla="*/ 5238 h 56"/>
                  <a:gd name="T72" fmla="+- 0 2405 2397"/>
                  <a:gd name="T73" fmla="*/ T72 w 35"/>
                  <a:gd name="T74" fmla="+- 0 5224 5202"/>
                  <a:gd name="T75" fmla="*/ 5224 h 56"/>
                  <a:gd name="T76" fmla="+- 0 2415 2397"/>
                  <a:gd name="T77" fmla="*/ T76 w 35"/>
                  <a:gd name="T78" fmla="+- 0 5204 5202"/>
                  <a:gd name="T79" fmla="*/ 5204 h 56"/>
                  <a:gd name="T80" fmla="+- 0 2423 2397"/>
                  <a:gd name="T81" fmla="*/ T80 w 35"/>
                  <a:gd name="T82" fmla="+- 0 5204 5202"/>
                  <a:gd name="T83" fmla="*/ 5204 h 56"/>
                  <a:gd name="T84" fmla="+- 0 2422 2397"/>
                  <a:gd name="T85" fmla="*/ T84 w 35"/>
                  <a:gd name="T86" fmla="+- 0 5204 5202"/>
                  <a:gd name="T87" fmla="*/ 5204 h 56"/>
                  <a:gd name="T88" fmla="+- 0 2419 2397"/>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3" y="54"/>
                    </a:lnTo>
                    <a:lnTo>
                      <a:pt x="25" y="53"/>
                    </a:lnTo>
                    <a:lnTo>
                      <a:pt x="14" y="53"/>
                    </a:lnTo>
                    <a:lnTo>
                      <a:pt x="12" y="51"/>
                    </a:lnTo>
                    <a:lnTo>
                      <a:pt x="9" y="42"/>
                    </a:lnTo>
                    <a:lnTo>
                      <a:pt x="8" y="36"/>
                    </a:lnTo>
                    <a:lnTo>
                      <a:pt x="8" y="22"/>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88" name="Freeform 5506">
                <a:extLst>
                  <a:ext uri="{FF2B5EF4-FFF2-40B4-BE49-F238E27FC236}">
                    <a16:creationId xmlns:a16="http://schemas.microsoft.com/office/drawing/2014/main" id="{9FEE045F-173B-D5EA-57C8-761CF0E10151}"/>
                  </a:ext>
                </a:extLst>
              </p:cNvPr>
              <p:cNvSpPr>
                <a:spLocks/>
              </p:cNvSpPr>
              <p:nvPr/>
            </p:nvSpPr>
            <p:spPr bwMode="auto">
              <a:xfrm>
                <a:off x="2397" y="5202"/>
                <a:ext cx="35" cy="56"/>
              </a:xfrm>
              <a:custGeom>
                <a:avLst/>
                <a:gdLst>
                  <a:gd name="T0" fmla="+- 0 2423 2397"/>
                  <a:gd name="T1" fmla="*/ T0 w 35"/>
                  <a:gd name="T2" fmla="+- 0 5204 5202"/>
                  <a:gd name="T3" fmla="*/ 5204 h 56"/>
                  <a:gd name="T4" fmla="+- 0 2415 2397"/>
                  <a:gd name="T5" fmla="*/ T4 w 35"/>
                  <a:gd name="T6" fmla="+- 0 5204 5202"/>
                  <a:gd name="T7" fmla="*/ 5204 h 56"/>
                  <a:gd name="T8" fmla="+- 0 2419 2397"/>
                  <a:gd name="T9" fmla="*/ T8 w 35"/>
                  <a:gd name="T10" fmla="+- 0 5206 5202"/>
                  <a:gd name="T11" fmla="*/ 5206 h 56"/>
                  <a:gd name="T12" fmla="+- 0 2420 2397"/>
                  <a:gd name="T13" fmla="*/ T12 w 35"/>
                  <a:gd name="T14" fmla="+- 0 5207 5202"/>
                  <a:gd name="T15" fmla="*/ 5207 h 56"/>
                  <a:gd name="T16" fmla="+- 0 2421 2397"/>
                  <a:gd name="T17" fmla="*/ T16 w 35"/>
                  <a:gd name="T18" fmla="+- 0 5209 5202"/>
                  <a:gd name="T19" fmla="*/ 5209 h 56"/>
                  <a:gd name="T20" fmla="+- 0 2423 2397"/>
                  <a:gd name="T21" fmla="*/ T20 w 35"/>
                  <a:gd name="T22" fmla="+- 0 5216 5202"/>
                  <a:gd name="T23" fmla="*/ 5216 h 56"/>
                  <a:gd name="T24" fmla="+- 0 2424 2397"/>
                  <a:gd name="T25" fmla="*/ T24 w 35"/>
                  <a:gd name="T26" fmla="+- 0 5218 5202"/>
                  <a:gd name="T27" fmla="*/ 5218 h 56"/>
                  <a:gd name="T28" fmla="+- 0 2424 2397"/>
                  <a:gd name="T29" fmla="*/ T28 w 35"/>
                  <a:gd name="T30" fmla="+- 0 5237 5202"/>
                  <a:gd name="T31" fmla="*/ 5237 h 56"/>
                  <a:gd name="T32" fmla="+- 0 2424 2397"/>
                  <a:gd name="T33" fmla="*/ T32 w 35"/>
                  <a:gd name="T34" fmla="+- 0 5242 5202"/>
                  <a:gd name="T35" fmla="*/ 5242 h 56"/>
                  <a:gd name="T36" fmla="+- 0 2422 2397"/>
                  <a:gd name="T37" fmla="*/ T36 w 35"/>
                  <a:gd name="T38" fmla="+- 0 5249 5202"/>
                  <a:gd name="T39" fmla="*/ 5249 h 56"/>
                  <a:gd name="T40" fmla="+- 0 2420 2397"/>
                  <a:gd name="T41" fmla="*/ T40 w 35"/>
                  <a:gd name="T42" fmla="+- 0 5251 5202"/>
                  <a:gd name="T43" fmla="*/ 5251 h 56"/>
                  <a:gd name="T44" fmla="+- 0 2419 2397"/>
                  <a:gd name="T45" fmla="*/ T44 w 35"/>
                  <a:gd name="T46" fmla="+- 0 5253 5202"/>
                  <a:gd name="T47" fmla="*/ 5253 h 56"/>
                  <a:gd name="T48" fmla="+- 0 2414 2397"/>
                  <a:gd name="T49" fmla="*/ T48 w 35"/>
                  <a:gd name="T50" fmla="+- 0 5255 5202"/>
                  <a:gd name="T51" fmla="*/ 5255 h 56"/>
                  <a:gd name="T52" fmla="+- 0 2422 2397"/>
                  <a:gd name="T53" fmla="*/ T52 w 35"/>
                  <a:gd name="T54" fmla="+- 0 5255 5202"/>
                  <a:gd name="T55" fmla="*/ 5255 h 56"/>
                  <a:gd name="T56" fmla="+- 0 2432 2397"/>
                  <a:gd name="T57" fmla="*/ T56 w 35"/>
                  <a:gd name="T58" fmla="+- 0 5220 5202"/>
                  <a:gd name="T59" fmla="*/ 5220 h 56"/>
                  <a:gd name="T60" fmla="+- 0 2430 2397"/>
                  <a:gd name="T61" fmla="*/ T60 w 35"/>
                  <a:gd name="T62" fmla="+- 0 5213 5202"/>
                  <a:gd name="T63" fmla="*/ 5213 h 56"/>
                  <a:gd name="T64" fmla="+- 0 2423 2397"/>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6" y="14"/>
                    </a:lnTo>
                    <a:lnTo>
                      <a:pt x="27" y="16"/>
                    </a:lnTo>
                    <a:lnTo>
                      <a:pt x="27" y="35"/>
                    </a:lnTo>
                    <a:lnTo>
                      <a:pt x="27" y="40"/>
                    </a:lnTo>
                    <a:lnTo>
                      <a:pt x="25"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5" name="Group 384">
              <a:extLst>
                <a:ext uri="{FF2B5EF4-FFF2-40B4-BE49-F238E27FC236}">
                  <a16:creationId xmlns:a16="http://schemas.microsoft.com/office/drawing/2014/main" id="{B131D8ED-EC1F-D617-038C-B88C532BCBAA}"/>
                </a:ext>
              </a:extLst>
            </p:cNvPr>
            <p:cNvGrpSpPr>
              <a:grpSpLocks/>
            </p:cNvGrpSpPr>
            <p:nvPr/>
          </p:nvGrpSpPr>
          <p:grpSpPr bwMode="auto">
            <a:xfrm>
              <a:off x="3310" y="5202"/>
              <a:ext cx="35" cy="56"/>
              <a:chOff x="3310" y="5202"/>
              <a:chExt cx="35" cy="56"/>
            </a:xfrm>
          </p:grpSpPr>
          <p:sp>
            <p:nvSpPr>
              <p:cNvPr id="885" name="Freeform 5508">
                <a:extLst>
                  <a:ext uri="{FF2B5EF4-FFF2-40B4-BE49-F238E27FC236}">
                    <a16:creationId xmlns:a16="http://schemas.microsoft.com/office/drawing/2014/main" id="{C86B807C-6B99-03FD-A175-15FDE7AF47F9}"/>
                  </a:ext>
                </a:extLst>
              </p:cNvPr>
              <p:cNvSpPr>
                <a:spLocks/>
              </p:cNvSpPr>
              <p:nvPr/>
            </p:nvSpPr>
            <p:spPr bwMode="auto">
              <a:xfrm>
                <a:off x="3310" y="5202"/>
                <a:ext cx="35" cy="56"/>
              </a:xfrm>
              <a:custGeom>
                <a:avLst/>
                <a:gdLst>
                  <a:gd name="T0" fmla="+- 0 3331 3310"/>
                  <a:gd name="T1" fmla="*/ T0 w 35"/>
                  <a:gd name="T2" fmla="+- 0 5202 5202"/>
                  <a:gd name="T3" fmla="*/ 5202 h 56"/>
                  <a:gd name="T4" fmla="+- 0 3325 3310"/>
                  <a:gd name="T5" fmla="*/ T4 w 35"/>
                  <a:gd name="T6" fmla="+- 0 5202 5202"/>
                  <a:gd name="T7" fmla="*/ 5202 h 56"/>
                  <a:gd name="T8" fmla="+- 0 3322 3310"/>
                  <a:gd name="T9" fmla="*/ T8 w 35"/>
                  <a:gd name="T10" fmla="+- 0 5203 5202"/>
                  <a:gd name="T11" fmla="*/ 5203 h 56"/>
                  <a:gd name="T12" fmla="+- 0 3317 3310"/>
                  <a:gd name="T13" fmla="*/ T12 w 35"/>
                  <a:gd name="T14" fmla="+- 0 5206 5202"/>
                  <a:gd name="T15" fmla="*/ 5206 h 56"/>
                  <a:gd name="T16" fmla="+- 0 3315 3310"/>
                  <a:gd name="T17" fmla="*/ T16 w 35"/>
                  <a:gd name="T18" fmla="+- 0 5210 5202"/>
                  <a:gd name="T19" fmla="*/ 5210 h 56"/>
                  <a:gd name="T20" fmla="+- 0 3311 3310"/>
                  <a:gd name="T21" fmla="*/ T20 w 35"/>
                  <a:gd name="T22" fmla="+- 0 5218 5202"/>
                  <a:gd name="T23" fmla="*/ 5218 h 56"/>
                  <a:gd name="T24" fmla="+- 0 3310 3310"/>
                  <a:gd name="T25" fmla="*/ T24 w 35"/>
                  <a:gd name="T26" fmla="+- 0 5224 5202"/>
                  <a:gd name="T27" fmla="*/ 5224 h 56"/>
                  <a:gd name="T28" fmla="+- 0 3310 3310"/>
                  <a:gd name="T29" fmla="*/ T28 w 35"/>
                  <a:gd name="T30" fmla="+- 0 5237 5202"/>
                  <a:gd name="T31" fmla="*/ 5237 h 56"/>
                  <a:gd name="T32" fmla="+- 0 3311 3310"/>
                  <a:gd name="T33" fmla="*/ T32 w 35"/>
                  <a:gd name="T34" fmla="+- 0 5243 5202"/>
                  <a:gd name="T35" fmla="*/ 5243 h 56"/>
                  <a:gd name="T36" fmla="+- 0 3318 3310"/>
                  <a:gd name="T37" fmla="*/ T36 w 35"/>
                  <a:gd name="T38" fmla="+- 0 5254 5202"/>
                  <a:gd name="T39" fmla="*/ 5254 h 56"/>
                  <a:gd name="T40" fmla="+- 0 3322 3310"/>
                  <a:gd name="T41" fmla="*/ T40 w 35"/>
                  <a:gd name="T42" fmla="+- 0 5257 5202"/>
                  <a:gd name="T43" fmla="*/ 5257 h 56"/>
                  <a:gd name="T44" fmla="+- 0 3330 3310"/>
                  <a:gd name="T45" fmla="*/ T44 w 35"/>
                  <a:gd name="T46" fmla="+- 0 5257 5202"/>
                  <a:gd name="T47" fmla="*/ 5257 h 56"/>
                  <a:gd name="T48" fmla="+- 0 3332 3310"/>
                  <a:gd name="T49" fmla="*/ T48 w 35"/>
                  <a:gd name="T50" fmla="+- 0 5256 5202"/>
                  <a:gd name="T51" fmla="*/ 5256 h 56"/>
                  <a:gd name="T52" fmla="+- 0 3334 3310"/>
                  <a:gd name="T53" fmla="*/ T52 w 35"/>
                  <a:gd name="T54" fmla="+- 0 5255 5202"/>
                  <a:gd name="T55" fmla="*/ 5255 h 56"/>
                  <a:gd name="T56" fmla="+- 0 3324 3310"/>
                  <a:gd name="T57" fmla="*/ T56 w 35"/>
                  <a:gd name="T58" fmla="+- 0 5255 5202"/>
                  <a:gd name="T59" fmla="*/ 5255 h 56"/>
                  <a:gd name="T60" fmla="+- 0 3322 3310"/>
                  <a:gd name="T61" fmla="*/ T60 w 35"/>
                  <a:gd name="T62" fmla="+- 0 5253 5202"/>
                  <a:gd name="T63" fmla="*/ 5253 h 56"/>
                  <a:gd name="T64" fmla="+- 0 3320 3310"/>
                  <a:gd name="T65" fmla="*/ T64 w 35"/>
                  <a:gd name="T66" fmla="+- 0 5249 5202"/>
                  <a:gd name="T67" fmla="*/ 5249 h 56"/>
                  <a:gd name="T68" fmla="+- 0 3319 3310"/>
                  <a:gd name="T69" fmla="*/ T68 w 35"/>
                  <a:gd name="T70" fmla="+- 0 5244 5202"/>
                  <a:gd name="T71" fmla="*/ 5244 h 56"/>
                  <a:gd name="T72" fmla="+- 0 3318 3310"/>
                  <a:gd name="T73" fmla="*/ T72 w 35"/>
                  <a:gd name="T74" fmla="+- 0 5238 5202"/>
                  <a:gd name="T75" fmla="*/ 5238 h 56"/>
                  <a:gd name="T76" fmla="+- 0 3327 3310"/>
                  <a:gd name="T77" fmla="*/ T76 w 35"/>
                  <a:gd name="T78" fmla="+- 0 5204 5202"/>
                  <a:gd name="T79" fmla="*/ 5204 h 56"/>
                  <a:gd name="T80" fmla="+- 0 3336 3310"/>
                  <a:gd name="T81" fmla="*/ T80 w 35"/>
                  <a:gd name="T82" fmla="+- 0 5204 5202"/>
                  <a:gd name="T83" fmla="*/ 5204 h 56"/>
                  <a:gd name="T84" fmla="+- 0 3335 3310"/>
                  <a:gd name="T85" fmla="*/ T84 w 35"/>
                  <a:gd name="T86" fmla="+- 0 5204 5202"/>
                  <a:gd name="T87" fmla="*/ 5204 h 56"/>
                  <a:gd name="T88" fmla="+- 0 3331 3310"/>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6"/>
                    </a:lnTo>
                    <a:lnTo>
                      <a:pt x="0" y="22"/>
                    </a:lnTo>
                    <a:lnTo>
                      <a:pt x="0" y="35"/>
                    </a:lnTo>
                    <a:lnTo>
                      <a:pt x="1" y="41"/>
                    </a:lnTo>
                    <a:lnTo>
                      <a:pt x="8" y="52"/>
                    </a:lnTo>
                    <a:lnTo>
                      <a:pt x="12" y="55"/>
                    </a:lnTo>
                    <a:lnTo>
                      <a:pt x="20" y="55"/>
                    </a:lnTo>
                    <a:lnTo>
                      <a:pt x="22" y="54"/>
                    </a:lnTo>
                    <a:lnTo>
                      <a:pt x="24" y="53"/>
                    </a:lnTo>
                    <a:lnTo>
                      <a:pt x="14" y="53"/>
                    </a:lnTo>
                    <a:lnTo>
                      <a:pt x="12" y="51"/>
                    </a:lnTo>
                    <a:lnTo>
                      <a:pt x="10" y="47"/>
                    </a:lnTo>
                    <a:lnTo>
                      <a:pt x="9" y="42"/>
                    </a:lnTo>
                    <a:lnTo>
                      <a:pt x="8" y="36"/>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86" name="Freeform 5509">
                <a:extLst>
                  <a:ext uri="{FF2B5EF4-FFF2-40B4-BE49-F238E27FC236}">
                    <a16:creationId xmlns:a16="http://schemas.microsoft.com/office/drawing/2014/main" id="{122A29AA-CEEA-FA83-4010-8B97C1E36289}"/>
                  </a:ext>
                </a:extLst>
              </p:cNvPr>
              <p:cNvSpPr>
                <a:spLocks/>
              </p:cNvSpPr>
              <p:nvPr/>
            </p:nvSpPr>
            <p:spPr bwMode="auto">
              <a:xfrm>
                <a:off x="3310" y="5202"/>
                <a:ext cx="35" cy="56"/>
              </a:xfrm>
              <a:custGeom>
                <a:avLst/>
                <a:gdLst>
                  <a:gd name="T0" fmla="+- 0 3336 3310"/>
                  <a:gd name="T1" fmla="*/ T0 w 35"/>
                  <a:gd name="T2" fmla="+- 0 5204 5202"/>
                  <a:gd name="T3" fmla="*/ 5204 h 56"/>
                  <a:gd name="T4" fmla="+- 0 3327 3310"/>
                  <a:gd name="T5" fmla="*/ T4 w 35"/>
                  <a:gd name="T6" fmla="+- 0 5204 5202"/>
                  <a:gd name="T7" fmla="*/ 5204 h 56"/>
                  <a:gd name="T8" fmla="+- 0 3331 3310"/>
                  <a:gd name="T9" fmla="*/ T8 w 35"/>
                  <a:gd name="T10" fmla="+- 0 5206 5202"/>
                  <a:gd name="T11" fmla="*/ 5206 h 56"/>
                  <a:gd name="T12" fmla="+- 0 3333 3310"/>
                  <a:gd name="T13" fmla="*/ T12 w 35"/>
                  <a:gd name="T14" fmla="+- 0 5207 5202"/>
                  <a:gd name="T15" fmla="*/ 5207 h 56"/>
                  <a:gd name="T16" fmla="+- 0 3337 3310"/>
                  <a:gd name="T17" fmla="*/ T16 w 35"/>
                  <a:gd name="T18" fmla="+- 0 5237 5202"/>
                  <a:gd name="T19" fmla="*/ 5237 h 56"/>
                  <a:gd name="T20" fmla="+- 0 3336 3310"/>
                  <a:gd name="T21" fmla="*/ T20 w 35"/>
                  <a:gd name="T22" fmla="+- 0 5242 5202"/>
                  <a:gd name="T23" fmla="*/ 5242 h 56"/>
                  <a:gd name="T24" fmla="+- 0 3334 3310"/>
                  <a:gd name="T25" fmla="*/ T24 w 35"/>
                  <a:gd name="T26" fmla="+- 0 5249 5202"/>
                  <a:gd name="T27" fmla="*/ 5249 h 56"/>
                  <a:gd name="T28" fmla="+- 0 3333 3310"/>
                  <a:gd name="T29" fmla="*/ T28 w 35"/>
                  <a:gd name="T30" fmla="+- 0 5251 5202"/>
                  <a:gd name="T31" fmla="*/ 5251 h 56"/>
                  <a:gd name="T32" fmla="+- 0 3332 3310"/>
                  <a:gd name="T33" fmla="*/ T32 w 35"/>
                  <a:gd name="T34" fmla="+- 0 5253 5202"/>
                  <a:gd name="T35" fmla="*/ 5253 h 56"/>
                  <a:gd name="T36" fmla="+- 0 3327 3310"/>
                  <a:gd name="T37" fmla="*/ T36 w 35"/>
                  <a:gd name="T38" fmla="+- 0 5255 5202"/>
                  <a:gd name="T39" fmla="*/ 5255 h 56"/>
                  <a:gd name="T40" fmla="+- 0 3334 3310"/>
                  <a:gd name="T41" fmla="*/ T40 w 35"/>
                  <a:gd name="T42" fmla="+- 0 5255 5202"/>
                  <a:gd name="T43" fmla="*/ 5255 h 56"/>
                  <a:gd name="T44" fmla="+- 0 3344 3310"/>
                  <a:gd name="T45" fmla="*/ T44 w 35"/>
                  <a:gd name="T46" fmla="+- 0 5220 5202"/>
                  <a:gd name="T47" fmla="*/ 5220 h 56"/>
                  <a:gd name="T48" fmla="+- 0 3342 3310"/>
                  <a:gd name="T49" fmla="*/ T48 w 35"/>
                  <a:gd name="T50" fmla="+- 0 5213 5202"/>
                  <a:gd name="T51" fmla="*/ 5213 h 56"/>
                  <a:gd name="T52" fmla="+- 0 3336 3310"/>
                  <a:gd name="T53" fmla="*/ T52 w 35"/>
                  <a:gd name="T54" fmla="+- 0 5204 5202"/>
                  <a:gd name="T55"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7" y="2"/>
                    </a:lnTo>
                    <a:lnTo>
                      <a:pt x="21" y="4"/>
                    </a:lnTo>
                    <a:lnTo>
                      <a:pt x="23" y="5"/>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6" name="Group 385">
              <a:extLst>
                <a:ext uri="{FF2B5EF4-FFF2-40B4-BE49-F238E27FC236}">
                  <a16:creationId xmlns:a16="http://schemas.microsoft.com/office/drawing/2014/main" id="{91EE4AB2-4436-45C0-4714-5B769E6B9F8D}"/>
                </a:ext>
              </a:extLst>
            </p:cNvPr>
            <p:cNvGrpSpPr>
              <a:grpSpLocks/>
            </p:cNvGrpSpPr>
            <p:nvPr/>
          </p:nvGrpSpPr>
          <p:grpSpPr bwMode="auto">
            <a:xfrm>
              <a:off x="3766" y="5202"/>
              <a:ext cx="35" cy="56"/>
              <a:chOff x="3766" y="5202"/>
              <a:chExt cx="35" cy="56"/>
            </a:xfrm>
          </p:grpSpPr>
          <p:sp>
            <p:nvSpPr>
              <p:cNvPr id="883" name="Freeform 5511">
                <a:extLst>
                  <a:ext uri="{FF2B5EF4-FFF2-40B4-BE49-F238E27FC236}">
                    <a16:creationId xmlns:a16="http://schemas.microsoft.com/office/drawing/2014/main" id="{100971E6-81DF-1A42-4CE3-B15EAEF19130}"/>
                  </a:ext>
                </a:extLst>
              </p:cNvPr>
              <p:cNvSpPr>
                <a:spLocks/>
              </p:cNvSpPr>
              <p:nvPr/>
            </p:nvSpPr>
            <p:spPr bwMode="auto">
              <a:xfrm>
                <a:off x="3766" y="5202"/>
                <a:ext cx="35" cy="56"/>
              </a:xfrm>
              <a:custGeom>
                <a:avLst/>
                <a:gdLst>
                  <a:gd name="T0" fmla="+- 0 3788 3766"/>
                  <a:gd name="T1" fmla="*/ T0 w 35"/>
                  <a:gd name="T2" fmla="+- 0 5202 5202"/>
                  <a:gd name="T3" fmla="*/ 5202 h 56"/>
                  <a:gd name="T4" fmla="+- 0 3781 3766"/>
                  <a:gd name="T5" fmla="*/ T4 w 35"/>
                  <a:gd name="T6" fmla="+- 0 5202 5202"/>
                  <a:gd name="T7" fmla="*/ 5202 h 56"/>
                  <a:gd name="T8" fmla="+- 0 3779 3766"/>
                  <a:gd name="T9" fmla="*/ T8 w 35"/>
                  <a:gd name="T10" fmla="+- 0 5203 5202"/>
                  <a:gd name="T11" fmla="*/ 5203 h 56"/>
                  <a:gd name="T12" fmla="+- 0 3773 3766"/>
                  <a:gd name="T13" fmla="*/ T12 w 35"/>
                  <a:gd name="T14" fmla="+- 0 5206 5202"/>
                  <a:gd name="T15" fmla="*/ 5206 h 56"/>
                  <a:gd name="T16" fmla="+- 0 3771 3766"/>
                  <a:gd name="T17" fmla="*/ T16 w 35"/>
                  <a:gd name="T18" fmla="+- 0 5210 5202"/>
                  <a:gd name="T19" fmla="*/ 5210 h 56"/>
                  <a:gd name="T20" fmla="+- 0 3767 3766"/>
                  <a:gd name="T21" fmla="*/ T20 w 35"/>
                  <a:gd name="T22" fmla="+- 0 5218 5202"/>
                  <a:gd name="T23" fmla="*/ 5218 h 56"/>
                  <a:gd name="T24" fmla="+- 0 3766 3766"/>
                  <a:gd name="T25" fmla="*/ T24 w 35"/>
                  <a:gd name="T26" fmla="+- 0 5224 5202"/>
                  <a:gd name="T27" fmla="*/ 5224 h 56"/>
                  <a:gd name="T28" fmla="+- 0 3766 3766"/>
                  <a:gd name="T29" fmla="*/ T28 w 35"/>
                  <a:gd name="T30" fmla="+- 0 5237 5202"/>
                  <a:gd name="T31" fmla="*/ 5237 h 56"/>
                  <a:gd name="T32" fmla="+- 0 3768 3766"/>
                  <a:gd name="T33" fmla="*/ T32 w 35"/>
                  <a:gd name="T34" fmla="+- 0 5243 5202"/>
                  <a:gd name="T35" fmla="*/ 5243 h 56"/>
                  <a:gd name="T36" fmla="+- 0 3774 3766"/>
                  <a:gd name="T37" fmla="*/ T36 w 35"/>
                  <a:gd name="T38" fmla="+- 0 5254 5202"/>
                  <a:gd name="T39" fmla="*/ 5254 h 56"/>
                  <a:gd name="T40" fmla="+- 0 3778 3766"/>
                  <a:gd name="T41" fmla="*/ T40 w 35"/>
                  <a:gd name="T42" fmla="+- 0 5257 5202"/>
                  <a:gd name="T43" fmla="*/ 5257 h 56"/>
                  <a:gd name="T44" fmla="+- 0 3786 3766"/>
                  <a:gd name="T45" fmla="*/ T44 w 35"/>
                  <a:gd name="T46" fmla="+- 0 5257 5202"/>
                  <a:gd name="T47" fmla="*/ 5257 h 56"/>
                  <a:gd name="T48" fmla="+- 0 3788 3766"/>
                  <a:gd name="T49" fmla="*/ T48 w 35"/>
                  <a:gd name="T50" fmla="+- 0 5256 5202"/>
                  <a:gd name="T51" fmla="*/ 5256 h 56"/>
                  <a:gd name="T52" fmla="+- 0 3791 3766"/>
                  <a:gd name="T53" fmla="*/ T52 w 35"/>
                  <a:gd name="T54" fmla="+- 0 5255 5202"/>
                  <a:gd name="T55" fmla="*/ 5255 h 56"/>
                  <a:gd name="T56" fmla="+- 0 3780 3766"/>
                  <a:gd name="T57" fmla="*/ T56 w 35"/>
                  <a:gd name="T58" fmla="+- 0 5255 5202"/>
                  <a:gd name="T59" fmla="*/ 5255 h 56"/>
                  <a:gd name="T60" fmla="+- 0 3778 3766"/>
                  <a:gd name="T61" fmla="*/ T60 w 35"/>
                  <a:gd name="T62" fmla="+- 0 5253 5202"/>
                  <a:gd name="T63" fmla="*/ 5253 h 56"/>
                  <a:gd name="T64" fmla="+- 0 3777 3766"/>
                  <a:gd name="T65" fmla="*/ T64 w 35"/>
                  <a:gd name="T66" fmla="+- 0 5249 5202"/>
                  <a:gd name="T67" fmla="*/ 5249 h 56"/>
                  <a:gd name="T68" fmla="+- 0 3775 3766"/>
                  <a:gd name="T69" fmla="*/ T68 w 35"/>
                  <a:gd name="T70" fmla="+- 0 5244 5202"/>
                  <a:gd name="T71" fmla="*/ 5244 h 56"/>
                  <a:gd name="T72" fmla="+- 0 3774 3766"/>
                  <a:gd name="T73" fmla="*/ T72 w 35"/>
                  <a:gd name="T74" fmla="+- 0 5238 5202"/>
                  <a:gd name="T75" fmla="*/ 5238 h 56"/>
                  <a:gd name="T76" fmla="+- 0 3784 3766"/>
                  <a:gd name="T77" fmla="*/ T76 w 35"/>
                  <a:gd name="T78" fmla="+- 0 5204 5202"/>
                  <a:gd name="T79" fmla="*/ 5204 h 56"/>
                  <a:gd name="T80" fmla="+- 0 3792 3766"/>
                  <a:gd name="T81" fmla="*/ T80 w 35"/>
                  <a:gd name="T82" fmla="+- 0 5204 5202"/>
                  <a:gd name="T83" fmla="*/ 5204 h 56"/>
                  <a:gd name="T84" fmla="+- 0 3791 3766"/>
                  <a:gd name="T85" fmla="*/ T84 w 35"/>
                  <a:gd name="T86" fmla="+- 0 5204 5202"/>
                  <a:gd name="T87" fmla="*/ 5204 h 56"/>
                  <a:gd name="T88" fmla="+- 0 3788 3766"/>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84" name="Freeform 5512">
                <a:extLst>
                  <a:ext uri="{FF2B5EF4-FFF2-40B4-BE49-F238E27FC236}">
                    <a16:creationId xmlns:a16="http://schemas.microsoft.com/office/drawing/2014/main" id="{C6C51C33-F49C-D458-83B4-D5F4820EC7C0}"/>
                  </a:ext>
                </a:extLst>
              </p:cNvPr>
              <p:cNvSpPr>
                <a:spLocks/>
              </p:cNvSpPr>
              <p:nvPr/>
            </p:nvSpPr>
            <p:spPr bwMode="auto">
              <a:xfrm>
                <a:off x="3766" y="5202"/>
                <a:ext cx="35" cy="56"/>
              </a:xfrm>
              <a:custGeom>
                <a:avLst/>
                <a:gdLst>
                  <a:gd name="T0" fmla="+- 0 3792 3766"/>
                  <a:gd name="T1" fmla="*/ T0 w 35"/>
                  <a:gd name="T2" fmla="+- 0 5204 5202"/>
                  <a:gd name="T3" fmla="*/ 5204 h 56"/>
                  <a:gd name="T4" fmla="+- 0 3784 3766"/>
                  <a:gd name="T5" fmla="*/ T4 w 35"/>
                  <a:gd name="T6" fmla="+- 0 5204 5202"/>
                  <a:gd name="T7" fmla="*/ 5204 h 56"/>
                  <a:gd name="T8" fmla="+- 0 3787 3766"/>
                  <a:gd name="T9" fmla="*/ T8 w 35"/>
                  <a:gd name="T10" fmla="+- 0 5206 5202"/>
                  <a:gd name="T11" fmla="*/ 5206 h 56"/>
                  <a:gd name="T12" fmla="+- 0 3789 3766"/>
                  <a:gd name="T13" fmla="*/ T12 w 35"/>
                  <a:gd name="T14" fmla="+- 0 5207 5202"/>
                  <a:gd name="T15" fmla="*/ 5207 h 56"/>
                  <a:gd name="T16" fmla="+- 0 3790 3766"/>
                  <a:gd name="T17" fmla="*/ T16 w 35"/>
                  <a:gd name="T18" fmla="+- 0 5209 5202"/>
                  <a:gd name="T19" fmla="*/ 5209 h 56"/>
                  <a:gd name="T20" fmla="+- 0 3792 3766"/>
                  <a:gd name="T21" fmla="*/ T20 w 35"/>
                  <a:gd name="T22" fmla="+- 0 5216 5202"/>
                  <a:gd name="T23" fmla="*/ 5216 h 56"/>
                  <a:gd name="T24" fmla="+- 0 3793 3766"/>
                  <a:gd name="T25" fmla="*/ T24 w 35"/>
                  <a:gd name="T26" fmla="+- 0 5218 5202"/>
                  <a:gd name="T27" fmla="*/ 5218 h 56"/>
                  <a:gd name="T28" fmla="+- 0 3793 3766"/>
                  <a:gd name="T29" fmla="*/ T28 w 35"/>
                  <a:gd name="T30" fmla="+- 0 5237 5202"/>
                  <a:gd name="T31" fmla="*/ 5237 h 56"/>
                  <a:gd name="T32" fmla="+- 0 3792 3766"/>
                  <a:gd name="T33" fmla="*/ T32 w 35"/>
                  <a:gd name="T34" fmla="+- 0 5242 5202"/>
                  <a:gd name="T35" fmla="*/ 5242 h 56"/>
                  <a:gd name="T36" fmla="+- 0 3790 3766"/>
                  <a:gd name="T37" fmla="*/ T36 w 35"/>
                  <a:gd name="T38" fmla="+- 0 5249 5202"/>
                  <a:gd name="T39" fmla="*/ 5249 h 56"/>
                  <a:gd name="T40" fmla="+- 0 3789 3766"/>
                  <a:gd name="T41" fmla="*/ T40 w 35"/>
                  <a:gd name="T42" fmla="+- 0 5251 5202"/>
                  <a:gd name="T43" fmla="*/ 5251 h 56"/>
                  <a:gd name="T44" fmla="+- 0 3788 3766"/>
                  <a:gd name="T45" fmla="*/ T44 w 35"/>
                  <a:gd name="T46" fmla="+- 0 5253 5202"/>
                  <a:gd name="T47" fmla="*/ 5253 h 56"/>
                  <a:gd name="T48" fmla="+- 0 3783 3766"/>
                  <a:gd name="T49" fmla="*/ T48 w 35"/>
                  <a:gd name="T50" fmla="+- 0 5255 5202"/>
                  <a:gd name="T51" fmla="*/ 5255 h 56"/>
                  <a:gd name="T52" fmla="+- 0 3791 3766"/>
                  <a:gd name="T53" fmla="*/ T52 w 35"/>
                  <a:gd name="T54" fmla="+- 0 5255 5202"/>
                  <a:gd name="T55" fmla="*/ 5255 h 56"/>
                  <a:gd name="T56" fmla="+- 0 3794 3766"/>
                  <a:gd name="T57" fmla="*/ T56 w 35"/>
                  <a:gd name="T58" fmla="+- 0 5252 5202"/>
                  <a:gd name="T59" fmla="*/ 5252 h 56"/>
                  <a:gd name="T60" fmla="+- 0 3796 3766"/>
                  <a:gd name="T61" fmla="*/ T60 w 35"/>
                  <a:gd name="T62" fmla="+- 0 5249 5202"/>
                  <a:gd name="T63" fmla="*/ 5249 h 56"/>
                  <a:gd name="T64" fmla="+- 0 3798 3766"/>
                  <a:gd name="T65" fmla="*/ T64 w 35"/>
                  <a:gd name="T66" fmla="+- 0 5245 5202"/>
                  <a:gd name="T67" fmla="*/ 5245 h 56"/>
                  <a:gd name="T68" fmla="+- 0 3800 3766"/>
                  <a:gd name="T69" fmla="*/ T68 w 35"/>
                  <a:gd name="T70" fmla="+- 0 5240 5202"/>
                  <a:gd name="T71" fmla="*/ 5240 h 56"/>
                  <a:gd name="T72" fmla="+- 0 3801 3766"/>
                  <a:gd name="T73" fmla="*/ T72 w 35"/>
                  <a:gd name="T74" fmla="+- 0 5235 5202"/>
                  <a:gd name="T75" fmla="*/ 5235 h 56"/>
                  <a:gd name="T76" fmla="+- 0 3801 3766"/>
                  <a:gd name="T77" fmla="*/ T76 w 35"/>
                  <a:gd name="T78" fmla="+- 0 5220 5202"/>
                  <a:gd name="T79" fmla="*/ 5220 h 56"/>
                  <a:gd name="T80" fmla="+- 0 3799 3766"/>
                  <a:gd name="T81" fmla="*/ T80 w 35"/>
                  <a:gd name="T82" fmla="+- 0 5213 5202"/>
                  <a:gd name="T83" fmla="*/ 5213 h 56"/>
                  <a:gd name="T84" fmla="+- 0 3792 3766"/>
                  <a:gd name="T85" fmla="*/ T84 w 35"/>
                  <a:gd name="T86" fmla="+- 0 5204 5202"/>
                  <a:gd name="T8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6" y="2"/>
                    </a:moveTo>
                    <a:lnTo>
                      <a:pt x="18" y="2"/>
                    </a:lnTo>
                    <a:lnTo>
                      <a:pt x="21" y="4"/>
                    </a:lnTo>
                    <a:lnTo>
                      <a:pt x="23" y="5"/>
                    </a:lnTo>
                    <a:lnTo>
                      <a:pt x="24" y="7"/>
                    </a:lnTo>
                    <a:lnTo>
                      <a:pt x="26" y="14"/>
                    </a:lnTo>
                    <a:lnTo>
                      <a:pt x="27" y="16"/>
                    </a:lnTo>
                    <a:lnTo>
                      <a:pt x="27" y="35"/>
                    </a:lnTo>
                    <a:lnTo>
                      <a:pt x="26" y="40"/>
                    </a:lnTo>
                    <a:lnTo>
                      <a:pt x="24" y="47"/>
                    </a:lnTo>
                    <a:lnTo>
                      <a:pt x="23" y="49"/>
                    </a:lnTo>
                    <a:lnTo>
                      <a:pt x="22" y="51"/>
                    </a:lnTo>
                    <a:lnTo>
                      <a:pt x="17" y="53"/>
                    </a:lnTo>
                    <a:lnTo>
                      <a:pt x="25" y="53"/>
                    </a:lnTo>
                    <a:lnTo>
                      <a:pt x="28" y="50"/>
                    </a:lnTo>
                    <a:lnTo>
                      <a:pt x="30" y="47"/>
                    </a:lnTo>
                    <a:lnTo>
                      <a:pt x="32" y="43"/>
                    </a:lnTo>
                    <a:lnTo>
                      <a:pt x="34" y="38"/>
                    </a:lnTo>
                    <a:lnTo>
                      <a:pt x="35" y="3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7" name="Group 386">
              <a:extLst>
                <a:ext uri="{FF2B5EF4-FFF2-40B4-BE49-F238E27FC236}">
                  <a16:creationId xmlns:a16="http://schemas.microsoft.com/office/drawing/2014/main" id="{1B01E679-151E-2958-F00E-A79062CC37AC}"/>
                </a:ext>
              </a:extLst>
            </p:cNvPr>
            <p:cNvGrpSpPr>
              <a:grpSpLocks/>
            </p:cNvGrpSpPr>
            <p:nvPr/>
          </p:nvGrpSpPr>
          <p:grpSpPr bwMode="auto">
            <a:xfrm>
              <a:off x="4223" y="5202"/>
              <a:ext cx="35" cy="56"/>
              <a:chOff x="4223" y="5202"/>
              <a:chExt cx="35" cy="56"/>
            </a:xfrm>
          </p:grpSpPr>
          <p:sp>
            <p:nvSpPr>
              <p:cNvPr id="881" name="Freeform 5514">
                <a:extLst>
                  <a:ext uri="{FF2B5EF4-FFF2-40B4-BE49-F238E27FC236}">
                    <a16:creationId xmlns:a16="http://schemas.microsoft.com/office/drawing/2014/main" id="{C6C29782-A032-80E9-F29D-551B346FFF5B}"/>
                  </a:ext>
                </a:extLst>
              </p:cNvPr>
              <p:cNvSpPr>
                <a:spLocks/>
              </p:cNvSpPr>
              <p:nvPr/>
            </p:nvSpPr>
            <p:spPr bwMode="auto">
              <a:xfrm>
                <a:off x="4223" y="5202"/>
                <a:ext cx="35" cy="56"/>
              </a:xfrm>
              <a:custGeom>
                <a:avLst/>
                <a:gdLst>
                  <a:gd name="T0" fmla="+- 0 4244 4223"/>
                  <a:gd name="T1" fmla="*/ T0 w 35"/>
                  <a:gd name="T2" fmla="+- 0 5202 5202"/>
                  <a:gd name="T3" fmla="*/ 5202 h 56"/>
                  <a:gd name="T4" fmla="+- 0 4237 4223"/>
                  <a:gd name="T5" fmla="*/ T4 w 35"/>
                  <a:gd name="T6" fmla="+- 0 5202 5202"/>
                  <a:gd name="T7" fmla="*/ 5202 h 56"/>
                  <a:gd name="T8" fmla="+- 0 4235 4223"/>
                  <a:gd name="T9" fmla="*/ T8 w 35"/>
                  <a:gd name="T10" fmla="+- 0 5203 5202"/>
                  <a:gd name="T11" fmla="*/ 5203 h 56"/>
                  <a:gd name="T12" fmla="+- 0 4230 4223"/>
                  <a:gd name="T13" fmla="*/ T12 w 35"/>
                  <a:gd name="T14" fmla="+- 0 5206 5202"/>
                  <a:gd name="T15" fmla="*/ 5206 h 56"/>
                  <a:gd name="T16" fmla="+- 0 4227 4223"/>
                  <a:gd name="T17" fmla="*/ T16 w 35"/>
                  <a:gd name="T18" fmla="+- 0 5210 5202"/>
                  <a:gd name="T19" fmla="*/ 5210 h 56"/>
                  <a:gd name="T20" fmla="+- 0 4223 4223"/>
                  <a:gd name="T21" fmla="*/ T20 w 35"/>
                  <a:gd name="T22" fmla="+- 0 5218 5202"/>
                  <a:gd name="T23" fmla="*/ 5218 h 56"/>
                  <a:gd name="T24" fmla="+- 0 4223 4223"/>
                  <a:gd name="T25" fmla="*/ T24 w 35"/>
                  <a:gd name="T26" fmla="+- 0 5224 5202"/>
                  <a:gd name="T27" fmla="*/ 5224 h 56"/>
                  <a:gd name="T28" fmla="+- 0 4223 4223"/>
                  <a:gd name="T29" fmla="*/ T28 w 35"/>
                  <a:gd name="T30" fmla="+- 0 5237 5202"/>
                  <a:gd name="T31" fmla="*/ 5237 h 56"/>
                  <a:gd name="T32" fmla="+- 0 4224 4223"/>
                  <a:gd name="T33" fmla="*/ T32 w 35"/>
                  <a:gd name="T34" fmla="+- 0 5243 5202"/>
                  <a:gd name="T35" fmla="*/ 5243 h 56"/>
                  <a:gd name="T36" fmla="+- 0 4230 4223"/>
                  <a:gd name="T37" fmla="*/ T36 w 35"/>
                  <a:gd name="T38" fmla="+- 0 5254 5202"/>
                  <a:gd name="T39" fmla="*/ 5254 h 56"/>
                  <a:gd name="T40" fmla="+- 0 4234 4223"/>
                  <a:gd name="T41" fmla="*/ T40 w 35"/>
                  <a:gd name="T42" fmla="+- 0 5257 5202"/>
                  <a:gd name="T43" fmla="*/ 5257 h 56"/>
                  <a:gd name="T44" fmla="+- 0 4242 4223"/>
                  <a:gd name="T45" fmla="*/ T44 w 35"/>
                  <a:gd name="T46" fmla="+- 0 5257 5202"/>
                  <a:gd name="T47" fmla="*/ 5257 h 56"/>
                  <a:gd name="T48" fmla="+- 0 4245 4223"/>
                  <a:gd name="T49" fmla="*/ T48 w 35"/>
                  <a:gd name="T50" fmla="+- 0 5256 5202"/>
                  <a:gd name="T51" fmla="*/ 5256 h 56"/>
                  <a:gd name="T52" fmla="+- 0 4247 4223"/>
                  <a:gd name="T53" fmla="*/ T52 w 35"/>
                  <a:gd name="T54" fmla="+- 0 5255 5202"/>
                  <a:gd name="T55" fmla="*/ 5255 h 56"/>
                  <a:gd name="T56" fmla="+- 0 4237 4223"/>
                  <a:gd name="T57" fmla="*/ T56 w 35"/>
                  <a:gd name="T58" fmla="+- 0 5255 5202"/>
                  <a:gd name="T59" fmla="*/ 5255 h 56"/>
                  <a:gd name="T60" fmla="+- 0 4234 4223"/>
                  <a:gd name="T61" fmla="*/ T60 w 35"/>
                  <a:gd name="T62" fmla="+- 0 5253 5202"/>
                  <a:gd name="T63" fmla="*/ 5253 h 56"/>
                  <a:gd name="T64" fmla="+- 0 4233 4223"/>
                  <a:gd name="T65" fmla="*/ T64 w 35"/>
                  <a:gd name="T66" fmla="+- 0 5249 5202"/>
                  <a:gd name="T67" fmla="*/ 5249 h 56"/>
                  <a:gd name="T68" fmla="+- 0 4231 4223"/>
                  <a:gd name="T69" fmla="*/ T68 w 35"/>
                  <a:gd name="T70" fmla="+- 0 5244 5202"/>
                  <a:gd name="T71" fmla="*/ 5244 h 56"/>
                  <a:gd name="T72" fmla="+- 0 4230 4223"/>
                  <a:gd name="T73" fmla="*/ T72 w 35"/>
                  <a:gd name="T74" fmla="+- 0 5238 5202"/>
                  <a:gd name="T75" fmla="*/ 5238 h 56"/>
                  <a:gd name="T76" fmla="+- 0 4240 4223"/>
                  <a:gd name="T77" fmla="*/ T76 w 35"/>
                  <a:gd name="T78" fmla="+- 0 5204 5202"/>
                  <a:gd name="T79" fmla="*/ 5204 h 56"/>
                  <a:gd name="T80" fmla="+- 0 4248 4223"/>
                  <a:gd name="T81" fmla="*/ T80 w 35"/>
                  <a:gd name="T82" fmla="+- 0 5204 5202"/>
                  <a:gd name="T83" fmla="*/ 5204 h 56"/>
                  <a:gd name="T84" fmla="+- 0 4248 4223"/>
                  <a:gd name="T85" fmla="*/ T84 w 35"/>
                  <a:gd name="T86" fmla="+- 0 5204 5202"/>
                  <a:gd name="T87" fmla="*/ 5204 h 56"/>
                  <a:gd name="T88" fmla="+- 0 4244 4223"/>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0" y="16"/>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82" name="Freeform 5515">
                <a:extLst>
                  <a:ext uri="{FF2B5EF4-FFF2-40B4-BE49-F238E27FC236}">
                    <a16:creationId xmlns:a16="http://schemas.microsoft.com/office/drawing/2014/main" id="{1E57E3C5-F611-20A3-4CA1-59628B915D23}"/>
                  </a:ext>
                </a:extLst>
              </p:cNvPr>
              <p:cNvSpPr>
                <a:spLocks/>
              </p:cNvSpPr>
              <p:nvPr/>
            </p:nvSpPr>
            <p:spPr bwMode="auto">
              <a:xfrm>
                <a:off x="4223" y="5202"/>
                <a:ext cx="35" cy="56"/>
              </a:xfrm>
              <a:custGeom>
                <a:avLst/>
                <a:gdLst>
                  <a:gd name="T0" fmla="+- 0 4248 4223"/>
                  <a:gd name="T1" fmla="*/ T0 w 35"/>
                  <a:gd name="T2" fmla="+- 0 5204 5202"/>
                  <a:gd name="T3" fmla="*/ 5204 h 56"/>
                  <a:gd name="T4" fmla="+- 0 4240 4223"/>
                  <a:gd name="T5" fmla="*/ T4 w 35"/>
                  <a:gd name="T6" fmla="+- 0 5204 5202"/>
                  <a:gd name="T7" fmla="*/ 5204 h 56"/>
                  <a:gd name="T8" fmla="+- 0 4244 4223"/>
                  <a:gd name="T9" fmla="*/ T8 w 35"/>
                  <a:gd name="T10" fmla="+- 0 5206 5202"/>
                  <a:gd name="T11" fmla="*/ 5206 h 56"/>
                  <a:gd name="T12" fmla="+- 0 4245 4223"/>
                  <a:gd name="T13" fmla="*/ T12 w 35"/>
                  <a:gd name="T14" fmla="+- 0 5207 5202"/>
                  <a:gd name="T15" fmla="*/ 5207 h 56"/>
                  <a:gd name="T16" fmla="+- 0 4246 4223"/>
                  <a:gd name="T17" fmla="*/ T16 w 35"/>
                  <a:gd name="T18" fmla="+- 0 5209 5202"/>
                  <a:gd name="T19" fmla="*/ 5209 h 56"/>
                  <a:gd name="T20" fmla="+- 0 4249 4223"/>
                  <a:gd name="T21" fmla="*/ T20 w 35"/>
                  <a:gd name="T22" fmla="+- 0 5216 5202"/>
                  <a:gd name="T23" fmla="*/ 5216 h 56"/>
                  <a:gd name="T24" fmla="+- 0 4249 4223"/>
                  <a:gd name="T25" fmla="*/ T24 w 35"/>
                  <a:gd name="T26" fmla="+- 0 5218 5202"/>
                  <a:gd name="T27" fmla="*/ 5218 h 56"/>
                  <a:gd name="T28" fmla="+- 0 4249 4223"/>
                  <a:gd name="T29" fmla="*/ T28 w 35"/>
                  <a:gd name="T30" fmla="+- 0 5237 5202"/>
                  <a:gd name="T31" fmla="*/ 5237 h 56"/>
                  <a:gd name="T32" fmla="+- 0 4249 4223"/>
                  <a:gd name="T33" fmla="*/ T32 w 35"/>
                  <a:gd name="T34" fmla="+- 0 5242 5202"/>
                  <a:gd name="T35" fmla="*/ 5242 h 56"/>
                  <a:gd name="T36" fmla="+- 0 4247 4223"/>
                  <a:gd name="T37" fmla="*/ T36 w 35"/>
                  <a:gd name="T38" fmla="+- 0 5249 5202"/>
                  <a:gd name="T39" fmla="*/ 5249 h 56"/>
                  <a:gd name="T40" fmla="+- 0 4246 4223"/>
                  <a:gd name="T41" fmla="*/ T40 w 35"/>
                  <a:gd name="T42" fmla="+- 0 5251 5202"/>
                  <a:gd name="T43" fmla="*/ 5251 h 56"/>
                  <a:gd name="T44" fmla="+- 0 4244 4223"/>
                  <a:gd name="T45" fmla="*/ T44 w 35"/>
                  <a:gd name="T46" fmla="+- 0 5253 5202"/>
                  <a:gd name="T47" fmla="*/ 5253 h 56"/>
                  <a:gd name="T48" fmla="+- 0 4240 4223"/>
                  <a:gd name="T49" fmla="*/ T48 w 35"/>
                  <a:gd name="T50" fmla="+- 0 5255 5202"/>
                  <a:gd name="T51" fmla="*/ 5255 h 56"/>
                  <a:gd name="T52" fmla="+- 0 4247 4223"/>
                  <a:gd name="T53" fmla="*/ T52 w 35"/>
                  <a:gd name="T54" fmla="+- 0 5255 5202"/>
                  <a:gd name="T55" fmla="*/ 5255 h 56"/>
                  <a:gd name="T56" fmla="+- 0 4257 4223"/>
                  <a:gd name="T57" fmla="*/ T56 w 35"/>
                  <a:gd name="T58" fmla="+- 0 5220 5202"/>
                  <a:gd name="T59" fmla="*/ 5220 h 56"/>
                  <a:gd name="T60" fmla="+- 0 4255 4223"/>
                  <a:gd name="T61" fmla="*/ T60 w 35"/>
                  <a:gd name="T62" fmla="+- 0 5213 5202"/>
                  <a:gd name="T63" fmla="*/ 5213 h 56"/>
                  <a:gd name="T64" fmla="+- 0 4248 4223"/>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8" name="Group 387">
              <a:extLst>
                <a:ext uri="{FF2B5EF4-FFF2-40B4-BE49-F238E27FC236}">
                  <a16:creationId xmlns:a16="http://schemas.microsoft.com/office/drawing/2014/main" id="{74454ED4-7C06-5AB7-A516-A26E5B7FF8DE}"/>
                </a:ext>
              </a:extLst>
            </p:cNvPr>
            <p:cNvGrpSpPr>
              <a:grpSpLocks/>
            </p:cNvGrpSpPr>
            <p:nvPr/>
          </p:nvGrpSpPr>
          <p:grpSpPr bwMode="auto">
            <a:xfrm>
              <a:off x="4679" y="5202"/>
              <a:ext cx="35" cy="56"/>
              <a:chOff x="4679" y="5202"/>
              <a:chExt cx="35" cy="56"/>
            </a:xfrm>
          </p:grpSpPr>
          <p:sp>
            <p:nvSpPr>
              <p:cNvPr id="879" name="Freeform 5517">
                <a:extLst>
                  <a:ext uri="{FF2B5EF4-FFF2-40B4-BE49-F238E27FC236}">
                    <a16:creationId xmlns:a16="http://schemas.microsoft.com/office/drawing/2014/main" id="{452B57DB-181F-F01B-39BE-A3BFC42CCF28}"/>
                  </a:ext>
                </a:extLst>
              </p:cNvPr>
              <p:cNvSpPr>
                <a:spLocks/>
              </p:cNvSpPr>
              <p:nvPr/>
            </p:nvSpPr>
            <p:spPr bwMode="auto">
              <a:xfrm>
                <a:off x="4679" y="5202"/>
                <a:ext cx="35" cy="56"/>
              </a:xfrm>
              <a:custGeom>
                <a:avLst/>
                <a:gdLst>
                  <a:gd name="T0" fmla="+- 0 4700 4679"/>
                  <a:gd name="T1" fmla="*/ T0 w 35"/>
                  <a:gd name="T2" fmla="+- 0 5202 5202"/>
                  <a:gd name="T3" fmla="*/ 5202 h 56"/>
                  <a:gd name="T4" fmla="+- 0 4694 4679"/>
                  <a:gd name="T5" fmla="*/ T4 w 35"/>
                  <a:gd name="T6" fmla="+- 0 5202 5202"/>
                  <a:gd name="T7" fmla="*/ 5202 h 56"/>
                  <a:gd name="T8" fmla="+- 0 4691 4679"/>
                  <a:gd name="T9" fmla="*/ T8 w 35"/>
                  <a:gd name="T10" fmla="+- 0 5203 5202"/>
                  <a:gd name="T11" fmla="*/ 5203 h 56"/>
                  <a:gd name="T12" fmla="+- 0 4686 4679"/>
                  <a:gd name="T13" fmla="*/ T12 w 35"/>
                  <a:gd name="T14" fmla="+- 0 5206 5202"/>
                  <a:gd name="T15" fmla="*/ 5206 h 56"/>
                  <a:gd name="T16" fmla="+- 0 4684 4679"/>
                  <a:gd name="T17" fmla="*/ T16 w 35"/>
                  <a:gd name="T18" fmla="+- 0 5210 5202"/>
                  <a:gd name="T19" fmla="*/ 5210 h 56"/>
                  <a:gd name="T20" fmla="+- 0 4680 4679"/>
                  <a:gd name="T21" fmla="*/ T20 w 35"/>
                  <a:gd name="T22" fmla="+- 0 5218 5202"/>
                  <a:gd name="T23" fmla="*/ 5218 h 56"/>
                  <a:gd name="T24" fmla="+- 0 4679 4679"/>
                  <a:gd name="T25" fmla="*/ T24 w 35"/>
                  <a:gd name="T26" fmla="+- 0 5224 5202"/>
                  <a:gd name="T27" fmla="*/ 5224 h 56"/>
                  <a:gd name="T28" fmla="+- 0 4679 4679"/>
                  <a:gd name="T29" fmla="*/ T28 w 35"/>
                  <a:gd name="T30" fmla="+- 0 5237 5202"/>
                  <a:gd name="T31" fmla="*/ 5237 h 56"/>
                  <a:gd name="T32" fmla="+- 0 4680 4679"/>
                  <a:gd name="T33" fmla="*/ T32 w 35"/>
                  <a:gd name="T34" fmla="+- 0 5243 5202"/>
                  <a:gd name="T35" fmla="*/ 5243 h 56"/>
                  <a:gd name="T36" fmla="+- 0 4687 4679"/>
                  <a:gd name="T37" fmla="*/ T36 w 35"/>
                  <a:gd name="T38" fmla="+- 0 5254 5202"/>
                  <a:gd name="T39" fmla="*/ 5254 h 56"/>
                  <a:gd name="T40" fmla="+- 0 4691 4679"/>
                  <a:gd name="T41" fmla="*/ T40 w 35"/>
                  <a:gd name="T42" fmla="+- 0 5257 5202"/>
                  <a:gd name="T43" fmla="*/ 5257 h 56"/>
                  <a:gd name="T44" fmla="+- 0 4698 4679"/>
                  <a:gd name="T45" fmla="*/ T44 w 35"/>
                  <a:gd name="T46" fmla="+- 0 5257 5202"/>
                  <a:gd name="T47" fmla="*/ 5257 h 56"/>
                  <a:gd name="T48" fmla="+- 0 4701 4679"/>
                  <a:gd name="T49" fmla="*/ T48 w 35"/>
                  <a:gd name="T50" fmla="+- 0 5256 5202"/>
                  <a:gd name="T51" fmla="*/ 5256 h 56"/>
                  <a:gd name="T52" fmla="+- 0 4703 4679"/>
                  <a:gd name="T53" fmla="*/ T52 w 35"/>
                  <a:gd name="T54" fmla="+- 0 5255 5202"/>
                  <a:gd name="T55" fmla="*/ 5255 h 56"/>
                  <a:gd name="T56" fmla="+- 0 4693 4679"/>
                  <a:gd name="T57" fmla="*/ T56 w 35"/>
                  <a:gd name="T58" fmla="+- 0 5255 5202"/>
                  <a:gd name="T59" fmla="*/ 5255 h 56"/>
                  <a:gd name="T60" fmla="+- 0 4691 4679"/>
                  <a:gd name="T61" fmla="*/ T60 w 35"/>
                  <a:gd name="T62" fmla="+- 0 5253 5202"/>
                  <a:gd name="T63" fmla="*/ 5253 h 56"/>
                  <a:gd name="T64" fmla="+- 0 4688 4679"/>
                  <a:gd name="T65" fmla="*/ T64 w 35"/>
                  <a:gd name="T66" fmla="+- 0 5244 5202"/>
                  <a:gd name="T67" fmla="*/ 5244 h 56"/>
                  <a:gd name="T68" fmla="+- 0 4687 4679"/>
                  <a:gd name="T69" fmla="*/ T68 w 35"/>
                  <a:gd name="T70" fmla="+- 0 5238 5202"/>
                  <a:gd name="T71" fmla="*/ 5238 h 56"/>
                  <a:gd name="T72" fmla="+- 0 4687 4679"/>
                  <a:gd name="T73" fmla="*/ T72 w 35"/>
                  <a:gd name="T74" fmla="+- 0 5224 5202"/>
                  <a:gd name="T75" fmla="*/ 5224 h 56"/>
                  <a:gd name="T76" fmla="+- 0 4696 4679"/>
                  <a:gd name="T77" fmla="*/ T76 w 35"/>
                  <a:gd name="T78" fmla="+- 0 5204 5202"/>
                  <a:gd name="T79" fmla="*/ 5204 h 56"/>
                  <a:gd name="T80" fmla="+- 0 4704 4679"/>
                  <a:gd name="T81" fmla="*/ T80 w 35"/>
                  <a:gd name="T82" fmla="+- 0 5204 5202"/>
                  <a:gd name="T83" fmla="*/ 5204 h 56"/>
                  <a:gd name="T84" fmla="+- 0 4704 4679"/>
                  <a:gd name="T85" fmla="*/ T84 w 35"/>
                  <a:gd name="T86" fmla="+- 0 5204 5202"/>
                  <a:gd name="T87" fmla="*/ 5204 h 56"/>
                  <a:gd name="T88" fmla="+- 0 4700 4679"/>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6"/>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80" name="Freeform 5518">
                <a:extLst>
                  <a:ext uri="{FF2B5EF4-FFF2-40B4-BE49-F238E27FC236}">
                    <a16:creationId xmlns:a16="http://schemas.microsoft.com/office/drawing/2014/main" id="{987A38CC-54DA-D285-69CD-E137954D1DDB}"/>
                  </a:ext>
                </a:extLst>
              </p:cNvPr>
              <p:cNvSpPr>
                <a:spLocks/>
              </p:cNvSpPr>
              <p:nvPr/>
            </p:nvSpPr>
            <p:spPr bwMode="auto">
              <a:xfrm>
                <a:off x="4679" y="5202"/>
                <a:ext cx="35" cy="56"/>
              </a:xfrm>
              <a:custGeom>
                <a:avLst/>
                <a:gdLst>
                  <a:gd name="T0" fmla="+- 0 4704 4679"/>
                  <a:gd name="T1" fmla="*/ T0 w 35"/>
                  <a:gd name="T2" fmla="+- 0 5204 5202"/>
                  <a:gd name="T3" fmla="*/ 5204 h 56"/>
                  <a:gd name="T4" fmla="+- 0 4696 4679"/>
                  <a:gd name="T5" fmla="*/ T4 w 35"/>
                  <a:gd name="T6" fmla="+- 0 5204 5202"/>
                  <a:gd name="T7" fmla="*/ 5204 h 56"/>
                  <a:gd name="T8" fmla="+- 0 4700 4679"/>
                  <a:gd name="T9" fmla="*/ T8 w 35"/>
                  <a:gd name="T10" fmla="+- 0 5206 5202"/>
                  <a:gd name="T11" fmla="*/ 5206 h 56"/>
                  <a:gd name="T12" fmla="+- 0 4702 4679"/>
                  <a:gd name="T13" fmla="*/ T12 w 35"/>
                  <a:gd name="T14" fmla="+- 0 5207 5202"/>
                  <a:gd name="T15" fmla="*/ 5207 h 56"/>
                  <a:gd name="T16" fmla="+- 0 4703 4679"/>
                  <a:gd name="T17" fmla="*/ T16 w 35"/>
                  <a:gd name="T18" fmla="+- 0 5209 5202"/>
                  <a:gd name="T19" fmla="*/ 5209 h 56"/>
                  <a:gd name="T20" fmla="+- 0 4705 4679"/>
                  <a:gd name="T21" fmla="*/ T20 w 35"/>
                  <a:gd name="T22" fmla="+- 0 5216 5202"/>
                  <a:gd name="T23" fmla="*/ 5216 h 56"/>
                  <a:gd name="T24" fmla="+- 0 4705 4679"/>
                  <a:gd name="T25" fmla="*/ T24 w 35"/>
                  <a:gd name="T26" fmla="+- 0 5218 5202"/>
                  <a:gd name="T27" fmla="*/ 5218 h 56"/>
                  <a:gd name="T28" fmla="+- 0 4706 4679"/>
                  <a:gd name="T29" fmla="*/ T28 w 35"/>
                  <a:gd name="T30" fmla="+- 0 5237 5202"/>
                  <a:gd name="T31" fmla="*/ 5237 h 56"/>
                  <a:gd name="T32" fmla="+- 0 4705 4679"/>
                  <a:gd name="T33" fmla="*/ T32 w 35"/>
                  <a:gd name="T34" fmla="+- 0 5242 5202"/>
                  <a:gd name="T35" fmla="*/ 5242 h 56"/>
                  <a:gd name="T36" fmla="+- 0 4703 4679"/>
                  <a:gd name="T37" fmla="*/ T36 w 35"/>
                  <a:gd name="T38" fmla="+- 0 5249 5202"/>
                  <a:gd name="T39" fmla="*/ 5249 h 56"/>
                  <a:gd name="T40" fmla="+- 0 4702 4679"/>
                  <a:gd name="T41" fmla="*/ T40 w 35"/>
                  <a:gd name="T42" fmla="+- 0 5251 5202"/>
                  <a:gd name="T43" fmla="*/ 5251 h 56"/>
                  <a:gd name="T44" fmla="+- 0 4700 4679"/>
                  <a:gd name="T45" fmla="*/ T44 w 35"/>
                  <a:gd name="T46" fmla="+- 0 5253 5202"/>
                  <a:gd name="T47" fmla="*/ 5253 h 56"/>
                  <a:gd name="T48" fmla="+- 0 4696 4679"/>
                  <a:gd name="T49" fmla="*/ T48 w 35"/>
                  <a:gd name="T50" fmla="+- 0 5255 5202"/>
                  <a:gd name="T51" fmla="*/ 5255 h 56"/>
                  <a:gd name="T52" fmla="+- 0 4703 4679"/>
                  <a:gd name="T53" fmla="*/ T52 w 35"/>
                  <a:gd name="T54" fmla="+- 0 5255 5202"/>
                  <a:gd name="T55" fmla="*/ 5255 h 56"/>
                  <a:gd name="T56" fmla="+- 0 4713 4679"/>
                  <a:gd name="T57" fmla="*/ T56 w 35"/>
                  <a:gd name="T58" fmla="+- 0 5220 5202"/>
                  <a:gd name="T59" fmla="*/ 5220 h 56"/>
                  <a:gd name="T60" fmla="+- 0 4711 4679"/>
                  <a:gd name="T61" fmla="*/ T60 w 35"/>
                  <a:gd name="T62" fmla="+- 0 5213 5202"/>
                  <a:gd name="T63" fmla="*/ 5213 h 56"/>
                  <a:gd name="T64" fmla="+- 0 4704 4679"/>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6"/>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89" name="Group 388">
              <a:extLst>
                <a:ext uri="{FF2B5EF4-FFF2-40B4-BE49-F238E27FC236}">
                  <a16:creationId xmlns:a16="http://schemas.microsoft.com/office/drawing/2014/main" id="{212072FC-918B-1E3F-FD06-3E0CE8B44241}"/>
                </a:ext>
              </a:extLst>
            </p:cNvPr>
            <p:cNvGrpSpPr>
              <a:grpSpLocks/>
            </p:cNvGrpSpPr>
            <p:nvPr/>
          </p:nvGrpSpPr>
          <p:grpSpPr bwMode="auto">
            <a:xfrm>
              <a:off x="5135" y="5202"/>
              <a:ext cx="35" cy="56"/>
              <a:chOff x="5135" y="5202"/>
              <a:chExt cx="35" cy="56"/>
            </a:xfrm>
          </p:grpSpPr>
          <p:sp>
            <p:nvSpPr>
              <p:cNvPr id="877" name="Freeform 5520">
                <a:extLst>
                  <a:ext uri="{FF2B5EF4-FFF2-40B4-BE49-F238E27FC236}">
                    <a16:creationId xmlns:a16="http://schemas.microsoft.com/office/drawing/2014/main" id="{1D18C1AB-9ADD-6097-0881-43AD894342C1}"/>
                  </a:ext>
                </a:extLst>
              </p:cNvPr>
              <p:cNvSpPr>
                <a:spLocks/>
              </p:cNvSpPr>
              <p:nvPr/>
            </p:nvSpPr>
            <p:spPr bwMode="auto">
              <a:xfrm>
                <a:off x="5135" y="5202"/>
                <a:ext cx="35" cy="56"/>
              </a:xfrm>
              <a:custGeom>
                <a:avLst/>
                <a:gdLst>
                  <a:gd name="T0" fmla="+- 0 5157 5135"/>
                  <a:gd name="T1" fmla="*/ T0 w 35"/>
                  <a:gd name="T2" fmla="+- 0 5202 5202"/>
                  <a:gd name="T3" fmla="*/ 5202 h 56"/>
                  <a:gd name="T4" fmla="+- 0 5150 5135"/>
                  <a:gd name="T5" fmla="*/ T4 w 35"/>
                  <a:gd name="T6" fmla="+- 0 5202 5202"/>
                  <a:gd name="T7" fmla="*/ 5202 h 56"/>
                  <a:gd name="T8" fmla="+- 0 5148 5135"/>
                  <a:gd name="T9" fmla="*/ T8 w 35"/>
                  <a:gd name="T10" fmla="+- 0 5203 5202"/>
                  <a:gd name="T11" fmla="*/ 5203 h 56"/>
                  <a:gd name="T12" fmla="+- 0 5142 5135"/>
                  <a:gd name="T13" fmla="*/ T12 w 35"/>
                  <a:gd name="T14" fmla="+- 0 5206 5202"/>
                  <a:gd name="T15" fmla="*/ 5206 h 56"/>
                  <a:gd name="T16" fmla="+- 0 5140 5135"/>
                  <a:gd name="T17" fmla="*/ T16 w 35"/>
                  <a:gd name="T18" fmla="+- 0 5210 5202"/>
                  <a:gd name="T19" fmla="*/ 5210 h 56"/>
                  <a:gd name="T20" fmla="+- 0 5136 5135"/>
                  <a:gd name="T21" fmla="*/ T20 w 35"/>
                  <a:gd name="T22" fmla="+- 0 5218 5202"/>
                  <a:gd name="T23" fmla="*/ 5218 h 56"/>
                  <a:gd name="T24" fmla="+- 0 5135 5135"/>
                  <a:gd name="T25" fmla="*/ T24 w 35"/>
                  <a:gd name="T26" fmla="+- 0 5224 5202"/>
                  <a:gd name="T27" fmla="*/ 5224 h 56"/>
                  <a:gd name="T28" fmla="+- 0 5135 5135"/>
                  <a:gd name="T29" fmla="*/ T28 w 35"/>
                  <a:gd name="T30" fmla="+- 0 5237 5202"/>
                  <a:gd name="T31" fmla="*/ 5237 h 56"/>
                  <a:gd name="T32" fmla="+- 0 5137 5135"/>
                  <a:gd name="T33" fmla="*/ T32 w 35"/>
                  <a:gd name="T34" fmla="+- 0 5243 5202"/>
                  <a:gd name="T35" fmla="*/ 5243 h 56"/>
                  <a:gd name="T36" fmla="+- 0 5143 5135"/>
                  <a:gd name="T37" fmla="*/ T36 w 35"/>
                  <a:gd name="T38" fmla="+- 0 5254 5202"/>
                  <a:gd name="T39" fmla="*/ 5254 h 56"/>
                  <a:gd name="T40" fmla="+- 0 5147 5135"/>
                  <a:gd name="T41" fmla="*/ T40 w 35"/>
                  <a:gd name="T42" fmla="+- 0 5257 5202"/>
                  <a:gd name="T43" fmla="*/ 5257 h 56"/>
                  <a:gd name="T44" fmla="+- 0 5155 5135"/>
                  <a:gd name="T45" fmla="*/ T44 w 35"/>
                  <a:gd name="T46" fmla="+- 0 5257 5202"/>
                  <a:gd name="T47" fmla="*/ 5257 h 56"/>
                  <a:gd name="T48" fmla="+- 0 5157 5135"/>
                  <a:gd name="T49" fmla="*/ T48 w 35"/>
                  <a:gd name="T50" fmla="+- 0 5256 5202"/>
                  <a:gd name="T51" fmla="*/ 5256 h 56"/>
                  <a:gd name="T52" fmla="+- 0 5159 5135"/>
                  <a:gd name="T53" fmla="*/ T52 w 35"/>
                  <a:gd name="T54" fmla="+- 0 5255 5202"/>
                  <a:gd name="T55" fmla="*/ 5255 h 56"/>
                  <a:gd name="T56" fmla="+- 0 5149 5135"/>
                  <a:gd name="T57" fmla="*/ T56 w 35"/>
                  <a:gd name="T58" fmla="+- 0 5255 5202"/>
                  <a:gd name="T59" fmla="*/ 5255 h 56"/>
                  <a:gd name="T60" fmla="+- 0 5147 5135"/>
                  <a:gd name="T61" fmla="*/ T60 w 35"/>
                  <a:gd name="T62" fmla="+- 0 5253 5202"/>
                  <a:gd name="T63" fmla="*/ 5253 h 56"/>
                  <a:gd name="T64" fmla="+- 0 5146 5135"/>
                  <a:gd name="T65" fmla="*/ T64 w 35"/>
                  <a:gd name="T66" fmla="+- 0 5249 5202"/>
                  <a:gd name="T67" fmla="*/ 5249 h 56"/>
                  <a:gd name="T68" fmla="+- 0 5144 5135"/>
                  <a:gd name="T69" fmla="*/ T68 w 35"/>
                  <a:gd name="T70" fmla="+- 0 5244 5202"/>
                  <a:gd name="T71" fmla="*/ 5244 h 56"/>
                  <a:gd name="T72" fmla="+- 0 5143 5135"/>
                  <a:gd name="T73" fmla="*/ T72 w 35"/>
                  <a:gd name="T74" fmla="+- 0 5238 5202"/>
                  <a:gd name="T75" fmla="*/ 5238 h 56"/>
                  <a:gd name="T76" fmla="+- 0 5152 5135"/>
                  <a:gd name="T77" fmla="*/ T76 w 35"/>
                  <a:gd name="T78" fmla="+- 0 5204 5202"/>
                  <a:gd name="T79" fmla="*/ 5204 h 56"/>
                  <a:gd name="T80" fmla="+- 0 5161 5135"/>
                  <a:gd name="T81" fmla="*/ T80 w 35"/>
                  <a:gd name="T82" fmla="+- 0 5204 5202"/>
                  <a:gd name="T83" fmla="*/ 5204 h 56"/>
                  <a:gd name="T84" fmla="+- 0 5160 5135"/>
                  <a:gd name="T85" fmla="*/ T84 w 35"/>
                  <a:gd name="T86" fmla="+- 0 5204 5202"/>
                  <a:gd name="T87" fmla="*/ 5204 h 56"/>
                  <a:gd name="T88" fmla="+- 0 5157 5135"/>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8" name="Freeform 5521">
                <a:extLst>
                  <a:ext uri="{FF2B5EF4-FFF2-40B4-BE49-F238E27FC236}">
                    <a16:creationId xmlns:a16="http://schemas.microsoft.com/office/drawing/2014/main" id="{A66A9640-52DA-15E0-5E63-DC2E67701949}"/>
                  </a:ext>
                </a:extLst>
              </p:cNvPr>
              <p:cNvSpPr>
                <a:spLocks/>
              </p:cNvSpPr>
              <p:nvPr/>
            </p:nvSpPr>
            <p:spPr bwMode="auto">
              <a:xfrm>
                <a:off x="5135" y="5202"/>
                <a:ext cx="35" cy="56"/>
              </a:xfrm>
              <a:custGeom>
                <a:avLst/>
                <a:gdLst>
                  <a:gd name="T0" fmla="+- 0 5161 5135"/>
                  <a:gd name="T1" fmla="*/ T0 w 35"/>
                  <a:gd name="T2" fmla="+- 0 5204 5202"/>
                  <a:gd name="T3" fmla="*/ 5204 h 56"/>
                  <a:gd name="T4" fmla="+- 0 5152 5135"/>
                  <a:gd name="T5" fmla="*/ T4 w 35"/>
                  <a:gd name="T6" fmla="+- 0 5204 5202"/>
                  <a:gd name="T7" fmla="*/ 5204 h 56"/>
                  <a:gd name="T8" fmla="+- 0 5156 5135"/>
                  <a:gd name="T9" fmla="*/ T8 w 35"/>
                  <a:gd name="T10" fmla="+- 0 5206 5202"/>
                  <a:gd name="T11" fmla="*/ 5206 h 56"/>
                  <a:gd name="T12" fmla="+- 0 5158 5135"/>
                  <a:gd name="T13" fmla="*/ T12 w 35"/>
                  <a:gd name="T14" fmla="+- 0 5207 5202"/>
                  <a:gd name="T15" fmla="*/ 5207 h 56"/>
                  <a:gd name="T16" fmla="+- 0 5159 5135"/>
                  <a:gd name="T17" fmla="*/ T16 w 35"/>
                  <a:gd name="T18" fmla="+- 0 5209 5202"/>
                  <a:gd name="T19" fmla="*/ 5209 h 56"/>
                  <a:gd name="T20" fmla="+- 0 5161 5135"/>
                  <a:gd name="T21" fmla="*/ T20 w 35"/>
                  <a:gd name="T22" fmla="+- 0 5216 5202"/>
                  <a:gd name="T23" fmla="*/ 5216 h 56"/>
                  <a:gd name="T24" fmla="+- 0 5162 5135"/>
                  <a:gd name="T25" fmla="*/ T24 w 35"/>
                  <a:gd name="T26" fmla="+- 0 5218 5202"/>
                  <a:gd name="T27" fmla="*/ 5218 h 56"/>
                  <a:gd name="T28" fmla="+- 0 5162 5135"/>
                  <a:gd name="T29" fmla="*/ T28 w 35"/>
                  <a:gd name="T30" fmla="+- 0 5237 5202"/>
                  <a:gd name="T31" fmla="*/ 5237 h 56"/>
                  <a:gd name="T32" fmla="+- 0 5161 5135"/>
                  <a:gd name="T33" fmla="*/ T32 w 35"/>
                  <a:gd name="T34" fmla="+- 0 5242 5202"/>
                  <a:gd name="T35" fmla="*/ 5242 h 56"/>
                  <a:gd name="T36" fmla="+- 0 5159 5135"/>
                  <a:gd name="T37" fmla="*/ T36 w 35"/>
                  <a:gd name="T38" fmla="+- 0 5249 5202"/>
                  <a:gd name="T39" fmla="*/ 5249 h 56"/>
                  <a:gd name="T40" fmla="+- 0 5158 5135"/>
                  <a:gd name="T41" fmla="*/ T40 w 35"/>
                  <a:gd name="T42" fmla="+- 0 5251 5202"/>
                  <a:gd name="T43" fmla="*/ 5251 h 56"/>
                  <a:gd name="T44" fmla="+- 0 5157 5135"/>
                  <a:gd name="T45" fmla="*/ T44 w 35"/>
                  <a:gd name="T46" fmla="+- 0 5253 5202"/>
                  <a:gd name="T47" fmla="*/ 5253 h 56"/>
                  <a:gd name="T48" fmla="+- 0 5152 5135"/>
                  <a:gd name="T49" fmla="*/ T48 w 35"/>
                  <a:gd name="T50" fmla="+- 0 5255 5202"/>
                  <a:gd name="T51" fmla="*/ 5255 h 56"/>
                  <a:gd name="T52" fmla="+- 0 5159 5135"/>
                  <a:gd name="T53" fmla="*/ T52 w 35"/>
                  <a:gd name="T54" fmla="+- 0 5255 5202"/>
                  <a:gd name="T55" fmla="*/ 5255 h 56"/>
                  <a:gd name="T56" fmla="+- 0 5170 5135"/>
                  <a:gd name="T57" fmla="*/ T56 w 35"/>
                  <a:gd name="T58" fmla="+- 0 5220 5202"/>
                  <a:gd name="T59" fmla="*/ 5220 h 56"/>
                  <a:gd name="T60" fmla="+- 0 5168 5135"/>
                  <a:gd name="T61" fmla="*/ T60 w 35"/>
                  <a:gd name="T62" fmla="+- 0 5213 5202"/>
                  <a:gd name="T63" fmla="*/ 5213 h 56"/>
                  <a:gd name="T64" fmla="+- 0 5161 5135"/>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6"/>
                    </a:lnTo>
                    <a:lnTo>
                      <a:pt x="27" y="35"/>
                    </a:lnTo>
                    <a:lnTo>
                      <a:pt x="26" y="40"/>
                    </a:lnTo>
                    <a:lnTo>
                      <a:pt x="24" y="47"/>
                    </a:lnTo>
                    <a:lnTo>
                      <a:pt x="23" y="49"/>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0" name="Group 389">
              <a:extLst>
                <a:ext uri="{FF2B5EF4-FFF2-40B4-BE49-F238E27FC236}">
                  <a16:creationId xmlns:a16="http://schemas.microsoft.com/office/drawing/2014/main" id="{E7204F76-7E88-B1B4-3101-8D3063CDA6F3}"/>
                </a:ext>
              </a:extLst>
            </p:cNvPr>
            <p:cNvGrpSpPr>
              <a:grpSpLocks/>
            </p:cNvGrpSpPr>
            <p:nvPr/>
          </p:nvGrpSpPr>
          <p:grpSpPr bwMode="auto">
            <a:xfrm>
              <a:off x="5592" y="5202"/>
              <a:ext cx="35" cy="56"/>
              <a:chOff x="5592" y="5202"/>
              <a:chExt cx="35" cy="56"/>
            </a:xfrm>
          </p:grpSpPr>
          <p:sp>
            <p:nvSpPr>
              <p:cNvPr id="875" name="Freeform 5523">
                <a:extLst>
                  <a:ext uri="{FF2B5EF4-FFF2-40B4-BE49-F238E27FC236}">
                    <a16:creationId xmlns:a16="http://schemas.microsoft.com/office/drawing/2014/main" id="{2BC9D08A-DAF1-3242-804E-76BC60C4E896}"/>
                  </a:ext>
                </a:extLst>
              </p:cNvPr>
              <p:cNvSpPr>
                <a:spLocks/>
              </p:cNvSpPr>
              <p:nvPr/>
            </p:nvSpPr>
            <p:spPr bwMode="auto">
              <a:xfrm>
                <a:off x="5592" y="5202"/>
                <a:ext cx="35" cy="56"/>
              </a:xfrm>
              <a:custGeom>
                <a:avLst/>
                <a:gdLst>
                  <a:gd name="T0" fmla="+- 0 5613 5592"/>
                  <a:gd name="T1" fmla="*/ T0 w 35"/>
                  <a:gd name="T2" fmla="+- 0 5202 5202"/>
                  <a:gd name="T3" fmla="*/ 5202 h 56"/>
                  <a:gd name="T4" fmla="+- 0 5606 5592"/>
                  <a:gd name="T5" fmla="*/ T4 w 35"/>
                  <a:gd name="T6" fmla="+- 0 5202 5202"/>
                  <a:gd name="T7" fmla="*/ 5202 h 56"/>
                  <a:gd name="T8" fmla="+- 0 5604 5592"/>
                  <a:gd name="T9" fmla="*/ T8 w 35"/>
                  <a:gd name="T10" fmla="+- 0 5203 5202"/>
                  <a:gd name="T11" fmla="*/ 5203 h 56"/>
                  <a:gd name="T12" fmla="+- 0 5602 5592"/>
                  <a:gd name="T13" fmla="*/ T12 w 35"/>
                  <a:gd name="T14" fmla="+- 0 5204 5202"/>
                  <a:gd name="T15" fmla="*/ 5204 h 56"/>
                  <a:gd name="T16" fmla="+- 0 5599 5592"/>
                  <a:gd name="T17" fmla="*/ T16 w 35"/>
                  <a:gd name="T18" fmla="+- 0 5206 5202"/>
                  <a:gd name="T19" fmla="*/ 5206 h 56"/>
                  <a:gd name="T20" fmla="+- 0 5596 5592"/>
                  <a:gd name="T21" fmla="*/ T20 w 35"/>
                  <a:gd name="T22" fmla="+- 0 5210 5202"/>
                  <a:gd name="T23" fmla="*/ 5210 h 56"/>
                  <a:gd name="T24" fmla="+- 0 5592 5592"/>
                  <a:gd name="T25" fmla="*/ T24 w 35"/>
                  <a:gd name="T26" fmla="+- 0 5218 5202"/>
                  <a:gd name="T27" fmla="*/ 5218 h 56"/>
                  <a:gd name="T28" fmla="+- 0 5592 5592"/>
                  <a:gd name="T29" fmla="*/ T28 w 35"/>
                  <a:gd name="T30" fmla="+- 0 5224 5202"/>
                  <a:gd name="T31" fmla="*/ 5224 h 56"/>
                  <a:gd name="T32" fmla="+- 0 5592 5592"/>
                  <a:gd name="T33" fmla="*/ T32 w 35"/>
                  <a:gd name="T34" fmla="+- 0 5237 5202"/>
                  <a:gd name="T35" fmla="*/ 5237 h 56"/>
                  <a:gd name="T36" fmla="+- 0 5593 5592"/>
                  <a:gd name="T37" fmla="*/ T36 w 35"/>
                  <a:gd name="T38" fmla="+- 0 5243 5202"/>
                  <a:gd name="T39" fmla="*/ 5243 h 56"/>
                  <a:gd name="T40" fmla="+- 0 5599 5592"/>
                  <a:gd name="T41" fmla="*/ T40 w 35"/>
                  <a:gd name="T42" fmla="+- 0 5254 5202"/>
                  <a:gd name="T43" fmla="*/ 5254 h 56"/>
                  <a:gd name="T44" fmla="+- 0 5603 5592"/>
                  <a:gd name="T45" fmla="*/ T44 w 35"/>
                  <a:gd name="T46" fmla="+- 0 5257 5202"/>
                  <a:gd name="T47" fmla="*/ 5257 h 56"/>
                  <a:gd name="T48" fmla="+- 0 5611 5592"/>
                  <a:gd name="T49" fmla="*/ T48 w 35"/>
                  <a:gd name="T50" fmla="+- 0 5257 5202"/>
                  <a:gd name="T51" fmla="*/ 5257 h 56"/>
                  <a:gd name="T52" fmla="+- 0 5614 5592"/>
                  <a:gd name="T53" fmla="*/ T52 w 35"/>
                  <a:gd name="T54" fmla="+- 0 5256 5202"/>
                  <a:gd name="T55" fmla="*/ 5256 h 56"/>
                  <a:gd name="T56" fmla="+- 0 5616 5592"/>
                  <a:gd name="T57" fmla="*/ T56 w 35"/>
                  <a:gd name="T58" fmla="+- 0 5255 5202"/>
                  <a:gd name="T59" fmla="*/ 5255 h 56"/>
                  <a:gd name="T60" fmla="+- 0 5606 5592"/>
                  <a:gd name="T61" fmla="*/ T60 w 35"/>
                  <a:gd name="T62" fmla="+- 0 5255 5202"/>
                  <a:gd name="T63" fmla="*/ 5255 h 56"/>
                  <a:gd name="T64" fmla="+- 0 5603 5592"/>
                  <a:gd name="T65" fmla="*/ T64 w 35"/>
                  <a:gd name="T66" fmla="+- 0 5253 5202"/>
                  <a:gd name="T67" fmla="*/ 5253 h 56"/>
                  <a:gd name="T68" fmla="+- 0 5602 5592"/>
                  <a:gd name="T69" fmla="*/ T68 w 35"/>
                  <a:gd name="T70" fmla="+- 0 5249 5202"/>
                  <a:gd name="T71" fmla="*/ 5249 h 56"/>
                  <a:gd name="T72" fmla="+- 0 5600 5592"/>
                  <a:gd name="T73" fmla="*/ T72 w 35"/>
                  <a:gd name="T74" fmla="+- 0 5244 5202"/>
                  <a:gd name="T75" fmla="*/ 5244 h 56"/>
                  <a:gd name="T76" fmla="+- 0 5599 5592"/>
                  <a:gd name="T77" fmla="*/ T76 w 35"/>
                  <a:gd name="T78" fmla="+- 0 5238 5202"/>
                  <a:gd name="T79" fmla="*/ 5238 h 56"/>
                  <a:gd name="T80" fmla="+- 0 5609 5592"/>
                  <a:gd name="T81" fmla="*/ T80 w 35"/>
                  <a:gd name="T82" fmla="+- 0 5204 5202"/>
                  <a:gd name="T83" fmla="*/ 5204 h 56"/>
                  <a:gd name="T84" fmla="+- 0 5617 5592"/>
                  <a:gd name="T85" fmla="*/ T84 w 35"/>
                  <a:gd name="T86" fmla="+- 0 5204 5202"/>
                  <a:gd name="T87" fmla="*/ 5204 h 56"/>
                  <a:gd name="T88" fmla="+- 0 5617 5592"/>
                  <a:gd name="T89" fmla="*/ T88 w 35"/>
                  <a:gd name="T90" fmla="+- 0 5204 5202"/>
                  <a:gd name="T91" fmla="*/ 5204 h 56"/>
                  <a:gd name="T92" fmla="+- 0 5613 5592"/>
                  <a:gd name="T93" fmla="*/ T92 w 35"/>
                  <a:gd name="T94" fmla="+- 0 5202 5202"/>
                  <a:gd name="T95"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2"/>
                    </a:lnTo>
                    <a:lnTo>
                      <a:pt x="7" y="4"/>
                    </a:lnTo>
                    <a:lnTo>
                      <a:pt x="4" y="8"/>
                    </a:lnTo>
                    <a:lnTo>
                      <a:pt x="0" y="16"/>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6" name="Freeform 5524">
                <a:extLst>
                  <a:ext uri="{FF2B5EF4-FFF2-40B4-BE49-F238E27FC236}">
                    <a16:creationId xmlns:a16="http://schemas.microsoft.com/office/drawing/2014/main" id="{B3F1B9CF-03AD-91D9-13E4-A2D1FB871B2E}"/>
                  </a:ext>
                </a:extLst>
              </p:cNvPr>
              <p:cNvSpPr>
                <a:spLocks/>
              </p:cNvSpPr>
              <p:nvPr/>
            </p:nvSpPr>
            <p:spPr bwMode="auto">
              <a:xfrm>
                <a:off x="5592" y="5202"/>
                <a:ext cx="35" cy="56"/>
              </a:xfrm>
              <a:custGeom>
                <a:avLst/>
                <a:gdLst>
                  <a:gd name="T0" fmla="+- 0 5617 5592"/>
                  <a:gd name="T1" fmla="*/ T0 w 35"/>
                  <a:gd name="T2" fmla="+- 0 5204 5202"/>
                  <a:gd name="T3" fmla="*/ 5204 h 56"/>
                  <a:gd name="T4" fmla="+- 0 5609 5592"/>
                  <a:gd name="T5" fmla="*/ T4 w 35"/>
                  <a:gd name="T6" fmla="+- 0 5204 5202"/>
                  <a:gd name="T7" fmla="*/ 5204 h 56"/>
                  <a:gd name="T8" fmla="+- 0 5613 5592"/>
                  <a:gd name="T9" fmla="*/ T8 w 35"/>
                  <a:gd name="T10" fmla="+- 0 5206 5202"/>
                  <a:gd name="T11" fmla="*/ 5206 h 56"/>
                  <a:gd name="T12" fmla="+- 0 5614 5592"/>
                  <a:gd name="T13" fmla="*/ T12 w 35"/>
                  <a:gd name="T14" fmla="+- 0 5207 5202"/>
                  <a:gd name="T15" fmla="*/ 5207 h 56"/>
                  <a:gd name="T16" fmla="+- 0 5615 5592"/>
                  <a:gd name="T17" fmla="*/ T16 w 35"/>
                  <a:gd name="T18" fmla="+- 0 5209 5202"/>
                  <a:gd name="T19" fmla="*/ 5209 h 56"/>
                  <a:gd name="T20" fmla="+- 0 5618 5592"/>
                  <a:gd name="T21" fmla="*/ T20 w 35"/>
                  <a:gd name="T22" fmla="+- 0 5216 5202"/>
                  <a:gd name="T23" fmla="*/ 5216 h 56"/>
                  <a:gd name="T24" fmla="+- 0 5618 5592"/>
                  <a:gd name="T25" fmla="*/ T24 w 35"/>
                  <a:gd name="T26" fmla="+- 0 5218 5202"/>
                  <a:gd name="T27" fmla="*/ 5218 h 56"/>
                  <a:gd name="T28" fmla="+- 0 5618 5592"/>
                  <a:gd name="T29" fmla="*/ T28 w 35"/>
                  <a:gd name="T30" fmla="+- 0 5237 5202"/>
                  <a:gd name="T31" fmla="*/ 5237 h 56"/>
                  <a:gd name="T32" fmla="+- 0 5618 5592"/>
                  <a:gd name="T33" fmla="*/ T32 w 35"/>
                  <a:gd name="T34" fmla="+- 0 5242 5202"/>
                  <a:gd name="T35" fmla="*/ 5242 h 56"/>
                  <a:gd name="T36" fmla="+- 0 5616 5592"/>
                  <a:gd name="T37" fmla="*/ T36 w 35"/>
                  <a:gd name="T38" fmla="+- 0 5249 5202"/>
                  <a:gd name="T39" fmla="*/ 5249 h 56"/>
                  <a:gd name="T40" fmla="+- 0 5615 5592"/>
                  <a:gd name="T41" fmla="*/ T40 w 35"/>
                  <a:gd name="T42" fmla="+- 0 5251 5202"/>
                  <a:gd name="T43" fmla="*/ 5251 h 56"/>
                  <a:gd name="T44" fmla="+- 0 5613 5592"/>
                  <a:gd name="T45" fmla="*/ T44 w 35"/>
                  <a:gd name="T46" fmla="+- 0 5253 5202"/>
                  <a:gd name="T47" fmla="*/ 5253 h 56"/>
                  <a:gd name="T48" fmla="+- 0 5609 5592"/>
                  <a:gd name="T49" fmla="*/ T48 w 35"/>
                  <a:gd name="T50" fmla="+- 0 5255 5202"/>
                  <a:gd name="T51" fmla="*/ 5255 h 56"/>
                  <a:gd name="T52" fmla="+- 0 5616 5592"/>
                  <a:gd name="T53" fmla="*/ T52 w 35"/>
                  <a:gd name="T54" fmla="+- 0 5255 5202"/>
                  <a:gd name="T55" fmla="*/ 5255 h 56"/>
                  <a:gd name="T56" fmla="+- 0 5626 5592"/>
                  <a:gd name="T57" fmla="*/ T56 w 35"/>
                  <a:gd name="T58" fmla="+- 0 5220 5202"/>
                  <a:gd name="T59" fmla="*/ 5220 h 56"/>
                  <a:gd name="T60" fmla="+- 0 5624 5592"/>
                  <a:gd name="T61" fmla="*/ T60 w 35"/>
                  <a:gd name="T62" fmla="+- 0 5213 5202"/>
                  <a:gd name="T63" fmla="*/ 5213 h 56"/>
                  <a:gd name="T64" fmla="+- 0 5617 5592"/>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1" name="Group 390">
              <a:extLst>
                <a:ext uri="{FF2B5EF4-FFF2-40B4-BE49-F238E27FC236}">
                  <a16:creationId xmlns:a16="http://schemas.microsoft.com/office/drawing/2014/main" id="{CB6CF282-6303-3E67-916B-E3B47F38FE63}"/>
                </a:ext>
              </a:extLst>
            </p:cNvPr>
            <p:cNvGrpSpPr>
              <a:grpSpLocks/>
            </p:cNvGrpSpPr>
            <p:nvPr/>
          </p:nvGrpSpPr>
          <p:grpSpPr bwMode="auto">
            <a:xfrm>
              <a:off x="6010" y="5202"/>
              <a:ext cx="65" cy="56"/>
              <a:chOff x="6010" y="5202"/>
              <a:chExt cx="65" cy="56"/>
            </a:xfrm>
          </p:grpSpPr>
          <p:sp>
            <p:nvSpPr>
              <p:cNvPr id="870" name="Freeform 5526">
                <a:extLst>
                  <a:ext uri="{FF2B5EF4-FFF2-40B4-BE49-F238E27FC236}">
                    <a16:creationId xmlns:a16="http://schemas.microsoft.com/office/drawing/2014/main" id="{F6B1DF1C-BD30-4C14-9A4D-587CBAB250AC}"/>
                  </a:ext>
                </a:extLst>
              </p:cNvPr>
              <p:cNvSpPr>
                <a:spLocks/>
              </p:cNvSpPr>
              <p:nvPr/>
            </p:nvSpPr>
            <p:spPr bwMode="auto">
              <a:xfrm>
                <a:off x="6010" y="5202"/>
                <a:ext cx="65" cy="56"/>
              </a:xfrm>
              <a:custGeom>
                <a:avLst/>
                <a:gdLst>
                  <a:gd name="T0" fmla="+- 0 6043 6010"/>
                  <a:gd name="T1" fmla="*/ T0 w 65"/>
                  <a:gd name="T2" fmla="+- 0 5233 5202"/>
                  <a:gd name="T3" fmla="*/ 5233 h 56"/>
                  <a:gd name="T4" fmla="+- 0 6035 6010"/>
                  <a:gd name="T5" fmla="*/ T4 w 65"/>
                  <a:gd name="T6" fmla="+- 0 5233 5202"/>
                  <a:gd name="T7" fmla="*/ 5233 h 56"/>
                  <a:gd name="T8" fmla="+- 0 6034 6010"/>
                  <a:gd name="T9" fmla="*/ T8 w 65"/>
                  <a:gd name="T10" fmla="+- 0 5237 5202"/>
                  <a:gd name="T11" fmla="*/ 5237 h 56"/>
                  <a:gd name="T12" fmla="+- 0 6032 6010"/>
                  <a:gd name="T13" fmla="*/ T12 w 65"/>
                  <a:gd name="T14" fmla="+- 0 5241 5202"/>
                  <a:gd name="T15" fmla="*/ 5241 h 56"/>
                  <a:gd name="T16" fmla="+- 0 6012 6010"/>
                  <a:gd name="T17" fmla="*/ T16 w 65"/>
                  <a:gd name="T18" fmla="+- 0 5256 5202"/>
                  <a:gd name="T19" fmla="*/ 5256 h 56"/>
                  <a:gd name="T20" fmla="+- 0 6012 6010"/>
                  <a:gd name="T21" fmla="*/ T20 w 65"/>
                  <a:gd name="T22" fmla="+- 0 5257 5202"/>
                  <a:gd name="T23" fmla="*/ 5257 h 56"/>
                  <a:gd name="T24" fmla="+- 0 6019 6010"/>
                  <a:gd name="T25" fmla="*/ T24 w 65"/>
                  <a:gd name="T26" fmla="+- 0 5257 5202"/>
                  <a:gd name="T27" fmla="*/ 5257 h 56"/>
                  <a:gd name="T28" fmla="+- 0 6023 6010"/>
                  <a:gd name="T29" fmla="*/ T28 w 65"/>
                  <a:gd name="T30" fmla="+- 0 5256 5202"/>
                  <a:gd name="T31" fmla="*/ 5256 h 56"/>
                  <a:gd name="T32" fmla="+- 0 6033 6010"/>
                  <a:gd name="T33" fmla="*/ T32 w 65"/>
                  <a:gd name="T34" fmla="+- 0 5250 5202"/>
                  <a:gd name="T35" fmla="*/ 5250 h 56"/>
                  <a:gd name="T36" fmla="+- 0 6037 6010"/>
                  <a:gd name="T37" fmla="*/ T36 w 65"/>
                  <a:gd name="T38" fmla="+- 0 5245 5202"/>
                  <a:gd name="T39" fmla="*/ 5245 h 56"/>
                  <a:gd name="T40" fmla="+- 0 6043 6010"/>
                  <a:gd name="T41" fmla="*/ T40 w 65"/>
                  <a:gd name="T42" fmla="+- 0 5235 5202"/>
                  <a:gd name="T43" fmla="*/ 5235 h 56"/>
                  <a:gd name="T44" fmla="+- 0 6043 6010"/>
                  <a:gd name="T45" fmla="*/ T44 w 65"/>
                  <a:gd name="T46" fmla="+- 0 5233 5202"/>
                  <a:gd name="T47" fmla="*/ 523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65" h="56">
                    <a:moveTo>
                      <a:pt x="33" y="31"/>
                    </a:moveTo>
                    <a:lnTo>
                      <a:pt x="25" y="31"/>
                    </a:lnTo>
                    <a:lnTo>
                      <a:pt x="24" y="35"/>
                    </a:lnTo>
                    <a:lnTo>
                      <a:pt x="22" y="39"/>
                    </a:lnTo>
                    <a:lnTo>
                      <a:pt x="2" y="54"/>
                    </a:lnTo>
                    <a:lnTo>
                      <a:pt x="2" y="55"/>
                    </a:lnTo>
                    <a:lnTo>
                      <a:pt x="9" y="55"/>
                    </a:lnTo>
                    <a:lnTo>
                      <a:pt x="13" y="54"/>
                    </a:lnTo>
                    <a:lnTo>
                      <a:pt x="23" y="48"/>
                    </a:lnTo>
                    <a:lnTo>
                      <a:pt x="27" y="43"/>
                    </a:lnTo>
                    <a:lnTo>
                      <a:pt x="33"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1" name="Freeform 5527">
                <a:extLst>
                  <a:ext uri="{FF2B5EF4-FFF2-40B4-BE49-F238E27FC236}">
                    <a16:creationId xmlns:a16="http://schemas.microsoft.com/office/drawing/2014/main" id="{9A291B24-6B3F-75A4-9E49-0B72A939B68D}"/>
                  </a:ext>
                </a:extLst>
              </p:cNvPr>
              <p:cNvSpPr>
                <a:spLocks/>
              </p:cNvSpPr>
              <p:nvPr/>
            </p:nvSpPr>
            <p:spPr bwMode="auto">
              <a:xfrm>
                <a:off x="6010" y="5202"/>
                <a:ext cx="65" cy="56"/>
              </a:xfrm>
              <a:custGeom>
                <a:avLst/>
                <a:gdLst>
                  <a:gd name="T0" fmla="+- 0 6031 6010"/>
                  <a:gd name="T1" fmla="*/ T0 w 65"/>
                  <a:gd name="T2" fmla="+- 0 5202 5202"/>
                  <a:gd name="T3" fmla="*/ 5202 h 56"/>
                  <a:gd name="T4" fmla="+- 0 6022 6010"/>
                  <a:gd name="T5" fmla="*/ T4 w 65"/>
                  <a:gd name="T6" fmla="+- 0 5202 5202"/>
                  <a:gd name="T7" fmla="*/ 5202 h 56"/>
                  <a:gd name="T8" fmla="+- 0 6018 6010"/>
                  <a:gd name="T9" fmla="*/ T8 w 65"/>
                  <a:gd name="T10" fmla="+- 0 5204 5202"/>
                  <a:gd name="T11" fmla="*/ 5204 h 56"/>
                  <a:gd name="T12" fmla="+- 0 6012 6010"/>
                  <a:gd name="T13" fmla="*/ T12 w 65"/>
                  <a:gd name="T14" fmla="+- 0 5212 5202"/>
                  <a:gd name="T15" fmla="*/ 5212 h 56"/>
                  <a:gd name="T16" fmla="+- 0 6010 6010"/>
                  <a:gd name="T17" fmla="*/ T16 w 65"/>
                  <a:gd name="T18" fmla="+- 0 5216 5202"/>
                  <a:gd name="T19" fmla="*/ 5216 h 56"/>
                  <a:gd name="T20" fmla="+- 0 6010 6010"/>
                  <a:gd name="T21" fmla="*/ T20 w 65"/>
                  <a:gd name="T22" fmla="+- 0 5226 5202"/>
                  <a:gd name="T23" fmla="*/ 5226 h 56"/>
                  <a:gd name="T24" fmla="+- 0 6012 6010"/>
                  <a:gd name="T25" fmla="*/ T24 w 65"/>
                  <a:gd name="T26" fmla="+- 0 5229 5202"/>
                  <a:gd name="T27" fmla="*/ 5229 h 56"/>
                  <a:gd name="T28" fmla="+- 0 6017 6010"/>
                  <a:gd name="T29" fmla="*/ T28 w 65"/>
                  <a:gd name="T30" fmla="+- 0 5235 5202"/>
                  <a:gd name="T31" fmla="*/ 5235 h 56"/>
                  <a:gd name="T32" fmla="+- 0 6020 6010"/>
                  <a:gd name="T33" fmla="*/ T32 w 65"/>
                  <a:gd name="T34" fmla="+- 0 5237 5202"/>
                  <a:gd name="T35" fmla="*/ 5237 h 56"/>
                  <a:gd name="T36" fmla="+- 0 6027 6010"/>
                  <a:gd name="T37" fmla="*/ T36 w 65"/>
                  <a:gd name="T38" fmla="+- 0 5237 5202"/>
                  <a:gd name="T39" fmla="*/ 5237 h 56"/>
                  <a:gd name="T40" fmla="+- 0 6031 6010"/>
                  <a:gd name="T41" fmla="*/ T40 w 65"/>
                  <a:gd name="T42" fmla="+- 0 5235 5202"/>
                  <a:gd name="T43" fmla="*/ 5235 h 56"/>
                  <a:gd name="T44" fmla="+- 0 6035 6010"/>
                  <a:gd name="T45" fmla="*/ T44 w 65"/>
                  <a:gd name="T46" fmla="+- 0 5233 5202"/>
                  <a:gd name="T47" fmla="*/ 5233 h 56"/>
                  <a:gd name="T48" fmla="+- 0 6025 6010"/>
                  <a:gd name="T49" fmla="*/ T48 w 65"/>
                  <a:gd name="T50" fmla="+- 0 5233 5202"/>
                  <a:gd name="T51" fmla="*/ 5233 h 56"/>
                  <a:gd name="T52" fmla="+- 0 6023 6010"/>
                  <a:gd name="T53" fmla="*/ T52 w 65"/>
                  <a:gd name="T54" fmla="+- 0 5232 5202"/>
                  <a:gd name="T55" fmla="*/ 5232 h 56"/>
                  <a:gd name="T56" fmla="+- 0 6019 6010"/>
                  <a:gd name="T57" fmla="*/ T56 w 65"/>
                  <a:gd name="T58" fmla="+- 0 5227 5202"/>
                  <a:gd name="T59" fmla="*/ 5227 h 56"/>
                  <a:gd name="T60" fmla="+- 0 6017 6010"/>
                  <a:gd name="T61" fmla="*/ T60 w 65"/>
                  <a:gd name="T62" fmla="+- 0 5222 5202"/>
                  <a:gd name="T63" fmla="*/ 5222 h 56"/>
                  <a:gd name="T64" fmla="+- 0 6018 6010"/>
                  <a:gd name="T65" fmla="*/ T64 w 65"/>
                  <a:gd name="T66" fmla="+- 0 5212 5202"/>
                  <a:gd name="T67" fmla="*/ 5212 h 56"/>
                  <a:gd name="T68" fmla="+- 0 6018 6010"/>
                  <a:gd name="T69" fmla="*/ T68 w 65"/>
                  <a:gd name="T70" fmla="+- 0 5209 5202"/>
                  <a:gd name="T71" fmla="*/ 5209 h 56"/>
                  <a:gd name="T72" fmla="+- 0 6022 6010"/>
                  <a:gd name="T73" fmla="*/ T72 w 65"/>
                  <a:gd name="T74" fmla="+- 0 5205 5202"/>
                  <a:gd name="T75" fmla="*/ 5205 h 56"/>
                  <a:gd name="T76" fmla="+- 0 6024 6010"/>
                  <a:gd name="T77" fmla="*/ T76 w 65"/>
                  <a:gd name="T78" fmla="+- 0 5204 5202"/>
                  <a:gd name="T79" fmla="*/ 5204 h 56"/>
                  <a:gd name="T80" fmla="+- 0 6036 6010"/>
                  <a:gd name="T81" fmla="*/ T80 w 65"/>
                  <a:gd name="T82" fmla="+- 0 5204 5202"/>
                  <a:gd name="T83" fmla="*/ 5204 h 56"/>
                  <a:gd name="T84" fmla="+- 0 6035 6010"/>
                  <a:gd name="T85" fmla="*/ T84 w 65"/>
                  <a:gd name="T86" fmla="+- 0 5203 5202"/>
                  <a:gd name="T87" fmla="*/ 5203 h 56"/>
                  <a:gd name="T88" fmla="+- 0 6031 6010"/>
                  <a:gd name="T89" fmla="*/ T88 w 6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65" h="56">
                    <a:moveTo>
                      <a:pt x="21" y="0"/>
                    </a:moveTo>
                    <a:lnTo>
                      <a:pt x="12" y="0"/>
                    </a:lnTo>
                    <a:lnTo>
                      <a:pt x="8" y="2"/>
                    </a:lnTo>
                    <a:lnTo>
                      <a:pt x="2" y="10"/>
                    </a:lnTo>
                    <a:lnTo>
                      <a:pt x="0" y="14"/>
                    </a:lnTo>
                    <a:lnTo>
                      <a:pt x="0" y="24"/>
                    </a:lnTo>
                    <a:lnTo>
                      <a:pt x="2" y="27"/>
                    </a:lnTo>
                    <a:lnTo>
                      <a:pt x="7" y="33"/>
                    </a:lnTo>
                    <a:lnTo>
                      <a:pt x="10" y="35"/>
                    </a:lnTo>
                    <a:lnTo>
                      <a:pt x="17" y="35"/>
                    </a:lnTo>
                    <a:lnTo>
                      <a:pt x="21" y="33"/>
                    </a:lnTo>
                    <a:lnTo>
                      <a:pt x="25" y="31"/>
                    </a:lnTo>
                    <a:lnTo>
                      <a:pt x="15" y="31"/>
                    </a:lnTo>
                    <a:lnTo>
                      <a:pt x="13" y="30"/>
                    </a:lnTo>
                    <a:lnTo>
                      <a:pt x="9" y="25"/>
                    </a:lnTo>
                    <a:lnTo>
                      <a:pt x="7" y="20"/>
                    </a:lnTo>
                    <a:lnTo>
                      <a:pt x="8" y="10"/>
                    </a:lnTo>
                    <a:lnTo>
                      <a:pt x="8" y="7"/>
                    </a:lnTo>
                    <a:lnTo>
                      <a:pt x="12" y="3"/>
                    </a:lnTo>
                    <a:lnTo>
                      <a:pt x="14" y="2"/>
                    </a:lnTo>
                    <a:lnTo>
                      <a:pt x="26" y="2"/>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2" name="Freeform 5528">
                <a:extLst>
                  <a:ext uri="{FF2B5EF4-FFF2-40B4-BE49-F238E27FC236}">
                    <a16:creationId xmlns:a16="http://schemas.microsoft.com/office/drawing/2014/main" id="{B7448A42-7A5E-A573-08E8-D593E609D022}"/>
                  </a:ext>
                </a:extLst>
              </p:cNvPr>
              <p:cNvSpPr>
                <a:spLocks/>
              </p:cNvSpPr>
              <p:nvPr/>
            </p:nvSpPr>
            <p:spPr bwMode="auto">
              <a:xfrm>
                <a:off x="6010" y="5202"/>
                <a:ext cx="65" cy="56"/>
              </a:xfrm>
              <a:custGeom>
                <a:avLst/>
                <a:gdLst>
                  <a:gd name="T0" fmla="+- 0 6036 6010"/>
                  <a:gd name="T1" fmla="*/ T0 w 65"/>
                  <a:gd name="T2" fmla="+- 0 5204 5202"/>
                  <a:gd name="T3" fmla="*/ 5204 h 56"/>
                  <a:gd name="T4" fmla="+- 0 6028 6010"/>
                  <a:gd name="T5" fmla="*/ T4 w 65"/>
                  <a:gd name="T6" fmla="+- 0 5204 5202"/>
                  <a:gd name="T7" fmla="*/ 5204 h 56"/>
                  <a:gd name="T8" fmla="+- 0 6030 6010"/>
                  <a:gd name="T9" fmla="*/ T8 w 65"/>
                  <a:gd name="T10" fmla="+- 0 5205 5202"/>
                  <a:gd name="T11" fmla="*/ 5205 h 56"/>
                  <a:gd name="T12" fmla="+- 0 6033 6010"/>
                  <a:gd name="T13" fmla="*/ T12 w 65"/>
                  <a:gd name="T14" fmla="+- 0 5208 5202"/>
                  <a:gd name="T15" fmla="*/ 5208 h 56"/>
                  <a:gd name="T16" fmla="+- 0 6034 6010"/>
                  <a:gd name="T17" fmla="*/ T16 w 65"/>
                  <a:gd name="T18" fmla="+- 0 5210 5202"/>
                  <a:gd name="T19" fmla="*/ 5210 h 56"/>
                  <a:gd name="T20" fmla="+- 0 6036 6010"/>
                  <a:gd name="T21" fmla="*/ T20 w 65"/>
                  <a:gd name="T22" fmla="+- 0 5216 5202"/>
                  <a:gd name="T23" fmla="*/ 5216 h 56"/>
                  <a:gd name="T24" fmla="+- 0 6036 6010"/>
                  <a:gd name="T25" fmla="*/ T24 w 65"/>
                  <a:gd name="T26" fmla="+- 0 5217 5202"/>
                  <a:gd name="T27" fmla="*/ 5217 h 56"/>
                  <a:gd name="T28" fmla="+- 0 6036 6010"/>
                  <a:gd name="T29" fmla="*/ T28 w 65"/>
                  <a:gd name="T30" fmla="+- 0 5226 5202"/>
                  <a:gd name="T31" fmla="*/ 5226 h 56"/>
                  <a:gd name="T32" fmla="+- 0 6036 6010"/>
                  <a:gd name="T33" fmla="*/ T32 w 65"/>
                  <a:gd name="T34" fmla="+- 0 5227 5202"/>
                  <a:gd name="T35" fmla="*/ 5227 h 56"/>
                  <a:gd name="T36" fmla="+- 0 6036 6010"/>
                  <a:gd name="T37" fmla="*/ T36 w 65"/>
                  <a:gd name="T38" fmla="+- 0 5230 5202"/>
                  <a:gd name="T39" fmla="*/ 5230 h 56"/>
                  <a:gd name="T40" fmla="+- 0 6032 6010"/>
                  <a:gd name="T41" fmla="*/ T40 w 65"/>
                  <a:gd name="T42" fmla="+- 0 5232 5202"/>
                  <a:gd name="T43" fmla="*/ 5232 h 56"/>
                  <a:gd name="T44" fmla="+- 0 6027 6010"/>
                  <a:gd name="T45" fmla="*/ T44 w 65"/>
                  <a:gd name="T46" fmla="+- 0 5233 5202"/>
                  <a:gd name="T47" fmla="*/ 5233 h 56"/>
                  <a:gd name="T48" fmla="+- 0 6035 6010"/>
                  <a:gd name="T49" fmla="*/ T48 w 65"/>
                  <a:gd name="T50" fmla="+- 0 5233 5202"/>
                  <a:gd name="T51" fmla="*/ 5233 h 56"/>
                  <a:gd name="T52" fmla="+- 0 6035 6010"/>
                  <a:gd name="T53" fmla="*/ T52 w 65"/>
                  <a:gd name="T54" fmla="+- 0 5233 5202"/>
                  <a:gd name="T55" fmla="*/ 5233 h 56"/>
                  <a:gd name="T56" fmla="+- 0 6043 6010"/>
                  <a:gd name="T57" fmla="*/ T56 w 65"/>
                  <a:gd name="T58" fmla="+- 0 5233 5202"/>
                  <a:gd name="T59" fmla="*/ 5233 h 56"/>
                  <a:gd name="T60" fmla="+- 0 6044 6010"/>
                  <a:gd name="T61" fmla="*/ T60 w 65"/>
                  <a:gd name="T62" fmla="+- 0 5230 5202"/>
                  <a:gd name="T63" fmla="*/ 5230 h 56"/>
                  <a:gd name="T64" fmla="+- 0 6044 6010"/>
                  <a:gd name="T65" fmla="*/ T64 w 65"/>
                  <a:gd name="T66" fmla="+- 0 5217 5202"/>
                  <a:gd name="T67" fmla="*/ 5217 h 56"/>
                  <a:gd name="T68" fmla="+- 0 6042 6010"/>
                  <a:gd name="T69" fmla="*/ T68 w 65"/>
                  <a:gd name="T70" fmla="+- 0 5212 5202"/>
                  <a:gd name="T71" fmla="*/ 5212 h 56"/>
                  <a:gd name="T72" fmla="+- 0 6036 6010"/>
                  <a:gd name="T73" fmla="*/ T72 w 65"/>
                  <a:gd name="T74" fmla="+- 0 5204 5202"/>
                  <a:gd name="T75"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65" h="56">
                    <a:moveTo>
                      <a:pt x="26" y="2"/>
                    </a:moveTo>
                    <a:lnTo>
                      <a:pt x="18" y="2"/>
                    </a:lnTo>
                    <a:lnTo>
                      <a:pt x="20" y="3"/>
                    </a:lnTo>
                    <a:lnTo>
                      <a:pt x="23" y="6"/>
                    </a:lnTo>
                    <a:lnTo>
                      <a:pt x="24" y="8"/>
                    </a:lnTo>
                    <a:lnTo>
                      <a:pt x="26" y="14"/>
                    </a:lnTo>
                    <a:lnTo>
                      <a:pt x="26" y="15"/>
                    </a:lnTo>
                    <a:lnTo>
                      <a:pt x="26" y="24"/>
                    </a:lnTo>
                    <a:lnTo>
                      <a:pt x="26" y="25"/>
                    </a:lnTo>
                    <a:lnTo>
                      <a:pt x="26" y="28"/>
                    </a:lnTo>
                    <a:lnTo>
                      <a:pt x="22" y="30"/>
                    </a:lnTo>
                    <a:lnTo>
                      <a:pt x="17" y="31"/>
                    </a:lnTo>
                    <a:lnTo>
                      <a:pt x="25" y="31"/>
                    </a:lnTo>
                    <a:lnTo>
                      <a:pt x="33" y="31"/>
                    </a:lnTo>
                    <a:lnTo>
                      <a:pt x="34" y="28"/>
                    </a:lnTo>
                    <a:lnTo>
                      <a:pt x="34" y="15"/>
                    </a:lnTo>
                    <a:lnTo>
                      <a:pt x="32" y="10"/>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3" name="Freeform 5529">
                <a:extLst>
                  <a:ext uri="{FF2B5EF4-FFF2-40B4-BE49-F238E27FC236}">
                    <a16:creationId xmlns:a16="http://schemas.microsoft.com/office/drawing/2014/main" id="{F3B27BBC-8C05-0E8F-9EF9-186222B7B18D}"/>
                  </a:ext>
                </a:extLst>
              </p:cNvPr>
              <p:cNvSpPr>
                <a:spLocks/>
              </p:cNvSpPr>
              <p:nvPr/>
            </p:nvSpPr>
            <p:spPr bwMode="auto">
              <a:xfrm>
                <a:off x="6010" y="5202"/>
                <a:ext cx="65" cy="56"/>
              </a:xfrm>
              <a:custGeom>
                <a:avLst/>
                <a:gdLst>
                  <a:gd name="T0" fmla="+- 0 6069 6010"/>
                  <a:gd name="T1" fmla="*/ T0 w 65"/>
                  <a:gd name="T2" fmla="+- 0 5208 5202"/>
                  <a:gd name="T3" fmla="*/ 5208 h 56"/>
                  <a:gd name="T4" fmla="+- 0 6059 6010"/>
                  <a:gd name="T5" fmla="*/ T4 w 65"/>
                  <a:gd name="T6" fmla="+- 0 5208 5202"/>
                  <a:gd name="T7" fmla="*/ 5208 h 56"/>
                  <a:gd name="T8" fmla="+- 0 6061 6010"/>
                  <a:gd name="T9" fmla="*/ T8 w 65"/>
                  <a:gd name="T10" fmla="+- 0 5209 5202"/>
                  <a:gd name="T11" fmla="*/ 5209 h 56"/>
                  <a:gd name="T12" fmla="+- 0 6062 6010"/>
                  <a:gd name="T13" fmla="*/ T12 w 65"/>
                  <a:gd name="T14" fmla="+- 0 5210 5202"/>
                  <a:gd name="T15" fmla="*/ 5210 h 56"/>
                  <a:gd name="T16" fmla="+- 0 6062 6010"/>
                  <a:gd name="T17" fmla="*/ T16 w 65"/>
                  <a:gd name="T18" fmla="+- 0 5212 5202"/>
                  <a:gd name="T19" fmla="*/ 5212 h 56"/>
                  <a:gd name="T20" fmla="+- 0 6062 6010"/>
                  <a:gd name="T21" fmla="*/ T20 w 65"/>
                  <a:gd name="T22" fmla="+- 0 5252 5202"/>
                  <a:gd name="T23" fmla="*/ 5252 h 56"/>
                  <a:gd name="T24" fmla="+- 0 6062 6010"/>
                  <a:gd name="T25" fmla="*/ T24 w 65"/>
                  <a:gd name="T26" fmla="+- 0 5252 5202"/>
                  <a:gd name="T27" fmla="*/ 5252 h 56"/>
                  <a:gd name="T28" fmla="+- 0 6060 6010"/>
                  <a:gd name="T29" fmla="*/ T28 w 65"/>
                  <a:gd name="T30" fmla="+- 0 5254 5202"/>
                  <a:gd name="T31" fmla="*/ 5254 h 56"/>
                  <a:gd name="T32" fmla="+- 0 6059 6010"/>
                  <a:gd name="T33" fmla="*/ T32 w 65"/>
                  <a:gd name="T34" fmla="+- 0 5254 5202"/>
                  <a:gd name="T35" fmla="*/ 5254 h 56"/>
                  <a:gd name="T36" fmla="+- 0 6058 6010"/>
                  <a:gd name="T37" fmla="*/ T36 w 65"/>
                  <a:gd name="T38" fmla="+- 0 5255 5202"/>
                  <a:gd name="T39" fmla="*/ 5255 h 56"/>
                  <a:gd name="T40" fmla="+- 0 6055 6010"/>
                  <a:gd name="T41" fmla="*/ T40 w 65"/>
                  <a:gd name="T42" fmla="+- 0 5255 5202"/>
                  <a:gd name="T43" fmla="*/ 5255 h 56"/>
                  <a:gd name="T44" fmla="+- 0 6055 6010"/>
                  <a:gd name="T45" fmla="*/ T44 w 65"/>
                  <a:gd name="T46" fmla="+- 0 5256 5202"/>
                  <a:gd name="T47" fmla="*/ 5256 h 56"/>
                  <a:gd name="T48" fmla="+- 0 6075 6010"/>
                  <a:gd name="T49" fmla="*/ T48 w 65"/>
                  <a:gd name="T50" fmla="+- 0 5256 5202"/>
                  <a:gd name="T51" fmla="*/ 5256 h 56"/>
                  <a:gd name="T52" fmla="+- 0 6075 6010"/>
                  <a:gd name="T53" fmla="*/ T52 w 65"/>
                  <a:gd name="T54" fmla="+- 0 5255 5202"/>
                  <a:gd name="T55" fmla="*/ 5255 h 56"/>
                  <a:gd name="T56" fmla="+- 0 6073 6010"/>
                  <a:gd name="T57" fmla="*/ T56 w 65"/>
                  <a:gd name="T58" fmla="+- 0 5255 5202"/>
                  <a:gd name="T59" fmla="*/ 5255 h 56"/>
                  <a:gd name="T60" fmla="+- 0 6071 6010"/>
                  <a:gd name="T61" fmla="*/ T60 w 65"/>
                  <a:gd name="T62" fmla="+- 0 5254 5202"/>
                  <a:gd name="T63" fmla="*/ 5254 h 56"/>
                  <a:gd name="T64" fmla="+- 0 6070 6010"/>
                  <a:gd name="T65" fmla="*/ T64 w 65"/>
                  <a:gd name="T66" fmla="+- 0 5254 5202"/>
                  <a:gd name="T67" fmla="*/ 5254 h 56"/>
                  <a:gd name="T68" fmla="+- 0 6069 6010"/>
                  <a:gd name="T69" fmla="*/ T68 w 65"/>
                  <a:gd name="T70" fmla="+- 0 5252 5202"/>
                  <a:gd name="T71" fmla="*/ 5252 h 56"/>
                  <a:gd name="T72" fmla="+- 0 6069 6010"/>
                  <a:gd name="T73" fmla="*/ T72 w 65"/>
                  <a:gd name="T74" fmla="+- 0 5252 5202"/>
                  <a:gd name="T75" fmla="*/ 5252 h 56"/>
                  <a:gd name="T76" fmla="+- 0 6069 6010"/>
                  <a:gd name="T77" fmla="*/ T76 w 65"/>
                  <a:gd name="T78" fmla="+- 0 5208 5202"/>
                  <a:gd name="T79" fmla="*/ 520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65" h="56">
                    <a:moveTo>
                      <a:pt x="59" y="6"/>
                    </a:moveTo>
                    <a:lnTo>
                      <a:pt x="49" y="6"/>
                    </a:lnTo>
                    <a:lnTo>
                      <a:pt x="51" y="7"/>
                    </a:lnTo>
                    <a:lnTo>
                      <a:pt x="52" y="8"/>
                    </a:lnTo>
                    <a:lnTo>
                      <a:pt x="52" y="10"/>
                    </a:lnTo>
                    <a:lnTo>
                      <a:pt x="52" y="50"/>
                    </a:lnTo>
                    <a:lnTo>
                      <a:pt x="50" y="52"/>
                    </a:lnTo>
                    <a:lnTo>
                      <a:pt x="49" y="52"/>
                    </a:lnTo>
                    <a:lnTo>
                      <a:pt x="48" y="53"/>
                    </a:lnTo>
                    <a:lnTo>
                      <a:pt x="45" y="53"/>
                    </a:lnTo>
                    <a:lnTo>
                      <a:pt x="45" y="54"/>
                    </a:lnTo>
                    <a:lnTo>
                      <a:pt x="65" y="54"/>
                    </a:lnTo>
                    <a:lnTo>
                      <a:pt x="65" y="53"/>
                    </a:lnTo>
                    <a:lnTo>
                      <a:pt x="63" y="53"/>
                    </a:lnTo>
                    <a:lnTo>
                      <a:pt x="61" y="52"/>
                    </a:lnTo>
                    <a:lnTo>
                      <a:pt x="60" y="52"/>
                    </a:lnTo>
                    <a:lnTo>
                      <a:pt x="59" y="50"/>
                    </a:lnTo>
                    <a:lnTo>
                      <a:pt x="5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74" name="Freeform 5530">
                <a:extLst>
                  <a:ext uri="{FF2B5EF4-FFF2-40B4-BE49-F238E27FC236}">
                    <a16:creationId xmlns:a16="http://schemas.microsoft.com/office/drawing/2014/main" id="{D9820AF9-A1BD-0816-6A13-230E67E66BCD}"/>
                  </a:ext>
                </a:extLst>
              </p:cNvPr>
              <p:cNvSpPr>
                <a:spLocks/>
              </p:cNvSpPr>
              <p:nvPr/>
            </p:nvSpPr>
            <p:spPr bwMode="auto">
              <a:xfrm>
                <a:off x="6010" y="5202"/>
                <a:ext cx="65" cy="56"/>
              </a:xfrm>
              <a:custGeom>
                <a:avLst/>
                <a:gdLst>
                  <a:gd name="T0" fmla="+- 0 6069 6010"/>
                  <a:gd name="T1" fmla="*/ T0 w 65"/>
                  <a:gd name="T2" fmla="+- 0 5202 5202"/>
                  <a:gd name="T3" fmla="*/ 5202 h 56"/>
                  <a:gd name="T4" fmla="+- 0 6067 6010"/>
                  <a:gd name="T5" fmla="*/ T4 w 65"/>
                  <a:gd name="T6" fmla="+- 0 5202 5202"/>
                  <a:gd name="T7" fmla="*/ 5202 h 56"/>
                  <a:gd name="T8" fmla="+- 0 6054 6010"/>
                  <a:gd name="T9" fmla="*/ T8 w 65"/>
                  <a:gd name="T10" fmla="+- 0 5208 5202"/>
                  <a:gd name="T11" fmla="*/ 5208 h 56"/>
                  <a:gd name="T12" fmla="+- 0 6055 6010"/>
                  <a:gd name="T13" fmla="*/ T12 w 65"/>
                  <a:gd name="T14" fmla="+- 0 5209 5202"/>
                  <a:gd name="T15" fmla="*/ 5209 h 56"/>
                  <a:gd name="T16" fmla="+- 0 6059 6010"/>
                  <a:gd name="T17" fmla="*/ T16 w 65"/>
                  <a:gd name="T18" fmla="+- 0 5208 5202"/>
                  <a:gd name="T19" fmla="*/ 5208 h 56"/>
                  <a:gd name="T20" fmla="+- 0 6069 6010"/>
                  <a:gd name="T21" fmla="*/ T20 w 65"/>
                  <a:gd name="T22" fmla="+- 0 5208 5202"/>
                  <a:gd name="T23" fmla="*/ 5208 h 56"/>
                  <a:gd name="T24" fmla="+- 0 6069 6010"/>
                  <a:gd name="T25" fmla="*/ T24 w 65"/>
                  <a:gd name="T26" fmla="+- 0 5202 5202"/>
                  <a:gd name="T27" fmla="*/ 5202 h 56"/>
                </a:gdLst>
                <a:ahLst/>
                <a:cxnLst>
                  <a:cxn ang="0">
                    <a:pos x="T1" y="T3"/>
                  </a:cxn>
                  <a:cxn ang="0">
                    <a:pos x="T5" y="T7"/>
                  </a:cxn>
                  <a:cxn ang="0">
                    <a:pos x="T9" y="T11"/>
                  </a:cxn>
                  <a:cxn ang="0">
                    <a:pos x="T13" y="T15"/>
                  </a:cxn>
                  <a:cxn ang="0">
                    <a:pos x="T17" y="T19"/>
                  </a:cxn>
                  <a:cxn ang="0">
                    <a:pos x="T21" y="T23"/>
                  </a:cxn>
                  <a:cxn ang="0">
                    <a:pos x="T25" y="T27"/>
                  </a:cxn>
                </a:cxnLst>
                <a:rect l="0" t="0" r="r" b="b"/>
                <a:pathLst>
                  <a:path w="65" h="56">
                    <a:moveTo>
                      <a:pt x="59" y="0"/>
                    </a:moveTo>
                    <a:lnTo>
                      <a:pt x="57" y="0"/>
                    </a:lnTo>
                    <a:lnTo>
                      <a:pt x="44" y="6"/>
                    </a:lnTo>
                    <a:lnTo>
                      <a:pt x="45" y="7"/>
                    </a:lnTo>
                    <a:lnTo>
                      <a:pt x="49" y="6"/>
                    </a:lnTo>
                    <a:lnTo>
                      <a:pt x="59" y="6"/>
                    </a:lnTo>
                    <a:lnTo>
                      <a:pt x="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2" name="Group 391">
              <a:extLst>
                <a:ext uri="{FF2B5EF4-FFF2-40B4-BE49-F238E27FC236}">
                  <a16:creationId xmlns:a16="http://schemas.microsoft.com/office/drawing/2014/main" id="{43071A8B-7D58-0AFB-1450-6EAB7490DB04}"/>
                </a:ext>
              </a:extLst>
            </p:cNvPr>
            <p:cNvGrpSpPr>
              <a:grpSpLocks/>
            </p:cNvGrpSpPr>
            <p:nvPr/>
          </p:nvGrpSpPr>
          <p:grpSpPr bwMode="auto">
            <a:xfrm>
              <a:off x="6504" y="5202"/>
              <a:ext cx="35" cy="56"/>
              <a:chOff x="6504" y="5202"/>
              <a:chExt cx="35" cy="56"/>
            </a:xfrm>
          </p:grpSpPr>
          <p:sp>
            <p:nvSpPr>
              <p:cNvPr id="868" name="Freeform 5532">
                <a:extLst>
                  <a:ext uri="{FF2B5EF4-FFF2-40B4-BE49-F238E27FC236}">
                    <a16:creationId xmlns:a16="http://schemas.microsoft.com/office/drawing/2014/main" id="{C1428732-8F95-DE2A-4C70-2EE05807897B}"/>
                  </a:ext>
                </a:extLst>
              </p:cNvPr>
              <p:cNvSpPr>
                <a:spLocks/>
              </p:cNvSpPr>
              <p:nvPr/>
            </p:nvSpPr>
            <p:spPr bwMode="auto">
              <a:xfrm>
                <a:off x="6504" y="5202"/>
                <a:ext cx="35" cy="56"/>
              </a:xfrm>
              <a:custGeom>
                <a:avLst/>
                <a:gdLst>
                  <a:gd name="T0" fmla="+- 0 6526 6504"/>
                  <a:gd name="T1" fmla="*/ T0 w 35"/>
                  <a:gd name="T2" fmla="+- 0 5202 5202"/>
                  <a:gd name="T3" fmla="*/ 5202 h 56"/>
                  <a:gd name="T4" fmla="+- 0 6519 6504"/>
                  <a:gd name="T5" fmla="*/ T4 w 35"/>
                  <a:gd name="T6" fmla="+- 0 5202 5202"/>
                  <a:gd name="T7" fmla="*/ 5202 h 56"/>
                  <a:gd name="T8" fmla="+- 0 6517 6504"/>
                  <a:gd name="T9" fmla="*/ T8 w 35"/>
                  <a:gd name="T10" fmla="+- 0 5203 5202"/>
                  <a:gd name="T11" fmla="*/ 5203 h 56"/>
                  <a:gd name="T12" fmla="+- 0 6511 6504"/>
                  <a:gd name="T13" fmla="*/ T12 w 35"/>
                  <a:gd name="T14" fmla="+- 0 5206 5202"/>
                  <a:gd name="T15" fmla="*/ 5206 h 56"/>
                  <a:gd name="T16" fmla="+- 0 6509 6504"/>
                  <a:gd name="T17" fmla="*/ T16 w 35"/>
                  <a:gd name="T18" fmla="+- 0 5210 5202"/>
                  <a:gd name="T19" fmla="*/ 5210 h 56"/>
                  <a:gd name="T20" fmla="+- 0 6505 6504"/>
                  <a:gd name="T21" fmla="*/ T20 w 35"/>
                  <a:gd name="T22" fmla="+- 0 5218 5202"/>
                  <a:gd name="T23" fmla="*/ 5218 h 56"/>
                  <a:gd name="T24" fmla="+- 0 6504 6504"/>
                  <a:gd name="T25" fmla="*/ T24 w 35"/>
                  <a:gd name="T26" fmla="+- 0 5224 5202"/>
                  <a:gd name="T27" fmla="*/ 5224 h 56"/>
                  <a:gd name="T28" fmla="+- 0 6504 6504"/>
                  <a:gd name="T29" fmla="*/ T28 w 35"/>
                  <a:gd name="T30" fmla="+- 0 5237 5202"/>
                  <a:gd name="T31" fmla="*/ 5237 h 56"/>
                  <a:gd name="T32" fmla="+- 0 6506 6504"/>
                  <a:gd name="T33" fmla="*/ T32 w 35"/>
                  <a:gd name="T34" fmla="+- 0 5243 5202"/>
                  <a:gd name="T35" fmla="*/ 5243 h 56"/>
                  <a:gd name="T36" fmla="+- 0 6512 6504"/>
                  <a:gd name="T37" fmla="*/ T36 w 35"/>
                  <a:gd name="T38" fmla="+- 0 5254 5202"/>
                  <a:gd name="T39" fmla="*/ 5254 h 56"/>
                  <a:gd name="T40" fmla="+- 0 6516 6504"/>
                  <a:gd name="T41" fmla="*/ T40 w 35"/>
                  <a:gd name="T42" fmla="+- 0 5257 5202"/>
                  <a:gd name="T43" fmla="*/ 5257 h 56"/>
                  <a:gd name="T44" fmla="+- 0 6524 6504"/>
                  <a:gd name="T45" fmla="*/ T44 w 35"/>
                  <a:gd name="T46" fmla="+- 0 5257 5202"/>
                  <a:gd name="T47" fmla="*/ 5257 h 56"/>
                  <a:gd name="T48" fmla="+- 0 6526 6504"/>
                  <a:gd name="T49" fmla="*/ T48 w 35"/>
                  <a:gd name="T50" fmla="+- 0 5256 5202"/>
                  <a:gd name="T51" fmla="*/ 5256 h 56"/>
                  <a:gd name="T52" fmla="+- 0 6529 6504"/>
                  <a:gd name="T53" fmla="*/ T52 w 35"/>
                  <a:gd name="T54" fmla="+- 0 5255 5202"/>
                  <a:gd name="T55" fmla="*/ 5255 h 56"/>
                  <a:gd name="T56" fmla="+- 0 6518 6504"/>
                  <a:gd name="T57" fmla="*/ T56 w 35"/>
                  <a:gd name="T58" fmla="+- 0 5255 5202"/>
                  <a:gd name="T59" fmla="*/ 5255 h 56"/>
                  <a:gd name="T60" fmla="+- 0 6516 6504"/>
                  <a:gd name="T61" fmla="*/ T60 w 35"/>
                  <a:gd name="T62" fmla="+- 0 5253 5202"/>
                  <a:gd name="T63" fmla="*/ 5253 h 56"/>
                  <a:gd name="T64" fmla="+- 0 6515 6504"/>
                  <a:gd name="T65" fmla="*/ T64 w 35"/>
                  <a:gd name="T66" fmla="+- 0 5249 5202"/>
                  <a:gd name="T67" fmla="*/ 5249 h 56"/>
                  <a:gd name="T68" fmla="+- 0 6513 6504"/>
                  <a:gd name="T69" fmla="*/ T68 w 35"/>
                  <a:gd name="T70" fmla="+- 0 5244 5202"/>
                  <a:gd name="T71" fmla="*/ 5244 h 56"/>
                  <a:gd name="T72" fmla="+- 0 6512 6504"/>
                  <a:gd name="T73" fmla="*/ T72 w 35"/>
                  <a:gd name="T74" fmla="+- 0 5238 5202"/>
                  <a:gd name="T75" fmla="*/ 5238 h 56"/>
                  <a:gd name="T76" fmla="+- 0 6522 6504"/>
                  <a:gd name="T77" fmla="*/ T76 w 35"/>
                  <a:gd name="T78" fmla="+- 0 5204 5202"/>
                  <a:gd name="T79" fmla="*/ 5204 h 56"/>
                  <a:gd name="T80" fmla="+- 0 6530 6504"/>
                  <a:gd name="T81" fmla="*/ T80 w 35"/>
                  <a:gd name="T82" fmla="+- 0 5204 5202"/>
                  <a:gd name="T83" fmla="*/ 5204 h 56"/>
                  <a:gd name="T84" fmla="+- 0 6529 6504"/>
                  <a:gd name="T85" fmla="*/ T84 w 35"/>
                  <a:gd name="T86" fmla="+- 0 5204 5202"/>
                  <a:gd name="T87" fmla="*/ 5204 h 56"/>
                  <a:gd name="T88" fmla="+- 0 6526 6504"/>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6"/>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69" name="Freeform 5533">
                <a:extLst>
                  <a:ext uri="{FF2B5EF4-FFF2-40B4-BE49-F238E27FC236}">
                    <a16:creationId xmlns:a16="http://schemas.microsoft.com/office/drawing/2014/main" id="{F15532CA-DD7B-DC49-0330-6EABF0CCCEF7}"/>
                  </a:ext>
                </a:extLst>
              </p:cNvPr>
              <p:cNvSpPr>
                <a:spLocks/>
              </p:cNvSpPr>
              <p:nvPr/>
            </p:nvSpPr>
            <p:spPr bwMode="auto">
              <a:xfrm>
                <a:off x="6504" y="5202"/>
                <a:ext cx="35" cy="56"/>
              </a:xfrm>
              <a:custGeom>
                <a:avLst/>
                <a:gdLst>
                  <a:gd name="T0" fmla="+- 0 6530 6504"/>
                  <a:gd name="T1" fmla="*/ T0 w 35"/>
                  <a:gd name="T2" fmla="+- 0 5204 5202"/>
                  <a:gd name="T3" fmla="*/ 5204 h 56"/>
                  <a:gd name="T4" fmla="+- 0 6522 6504"/>
                  <a:gd name="T5" fmla="*/ T4 w 35"/>
                  <a:gd name="T6" fmla="+- 0 5204 5202"/>
                  <a:gd name="T7" fmla="*/ 5204 h 56"/>
                  <a:gd name="T8" fmla="+- 0 6525 6504"/>
                  <a:gd name="T9" fmla="*/ T8 w 35"/>
                  <a:gd name="T10" fmla="+- 0 5206 5202"/>
                  <a:gd name="T11" fmla="*/ 5206 h 56"/>
                  <a:gd name="T12" fmla="+- 0 6527 6504"/>
                  <a:gd name="T13" fmla="*/ T12 w 35"/>
                  <a:gd name="T14" fmla="+- 0 5207 5202"/>
                  <a:gd name="T15" fmla="*/ 5207 h 56"/>
                  <a:gd name="T16" fmla="+- 0 6528 6504"/>
                  <a:gd name="T17" fmla="*/ T16 w 35"/>
                  <a:gd name="T18" fmla="+- 0 5209 5202"/>
                  <a:gd name="T19" fmla="*/ 5209 h 56"/>
                  <a:gd name="T20" fmla="+- 0 6530 6504"/>
                  <a:gd name="T21" fmla="*/ T20 w 35"/>
                  <a:gd name="T22" fmla="+- 0 5216 5202"/>
                  <a:gd name="T23" fmla="*/ 5216 h 56"/>
                  <a:gd name="T24" fmla="+- 0 6531 6504"/>
                  <a:gd name="T25" fmla="*/ T24 w 35"/>
                  <a:gd name="T26" fmla="+- 0 5218 5202"/>
                  <a:gd name="T27" fmla="*/ 5218 h 56"/>
                  <a:gd name="T28" fmla="+- 0 6531 6504"/>
                  <a:gd name="T29" fmla="*/ T28 w 35"/>
                  <a:gd name="T30" fmla="+- 0 5237 5202"/>
                  <a:gd name="T31" fmla="*/ 5237 h 56"/>
                  <a:gd name="T32" fmla="+- 0 6530 6504"/>
                  <a:gd name="T33" fmla="*/ T32 w 35"/>
                  <a:gd name="T34" fmla="+- 0 5242 5202"/>
                  <a:gd name="T35" fmla="*/ 5242 h 56"/>
                  <a:gd name="T36" fmla="+- 0 6528 6504"/>
                  <a:gd name="T37" fmla="*/ T36 w 35"/>
                  <a:gd name="T38" fmla="+- 0 5249 5202"/>
                  <a:gd name="T39" fmla="*/ 5249 h 56"/>
                  <a:gd name="T40" fmla="+- 0 6527 6504"/>
                  <a:gd name="T41" fmla="*/ T40 w 35"/>
                  <a:gd name="T42" fmla="+- 0 5251 5202"/>
                  <a:gd name="T43" fmla="*/ 5251 h 56"/>
                  <a:gd name="T44" fmla="+- 0 6526 6504"/>
                  <a:gd name="T45" fmla="*/ T44 w 35"/>
                  <a:gd name="T46" fmla="+- 0 5253 5202"/>
                  <a:gd name="T47" fmla="*/ 5253 h 56"/>
                  <a:gd name="T48" fmla="+- 0 6521 6504"/>
                  <a:gd name="T49" fmla="*/ T48 w 35"/>
                  <a:gd name="T50" fmla="+- 0 5255 5202"/>
                  <a:gd name="T51" fmla="*/ 5255 h 56"/>
                  <a:gd name="T52" fmla="+- 0 6529 6504"/>
                  <a:gd name="T53" fmla="*/ T52 w 35"/>
                  <a:gd name="T54" fmla="+- 0 5255 5202"/>
                  <a:gd name="T55" fmla="*/ 5255 h 56"/>
                  <a:gd name="T56" fmla="+- 0 6539 6504"/>
                  <a:gd name="T57" fmla="*/ T56 w 35"/>
                  <a:gd name="T58" fmla="+- 0 5220 5202"/>
                  <a:gd name="T59" fmla="*/ 5220 h 56"/>
                  <a:gd name="T60" fmla="+- 0 6537 6504"/>
                  <a:gd name="T61" fmla="*/ T60 w 35"/>
                  <a:gd name="T62" fmla="+- 0 5213 5202"/>
                  <a:gd name="T63" fmla="*/ 5213 h 56"/>
                  <a:gd name="T64" fmla="+- 0 6530 6504"/>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1" y="4"/>
                    </a:lnTo>
                    <a:lnTo>
                      <a:pt x="23" y="5"/>
                    </a:lnTo>
                    <a:lnTo>
                      <a:pt x="24" y="7"/>
                    </a:lnTo>
                    <a:lnTo>
                      <a:pt x="26" y="14"/>
                    </a:lnTo>
                    <a:lnTo>
                      <a:pt x="27" y="16"/>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3" name="Group 392">
              <a:extLst>
                <a:ext uri="{FF2B5EF4-FFF2-40B4-BE49-F238E27FC236}">
                  <a16:creationId xmlns:a16="http://schemas.microsoft.com/office/drawing/2014/main" id="{A623E84B-8F21-B213-BEA8-C8491118431F}"/>
                </a:ext>
              </a:extLst>
            </p:cNvPr>
            <p:cNvGrpSpPr>
              <a:grpSpLocks/>
            </p:cNvGrpSpPr>
            <p:nvPr/>
          </p:nvGrpSpPr>
          <p:grpSpPr bwMode="auto">
            <a:xfrm>
              <a:off x="6960" y="5202"/>
              <a:ext cx="35" cy="56"/>
              <a:chOff x="6960" y="5202"/>
              <a:chExt cx="35" cy="56"/>
            </a:xfrm>
          </p:grpSpPr>
          <p:sp>
            <p:nvSpPr>
              <p:cNvPr id="866" name="Freeform 5535">
                <a:extLst>
                  <a:ext uri="{FF2B5EF4-FFF2-40B4-BE49-F238E27FC236}">
                    <a16:creationId xmlns:a16="http://schemas.microsoft.com/office/drawing/2014/main" id="{E7625BC1-4956-0414-A36B-6C02F99E9477}"/>
                  </a:ext>
                </a:extLst>
              </p:cNvPr>
              <p:cNvSpPr>
                <a:spLocks/>
              </p:cNvSpPr>
              <p:nvPr/>
            </p:nvSpPr>
            <p:spPr bwMode="auto">
              <a:xfrm>
                <a:off x="6960" y="5202"/>
                <a:ext cx="35" cy="56"/>
              </a:xfrm>
              <a:custGeom>
                <a:avLst/>
                <a:gdLst>
                  <a:gd name="T0" fmla="+- 0 6982 6960"/>
                  <a:gd name="T1" fmla="*/ T0 w 35"/>
                  <a:gd name="T2" fmla="+- 0 5202 5202"/>
                  <a:gd name="T3" fmla="*/ 5202 h 56"/>
                  <a:gd name="T4" fmla="+- 0 6975 6960"/>
                  <a:gd name="T5" fmla="*/ T4 w 35"/>
                  <a:gd name="T6" fmla="+- 0 5202 5202"/>
                  <a:gd name="T7" fmla="*/ 5202 h 56"/>
                  <a:gd name="T8" fmla="+- 0 6973 6960"/>
                  <a:gd name="T9" fmla="*/ T8 w 35"/>
                  <a:gd name="T10" fmla="+- 0 5203 5202"/>
                  <a:gd name="T11" fmla="*/ 5203 h 56"/>
                  <a:gd name="T12" fmla="+- 0 6971 6960"/>
                  <a:gd name="T13" fmla="*/ T12 w 35"/>
                  <a:gd name="T14" fmla="+- 0 5204 5202"/>
                  <a:gd name="T15" fmla="*/ 5204 h 56"/>
                  <a:gd name="T16" fmla="+- 0 6967 6960"/>
                  <a:gd name="T17" fmla="*/ T16 w 35"/>
                  <a:gd name="T18" fmla="+- 0 5206 5202"/>
                  <a:gd name="T19" fmla="*/ 5206 h 56"/>
                  <a:gd name="T20" fmla="+- 0 6965 6960"/>
                  <a:gd name="T21" fmla="*/ T20 w 35"/>
                  <a:gd name="T22" fmla="+- 0 5210 5202"/>
                  <a:gd name="T23" fmla="*/ 5210 h 56"/>
                  <a:gd name="T24" fmla="+- 0 6961 6960"/>
                  <a:gd name="T25" fmla="*/ T24 w 35"/>
                  <a:gd name="T26" fmla="+- 0 5218 5202"/>
                  <a:gd name="T27" fmla="*/ 5218 h 56"/>
                  <a:gd name="T28" fmla="+- 0 6960 6960"/>
                  <a:gd name="T29" fmla="*/ T28 w 35"/>
                  <a:gd name="T30" fmla="+- 0 5224 5202"/>
                  <a:gd name="T31" fmla="*/ 5224 h 56"/>
                  <a:gd name="T32" fmla="+- 0 6960 6960"/>
                  <a:gd name="T33" fmla="*/ T32 w 35"/>
                  <a:gd name="T34" fmla="+- 0 5237 5202"/>
                  <a:gd name="T35" fmla="*/ 5237 h 56"/>
                  <a:gd name="T36" fmla="+- 0 6962 6960"/>
                  <a:gd name="T37" fmla="*/ T36 w 35"/>
                  <a:gd name="T38" fmla="+- 0 5243 5202"/>
                  <a:gd name="T39" fmla="*/ 5243 h 56"/>
                  <a:gd name="T40" fmla="+- 0 6968 6960"/>
                  <a:gd name="T41" fmla="*/ T40 w 35"/>
                  <a:gd name="T42" fmla="+- 0 5254 5202"/>
                  <a:gd name="T43" fmla="*/ 5254 h 56"/>
                  <a:gd name="T44" fmla="+- 0 6972 6960"/>
                  <a:gd name="T45" fmla="*/ T44 w 35"/>
                  <a:gd name="T46" fmla="+- 0 5257 5202"/>
                  <a:gd name="T47" fmla="*/ 5257 h 56"/>
                  <a:gd name="T48" fmla="+- 0 6980 6960"/>
                  <a:gd name="T49" fmla="*/ T48 w 35"/>
                  <a:gd name="T50" fmla="+- 0 5257 5202"/>
                  <a:gd name="T51" fmla="*/ 5257 h 56"/>
                  <a:gd name="T52" fmla="+- 0 6983 6960"/>
                  <a:gd name="T53" fmla="*/ T52 w 35"/>
                  <a:gd name="T54" fmla="+- 0 5256 5202"/>
                  <a:gd name="T55" fmla="*/ 5256 h 56"/>
                  <a:gd name="T56" fmla="+- 0 6985 6960"/>
                  <a:gd name="T57" fmla="*/ T56 w 35"/>
                  <a:gd name="T58" fmla="+- 0 5255 5202"/>
                  <a:gd name="T59" fmla="*/ 5255 h 56"/>
                  <a:gd name="T60" fmla="+- 0 6975 6960"/>
                  <a:gd name="T61" fmla="*/ T60 w 35"/>
                  <a:gd name="T62" fmla="+- 0 5255 5202"/>
                  <a:gd name="T63" fmla="*/ 5255 h 56"/>
                  <a:gd name="T64" fmla="+- 0 6972 6960"/>
                  <a:gd name="T65" fmla="*/ T64 w 35"/>
                  <a:gd name="T66" fmla="+- 0 5253 5202"/>
                  <a:gd name="T67" fmla="*/ 5253 h 56"/>
                  <a:gd name="T68" fmla="+- 0 6971 6960"/>
                  <a:gd name="T69" fmla="*/ T68 w 35"/>
                  <a:gd name="T70" fmla="+- 0 5249 5202"/>
                  <a:gd name="T71" fmla="*/ 5249 h 56"/>
                  <a:gd name="T72" fmla="+- 0 6969 6960"/>
                  <a:gd name="T73" fmla="*/ T72 w 35"/>
                  <a:gd name="T74" fmla="+- 0 5244 5202"/>
                  <a:gd name="T75" fmla="*/ 5244 h 56"/>
                  <a:gd name="T76" fmla="+- 0 6968 6960"/>
                  <a:gd name="T77" fmla="*/ T76 w 35"/>
                  <a:gd name="T78" fmla="+- 0 5238 5202"/>
                  <a:gd name="T79" fmla="*/ 5238 h 56"/>
                  <a:gd name="T80" fmla="+- 0 6978 6960"/>
                  <a:gd name="T81" fmla="*/ T80 w 35"/>
                  <a:gd name="T82" fmla="+- 0 5204 5202"/>
                  <a:gd name="T83" fmla="*/ 5204 h 56"/>
                  <a:gd name="T84" fmla="+- 0 6986 6960"/>
                  <a:gd name="T85" fmla="*/ T84 w 35"/>
                  <a:gd name="T86" fmla="+- 0 5204 5202"/>
                  <a:gd name="T87" fmla="*/ 5204 h 56"/>
                  <a:gd name="T88" fmla="+- 0 6986 6960"/>
                  <a:gd name="T89" fmla="*/ T88 w 35"/>
                  <a:gd name="T90" fmla="+- 0 5204 5202"/>
                  <a:gd name="T91" fmla="*/ 5204 h 56"/>
                  <a:gd name="T92" fmla="+- 0 6982 6960"/>
                  <a:gd name="T93" fmla="*/ T92 w 35"/>
                  <a:gd name="T94" fmla="+- 0 5202 5202"/>
                  <a:gd name="T95"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2"/>
                    </a:lnTo>
                    <a:lnTo>
                      <a:pt x="7" y="4"/>
                    </a:lnTo>
                    <a:lnTo>
                      <a:pt x="5" y="8"/>
                    </a:lnTo>
                    <a:lnTo>
                      <a:pt x="1" y="16"/>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67" name="Freeform 5536">
                <a:extLst>
                  <a:ext uri="{FF2B5EF4-FFF2-40B4-BE49-F238E27FC236}">
                    <a16:creationId xmlns:a16="http://schemas.microsoft.com/office/drawing/2014/main" id="{D29D318C-0669-7350-47E9-D60DCE7060A3}"/>
                  </a:ext>
                </a:extLst>
              </p:cNvPr>
              <p:cNvSpPr>
                <a:spLocks/>
              </p:cNvSpPr>
              <p:nvPr/>
            </p:nvSpPr>
            <p:spPr bwMode="auto">
              <a:xfrm>
                <a:off x="6960" y="5202"/>
                <a:ext cx="35" cy="56"/>
              </a:xfrm>
              <a:custGeom>
                <a:avLst/>
                <a:gdLst>
                  <a:gd name="T0" fmla="+- 0 6986 6960"/>
                  <a:gd name="T1" fmla="*/ T0 w 35"/>
                  <a:gd name="T2" fmla="+- 0 5204 5202"/>
                  <a:gd name="T3" fmla="*/ 5204 h 56"/>
                  <a:gd name="T4" fmla="+- 0 6978 6960"/>
                  <a:gd name="T5" fmla="*/ T4 w 35"/>
                  <a:gd name="T6" fmla="+- 0 5204 5202"/>
                  <a:gd name="T7" fmla="*/ 5204 h 56"/>
                  <a:gd name="T8" fmla="+- 0 6982 6960"/>
                  <a:gd name="T9" fmla="*/ T8 w 35"/>
                  <a:gd name="T10" fmla="+- 0 5206 5202"/>
                  <a:gd name="T11" fmla="*/ 5206 h 56"/>
                  <a:gd name="T12" fmla="+- 0 6983 6960"/>
                  <a:gd name="T13" fmla="*/ T12 w 35"/>
                  <a:gd name="T14" fmla="+- 0 5207 5202"/>
                  <a:gd name="T15" fmla="*/ 5207 h 56"/>
                  <a:gd name="T16" fmla="+- 0 6984 6960"/>
                  <a:gd name="T17" fmla="*/ T16 w 35"/>
                  <a:gd name="T18" fmla="+- 0 5209 5202"/>
                  <a:gd name="T19" fmla="*/ 5209 h 56"/>
                  <a:gd name="T20" fmla="+- 0 6987 6960"/>
                  <a:gd name="T21" fmla="*/ T20 w 35"/>
                  <a:gd name="T22" fmla="+- 0 5216 5202"/>
                  <a:gd name="T23" fmla="*/ 5216 h 56"/>
                  <a:gd name="T24" fmla="+- 0 6987 6960"/>
                  <a:gd name="T25" fmla="*/ T24 w 35"/>
                  <a:gd name="T26" fmla="+- 0 5218 5202"/>
                  <a:gd name="T27" fmla="*/ 5218 h 56"/>
                  <a:gd name="T28" fmla="+- 0 6987 6960"/>
                  <a:gd name="T29" fmla="*/ T28 w 35"/>
                  <a:gd name="T30" fmla="+- 0 5237 5202"/>
                  <a:gd name="T31" fmla="*/ 5237 h 56"/>
                  <a:gd name="T32" fmla="+- 0 6987 6960"/>
                  <a:gd name="T33" fmla="*/ T32 w 35"/>
                  <a:gd name="T34" fmla="+- 0 5242 5202"/>
                  <a:gd name="T35" fmla="*/ 5242 h 56"/>
                  <a:gd name="T36" fmla="+- 0 6985 6960"/>
                  <a:gd name="T37" fmla="*/ T36 w 35"/>
                  <a:gd name="T38" fmla="+- 0 5249 5202"/>
                  <a:gd name="T39" fmla="*/ 5249 h 56"/>
                  <a:gd name="T40" fmla="+- 0 6983 6960"/>
                  <a:gd name="T41" fmla="*/ T40 w 35"/>
                  <a:gd name="T42" fmla="+- 0 5251 5202"/>
                  <a:gd name="T43" fmla="*/ 5251 h 56"/>
                  <a:gd name="T44" fmla="+- 0 6982 6960"/>
                  <a:gd name="T45" fmla="*/ T44 w 35"/>
                  <a:gd name="T46" fmla="+- 0 5253 5202"/>
                  <a:gd name="T47" fmla="*/ 5253 h 56"/>
                  <a:gd name="T48" fmla="+- 0 6978 6960"/>
                  <a:gd name="T49" fmla="*/ T48 w 35"/>
                  <a:gd name="T50" fmla="+- 0 5255 5202"/>
                  <a:gd name="T51" fmla="*/ 5255 h 56"/>
                  <a:gd name="T52" fmla="+- 0 6985 6960"/>
                  <a:gd name="T53" fmla="*/ T52 w 35"/>
                  <a:gd name="T54" fmla="+- 0 5255 5202"/>
                  <a:gd name="T55" fmla="*/ 5255 h 56"/>
                  <a:gd name="T56" fmla="+- 0 6995 6960"/>
                  <a:gd name="T57" fmla="*/ T56 w 35"/>
                  <a:gd name="T58" fmla="+- 0 5220 5202"/>
                  <a:gd name="T59" fmla="*/ 5220 h 56"/>
                  <a:gd name="T60" fmla="+- 0 6993 6960"/>
                  <a:gd name="T61" fmla="*/ T60 w 35"/>
                  <a:gd name="T62" fmla="+- 0 5213 5202"/>
                  <a:gd name="T63" fmla="*/ 5213 h 56"/>
                  <a:gd name="T64" fmla="+- 0 6986 6960"/>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6"/>
                    </a:lnTo>
                    <a:lnTo>
                      <a:pt x="27" y="35"/>
                    </a:lnTo>
                    <a:lnTo>
                      <a:pt x="27" y="40"/>
                    </a:lnTo>
                    <a:lnTo>
                      <a:pt x="25" y="47"/>
                    </a:lnTo>
                    <a:lnTo>
                      <a:pt x="23" y="49"/>
                    </a:lnTo>
                    <a:lnTo>
                      <a:pt x="22" y="51"/>
                    </a:lnTo>
                    <a:lnTo>
                      <a:pt x="18"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4" name="Group 393">
              <a:extLst>
                <a:ext uri="{FF2B5EF4-FFF2-40B4-BE49-F238E27FC236}">
                  <a16:creationId xmlns:a16="http://schemas.microsoft.com/office/drawing/2014/main" id="{606CBB99-8CA4-68C9-6D9E-063845A417BB}"/>
                </a:ext>
              </a:extLst>
            </p:cNvPr>
            <p:cNvGrpSpPr>
              <a:grpSpLocks/>
            </p:cNvGrpSpPr>
            <p:nvPr/>
          </p:nvGrpSpPr>
          <p:grpSpPr bwMode="auto">
            <a:xfrm>
              <a:off x="7417" y="5202"/>
              <a:ext cx="35" cy="56"/>
              <a:chOff x="7417" y="5202"/>
              <a:chExt cx="35" cy="56"/>
            </a:xfrm>
          </p:grpSpPr>
          <p:sp>
            <p:nvSpPr>
              <p:cNvPr id="864" name="Freeform 5538">
                <a:extLst>
                  <a:ext uri="{FF2B5EF4-FFF2-40B4-BE49-F238E27FC236}">
                    <a16:creationId xmlns:a16="http://schemas.microsoft.com/office/drawing/2014/main" id="{6E236E96-9BED-8649-550C-1C755A8393B3}"/>
                  </a:ext>
                </a:extLst>
              </p:cNvPr>
              <p:cNvSpPr>
                <a:spLocks/>
              </p:cNvSpPr>
              <p:nvPr/>
            </p:nvSpPr>
            <p:spPr bwMode="auto">
              <a:xfrm>
                <a:off x="7417" y="5202"/>
                <a:ext cx="35" cy="56"/>
              </a:xfrm>
              <a:custGeom>
                <a:avLst/>
                <a:gdLst>
                  <a:gd name="T0" fmla="+- 0 7438 7417"/>
                  <a:gd name="T1" fmla="*/ T0 w 35"/>
                  <a:gd name="T2" fmla="+- 0 5202 5202"/>
                  <a:gd name="T3" fmla="*/ 5202 h 56"/>
                  <a:gd name="T4" fmla="+- 0 7432 7417"/>
                  <a:gd name="T5" fmla="*/ T4 w 35"/>
                  <a:gd name="T6" fmla="+- 0 5202 5202"/>
                  <a:gd name="T7" fmla="*/ 5202 h 56"/>
                  <a:gd name="T8" fmla="+- 0 7429 7417"/>
                  <a:gd name="T9" fmla="*/ T8 w 35"/>
                  <a:gd name="T10" fmla="+- 0 5203 5202"/>
                  <a:gd name="T11" fmla="*/ 5203 h 56"/>
                  <a:gd name="T12" fmla="+- 0 7424 7417"/>
                  <a:gd name="T13" fmla="*/ T12 w 35"/>
                  <a:gd name="T14" fmla="+- 0 5206 5202"/>
                  <a:gd name="T15" fmla="*/ 5206 h 56"/>
                  <a:gd name="T16" fmla="+- 0 7421 7417"/>
                  <a:gd name="T17" fmla="*/ T16 w 35"/>
                  <a:gd name="T18" fmla="+- 0 5210 5202"/>
                  <a:gd name="T19" fmla="*/ 5210 h 56"/>
                  <a:gd name="T20" fmla="+- 0 7418 7417"/>
                  <a:gd name="T21" fmla="*/ T20 w 35"/>
                  <a:gd name="T22" fmla="+- 0 5218 5202"/>
                  <a:gd name="T23" fmla="*/ 5218 h 56"/>
                  <a:gd name="T24" fmla="+- 0 7417 7417"/>
                  <a:gd name="T25" fmla="*/ T24 w 35"/>
                  <a:gd name="T26" fmla="+- 0 5224 5202"/>
                  <a:gd name="T27" fmla="*/ 5224 h 56"/>
                  <a:gd name="T28" fmla="+- 0 7417 7417"/>
                  <a:gd name="T29" fmla="*/ T28 w 35"/>
                  <a:gd name="T30" fmla="+- 0 5237 5202"/>
                  <a:gd name="T31" fmla="*/ 5237 h 56"/>
                  <a:gd name="T32" fmla="+- 0 7418 7417"/>
                  <a:gd name="T33" fmla="*/ T32 w 35"/>
                  <a:gd name="T34" fmla="+- 0 5243 5202"/>
                  <a:gd name="T35" fmla="*/ 5243 h 56"/>
                  <a:gd name="T36" fmla="+- 0 7425 7417"/>
                  <a:gd name="T37" fmla="*/ T36 w 35"/>
                  <a:gd name="T38" fmla="+- 0 5254 5202"/>
                  <a:gd name="T39" fmla="*/ 5254 h 56"/>
                  <a:gd name="T40" fmla="+- 0 7429 7417"/>
                  <a:gd name="T41" fmla="*/ T40 w 35"/>
                  <a:gd name="T42" fmla="+- 0 5257 5202"/>
                  <a:gd name="T43" fmla="*/ 5257 h 56"/>
                  <a:gd name="T44" fmla="+- 0 7436 7417"/>
                  <a:gd name="T45" fmla="*/ T44 w 35"/>
                  <a:gd name="T46" fmla="+- 0 5257 5202"/>
                  <a:gd name="T47" fmla="*/ 5257 h 56"/>
                  <a:gd name="T48" fmla="+- 0 7439 7417"/>
                  <a:gd name="T49" fmla="*/ T48 w 35"/>
                  <a:gd name="T50" fmla="+- 0 5256 5202"/>
                  <a:gd name="T51" fmla="*/ 5256 h 56"/>
                  <a:gd name="T52" fmla="+- 0 7441 7417"/>
                  <a:gd name="T53" fmla="*/ T52 w 35"/>
                  <a:gd name="T54" fmla="+- 0 5255 5202"/>
                  <a:gd name="T55" fmla="*/ 5255 h 56"/>
                  <a:gd name="T56" fmla="+- 0 7431 7417"/>
                  <a:gd name="T57" fmla="*/ T56 w 35"/>
                  <a:gd name="T58" fmla="+- 0 5255 5202"/>
                  <a:gd name="T59" fmla="*/ 5255 h 56"/>
                  <a:gd name="T60" fmla="+- 0 7429 7417"/>
                  <a:gd name="T61" fmla="*/ T60 w 35"/>
                  <a:gd name="T62" fmla="+- 0 5253 5202"/>
                  <a:gd name="T63" fmla="*/ 5253 h 56"/>
                  <a:gd name="T64" fmla="+- 0 7426 7417"/>
                  <a:gd name="T65" fmla="*/ T64 w 35"/>
                  <a:gd name="T66" fmla="+- 0 5244 5202"/>
                  <a:gd name="T67" fmla="*/ 5244 h 56"/>
                  <a:gd name="T68" fmla="+- 0 7425 7417"/>
                  <a:gd name="T69" fmla="*/ T68 w 35"/>
                  <a:gd name="T70" fmla="+- 0 5238 5202"/>
                  <a:gd name="T71" fmla="*/ 5238 h 56"/>
                  <a:gd name="T72" fmla="+- 0 7425 7417"/>
                  <a:gd name="T73" fmla="*/ T72 w 35"/>
                  <a:gd name="T74" fmla="+- 0 5224 5202"/>
                  <a:gd name="T75" fmla="*/ 5224 h 56"/>
                  <a:gd name="T76" fmla="+- 0 7434 7417"/>
                  <a:gd name="T77" fmla="*/ T76 w 35"/>
                  <a:gd name="T78" fmla="+- 0 5204 5202"/>
                  <a:gd name="T79" fmla="*/ 5204 h 56"/>
                  <a:gd name="T80" fmla="+- 0 7442 7417"/>
                  <a:gd name="T81" fmla="*/ T80 w 35"/>
                  <a:gd name="T82" fmla="+- 0 5204 5202"/>
                  <a:gd name="T83" fmla="*/ 5204 h 56"/>
                  <a:gd name="T84" fmla="+- 0 7442 7417"/>
                  <a:gd name="T85" fmla="*/ T84 w 35"/>
                  <a:gd name="T86" fmla="+- 0 5204 5202"/>
                  <a:gd name="T87" fmla="*/ 5204 h 56"/>
                  <a:gd name="T88" fmla="+- 0 7438 7417"/>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6"/>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65" name="Freeform 5539">
                <a:extLst>
                  <a:ext uri="{FF2B5EF4-FFF2-40B4-BE49-F238E27FC236}">
                    <a16:creationId xmlns:a16="http://schemas.microsoft.com/office/drawing/2014/main" id="{11676181-406D-9CC6-D31C-BADE1D0A7A07}"/>
                  </a:ext>
                </a:extLst>
              </p:cNvPr>
              <p:cNvSpPr>
                <a:spLocks/>
              </p:cNvSpPr>
              <p:nvPr/>
            </p:nvSpPr>
            <p:spPr bwMode="auto">
              <a:xfrm>
                <a:off x="7417" y="5202"/>
                <a:ext cx="35" cy="56"/>
              </a:xfrm>
              <a:custGeom>
                <a:avLst/>
                <a:gdLst>
                  <a:gd name="T0" fmla="+- 0 7442 7417"/>
                  <a:gd name="T1" fmla="*/ T0 w 35"/>
                  <a:gd name="T2" fmla="+- 0 5204 5202"/>
                  <a:gd name="T3" fmla="*/ 5204 h 56"/>
                  <a:gd name="T4" fmla="+- 0 7434 7417"/>
                  <a:gd name="T5" fmla="*/ T4 w 35"/>
                  <a:gd name="T6" fmla="+- 0 5204 5202"/>
                  <a:gd name="T7" fmla="*/ 5204 h 56"/>
                  <a:gd name="T8" fmla="+- 0 7438 7417"/>
                  <a:gd name="T9" fmla="*/ T8 w 35"/>
                  <a:gd name="T10" fmla="+- 0 5206 5202"/>
                  <a:gd name="T11" fmla="*/ 5206 h 56"/>
                  <a:gd name="T12" fmla="+- 0 7440 7417"/>
                  <a:gd name="T13" fmla="*/ T12 w 35"/>
                  <a:gd name="T14" fmla="+- 0 5207 5202"/>
                  <a:gd name="T15" fmla="*/ 5207 h 56"/>
                  <a:gd name="T16" fmla="+- 0 7441 7417"/>
                  <a:gd name="T17" fmla="*/ T16 w 35"/>
                  <a:gd name="T18" fmla="+- 0 5209 5202"/>
                  <a:gd name="T19" fmla="*/ 5209 h 56"/>
                  <a:gd name="T20" fmla="+- 0 7443 7417"/>
                  <a:gd name="T21" fmla="*/ T20 w 35"/>
                  <a:gd name="T22" fmla="+- 0 5216 5202"/>
                  <a:gd name="T23" fmla="*/ 5216 h 56"/>
                  <a:gd name="T24" fmla="+- 0 7443 7417"/>
                  <a:gd name="T25" fmla="*/ T24 w 35"/>
                  <a:gd name="T26" fmla="+- 0 5218 5202"/>
                  <a:gd name="T27" fmla="*/ 5218 h 56"/>
                  <a:gd name="T28" fmla="+- 0 7444 7417"/>
                  <a:gd name="T29" fmla="*/ T28 w 35"/>
                  <a:gd name="T30" fmla="+- 0 5237 5202"/>
                  <a:gd name="T31" fmla="*/ 5237 h 56"/>
                  <a:gd name="T32" fmla="+- 0 7443 7417"/>
                  <a:gd name="T33" fmla="*/ T32 w 35"/>
                  <a:gd name="T34" fmla="+- 0 5242 5202"/>
                  <a:gd name="T35" fmla="*/ 5242 h 56"/>
                  <a:gd name="T36" fmla="+- 0 7441 7417"/>
                  <a:gd name="T37" fmla="*/ T36 w 35"/>
                  <a:gd name="T38" fmla="+- 0 5249 5202"/>
                  <a:gd name="T39" fmla="*/ 5249 h 56"/>
                  <a:gd name="T40" fmla="+- 0 7440 7417"/>
                  <a:gd name="T41" fmla="*/ T40 w 35"/>
                  <a:gd name="T42" fmla="+- 0 5251 5202"/>
                  <a:gd name="T43" fmla="*/ 5251 h 56"/>
                  <a:gd name="T44" fmla="+- 0 7438 7417"/>
                  <a:gd name="T45" fmla="*/ T44 w 35"/>
                  <a:gd name="T46" fmla="+- 0 5253 5202"/>
                  <a:gd name="T47" fmla="*/ 5253 h 56"/>
                  <a:gd name="T48" fmla="+- 0 7434 7417"/>
                  <a:gd name="T49" fmla="*/ T48 w 35"/>
                  <a:gd name="T50" fmla="+- 0 5255 5202"/>
                  <a:gd name="T51" fmla="*/ 5255 h 56"/>
                  <a:gd name="T52" fmla="+- 0 7441 7417"/>
                  <a:gd name="T53" fmla="*/ T52 w 35"/>
                  <a:gd name="T54" fmla="+- 0 5255 5202"/>
                  <a:gd name="T55" fmla="*/ 5255 h 56"/>
                  <a:gd name="T56" fmla="+- 0 7451 7417"/>
                  <a:gd name="T57" fmla="*/ T56 w 35"/>
                  <a:gd name="T58" fmla="+- 0 5220 5202"/>
                  <a:gd name="T59" fmla="*/ 5220 h 56"/>
                  <a:gd name="T60" fmla="+- 0 7449 7417"/>
                  <a:gd name="T61" fmla="*/ T60 w 35"/>
                  <a:gd name="T62" fmla="+- 0 5213 5202"/>
                  <a:gd name="T63" fmla="*/ 5213 h 56"/>
                  <a:gd name="T64" fmla="+- 0 7442 7417"/>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6"/>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5" name="Group 394">
              <a:extLst>
                <a:ext uri="{FF2B5EF4-FFF2-40B4-BE49-F238E27FC236}">
                  <a16:creationId xmlns:a16="http://schemas.microsoft.com/office/drawing/2014/main" id="{52F48C85-2408-A1C2-F001-D346B9A92592}"/>
                </a:ext>
              </a:extLst>
            </p:cNvPr>
            <p:cNvGrpSpPr>
              <a:grpSpLocks/>
            </p:cNvGrpSpPr>
            <p:nvPr/>
          </p:nvGrpSpPr>
          <p:grpSpPr bwMode="auto">
            <a:xfrm>
              <a:off x="7873" y="5202"/>
              <a:ext cx="35" cy="56"/>
              <a:chOff x="7873" y="5202"/>
              <a:chExt cx="35" cy="56"/>
            </a:xfrm>
          </p:grpSpPr>
          <p:sp>
            <p:nvSpPr>
              <p:cNvPr id="862" name="Freeform 5541">
                <a:extLst>
                  <a:ext uri="{FF2B5EF4-FFF2-40B4-BE49-F238E27FC236}">
                    <a16:creationId xmlns:a16="http://schemas.microsoft.com/office/drawing/2014/main" id="{22895FCE-2C44-BE48-E7DC-DC210CB4636E}"/>
                  </a:ext>
                </a:extLst>
              </p:cNvPr>
              <p:cNvSpPr>
                <a:spLocks/>
              </p:cNvSpPr>
              <p:nvPr/>
            </p:nvSpPr>
            <p:spPr bwMode="auto">
              <a:xfrm>
                <a:off x="7873" y="5202"/>
                <a:ext cx="35" cy="56"/>
              </a:xfrm>
              <a:custGeom>
                <a:avLst/>
                <a:gdLst>
                  <a:gd name="T0" fmla="+- 0 7895 7873"/>
                  <a:gd name="T1" fmla="*/ T0 w 35"/>
                  <a:gd name="T2" fmla="+- 0 5202 5202"/>
                  <a:gd name="T3" fmla="*/ 5202 h 56"/>
                  <a:gd name="T4" fmla="+- 0 7888 7873"/>
                  <a:gd name="T5" fmla="*/ T4 w 35"/>
                  <a:gd name="T6" fmla="+- 0 5202 5202"/>
                  <a:gd name="T7" fmla="*/ 5202 h 56"/>
                  <a:gd name="T8" fmla="+- 0 7886 7873"/>
                  <a:gd name="T9" fmla="*/ T8 w 35"/>
                  <a:gd name="T10" fmla="+- 0 5203 5202"/>
                  <a:gd name="T11" fmla="*/ 5203 h 56"/>
                  <a:gd name="T12" fmla="+- 0 7883 7873"/>
                  <a:gd name="T13" fmla="*/ T12 w 35"/>
                  <a:gd name="T14" fmla="+- 0 5204 5202"/>
                  <a:gd name="T15" fmla="*/ 5204 h 56"/>
                  <a:gd name="T16" fmla="+- 0 7880 7873"/>
                  <a:gd name="T17" fmla="*/ T16 w 35"/>
                  <a:gd name="T18" fmla="+- 0 5206 5202"/>
                  <a:gd name="T19" fmla="*/ 5206 h 56"/>
                  <a:gd name="T20" fmla="+- 0 7878 7873"/>
                  <a:gd name="T21" fmla="*/ T20 w 35"/>
                  <a:gd name="T22" fmla="+- 0 5210 5202"/>
                  <a:gd name="T23" fmla="*/ 5210 h 56"/>
                  <a:gd name="T24" fmla="+- 0 7874 7873"/>
                  <a:gd name="T25" fmla="*/ T24 w 35"/>
                  <a:gd name="T26" fmla="+- 0 5218 5202"/>
                  <a:gd name="T27" fmla="*/ 5218 h 56"/>
                  <a:gd name="T28" fmla="+- 0 7873 7873"/>
                  <a:gd name="T29" fmla="*/ T28 w 35"/>
                  <a:gd name="T30" fmla="+- 0 5224 5202"/>
                  <a:gd name="T31" fmla="*/ 5224 h 56"/>
                  <a:gd name="T32" fmla="+- 0 7873 7873"/>
                  <a:gd name="T33" fmla="*/ T32 w 35"/>
                  <a:gd name="T34" fmla="+- 0 5237 5202"/>
                  <a:gd name="T35" fmla="*/ 5237 h 56"/>
                  <a:gd name="T36" fmla="+- 0 7875 7873"/>
                  <a:gd name="T37" fmla="*/ T36 w 35"/>
                  <a:gd name="T38" fmla="+- 0 5243 5202"/>
                  <a:gd name="T39" fmla="*/ 5243 h 56"/>
                  <a:gd name="T40" fmla="+- 0 7881 7873"/>
                  <a:gd name="T41" fmla="*/ T40 w 35"/>
                  <a:gd name="T42" fmla="+- 0 5254 5202"/>
                  <a:gd name="T43" fmla="*/ 5254 h 56"/>
                  <a:gd name="T44" fmla="+- 0 7885 7873"/>
                  <a:gd name="T45" fmla="*/ T44 w 35"/>
                  <a:gd name="T46" fmla="+- 0 5257 5202"/>
                  <a:gd name="T47" fmla="*/ 5257 h 56"/>
                  <a:gd name="T48" fmla="+- 0 7893 7873"/>
                  <a:gd name="T49" fmla="*/ T48 w 35"/>
                  <a:gd name="T50" fmla="+- 0 5257 5202"/>
                  <a:gd name="T51" fmla="*/ 5257 h 56"/>
                  <a:gd name="T52" fmla="+- 0 7895 7873"/>
                  <a:gd name="T53" fmla="*/ T52 w 35"/>
                  <a:gd name="T54" fmla="+- 0 5256 5202"/>
                  <a:gd name="T55" fmla="*/ 5256 h 56"/>
                  <a:gd name="T56" fmla="+- 0 7898 7873"/>
                  <a:gd name="T57" fmla="*/ T56 w 35"/>
                  <a:gd name="T58" fmla="+- 0 5255 5202"/>
                  <a:gd name="T59" fmla="*/ 5255 h 56"/>
                  <a:gd name="T60" fmla="+- 0 7887 7873"/>
                  <a:gd name="T61" fmla="*/ T60 w 35"/>
                  <a:gd name="T62" fmla="+- 0 5255 5202"/>
                  <a:gd name="T63" fmla="*/ 5255 h 56"/>
                  <a:gd name="T64" fmla="+- 0 7885 7873"/>
                  <a:gd name="T65" fmla="*/ T64 w 35"/>
                  <a:gd name="T66" fmla="+- 0 5253 5202"/>
                  <a:gd name="T67" fmla="*/ 5253 h 56"/>
                  <a:gd name="T68" fmla="+- 0 7884 7873"/>
                  <a:gd name="T69" fmla="*/ T68 w 35"/>
                  <a:gd name="T70" fmla="+- 0 5249 5202"/>
                  <a:gd name="T71" fmla="*/ 5249 h 56"/>
                  <a:gd name="T72" fmla="+- 0 7882 7873"/>
                  <a:gd name="T73" fmla="*/ T72 w 35"/>
                  <a:gd name="T74" fmla="+- 0 5244 5202"/>
                  <a:gd name="T75" fmla="*/ 5244 h 56"/>
                  <a:gd name="T76" fmla="+- 0 7881 7873"/>
                  <a:gd name="T77" fmla="*/ T76 w 35"/>
                  <a:gd name="T78" fmla="+- 0 5238 5202"/>
                  <a:gd name="T79" fmla="*/ 5238 h 56"/>
                  <a:gd name="T80" fmla="+- 0 7890 7873"/>
                  <a:gd name="T81" fmla="*/ T80 w 35"/>
                  <a:gd name="T82" fmla="+- 0 5204 5202"/>
                  <a:gd name="T83" fmla="*/ 5204 h 56"/>
                  <a:gd name="T84" fmla="+- 0 7899 7873"/>
                  <a:gd name="T85" fmla="*/ T84 w 35"/>
                  <a:gd name="T86" fmla="+- 0 5204 5202"/>
                  <a:gd name="T87" fmla="*/ 5204 h 56"/>
                  <a:gd name="T88" fmla="+- 0 7898 7873"/>
                  <a:gd name="T89" fmla="*/ T88 w 35"/>
                  <a:gd name="T90" fmla="+- 0 5204 5202"/>
                  <a:gd name="T91" fmla="*/ 5204 h 56"/>
                  <a:gd name="T92" fmla="+- 0 7895 7873"/>
                  <a:gd name="T93" fmla="*/ T92 w 35"/>
                  <a:gd name="T94" fmla="+- 0 5202 5202"/>
                  <a:gd name="T95"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4"/>
                    </a:lnTo>
                    <a:lnTo>
                      <a:pt x="5" y="8"/>
                    </a:lnTo>
                    <a:lnTo>
                      <a:pt x="1" y="16"/>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63" name="Freeform 5542">
                <a:extLst>
                  <a:ext uri="{FF2B5EF4-FFF2-40B4-BE49-F238E27FC236}">
                    <a16:creationId xmlns:a16="http://schemas.microsoft.com/office/drawing/2014/main" id="{4CA8F474-E693-ACED-073D-2DA5850BEF41}"/>
                  </a:ext>
                </a:extLst>
              </p:cNvPr>
              <p:cNvSpPr>
                <a:spLocks/>
              </p:cNvSpPr>
              <p:nvPr/>
            </p:nvSpPr>
            <p:spPr bwMode="auto">
              <a:xfrm>
                <a:off x="7873" y="5202"/>
                <a:ext cx="35" cy="56"/>
              </a:xfrm>
              <a:custGeom>
                <a:avLst/>
                <a:gdLst>
                  <a:gd name="T0" fmla="+- 0 7899 7873"/>
                  <a:gd name="T1" fmla="*/ T0 w 35"/>
                  <a:gd name="T2" fmla="+- 0 5204 5202"/>
                  <a:gd name="T3" fmla="*/ 5204 h 56"/>
                  <a:gd name="T4" fmla="+- 0 7890 7873"/>
                  <a:gd name="T5" fmla="*/ T4 w 35"/>
                  <a:gd name="T6" fmla="+- 0 5204 5202"/>
                  <a:gd name="T7" fmla="*/ 5204 h 56"/>
                  <a:gd name="T8" fmla="+- 0 7894 7873"/>
                  <a:gd name="T9" fmla="*/ T8 w 35"/>
                  <a:gd name="T10" fmla="+- 0 5206 5202"/>
                  <a:gd name="T11" fmla="*/ 5206 h 56"/>
                  <a:gd name="T12" fmla="+- 0 7896 7873"/>
                  <a:gd name="T13" fmla="*/ T12 w 35"/>
                  <a:gd name="T14" fmla="+- 0 5207 5202"/>
                  <a:gd name="T15" fmla="*/ 5207 h 56"/>
                  <a:gd name="T16" fmla="+- 0 7897 7873"/>
                  <a:gd name="T17" fmla="*/ T16 w 35"/>
                  <a:gd name="T18" fmla="+- 0 5209 5202"/>
                  <a:gd name="T19" fmla="*/ 5209 h 56"/>
                  <a:gd name="T20" fmla="+- 0 7899 7873"/>
                  <a:gd name="T21" fmla="*/ T20 w 35"/>
                  <a:gd name="T22" fmla="+- 0 5216 5202"/>
                  <a:gd name="T23" fmla="*/ 5216 h 56"/>
                  <a:gd name="T24" fmla="+- 0 7900 7873"/>
                  <a:gd name="T25" fmla="*/ T24 w 35"/>
                  <a:gd name="T26" fmla="+- 0 5218 5202"/>
                  <a:gd name="T27" fmla="*/ 5218 h 56"/>
                  <a:gd name="T28" fmla="+- 0 7900 7873"/>
                  <a:gd name="T29" fmla="*/ T28 w 35"/>
                  <a:gd name="T30" fmla="+- 0 5237 5202"/>
                  <a:gd name="T31" fmla="*/ 5237 h 56"/>
                  <a:gd name="T32" fmla="+- 0 7899 7873"/>
                  <a:gd name="T33" fmla="*/ T32 w 35"/>
                  <a:gd name="T34" fmla="+- 0 5242 5202"/>
                  <a:gd name="T35" fmla="*/ 5242 h 56"/>
                  <a:gd name="T36" fmla="+- 0 7897 7873"/>
                  <a:gd name="T37" fmla="*/ T36 w 35"/>
                  <a:gd name="T38" fmla="+- 0 5249 5202"/>
                  <a:gd name="T39" fmla="*/ 5249 h 56"/>
                  <a:gd name="T40" fmla="+- 0 7896 7873"/>
                  <a:gd name="T41" fmla="*/ T40 w 35"/>
                  <a:gd name="T42" fmla="+- 0 5251 5202"/>
                  <a:gd name="T43" fmla="*/ 5251 h 56"/>
                  <a:gd name="T44" fmla="+- 0 7895 7873"/>
                  <a:gd name="T45" fmla="*/ T44 w 35"/>
                  <a:gd name="T46" fmla="+- 0 5253 5202"/>
                  <a:gd name="T47" fmla="*/ 5253 h 56"/>
                  <a:gd name="T48" fmla="+- 0 7890 7873"/>
                  <a:gd name="T49" fmla="*/ T48 w 35"/>
                  <a:gd name="T50" fmla="+- 0 5255 5202"/>
                  <a:gd name="T51" fmla="*/ 5255 h 56"/>
                  <a:gd name="T52" fmla="+- 0 7898 7873"/>
                  <a:gd name="T53" fmla="*/ T52 w 35"/>
                  <a:gd name="T54" fmla="+- 0 5255 5202"/>
                  <a:gd name="T55" fmla="*/ 5255 h 56"/>
                  <a:gd name="T56" fmla="+- 0 7908 7873"/>
                  <a:gd name="T57" fmla="*/ T56 w 35"/>
                  <a:gd name="T58" fmla="+- 0 5220 5202"/>
                  <a:gd name="T59" fmla="*/ 5220 h 56"/>
                  <a:gd name="T60" fmla="+- 0 7906 7873"/>
                  <a:gd name="T61" fmla="*/ T60 w 35"/>
                  <a:gd name="T62" fmla="+- 0 5213 5202"/>
                  <a:gd name="T63" fmla="*/ 5213 h 56"/>
                  <a:gd name="T64" fmla="+- 0 7899 7873"/>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6"/>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6" name="Group 395">
              <a:extLst>
                <a:ext uri="{FF2B5EF4-FFF2-40B4-BE49-F238E27FC236}">
                  <a16:creationId xmlns:a16="http://schemas.microsoft.com/office/drawing/2014/main" id="{9C98D898-9B55-33BE-9E16-A388704C321A}"/>
                </a:ext>
              </a:extLst>
            </p:cNvPr>
            <p:cNvGrpSpPr>
              <a:grpSpLocks/>
            </p:cNvGrpSpPr>
            <p:nvPr/>
          </p:nvGrpSpPr>
          <p:grpSpPr bwMode="auto">
            <a:xfrm>
              <a:off x="8329" y="5202"/>
              <a:ext cx="35" cy="56"/>
              <a:chOff x="8329" y="5202"/>
              <a:chExt cx="35" cy="56"/>
            </a:xfrm>
          </p:grpSpPr>
          <p:sp>
            <p:nvSpPr>
              <p:cNvPr id="860" name="Freeform 5544">
                <a:extLst>
                  <a:ext uri="{FF2B5EF4-FFF2-40B4-BE49-F238E27FC236}">
                    <a16:creationId xmlns:a16="http://schemas.microsoft.com/office/drawing/2014/main" id="{6BABD175-C01C-6F13-A649-D0A4FA287D88}"/>
                  </a:ext>
                </a:extLst>
              </p:cNvPr>
              <p:cNvSpPr>
                <a:spLocks/>
              </p:cNvSpPr>
              <p:nvPr/>
            </p:nvSpPr>
            <p:spPr bwMode="auto">
              <a:xfrm>
                <a:off x="8329" y="5202"/>
                <a:ext cx="35" cy="56"/>
              </a:xfrm>
              <a:custGeom>
                <a:avLst/>
                <a:gdLst>
                  <a:gd name="T0" fmla="+- 0 8351 8329"/>
                  <a:gd name="T1" fmla="*/ T0 w 35"/>
                  <a:gd name="T2" fmla="+- 0 5202 5202"/>
                  <a:gd name="T3" fmla="*/ 5202 h 56"/>
                  <a:gd name="T4" fmla="+- 0 8344 8329"/>
                  <a:gd name="T5" fmla="*/ T4 w 35"/>
                  <a:gd name="T6" fmla="+- 0 5202 5202"/>
                  <a:gd name="T7" fmla="*/ 5202 h 56"/>
                  <a:gd name="T8" fmla="+- 0 8342 8329"/>
                  <a:gd name="T9" fmla="*/ T8 w 35"/>
                  <a:gd name="T10" fmla="+- 0 5203 5202"/>
                  <a:gd name="T11" fmla="*/ 5203 h 56"/>
                  <a:gd name="T12" fmla="+- 0 8339 8329"/>
                  <a:gd name="T13" fmla="*/ T12 w 35"/>
                  <a:gd name="T14" fmla="+- 0 5204 5202"/>
                  <a:gd name="T15" fmla="*/ 5204 h 56"/>
                  <a:gd name="T16" fmla="+- 0 8336 8329"/>
                  <a:gd name="T17" fmla="*/ T16 w 35"/>
                  <a:gd name="T18" fmla="+- 0 5206 5202"/>
                  <a:gd name="T19" fmla="*/ 5206 h 56"/>
                  <a:gd name="T20" fmla="+- 0 8334 8329"/>
                  <a:gd name="T21" fmla="*/ T20 w 35"/>
                  <a:gd name="T22" fmla="+- 0 5210 5202"/>
                  <a:gd name="T23" fmla="*/ 5210 h 56"/>
                  <a:gd name="T24" fmla="+- 0 8330 8329"/>
                  <a:gd name="T25" fmla="*/ T24 w 35"/>
                  <a:gd name="T26" fmla="+- 0 5218 5202"/>
                  <a:gd name="T27" fmla="*/ 5218 h 56"/>
                  <a:gd name="T28" fmla="+- 0 8329 8329"/>
                  <a:gd name="T29" fmla="*/ T28 w 35"/>
                  <a:gd name="T30" fmla="+- 0 5224 5202"/>
                  <a:gd name="T31" fmla="*/ 5224 h 56"/>
                  <a:gd name="T32" fmla="+- 0 8329 8329"/>
                  <a:gd name="T33" fmla="*/ T32 w 35"/>
                  <a:gd name="T34" fmla="+- 0 5237 5202"/>
                  <a:gd name="T35" fmla="*/ 5237 h 56"/>
                  <a:gd name="T36" fmla="+- 0 8331 8329"/>
                  <a:gd name="T37" fmla="*/ T36 w 35"/>
                  <a:gd name="T38" fmla="+- 0 5243 5202"/>
                  <a:gd name="T39" fmla="*/ 5243 h 56"/>
                  <a:gd name="T40" fmla="+- 0 8337 8329"/>
                  <a:gd name="T41" fmla="*/ T40 w 35"/>
                  <a:gd name="T42" fmla="+- 0 5254 5202"/>
                  <a:gd name="T43" fmla="*/ 5254 h 56"/>
                  <a:gd name="T44" fmla="+- 0 8341 8329"/>
                  <a:gd name="T45" fmla="*/ T44 w 35"/>
                  <a:gd name="T46" fmla="+- 0 5257 5202"/>
                  <a:gd name="T47" fmla="*/ 5257 h 56"/>
                  <a:gd name="T48" fmla="+- 0 8349 8329"/>
                  <a:gd name="T49" fmla="*/ T48 w 35"/>
                  <a:gd name="T50" fmla="+- 0 5257 5202"/>
                  <a:gd name="T51" fmla="*/ 5257 h 56"/>
                  <a:gd name="T52" fmla="+- 0 8352 8329"/>
                  <a:gd name="T53" fmla="*/ T52 w 35"/>
                  <a:gd name="T54" fmla="+- 0 5256 5202"/>
                  <a:gd name="T55" fmla="*/ 5256 h 56"/>
                  <a:gd name="T56" fmla="+- 0 8354 8329"/>
                  <a:gd name="T57" fmla="*/ T56 w 35"/>
                  <a:gd name="T58" fmla="+- 0 5255 5202"/>
                  <a:gd name="T59" fmla="*/ 5255 h 56"/>
                  <a:gd name="T60" fmla="+- 0 8344 8329"/>
                  <a:gd name="T61" fmla="*/ T60 w 35"/>
                  <a:gd name="T62" fmla="+- 0 5255 5202"/>
                  <a:gd name="T63" fmla="*/ 5255 h 56"/>
                  <a:gd name="T64" fmla="+- 0 8341 8329"/>
                  <a:gd name="T65" fmla="*/ T64 w 35"/>
                  <a:gd name="T66" fmla="+- 0 5253 5202"/>
                  <a:gd name="T67" fmla="*/ 5253 h 56"/>
                  <a:gd name="T68" fmla="+- 0 8340 8329"/>
                  <a:gd name="T69" fmla="*/ T68 w 35"/>
                  <a:gd name="T70" fmla="+- 0 5249 5202"/>
                  <a:gd name="T71" fmla="*/ 5249 h 56"/>
                  <a:gd name="T72" fmla="+- 0 8338 8329"/>
                  <a:gd name="T73" fmla="*/ T72 w 35"/>
                  <a:gd name="T74" fmla="+- 0 5244 5202"/>
                  <a:gd name="T75" fmla="*/ 5244 h 56"/>
                  <a:gd name="T76" fmla="+- 0 8337 8329"/>
                  <a:gd name="T77" fmla="*/ T76 w 35"/>
                  <a:gd name="T78" fmla="+- 0 5238 5202"/>
                  <a:gd name="T79" fmla="*/ 5238 h 56"/>
                  <a:gd name="T80" fmla="+- 0 8347 8329"/>
                  <a:gd name="T81" fmla="*/ T80 w 35"/>
                  <a:gd name="T82" fmla="+- 0 5204 5202"/>
                  <a:gd name="T83" fmla="*/ 5204 h 56"/>
                  <a:gd name="T84" fmla="+- 0 8355 8329"/>
                  <a:gd name="T85" fmla="*/ T84 w 35"/>
                  <a:gd name="T86" fmla="+- 0 5204 5202"/>
                  <a:gd name="T87" fmla="*/ 5204 h 56"/>
                  <a:gd name="T88" fmla="+- 0 8355 8329"/>
                  <a:gd name="T89" fmla="*/ T88 w 35"/>
                  <a:gd name="T90" fmla="+- 0 5204 5202"/>
                  <a:gd name="T91" fmla="*/ 5204 h 56"/>
                  <a:gd name="T92" fmla="+- 0 8351 8329"/>
                  <a:gd name="T93" fmla="*/ T92 w 35"/>
                  <a:gd name="T94" fmla="+- 0 5202 5202"/>
                  <a:gd name="T95"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2"/>
                    </a:lnTo>
                    <a:lnTo>
                      <a:pt x="7" y="4"/>
                    </a:lnTo>
                    <a:lnTo>
                      <a:pt x="5" y="8"/>
                    </a:lnTo>
                    <a:lnTo>
                      <a:pt x="1" y="16"/>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2"/>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61" name="Freeform 5545">
                <a:extLst>
                  <a:ext uri="{FF2B5EF4-FFF2-40B4-BE49-F238E27FC236}">
                    <a16:creationId xmlns:a16="http://schemas.microsoft.com/office/drawing/2014/main" id="{FA1D177A-1474-C306-6BE6-E7628FB43376}"/>
                  </a:ext>
                </a:extLst>
              </p:cNvPr>
              <p:cNvSpPr>
                <a:spLocks/>
              </p:cNvSpPr>
              <p:nvPr/>
            </p:nvSpPr>
            <p:spPr bwMode="auto">
              <a:xfrm>
                <a:off x="8329" y="5202"/>
                <a:ext cx="35" cy="56"/>
              </a:xfrm>
              <a:custGeom>
                <a:avLst/>
                <a:gdLst>
                  <a:gd name="T0" fmla="+- 0 8355 8329"/>
                  <a:gd name="T1" fmla="*/ T0 w 35"/>
                  <a:gd name="T2" fmla="+- 0 5204 5202"/>
                  <a:gd name="T3" fmla="*/ 5204 h 56"/>
                  <a:gd name="T4" fmla="+- 0 8347 8329"/>
                  <a:gd name="T5" fmla="*/ T4 w 35"/>
                  <a:gd name="T6" fmla="+- 0 5204 5202"/>
                  <a:gd name="T7" fmla="*/ 5204 h 56"/>
                  <a:gd name="T8" fmla="+- 0 8351 8329"/>
                  <a:gd name="T9" fmla="*/ T8 w 35"/>
                  <a:gd name="T10" fmla="+- 0 5206 5202"/>
                  <a:gd name="T11" fmla="*/ 5206 h 56"/>
                  <a:gd name="T12" fmla="+- 0 8352 8329"/>
                  <a:gd name="T13" fmla="*/ T12 w 35"/>
                  <a:gd name="T14" fmla="+- 0 5207 5202"/>
                  <a:gd name="T15" fmla="*/ 5207 h 56"/>
                  <a:gd name="T16" fmla="+- 0 8353 8329"/>
                  <a:gd name="T17" fmla="*/ T16 w 35"/>
                  <a:gd name="T18" fmla="+- 0 5209 5202"/>
                  <a:gd name="T19" fmla="*/ 5209 h 56"/>
                  <a:gd name="T20" fmla="+- 0 8356 8329"/>
                  <a:gd name="T21" fmla="*/ T20 w 35"/>
                  <a:gd name="T22" fmla="+- 0 5216 5202"/>
                  <a:gd name="T23" fmla="*/ 5216 h 56"/>
                  <a:gd name="T24" fmla="+- 0 8356 8329"/>
                  <a:gd name="T25" fmla="*/ T24 w 35"/>
                  <a:gd name="T26" fmla="+- 0 5218 5202"/>
                  <a:gd name="T27" fmla="*/ 5218 h 56"/>
                  <a:gd name="T28" fmla="+- 0 8356 8329"/>
                  <a:gd name="T29" fmla="*/ T28 w 35"/>
                  <a:gd name="T30" fmla="+- 0 5237 5202"/>
                  <a:gd name="T31" fmla="*/ 5237 h 56"/>
                  <a:gd name="T32" fmla="+- 0 8356 8329"/>
                  <a:gd name="T33" fmla="*/ T32 w 35"/>
                  <a:gd name="T34" fmla="+- 0 5242 5202"/>
                  <a:gd name="T35" fmla="*/ 5242 h 56"/>
                  <a:gd name="T36" fmla="+- 0 8354 8329"/>
                  <a:gd name="T37" fmla="*/ T36 w 35"/>
                  <a:gd name="T38" fmla="+- 0 5249 5202"/>
                  <a:gd name="T39" fmla="*/ 5249 h 56"/>
                  <a:gd name="T40" fmla="+- 0 8352 8329"/>
                  <a:gd name="T41" fmla="*/ T40 w 35"/>
                  <a:gd name="T42" fmla="+- 0 5251 5202"/>
                  <a:gd name="T43" fmla="*/ 5251 h 56"/>
                  <a:gd name="T44" fmla="+- 0 8351 8329"/>
                  <a:gd name="T45" fmla="*/ T44 w 35"/>
                  <a:gd name="T46" fmla="+- 0 5253 5202"/>
                  <a:gd name="T47" fmla="*/ 5253 h 56"/>
                  <a:gd name="T48" fmla="+- 0 8346 8329"/>
                  <a:gd name="T49" fmla="*/ T48 w 35"/>
                  <a:gd name="T50" fmla="+- 0 5255 5202"/>
                  <a:gd name="T51" fmla="*/ 5255 h 56"/>
                  <a:gd name="T52" fmla="+- 0 8354 8329"/>
                  <a:gd name="T53" fmla="*/ T52 w 35"/>
                  <a:gd name="T54" fmla="+- 0 5255 5202"/>
                  <a:gd name="T55" fmla="*/ 5255 h 56"/>
                  <a:gd name="T56" fmla="+- 0 8364 8329"/>
                  <a:gd name="T57" fmla="*/ T56 w 35"/>
                  <a:gd name="T58" fmla="+- 0 5220 5202"/>
                  <a:gd name="T59" fmla="*/ 5220 h 56"/>
                  <a:gd name="T60" fmla="+- 0 8362 8329"/>
                  <a:gd name="T61" fmla="*/ T60 w 35"/>
                  <a:gd name="T62" fmla="+- 0 5213 5202"/>
                  <a:gd name="T63" fmla="*/ 5213 h 56"/>
                  <a:gd name="T64" fmla="+- 0 8355 8329"/>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7" y="14"/>
                    </a:lnTo>
                    <a:lnTo>
                      <a:pt x="27" y="16"/>
                    </a:lnTo>
                    <a:lnTo>
                      <a:pt x="27" y="35"/>
                    </a:lnTo>
                    <a:lnTo>
                      <a:pt x="27" y="40"/>
                    </a:lnTo>
                    <a:lnTo>
                      <a:pt x="25"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7" name="Group 396">
              <a:extLst>
                <a:ext uri="{FF2B5EF4-FFF2-40B4-BE49-F238E27FC236}">
                  <a16:creationId xmlns:a16="http://schemas.microsoft.com/office/drawing/2014/main" id="{91910777-4F6F-6256-020F-2607C3CF0ABA}"/>
                </a:ext>
              </a:extLst>
            </p:cNvPr>
            <p:cNvGrpSpPr>
              <a:grpSpLocks/>
            </p:cNvGrpSpPr>
            <p:nvPr/>
          </p:nvGrpSpPr>
          <p:grpSpPr bwMode="auto">
            <a:xfrm>
              <a:off x="8786" y="5202"/>
              <a:ext cx="35" cy="56"/>
              <a:chOff x="8786" y="5202"/>
              <a:chExt cx="35" cy="56"/>
            </a:xfrm>
          </p:grpSpPr>
          <p:sp>
            <p:nvSpPr>
              <p:cNvPr id="858" name="Freeform 5547">
                <a:extLst>
                  <a:ext uri="{FF2B5EF4-FFF2-40B4-BE49-F238E27FC236}">
                    <a16:creationId xmlns:a16="http://schemas.microsoft.com/office/drawing/2014/main" id="{7FC10EB4-7BA4-CE2A-1D74-A2BE7EDEB379}"/>
                  </a:ext>
                </a:extLst>
              </p:cNvPr>
              <p:cNvSpPr>
                <a:spLocks/>
              </p:cNvSpPr>
              <p:nvPr/>
            </p:nvSpPr>
            <p:spPr bwMode="auto">
              <a:xfrm>
                <a:off x="8786" y="5202"/>
                <a:ext cx="35" cy="56"/>
              </a:xfrm>
              <a:custGeom>
                <a:avLst/>
                <a:gdLst>
                  <a:gd name="T0" fmla="+- 0 8807 8786"/>
                  <a:gd name="T1" fmla="*/ T0 w 35"/>
                  <a:gd name="T2" fmla="+- 0 5202 5202"/>
                  <a:gd name="T3" fmla="*/ 5202 h 56"/>
                  <a:gd name="T4" fmla="+- 0 8801 8786"/>
                  <a:gd name="T5" fmla="*/ T4 w 35"/>
                  <a:gd name="T6" fmla="+- 0 5202 5202"/>
                  <a:gd name="T7" fmla="*/ 5202 h 56"/>
                  <a:gd name="T8" fmla="+- 0 8798 8786"/>
                  <a:gd name="T9" fmla="*/ T8 w 35"/>
                  <a:gd name="T10" fmla="+- 0 5203 5202"/>
                  <a:gd name="T11" fmla="*/ 5203 h 56"/>
                  <a:gd name="T12" fmla="+- 0 8793 8786"/>
                  <a:gd name="T13" fmla="*/ T12 w 35"/>
                  <a:gd name="T14" fmla="+- 0 5206 5202"/>
                  <a:gd name="T15" fmla="*/ 5206 h 56"/>
                  <a:gd name="T16" fmla="+- 0 8790 8786"/>
                  <a:gd name="T17" fmla="*/ T16 w 35"/>
                  <a:gd name="T18" fmla="+- 0 5210 5202"/>
                  <a:gd name="T19" fmla="*/ 5210 h 56"/>
                  <a:gd name="T20" fmla="+- 0 8787 8786"/>
                  <a:gd name="T21" fmla="*/ T20 w 35"/>
                  <a:gd name="T22" fmla="+- 0 5218 5202"/>
                  <a:gd name="T23" fmla="*/ 5218 h 56"/>
                  <a:gd name="T24" fmla="+- 0 8786 8786"/>
                  <a:gd name="T25" fmla="*/ T24 w 35"/>
                  <a:gd name="T26" fmla="+- 0 5224 5202"/>
                  <a:gd name="T27" fmla="*/ 5224 h 56"/>
                  <a:gd name="T28" fmla="+- 0 8786 8786"/>
                  <a:gd name="T29" fmla="*/ T28 w 35"/>
                  <a:gd name="T30" fmla="+- 0 5237 5202"/>
                  <a:gd name="T31" fmla="*/ 5237 h 56"/>
                  <a:gd name="T32" fmla="+- 0 8787 8786"/>
                  <a:gd name="T33" fmla="*/ T32 w 35"/>
                  <a:gd name="T34" fmla="+- 0 5243 5202"/>
                  <a:gd name="T35" fmla="*/ 5243 h 56"/>
                  <a:gd name="T36" fmla="+- 0 8793 8786"/>
                  <a:gd name="T37" fmla="*/ T36 w 35"/>
                  <a:gd name="T38" fmla="+- 0 5254 5202"/>
                  <a:gd name="T39" fmla="*/ 5254 h 56"/>
                  <a:gd name="T40" fmla="+- 0 8798 8786"/>
                  <a:gd name="T41" fmla="*/ T40 w 35"/>
                  <a:gd name="T42" fmla="+- 0 5257 5202"/>
                  <a:gd name="T43" fmla="*/ 5257 h 56"/>
                  <a:gd name="T44" fmla="+- 0 8805 8786"/>
                  <a:gd name="T45" fmla="*/ T44 w 35"/>
                  <a:gd name="T46" fmla="+- 0 5257 5202"/>
                  <a:gd name="T47" fmla="*/ 5257 h 56"/>
                  <a:gd name="T48" fmla="+- 0 8808 8786"/>
                  <a:gd name="T49" fmla="*/ T48 w 35"/>
                  <a:gd name="T50" fmla="+- 0 5256 5202"/>
                  <a:gd name="T51" fmla="*/ 5256 h 56"/>
                  <a:gd name="T52" fmla="+- 0 8810 8786"/>
                  <a:gd name="T53" fmla="*/ T52 w 35"/>
                  <a:gd name="T54" fmla="+- 0 5255 5202"/>
                  <a:gd name="T55" fmla="*/ 5255 h 56"/>
                  <a:gd name="T56" fmla="+- 0 8800 8786"/>
                  <a:gd name="T57" fmla="*/ T56 w 35"/>
                  <a:gd name="T58" fmla="+- 0 5255 5202"/>
                  <a:gd name="T59" fmla="*/ 5255 h 56"/>
                  <a:gd name="T60" fmla="+- 0 8798 8786"/>
                  <a:gd name="T61" fmla="*/ T60 w 35"/>
                  <a:gd name="T62" fmla="+- 0 5253 5202"/>
                  <a:gd name="T63" fmla="*/ 5253 h 56"/>
                  <a:gd name="T64" fmla="+- 0 8794 8786"/>
                  <a:gd name="T65" fmla="*/ T64 w 35"/>
                  <a:gd name="T66" fmla="+- 0 5244 5202"/>
                  <a:gd name="T67" fmla="*/ 5244 h 56"/>
                  <a:gd name="T68" fmla="+- 0 8794 8786"/>
                  <a:gd name="T69" fmla="*/ T68 w 35"/>
                  <a:gd name="T70" fmla="+- 0 5238 5202"/>
                  <a:gd name="T71" fmla="*/ 5238 h 56"/>
                  <a:gd name="T72" fmla="+- 0 8794 8786"/>
                  <a:gd name="T73" fmla="*/ T72 w 35"/>
                  <a:gd name="T74" fmla="+- 0 5224 5202"/>
                  <a:gd name="T75" fmla="*/ 5224 h 56"/>
                  <a:gd name="T76" fmla="+- 0 8803 8786"/>
                  <a:gd name="T77" fmla="*/ T76 w 35"/>
                  <a:gd name="T78" fmla="+- 0 5204 5202"/>
                  <a:gd name="T79" fmla="*/ 5204 h 56"/>
                  <a:gd name="T80" fmla="+- 0 8811 8786"/>
                  <a:gd name="T81" fmla="*/ T80 w 35"/>
                  <a:gd name="T82" fmla="+- 0 5204 5202"/>
                  <a:gd name="T83" fmla="*/ 5204 h 56"/>
                  <a:gd name="T84" fmla="+- 0 8811 8786"/>
                  <a:gd name="T85" fmla="*/ T84 w 35"/>
                  <a:gd name="T86" fmla="+- 0 5204 5202"/>
                  <a:gd name="T87" fmla="*/ 5204 h 56"/>
                  <a:gd name="T88" fmla="+- 0 8807 8786"/>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6"/>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59" name="Freeform 5548">
                <a:extLst>
                  <a:ext uri="{FF2B5EF4-FFF2-40B4-BE49-F238E27FC236}">
                    <a16:creationId xmlns:a16="http://schemas.microsoft.com/office/drawing/2014/main" id="{3C67FE11-674C-C6B4-1059-CD58088DE1E2}"/>
                  </a:ext>
                </a:extLst>
              </p:cNvPr>
              <p:cNvSpPr>
                <a:spLocks/>
              </p:cNvSpPr>
              <p:nvPr/>
            </p:nvSpPr>
            <p:spPr bwMode="auto">
              <a:xfrm>
                <a:off x="8786" y="5202"/>
                <a:ext cx="35" cy="56"/>
              </a:xfrm>
              <a:custGeom>
                <a:avLst/>
                <a:gdLst>
                  <a:gd name="T0" fmla="+- 0 8811 8786"/>
                  <a:gd name="T1" fmla="*/ T0 w 35"/>
                  <a:gd name="T2" fmla="+- 0 5204 5202"/>
                  <a:gd name="T3" fmla="*/ 5204 h 56"/>
                  <a:gd name="T4" fmla="+- 0 8803 8786"/>
                  <a:gd name="T5" fmla="*/ T4 w 35"/>
                  <a:gd name="T6" fmla="+- 0 5204 5202"/>
                  <a:gd name="T7" fmla="*/ 5204 h 56"/>
                  <a:gd name="T8" fmla="+- 0 8807 8786"/>
                  <a:gd name="T9" fmla="*/ T8 w 35"/>
                  <a:gd name="T10" fmla="+- 0 5206 5202"/>
                  <a:gd name="T11" fmla="*/ 5206 h 56"/>
                  <a:gd name="T12" fmla="+- 0 8809 8786"/>
                  <a:gd name="T13" fmla="*/ T12 w 35"/>
                  <a:gd name="T14" fmla="+- 0 5207 5202"/>
                  <a:gd name="T15" fmla="*/ 5207 h 56"/>
                  <a:gd name="T16" fmla="+- 0 8810 8786"/>
                  <a:gd name="T17" fmla="*/ T16 w 35"/>
                  <a:gd name="T18" fmla="+- 0 5209 5202"/>
                  <a:gd name="T19" fmla="*/ 5209 h 56"/>
                  <a:gd name="T20" fmla="+- 0 8812 8786"/>
                  <a:gd name="T21" fmla="*/ T20 w 35"/>
                  <a:gd name="T22" fmla="+- 0 5216 5202"/>
                  <a:gd name="T23" fmla="*/ 5216 h 56"/>
                  <a:gd name="T24" fmla="+- 0 8812 8786"/>
                  <a:gd name="T25" fmla="*/ T24 w 35"/>
                  <a:gd name="T26" fmla="+- 0 5218 5202"/>
                  <a:gd name="T27" fmla="*/ 5218 h 56"/>
                  <a:gd name="T28" fmla="+- 0 8812 8786"/>
                  <a:gd name="T29" fmla="*/ T28 w 35"/>
                  <a:gd name="T30" fmla="+- 0 5237 5202"/>
                  <a:gd name="T31" fmla="*/ 5237 h 56"/>
                  <a:gd name="T32" fmla="+- 0 8812 8786"/>
                  <a:gd name="T33" fmla="*/ T32 w 35"/>
                  <a:gd name="T34" fmla="+- 0 5242 5202"/>
                  <a:gd name="T35" fmla="*/ 5242 h 56"/>
                  <a:gd name="T36" fmla="+- 0 8810 8786"/>
                  <a:gd name="T37" fmla="*/ T36 w 35"/>
                  <a:gd name="T38" fmla="+- 0 5249 5202"/>
                  <a:gd name="T39" fmla="*/ 5249 h 56"/>
                  <a:gd name="T40" fmla="+- 0 8809 8786"/>
                  <a:gd name="T41" fmla="*/ T40 w 35"/>
                  <a:gd name="T42" fmla="+- 0 5251 5202"/>
                  <a:gd name="T43" fmla="*/ 5251 h 56"/>
                  <a:gd name="T44" fmla="+- 0 8807 8786"/>
                  <a:gd name="T45" fmla="*/ T44 w 35"/>
                  <a:gd name="T46" fmla="+- 0 5253 5202"/>
                  <a:gd name="T47" fmla="*/ 5253 h 56"/>
                  <a:gd name="T48" fmla="+- 0 8803 8786"/>
                  <a:gd name="T49" fmla="*/ T48 w 35"/>
                  <a:gd name="T50" fmla="+- 0 5255 5202"/>
                  <a:gd name="T51" fmla="*/ 5255 h 56"/>
                  <a:gd name="T52" fmla="+- 0 8810 8786"/>
                  <a:gd name="T53" fmla="*/ T52 w 35"/>
                  <a:gd name="T54" fmla="+- 0 5255 5202"/>
                  <a:gd name="T55" fmla="*/ 5255 h 56"/>
                  <a:gd name="T56" fmla="+- 0 8820 8786"/>
                  <a:gd name="T57" fmla="*/ T56 w 35"/>
                  <a:gd name="T58" fmla="+- 0 5220 5202"/>
                  <a:gd name="T59" fmla="*/ 5220 h 56"/>
                  <a:gd name="T60" fmla="+- 0 8818 8786"/>
                  <a:gd name="T61" fmla="*/ T60 w 35"/>
                  <a:gd name="T62" fmla="+- 0 5213 5202"/>
                  <a:gd name="T63" fmla="*/ 5213 h 56"/>
                  <a:gd name="T64" fmla="+- 0 8811 8786"/>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6"/>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398" name="Group 397">
              <a:extLst>
                <a:ext uri="{FF2B5EF4-FFF2-40B4-BE49-F238E27FC236}">
                  <a16:creationId xmlns:a16="http://schemas.microsoft.com/office/drawing/2014/main" id="{7781E221-A780-F844-B529-B77412F1C341}"/>
                </a:ext>
              </a:extLst>
            </p:cNvPr>
            <p:cNvGrpSpPr>
              <a:grpSpLocks/>
            </p:cNvGrpSpPr>
            <p:nvPr/>
          </p:nvGrpSpPr>
          <p:grpSpPr bwMode="auto">
            <a:xfrm>
              <a:off x="146" y="5202"/>
              <a:ext cx="9131" cy="334"/>
              <a:chOff x="146" y="5202"/>
              <a:chExt cx="9131" cy="334"/>
            </a:xfrm>
          </p:grpSpPr>
          <p:sp>
            <p:nvSpPr>
              <p:cNvPr id="855" name="Freeform 5550">
                <a:extLst>
                  <a:ext uri="{FF2B5EF4-FFF2-40B4-BE49-F238E27FC236}">
                    <a16:creationId xmlns:a16="http://schemas.microsoft.com/office/drawing/2014/main" id="{BCE1E011-5BDA-9D15-F4A5-B70CE269EDAC}"/>
                  </a:ext>
                </a:extLst>
              </p:cNvPr>
              <p:cNvSpPr>
                <a:spLocks/>
              </p:cNvSpPr>
              <p:nvPr/>
            </p:nvSpPr>
            <p:spPr bwMode="auto">
              <a:xfrm>
                <a:off x="9242" y="5202"/>
                <a:ext cx="35" cy="56"/>
              </a:xfrm>
              <a:custGeom>
                <a:avLst/>
                <a:gdLst>
                  <a:gd name="T0" fmla="+- 0 9263 9242"/>
                  <a:gd name="T1" fmla="*/ T0 w 35"/>
                  <a:gd name="T2" fmla="+- 0 5202 5202"/>
                  <a:gd name="T3" fmla="*/ 5202 h 56"/>
                  <a:gd name="T4" fmla="+- 0 9257 9242"/>
                  <a:gd name="T5" fmla="*/ T4 w 35"/>
                  <a:gd name="T6" fmla="+- 0 5202 5202"/>
                  <a:gd name="T7" fmla="*/ 5202 h 56"/>
                  <a:gd name="T8" fmla="+- 0 9254 9242"/>
                  <a:gd name="T9" fmla="*/ T8 w 35"/>
                  <a:gd name="T10" fmla="+- 0 5203 5202"/>
                  <a:gd name="T11" fmla="*/ 5203 h 56"/>
                  <a:gd name="T12" fmla="+- 0 9249 9242"/>
                  <a:gd name="T13" fmla="*/ T12 w 35"/>
                  <a:gd name="T14" fmla="+- 0 5206 5202"/>
                  <a:gd name="T15" fmla="*/ 5206 h 56"/>
                  <a:gd name="T16" fmla="+- 0 9247 9242"/>
                  <a:gd name="T17" fmla="*/ T16 w 35"/>
                  <a:gd name="T18" fmla="+- 0 5210 5202"/>
                  <a:gd name="T19" fmla="*/ 5210 h 56"/>
                  <a:gd name="T20" fmla="+- 0 9243 9242"/>
                  <a:gd name="T21" fmla="*/ T20 w 35"/>
                  <a:gd name="T22" fmla="+- 0 5218 5202"/>
                  <a:gd name="T23" fmla="*/ 5218 h 56"/>
                  <a:gd name="T24" fmla="+- 0 9242 9242"/>
                  <a:gd name="T25" fmla="*/ T24 w 35"/>
                  <a:gd name="T26" fmla="+- 0 5224 5202"/>
                  <a:gd name="T27" fmla="*/ 5224 h 56"/>
                  <a:gd name="T28" fmla="+- 0 9242 9242"/>
                  <a:gd name="T29" fmla="*/ T28 w 35"/>
                  <a:gd name="T30" fmla="+- 0 5237 5202"/>
                  <a:gd name="T31" fmla="*/ 5237 h 56"/>
                  <a:gd name="T32" fmla="+- 0 9243 9242"/>
                  <a:gd name="T33" fmla="*/ T32 w 35"/>
                  <a:gd name="T34" fmla="+- 0 5243 5202"/>
                  <a:gd name="T35" fmla="*/ 5243 h 56"/>
                  <a:gd name="T36" fmla="+- 0 9250 9242"/>
                  <a:gd name="T37" fmla="*/ T36 w 35"/>
                  <a:gd name="T38" fmla="+- 0 5254 5202"/>
                  <a:gd name="T39" fmla="*/ 5254 h 56"/>
                  <a:gd name="T40" fmla="+- 0 9254 9242"/>
                  <a:gd name="T41" fmla="*/ T40 w 35"/>
                  <a:gd name="T42" fmla="+- 0 5257 5202"/>
                  <a:gd name="T43" fmla="*/ 5257 h 56"/>
                  <a:gd name="T44" fmla="+- 0 9262 9242"/>
                  <a:gd name="T45" fmla="*/ T44 w 35"/>
                  <a:gd name="T46" fmla="+- 0 5257 5202"/>
                  <a:gd name="T47" fmla="*/ 5257 h 56"/>
                  <a:gd name="T48" fmla="+- 0 9264 9242"/>
                  <a:gd name="T49" fmla="*/ T48 w 35"/>
                  <a:gd name="T50" fmla="+- 0 5256 5202"/>
                  <a:gd name="T51" fmla="*/ 5256 h 56"/>
                  <a:gd name="T52" fmla="+- 0 9266 9242"/>
                  <a:gd name="T53" fmla="*/ T52 w 35"/>
                  <a:gd name="T54" fmla="+- 0 5255 5202"/>
                  <a:gd name="T55" fmla="*/ 5255 h 56"/>
                  <a:gd name="T56" fmla="+- 0 9256 9242"/>
                  <a:gd name="T57" fmla="*/ T56 w 35"/>
                  <a:gd name="T58" fmla="+- 0 5255 5202"/>
                  <a:gd name="T59" fmla="*/ 5255 h 56"/>
                  <a:gd name="T60" fmla="+- 0 9254 9242"/>
                  <a:gd name="T61" fmla="*/ T60 w 35"/>
                  <a:gd name="T62" fmla="+- 0 5253 5202"/>
                  <a:gd name="T63" fmla="*/ 5253 h 56"/>
                  <a:gd name="T64" fmla="+- 0 9251 9242"/>
                  <a:gd name="T65" fmla="*/ T64 w 35"/>
                  <a:gd name="T66" fmla="+- 0 5244 5202"/>
                  <a:gd name="T67" fmla="*/ 5244 h 56"/>
                  <a:gd name="T68" fmla="+- 0 9250 9242"/>
                  <a:gd name="T69" fmla="*/ T68 w 35"/>
                  <a:gd name="T70" fmla="+- 0 5238 5202"/>
                  <a:gd name="T71" fmla="*/ 5238 h 56"/>
                  <a:gd name="T72" fmla="+- 0 9250 9242"/>
                  <a:gd name="T73" fmla="*/ T72 w 35"/>
                  <a:gd name="T74" fmla="+- 0 5224 5202"/>
                  <a:gd name="T75" fmla="*/ 5224 h 56"/>
                  <a:gd name="T76" fmla="+- 0 9259 9242"/>
                  <a:gd name="T77" fmla="*/ T76 w 35"/>
                  <a:gd name="T78" fmla="+- 0 5204 5202"/>
                  <a:gd name="T79" fmla="*/ 5204 h 56"/>
                  <a:gd name="T80" fmla="+- 0 9268 9242"/>
                  <a:gd name="T81" fmla="*/ T80 w 35"/>
                  <a:gd name="T82" fmla="+- 0 5204 5202"/>
                  <a:gd name="T83" fmla="*/ 5204 h 56"/>
                  <a:gd name="T84" fmla="+- 0 9267 9242"/>
                  <a:gd name="T85" fmla="*/ T84 w 35"/>
                  <a:gd name="T86" fmla="+- 0 5204 5202"/>
                  <a:gd name="T87" fmla="*/ 5204 h 56"/>
                  <a:gd name="T88" fmla="+- 0 9263 9242"/>
                  <a:gd name="T89" fmla="*/ T88 w 35"/>
                  <a:gd name="T90" fmla="+- 0 5202 5202"/>
                  <a:gd name="T91" fmla="*/ 520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6"/>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56" name="Freeform 5551">
                <a:extLst>
                  <a:ext uri="{FF2B5EF4-FFF2-40B4-BE49-F238E27FC236}">
                    <a16:creationId xmlns:a16="http://schemas.microsoft.com/office/drawing/2014/main" id="{5578F957-B15F-EC78-BD22-02EC76CC8928}"/>
                  </a:ext>
                </a:extLst>
              </p:cNvPr>
              <p:cNvSpPr>
                <a:spLocks/>
              </p:cNvSpPr>
              <p:nvPr/>
            </p:nvSpPr>
            <p:spPr bwMode="auto">
              <a:xfrm>
                <a:off x="9242" y="5202"/>
                <a:ext cx="35" cy="56"/>
              </a:xfrm>
              <a:custGeom>
                <a:avLst/>
                <a:gdLst>
                  <a:gd name="T0" fmla="+- 0 9268 9242"/>
                  <a:gd name="T1" fmla="*/ T0 w 35"/>
                  <a:gd name="T2" fmla="+- 0 5204 5202"/>
                  <a:gd name="T3" fmla="*/ 5204 h 56"/>
                  <a:gd name="T4" fmla="+- 0 9259 9242"/>
                  <a:gd name="T5" fmla="*/ T4 w 35"/>
                  <a:gd name="T6" fmla="+- 0 5204 5202"/>
                  <a:gd name="T7" fmla="*/ 5204 h 56"/>
                  <a:gd name="T8" fmla="+- 0 9263 9242"/>
                  <a:gd name="T9" fmla="*/ T8 w 35"/>
                  <a:gd name="T10" fmla="+- 0 5206 5202"/>
                  <a:gd name="T11" fmla="*/ 5206 h 56"/>
                  <a:gd name="T12" fmla="+- 0 9265 9242"/>
                  <a:gd name="T13" fmla="*/ T12 w 35"/>
                  <a:gd name="T14" fmla="+- 0 5207 5202"/>
                  <a:gd name="T15" fmla="*/ 5207 h 56"/>
                  <a:gd name="T16" fmla="+- 0 9266 9242"/>
                  <a:gd name="T17" fmla="*/ T16 w 35"/>
                  <a:gd name="T18" fmla="+- 0 5209 5202"/>
                  <a:gd name="T19" fmla="*/ 5209 h 56"/>
                  <a:gd name="T20" fmla="+- 0 9268 9242"/>
                  <a:gd name="T21" fmla="*/ T20 w 35"/>
                  <a:gd name="T22" fmla="+- 0 5216 5202"/>
                  <a:gd name="T23" fmla="*/ 5216 h 56"/>
                  <a:gd name="T24" fmla="+- 0 9268 9242"/>
                  <a:gd name="T25" fmla="*/ T24 w 35"/>
                  <a:gd name="T26" fmla="+- 0 5218 5202"/>
                  <a:gd name="T27" fmla="*/ 5218 h 56"/>
                  <a:gd name="T28" fmla="+- 0 9269 9242"/>
                  <a:gd name="T29" fmla="*/ T28 w 35"/>
                  <a:gd name="T30" fmla="+- 0 5237 5202"/>
                  <a:gd name="T31" fmla="*/ 5237 h 56"/>
                  <a:gd name="T32" fmla="+- 0 9268 9242"/>
                  <a:gd name="T33" fmla="*/ T32 w 35"/>
                  <a:gd name="T34" fmla="+- 0 5242 5202"/>
                  <a:gd name="T35" fmla="*/ 5242 h 56"/>
                  <a:gd name="T36" fmla="+- 0 9266 9242"/>
                  <a:gd name="T37" fmla="*/ T36 w 35"/>
                  <a:gd name="T38" fmla="+- 0 5249 5202"/>
                  <a:gd name="T39" fmla="*/ 5249 h 56"/>
                  <a:gd name="T40" fmla="+- 0 9265 9242"/>
                  <a:gd name="T41" fmla="*/ T40 w 35"/>
                  <a:gd name="T42" fmla="+- 0 5251 5202"/>
                  <a:gd name="T43" fmla="*/ 5251 h 56"/>
                  <a:gd name="T44" fmla="+- 0 9264 9242"/>
                  <a:gd name="T45" fmla="*/ T44 w 35"/>
                  <a:gd name="T46" fmla="+- 0 5253 5202"/>
                  <a:gd name="T47" fmla="*/ 5253 h 56"/>
                  <a:gd name="T48" fmla="+- 0 9259 9242"/>
                  <a:gd name="T49" fmla="*/ T48 w 35"/>
                  <a:gd name="T50" fmla="+- 0 5255 5202"/>
                  <a:gd name="T51" fmla="*/ 5255 h 56"/>
                  <a:gd name="T52" fmla="+- 0 9266 9242"/>
                  <a:gd name="T53" fmla="*/ T52 w 35"/>
                  <a:gd name="T54" fmla="+- 0 5255 5202"/>
                  <a:gd name="T55" fmla="*/ 5255 h 56"/>
                  <a:gd name="T56" fmla="+- 0 9276 9242"/>
                  <a:gd name="T57" fmla="*/ T56 w 35"/>
                  <a:gd name="T58" fmla="+- 0 5220 5202"/>
                  <a:gd name="T59" fmla="*/ 5220 h 56"/>
                  <a:gd name="T60" fmla="+- 0 9274 9242"/>
                  <a:gd name="T61" fmla="*/ T60 w 35"/>
                  <a:gd name="T62" fmla="+- 0 5213 5202"/>
                  <a:gd name="T63" fmla="*/ 5213 h 56"/>
                  <a:gd name="T64" fmla="+- 0 9268 9242"/>
                  <a:gd name="T65" fmla="*/ T64 w 35"/>
                  <a:gd name="T66" fmla="+- 0 5204 5202"/>
                  <a:gd name="T67" fmla="*/ 520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6" y="16"/>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857" name="Picture 856">
                <a:extLst>
                  <a:ext uri="{FF2B5EF4-FFF2-40B4-BE49-F238E27FC236}">
                    <a16:creationId xmlns:a16="http://schemas.microsoft.com/office/drawing/2014/main" id="{2EADE8FF-EFD9-24FC-C2F8-9C20FAC178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6" y="5464"/>
                <a:ext cx="455"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99" name="Group 398">
              <a:extLst>
                <a:ext uri="{FF2B5EF4-FFF2-40B4-BE49-F238E27FC236}">
                  <a16:creationId xmlns:a16="http://schemas.microsoft.com/office/drawing/2014/main" id="{B94F4DB7-D775-6829-999D-9A6CFB5AE234}"/>
                </a:ext>
              </a:extLst>
            </p:cNvPr>
            <p:cNvGrpSpPr>
              <a:grpSpLocks/>
            </p:cNvGrpSpPr>
            <p:nvPr/>
          </p:nvGrpSpPr>
          <p:grpSpPr bwMode="auto">
            <a:xfrm>
              <a:off x="1028" y="5642"/>
              <a:ext cx="35" cy="56"/>
              <a:chOff x="1028" y="5642"/>
              <a:chExt cx="35" cy="56"/>
            </a:xfrm>
          </p:grpSpPr>
          <p:sp>
            <p:nvSpPr>
              <p:cNvPr id="853" name="Freeform 5554">
                <a:extLst>
                  <a:ext uri="{FF2B5EF4-FFF2-40B4-BE49-F238E27FC236}">
                    <a16:creationId xmlns:a16="http://schemas.microsoft.com/office/drawing/2014/main" id="{53838C98-4EF6-4ACB-D136-8515E92CCB54}"/>
                  </a:ext>
                </a:extLst>
              </p:cNvPr>
              <p:cNvSpPr>
                <a:spLocks/>
              </p:cNvSpPr>
              <p:nvPr/>
            </p:nvSpPr>
            <p:spPr bwMode="auto">
              <a:xfrm>
                <a:off x="1028" y="5642"/>
                <a:ext cx="35" cy="56"/>
              </a:xfrm>
              <a:custGeom>
                <a:avLst/>
                <a:gdLst>
                  <a:gd name="T0" fmla="+- 0 1050 1028"/>
                  <a:gd name="T1" fmla="*/ T0 w 35"/>
                  <a:gd name="T2" fmla="+- 0 5642 5642"/>
                  <a:gd name="T3" fmla="*/ 5642 h 56"/>
                  <a:gd name="T4" fmla="+- 0 1043 1028"/>
                  <a:gd name="T5" fmla="*/ T4 w 35"/>
                  <a:gd name="T6" fmla="+- 0 5642 5642"/>
                  <a:gd name="T7" fmla="*/ 5642 h 56"/>
                  <a:gd name="T8" fmla="+- 0 1041 1028"/>
                  <a:gd name="T9" fmla="*/ T8 w 35"/>
                  <a:gd name="T10" fmla="+- 0 5643 5642"/>
                  <a:gd name="T11" fmla="*/ 5643 h 56"/>
                  <a:gd name="T12" fmla="+- 0 1035 1028"/>
                  <a:gd name="T13" fmla="*/ T12 w 35"/>
                  <a:gd name="T14" fmla="+- 0 5647 5642"/>
                  <a:gd name="T15" fmla="*/ 5647 h 56"/>
                  <a:gd name="T16" fmla="+- 0 1033 1028"/>
                  <a:gd name="T17" fmla="*/ T16 w 35"/>
                  <a:gd name="T18" fmla="+- 0 5650 5642"/>
                  <a:gd name="T19" fmla="*/ 5650 h 56"/>
                  <a:gd name="T20" fmla="+- 0 1029 1028"/>
                  <a:gd name="T21" fmla="*/ T20 w 35"/>
                  <a:gd name="T22" fmla="+- 0 5659 5642"/>
                  <a:gd name="T23" fmla="*/ 5659 h 56"/>
                  <a:gd name="T24" fmla="+- 0 1028 1028"/>
                  <a:gd name="T25" fmla="*/ T24 w 35"/>
                  <a:gd name="T26" fmla="+- 0 5664 5642"/>
                  <a:gd name="T27" fmla="*/ 5664 h 56"/>
                  <a:gd name="T28" fmla="+- 0 1028 1028"/>
                  <a:gd name="T29" fmla="*/ T28 w 35"/>
                  <a:gd name="T30" fmla="+- 0 5677 5642"/>
                  <a:gd name="T31" fmla="*/ 5677 h 56"/>
                  <a:gd name="T32" fmla="+- 0 1030 1028"/>
                  <a:gd name="T33" fmla="*/ T32 w 35"/>
                  <a:gd name="T34" fmla="+- 0 5683 5642"/>
                  <a:gd name="T35" fmla="*/ 5683 h 56"/>
                  <a:gd name="T36" fmla="+- 0 1036 1028"/>
                  <a:gd name="T37" fmla="*/ T36 w 35"/>
                  <a:gd name="T38" fmla="+- 0 5694 5642"/>
                  <a:gd name="T39" fmla="*/ 5694 h 56"/>
                  <a:gd name="T40" fmla="+- 0 1040 1028"/>
                  <a:gd name="T41" fmla="*/ T40 w 35"/>
                  <a:gd name="T42" fmla="+- 0 5697 5642"/>
                  <a:gd name="T43" fmla="*/ 5697 h 56"/>
                  <a:gd name="T44" fmla="+- 0 1048 1028"/>
                  <a:gd name="T45" fmla="*/ T44 w 35"/>
                  <a:gd name="T46" fmla="+- 0 5697 5642"/>
                  <a:gd name="T47" fmla="*/ 5697 h 56"/>
                  <a:gd name="T48" fmla="+- 0 1050 1028"/>
                  <a:gd name="T49" fmla="*/ T48 w 35"/>
                  <a:gd name="T50" fmla="+- 0 5696 5642"/>
                  <a:gd name="T51" fmla="*/ 5696 h 56"/>
                  <a:gd name="T52" fmla="+- 0 1053 1028"/>
                  <a:gd name="T53" fmla="*/ T52 w 35"/>
                  <a:gd name="T54" fmla="+- 0 5695 5642"/>
                  <a:gd name="T55" fmla="*/ 5695 h 56"/>
                  <a:gd name="T56" fmla="+- 0 1042 1028"/>
                  <a:gd name="T57" fmla="*/ T56 w 35"/>
                  <a:gd name="T58" fmla="+- 0 5695 5642"/>
                  <a:gd name="T59" fmla="*/ 5695 h 56"/>
                  <a:gd name="T60" fmla="+- 0 1040 1028"/>
                  <a:gd name="T61" fmla="*/ T60 w 35"/>
                  <a:gd name="T62" fmla="+- 0 5693 5642"/>
                  <a:gd name="T63" fmla="*/ 5693 h 56"/>
                  <a:gd name="T64" fmla="+- 0 1039 1028"/>
                  <a:gd name="T65" fmla="*/ T64 w 35"/>
                  <a:gd name="T66" fmla="+- 0 5689 5642"/>
                  <a:gd name="T67" fmla="*/ 5689 h 56"/>
                  <a:gd name="T68" fmla="+- 0 1037 1028"/>
                  <a:gd name="T69" fmla="*/ T68 w 35"/>
                  <a:gd name="T70" fmla="+- 0 5684 5642"/>
                  <a:gd name="T71" fmla="*/ 5684 h 56"/>
                  <a:gd name="T72" fmla="+- 0 1036 1028"/>
                  <a:gd name="T73" fmla="*/ T72 w 35"/>
                  <a:gd name="T74" fmla="+- 0 5678 5642"/>
                  <a:gd name="T75" fmla="*/ 5678 h 56"/>
                  <a:gd name="T76" fmla="+- 0 1046 1028"/>
                  <a:gd name="T77" fmla="*/ T76 w 35"/>
                  <a:gd name="T78" fmla="+- 0 5644 5642"/>
                  <a:gd name="T79" fmla="*/ 5644 h 56"/>
                  <a:gd name="T80" fmla="+- 0 1054 1028"/>
                  <a:gd name="T81" fmla="*/ T80 w 35"/>
                  <a:gd name="T82" fmla="+- 0 5644 5642"/>
                  <a:gd name="T83" fmla="*/ 5644 h 56"/>
                  <a:gd name="T84" fmla="+- 0 1053 1028"/>
                  <a:gd name="T85" fmla="*/ T84 w 35"/>
                  <a:gd name="T86" fmla="+- 0 5644 5642"/>
                  <a:gd name="T87" fmla="*/ 5644 h 56"/>
                  <a:gd name="T88" fmla="+- 0 1050 1028"/>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54" name="Freeform 5555">
                <a:extLst>
                  <a:ext uri="{FF2B5EF4-FFF2-40B4-BE49-F238E27FC236}">
                    <a16:creationId xmlns:a16="http://schemas.microsoft.com/office/drawing/2014/main" id="{13335389-C8CF-4561-FF61-4AD37F1A0A7A}"/>
                  </a:ext>
                </a:extLst>
              </p:cNvPr>
              <p:cNvSpPr>
                <a:spLocks/>
              </p:cNvSpPr>
              <p:nvPr/>
            </p:nvSpPr>
            <p:spPr bwMode="auto">
              <a:xfrm>
                <a:off x="1028" y="5642"/>
                <a:ext cx="35" cy="56"/>
              </a:xfrm>
              <a:custGeom>
                <a:avLst/>
                <a:gdLst>
                  <a:gd name="T0" fmla="+- 0 1054 1028"/>
                  <a:gd name="T1" fmla="*/ T0 w 35"/>
                  <a:gd name="T2" fmla="+- 0 5644 5642"/>
                  <a:gd name="T3" fmla="*/ 5644 h 56"/>
                  <a:gd name="T4" fmla="+- 0 1046 1028"/>
                  <a:gd name="T5" fmla="*/ T4 w 35"/>
                  <a:gd name="T6" fmla="+- 0 5644 5642"/>
                  <a:gd name="T7" fmla="*/ 5644 h 56"/>
                  <a:gd name="T8" fmla="+- 0 1050 1028"/>
                  <a:gd name="T9" fmla="*/ T8 w 35"/>
                  <a:gd name="T10" fmla="+- 0 5646 5642"/>
                  <a:gd name="T11" fmla="*/ 5646 h 56"/>
                  <a:gd name="T12" fmla="+- 0 1051 1028"/>
                  <a:gd name="T13" fmla="*/ T12 w 35"/>
                  <a:gd name="T14" fmla="+- 0 5647 5642"/>
                  <a:gd name="T15" fmla="*/ 5647 h 56"/>
                  <a:gd name="T16" fmla="+- 0 1055 1028"/>
                  <a:gd name="T17" fmla="*/ T16 w 35"/>
                  <a:gd name="T18" fmla="+- 0 5677 5642"/>
                  <a:gd name="T19" fmla="*/ 5677 h 56"/>
                  <a:gd name="T20" fmla="+- 0 1054 1028"/>
                  <a:gd name="T21" fmla="*/ T20 w 35"/>
                  <a:gd name="T22" fmla="+- 0 5682 5642"/>
                  <a:gd name="T23" fmla="*/ 5682 h 56"/>
                  <a:gd name="T24" fmla="+- 0 1052 1028"/>
                  <a:gd name="T25" fmla="*/ T24 w 35"/>
                  <a:gd name="T26" fmla="+- 0 5689 5642"/>
                  <a:gd name="T27" fmla="*/ 5689 h 56"/>
                  <a:gd name="T28" fmla="+- 0 1051 1028"/>
                  <a:gd name="T29" fmla="*/ T28 w 35"/>
                  <a:gd name="T30" fmla="+- 0 5691 5642"/>
                  <a:gd name="T31" fmla="*/ 5691 h 56"/>
                  <a:gd name="T32" fmla="+- 0 1050 1028"/>
                  <a:gd name="T33" fmla="*/ T32 w 35"/>
                  <a:gd name="T34" fmla="+- 0 5693 5642"/>
                  <a:gd name="T35" fmla="*/ 5693 h 56"/>
                  <a:gd name="T36" fmla="+- 0 1045 1028"/>
                  <a:gd name="T37" fmla="*/ T36 w 35"/>
                  <a:gd name="T38" fmla="+- 0 5695 5642"/>
                  <a:gd name="T39" fmla="*/ 5695 h 56"/>
                  <a:gd name="T40" fmla="+- 0 1053 1028"/>
                  <a:gd name="T41" fmla="*/ T40 w 35"/>
                  <a:gd name="T42" fmla="+- 0 5695 5642"/>
                  <a:gd name="T43" fmla="*/ 5695 h 56"/>
                  <a:gd name="T44" fmla="+- 0 1063 1028"/>
                  <a:gd name="T45" fmla="*/ T44 w 35"/>
                  <a:gd name="T46" fmla="+- 0 5660 5642"/>
                  <a:gd name="T47" fmla="*/ 5660 h 56"/>
                  <a:gd name="T48" fmla="+- 0 1061 1028"/>
                  <a:gd name="T49" fmla="*/ T48 w 35"/>
                  <a:gd name="T50" fmla="+- 0 5653 5642"/>
                  <a:gd name="T51" fmla="*/ 5653 h 56"/>
                  <a:gd name="T52" fmla="+- 0 1054 1028"/>
                  <a:gd name="T53" fmla="*/ T52 w 35"/>
                  <a:gd name="T54" fmla="+- 0 5644 5642"/>
                  <a:gd name="T55"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8" y="2"/>
                    </a:lnTo>
                    <a:lnTo>
                      <a:pt x="22" y="4"/>
                    </a:lnTo>
                    <a:lnTo>
                      <a:pt x="23" y="5"/>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0" name="Group 399">
              <a:extLst>
                <a:ext uri="{FF2B5EF4-FFF2-40B4-BE49-F238E27FC236}">
                  <a16:creationId xmlns:a16="http://schemas.microsoft.com/office/drawing/2014/main" id="{F87457F4-DCA6-5714-468A-42369B63C8CE}"/>
                </a:ext>
              </a:extLst>
            </p:cNvPr>
            <p:cNvGrpSpPr>
              <a:grpSpLocks/>
            </p:cNvGrpSpPr>
            <p:nvPr/>
          </p:nvGrpSpPr>
          <p:grpSpPr bwMode="auto">
            <a:xfrm>
              <a:off x="1485" y="5642"/>
              <a:ext cx="35" cy="56"/>
              <a:chOff x="1485" y="5642"/>
              <a:chExt cx="35" cy="56"/>
            </a:xfrm>
          </p:grpSpPr>
          <p:sp>
            <p:nvSpPr>
              <p:cNvPr id="851" name="Freeform 5557">
                <a:extLst>
                  <a:ext uri="{FF2B5EF4-FFF2-40B4-BE49-F238E27FC236}">
                    <a16:creationId xmlns:a16="http://schemas.microsoft.com/office/drawing/2014/main" id="{13769E7D-24A5-3730-49EC-4051EDFF3A91}"/>
                  </a:ext>
                </a:extLst>
              </p:cNvPr>
              <p:cNvSpPr>
                <a:spLocks/>
              </p:cNvSpPr>
              <p:nvPr/>
            </p:nvSpPr>
            <p:spPr bwMode="auto">
              <a:xfrm>
                <a:off x="1485" y="5642"/>
                <a:ext cx="35" cy="56"/>
              </a:xfrm>
              <a:custGeom>
                <a:avLst/>
                <a:gdLst>
                  <a:gd name="T0" fmla="+- 0 1506 1485"/>
                  <a:gd name="T1" fmla="*/ T0 w 35"/>
                  <a:gd name="T2" fmla="+- 0 5642 5642"/>
                  <a:gd name="T3" fmla="*/ 5642 h 56"/>
                  <a:gd name="T4" fmla="+- 0 1500 1485"/>
                  <a:gd name="T5" fmla="*/ T4 w 35"/>
                  <a:gd name="T6" fmla="+- 0 5642 5642"/>
                  <a:gd name="T7" fmla="*/ 5642 h 56"/>
                  <a:gd name="T8" fmla="+- 0 1497 1485"/>
                  <a:gd name="T9" fmla="*/ T8 w 35"/>
                  <a:gd name="T10" fmla="+- 0 5643 5642"/>
                  <a:gd name="T11" fmla="*/ 5643 h 56"/>
                  <a:gd name="T12" fmla="+- 0 1495 1485"/>
                  <a:gd name="T13" fmla="*/ T12 w 35"/>
                  <a:gd name="T14" fmla="+- 0 5644 5642"/>
                  <a:gd name="T15" fmla="*/ 5644 h 56"/>
                  <a:gd name="T16" fmla="+- 0 1492 1485"/>
                  <a:gd name="T17" fmla="*/ T16 w 35"/>
                  <a:gd name="T18" fmla="+- 0 5647 5642"/>
                  <a:gd name="T19" fmla="*/ 5647 h 56"/>
                  <a:gd name="T20" fmla="+- 0 1489 1485"/>
                  <a:gd name="T21" fmla="*/ T20 w 35"/>
                  <a:gd name="T22" fmla="+- 0 5650 5642"/>
                  <a:gd name="T23" fmla="*/ 5650 h 56"/>
                  <a:gd name="T24" fmla="+- 0 1486 1485"/>
                  <a:gd name="T25" fmla="*/ T24 w 35"/>
                  <a:gd name="T26" fmla="+- 0 5659 5642"/>
                  <a:gd name="T27" fmla="*/ 5659 h 56"/>
                  <a:gd name="T28" fmla="+- 0 1485 1485"/>
                  <a:gd name="T29" fmla="*/ T28 w 35"/>
                  <a:gd name="T30" fmla="+- 0 5664 5642"/>
                  <a:gd name="T31" fmla="*/ 5664 h 56"/>
                  <a:gd name="T32" fmla="+- 0 1485 1485"/>
                  <a:gd name="T33" fmla="*/ T32 w 35"/>
                  <a:gd name="T34" fmla="+- 0 5677 5642"/>
                  <a:gd name="T35" fmla="*/ 5677 h 56"/>
                  <a:gd name="T36" fmla="+- 0 1486 1485"/>
                  <a:gd name="T37" fmla="*/ T36 w 35"/>
                  <a:gd name="T38" fmla="+- 0 5683 5642"/>
                  <a:gd name="T39" fmla="*/ 5683 h 56"/>
                  <a:gd name="T40" fmla="+- 0 1492 1485"/>
                  <a:gd name="T41" fmla="*/ T40 w 35"/>
                  <a:gd name="T42" fmla="+- 0 5694 5642"/>
                  <a:gd name="T43" fmla="*/ 5694 h 56"/>
                  <a:gd name="T44" fmla="+- 0 1497 1485"/>
                  <a:gd name="T45" fmla="*/ T44 w 35"/>
                  <a:gd name="T46" fmla="+- 0 5697 5642"/>
                  <a:gd name="T47" fmla="*/ 5697 h 56"/>
                  <a:gd name="T48" fmla="+- 0 1504 1485"/>
                  <a:gd name="T49" fmla="*/ T48 w 35"/>
                  <a:gd name="T50" fmla="+- 0 5697 5642"/>
                  <a:gd name="T51" fmla="*/ 5697 h 56"/>
                  <a:gd name="T52" fmla="+- 0 1507 1485"/>
                  <a:gd name="T53" fmla="*/ T52 w 35"/>
                  <a:gd name="T54" fmla="+- 0 5696 5642"/>
                  <a:gd name="T55" fmla="*/ 5696 h 56"/>
                  <a:gd name="T56" fmla="+- 0 1509 1485"/>
                  <a:gd name="T57" fmla="*/ T56 w 35"/>
                  <a:gd name="T58" fmla="+- 0 5695 5642"/>
                  <a:gd name="T59" fmla="*/ 5695 h 56"/>
                  <a:gd name="T60" fmla="+- 0 1499 1485"/>
                  <a:gd name="T61" fmla="*/ T60 w 35"/>
                  <a:gd name="T62" fmla="+- 0 5695 5642"/>
                  <a:gd name="T63" fmla="*/ 5695 h 56"/>
                  <a:gd name="T64" fmla="+- 0 1497 1485"/>
                  <a:gd name="T65" fmla="*/ T64 w 35"/>
                  <a:gd name="T66" fmla="+- 0 5693 5642"/>
                  <a:gd name="T67" fmla="*/ 5693 h 56"/>
                  <a:gd name="T68" fmla="+- 0 1493 1485"/>
                  <a:gd name="T69" fmla="*/ T68 w 35"/>
                  <a:gd name="T70" fmla="+- 0 5684 5642"/>
                  <a:gd name="T71" fmla="*/ 5684 h 56"/>
                  <a:gd name="T72" fmla="+- 0 1492 1485"/>
                  <a:gd name="T73" fmla="*/ T72 w 35"/>
                  <a:gd name="T74" fmla="+- 0 5678 5642"/>
                  <a:gd name="T75" fmla="*/ 5678 h 56"/>
                  <a:gd name="T76" fmla="+- 0 1493 1485"/>
                  <a:gd name="T77" fmla="*/ T76 w 35"/>
                  <a:gd name="T78" fmla="+- 0 5664 5642"/>
                  <a:gd name="T79" fmla="*/ 5664 h 56"/>
                  <a:gd name="T80" fmla="+- 0 1502 1485"/>
                  <a:gd name="T81" fmla="*/ T80 w 35"/>
                  <a:gd name="T82" fmla="+- 0 5644 5642"/>
                  <a:gd name="T83" fmla="*/ 5644 h 56"/>
                  <a:gd name="T84" fmla="+- 0 1510 1485"/>
                  <a:gd name="T85" fmla="*/ T84 w 35"/>
                  <a:gd name="T86" fmla="+- 0 5644 5642"/>
                  <a:gd name="T87" fmla="*/ 5644 h 56"/>
                  <a:gd name="T88" fmla="+- 0 1510 1485"/>
                  <a:gd name="T89" fmla="*/ T88 w 35"/>
                  <a:gd name="T90" fmla="+- 0 5644 5642"/>
                  <a:gd name="T91" fmla="*/ 5644 h 56"/>
                  <a:gd name="T92" fmla="+- 0 1506 1485"/>
                  <a:gd name="T93" fmla="*/ T92 w 35"/>
                  <a:gd name="T94" fmla="+- 0 5642 5642"/>
                  <a:gd name="T95"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52" name="Freeform 5558">
                <a:extLst>
                  <a:ext uri="{FF2B5EF4-FFF2-40B4-BE49-F238E27FC236}">
                    <a16:creationId xmlns:a16="http://schemas.microsoft.com/office/drawing/2014/main" id="{41920B49-09EC-90C5-0715-F09D19B9C901}"/>
                  </a:ext>
                </a:extLst>
              </p:cNvPr>
              <p:cNvSpPr>
                <a:spLocks/>
              </p:cNvSpPr>
              <p:nvPr/>
            </p:nvSpPr>
            <p:spPr bwMode="auto">
              <a:xfrm>
                <a:off x="1485" y="5642"/>
                <a:ext cx="35" cy="56"/>
              </a:xfrm>
              <a:custGeom>
                <a:avLst/>
                <a:gdLst>
                  <a:gd name="T0" fmla="+- 0 1510 1485"/>
                  <a:gd name="T1" fmla="*/ T0 w 35"/>
                  <a:gd name="T2" fmla="+- 0 5644 5642"/>
                  <a:gd name="T3" fmla="*/ 5644 h 56"/>
                  <a:gd name="T4" fmla="+- 0 1502 1485"/>
                  <a:gd name="T5" fmla="*/ T4 w 35"/>
                  <a:gd name="T6" fmla="+- 0 5644 5642"/>
                  <a:gd name="T7" fmla="*/ 5644 h 56"/>
                  <a:gd name="T8" fmla="+- 0 1506 1485"/>
                  <a:gd name="T9" fmla="*/ T8 w 35"/>
                  <a:gd name="T10" fmla="+- 0 5646 5642"/>
                  <a:gd name="T11" fmla="*/ 5646 h 56"/>
                  <a:gd name="T12" fmla="+- 0 1507 1485"/>
                  <a:gd name="T13" fmla="*/ T12 w 35"/>
                  <a:gd name="T14" fmla="+- 0 5647 5642"/>
                  <a:gd name="T15" fmla="*/ 5647 h 56"/>
                  <a:gd name="T16" fmla="+- 0 1509 1485"/>
                  <a:gd name="T17" fmla="*/ T16 w 35"/>
                  <a:gd name="T18" fmla="+- 0 5649 5642"/>
                  <a:gd name="T19" fmla="*/ 5649 h 56"/>
                  <a:gd name="T20" fmla="+- 0 1511 1485"/>
                  <a:gd name="T21" fmla="*/ T20 w 35"/>
                  <a:gd name="T22" fmla="+- 0 5656 5642"/>
                  <a:gd name="T23" fmla="*/ 5656 h 56"/>
                  <a:gd name="T24" fmla="+- 0 1511 1485"/>
                  <a:gd name="T25" fmla="*/ T24 w 35"/>
                  <a:gd name="T26" fmla="+- 0 5659 5642"/>
                  <a:gd name="T27" fmla="*/ 5659 h 56"/>
                  <a:gd name="T28" fmla="+- 0 1511 1485"/>
                  <a:gd name="T29" fmla="*/ T28 w 35"/>
                  <a:gd name="T30" fmla="+- 0 5677 5642"/>
                  <a:gd name="T31" fmla="*/ 5677 h 56"/>
                  <a:gd name="T32" fmla="+- 0 1511 1485"/>
                  <a:gd name="T33" fmla="*/ T32 w 35"/>
                  <a:gd name="T34" fmla="+- 0 5682 5642"/>
                  <a:gd name="T35" fmla="*/ 5682 h 56"/>
                  <a:gd name="T36" fmla="+- 0 1509 1485"/>
                  <a:gd name="T37" fmla="*/ T36 w 35"/>
                  <a:gd name="T38" fmla="+- 0 5689 5642"/>
                  <a:gd name="T39" fmla="*/ 5689 h 56"/>
                  <a:gd name="T40" fmla="+- 0 1508 1485"/>
                  <a:gd name="T41" fmla="*/ T40 w 35"/>
                  <a:gd name="T42" fmla="+- 0 5691 5642"/>
                  <a:gd name="T43" fmla="*/ 5691 h 56"/>
                  <a:gd name="T44" fmla="+- 0 1506 1485"/>
                  <a:gd name="T45" fmla="*/ T44 w 35"/>
                  <a:gd name="T46" fmla="+- 0 5693 5642"/>
                  <a:gd name="T47" fmla="*/ 5693 h 56"/>
                  <a:gd name="T48" fmla="+- 0 1502 1485"/>
                  <a:gd name="T49" fmla="*/ T48 w 35"/>
                  <a:gd name="T50" fmla="+- 0 5695 5642"/>
                  <a:gd name="T51" fmla="*/ 5695 h 56"/>
                  <a:gd name="T52" fmla="+- 0 1509 1485"/>
                  <a:gd name="T53" fmla="*/ T52 w 35"/>
                  <a:gd name="T54" fmla="+- 0 5695 5642"/>
                  <a:gd name="T55" fmla="*/ 5695 h 56"/>
                  <a:gd name="T56" fmla="+- 0 1519 1485"/>
                  <a:gd name="T57" fmla="*/ T56 w 35"/>
                  <a:gd name="T58" fmla="+- 0 5660 5642"/>
                  <a:gd name="T59" fmla="*/ 5660 h 56"/>
                  <a:gd name="T60" fmla="+- 0 1517 1485"/>
                  <a:gd name="T61" fmla="*/ T60 w 35"/>
                  <a:gd name="T62" fmla="+- 0 5653 5642"/>
                  <a:gd name="T63" fmla="*/ 5653 h 56"/>
                  <a:gd name="T64" fmla="+- 0 1510 1485"/>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1" name="Group 400">
              <a:extLst>
                <a:ext uri="{FF2B5EF4-FFF2-40B4-BE49-F238E27FC236}">
                  <a16:creationId xmlns:a16="http://schemas.microsoft.com/office/drawing/2014/main" id="{FF390BF1-CD49-D5BF-99F4-5E458BB5BF28}"/>
                </a:ext>
              </a:extLst>
            </p:cNvPr>
            <p:cNvGrpSpPr>
              <a:grpSpLocks/>
            </p:cNvGrpSpPr>
            <p:nvPr/>
          </p:nvGrpSpPr>
          <p:grpSpPr bwMode="auto">
            <a:xfrm>
              <a:off x="1941" y="5642"/>
              <a:ext cx="35" cy="56"/>
              <a:chOff x="1941" y="5642"/>
              <a:chExt cx="35" cy="56"/>
            </a:xfrm>
          </p:grpSpPr>
          <p:sp>
            <p:nvSpPr>
              <p:cNvPr id="849" name="Freeform 5560">
                <a:extLst>
                  <a:ext uri="{FF2B5EF4-FFF2-40B4-BE49-F238E27FC236}">
                    <a16:creationId xmlns:a16="http://schemas.microsoft.com/office/drawing/2014/main" id="{C9721B81-2707-1FB2-3E2E-92B4452D3A3F}"/>
                  </a:ext>
                </a:extLst>
              </p:cNvPr>
              <p:cNvSpPr>
                <a:spLocks/>
              </p:cNvSpPr>
              <p:nvPr/>
            </p:nvSpPr>
            <p:spPr bwMode="auto">
              <a:xfrm>
                <a:off x="1941" y="5642"/>
                <a:ext cx="35" cy="56"/>
              </a:xfrm>
              <a:custGeom>
                <a:avLst/>
                <a:gdLst>
                  <a:gd name="T0" fmla="+- 0 1962 1941"/>
                  <a:gd name="T1" fmla="*/ T0 w 35"/>
                  <a:gd name="T2" fmla="+- 0 5642 5642"/>
                  <a:gd name="T3" fmla="*/ 5642 h 56"/>
                  <a:gd name="T4" fmla="+- 0 1956 1941"/>
                  <a:gd name="T5" fmla="*/ T4 w 35"/>
                  <a:gd name="T6" fmla="+- 0 5642 5642"/>
                  <a:gd name="T7" fmla="*/ 5642 h 56"/>
                  <a:gd name="T8" fmla="+- 0 1953 1941"/>
                  <a:gd name="T9" fmla="*/ T8 w 35"/>
                  <a:gd name="T10" fmla="+- 0 5643 5642"/>
                  <a:gd name="T11" fmla="*/ 5643 h 56"/>
                  <a:gd name="T12" fmla="+- 0 1948 1941"/>
                  <a:gd name="T13" fmla="*/ T12 w 35"/>
                  <a:gd name="T14" fmla="+- 0 5647 5642"/>
                  <a:gd name="T15" fmla="*/ 5647 h 56"/>
                  <a:gd name="T16" fmla="+- 0 1945 1941"/>
                  <a:gd name="T17" fmla="*/ T16 w 35"/>
                  <a:gd name="T18" fmla="+- 0 5650 5642"/>
                  <a:gd name="T19" fmla="*/ 5650 h 56"/>
                  <a:gd name="T20" fmla="+- 0 1942 1941"/>
                  <a:gd name="T21" fmla="*/ T20 w 35"/>
                  <a:gd name="T22" fmla="+- 0 5659 5642"/>
                  <a:gd name="T23" fmla="*/ 5659 h 56"/>
                  <a:gd name="T24" fmla="+- 0 1941 1941"/>
                  <a:gd name="T25" fmla="*/ T24 w 35"/>
                  <a:gd name="T26" fmla="+- 0 5664 5642"/>
                  <a:gd name="T27" fmla="*/ 5664 h 56"/>
                  <a:gd name="T28" fmla="+- 0 1941 1941"/>
                  <a:gd name="T29" fmla="*/ T28 w 35"/>
                  <a:gd name="T30" fmla="+- 0 5677 5642"/>
                  <a:gd name="T31" fmla="*/ 5677 h 56"/>
                  <a:gd name="T32" fmla="+- 0 1942 1941"/>
                  <a:gd name="T33" fmla="*/ T32 w 35"/>
                  <a:gd name="T34" fmla="+- 0 5683 5642"/>
                  <a:gd name="T35" fmla="*/ 5683 h 56"/>
                  <a:gd name="T36" fmla="+- 0 1949 1941"/>
                  <a:gd name="T37" fmla="*/ T36 w 35"/>
                  <a:gd name="T38" fmla="+- 0 5694 5642"/>
                  <a:gd name="T39" fmla="*/ 5694 h 56"/>
                  <a:gd name="T40" fmla="+- 0 1953 1941"/>
                  <a:gd name="T41" fmla="*/ T40 w 35"/>
                  <a:gd name="T42" fmla="+- 0 5697 5642"/>
                  <a:gd name="T43" fmla="*/ 5697 h 56"/>
                  <a:gd name="T44" fmla="+- 0 1960 1941"/>
                  <a:gd name="T45" fmla="*/ T44 w 35"/>
                  <a:gd name="T46" fmla="+- 0 5697 5642"/>
                  <a:gd name="T47" fmla="*/ 5697 h 56"/>
                  <a:gd name="T48" fmla="+- 0 1963 1941"/>
                  <a:gd name="T49" fmla="*/ T48 w 35"/>
                  <a:gd name="T50" fmla="+- 0 5696 5642"/>
                  <a:gd name="T51" fmla="*/ 5696 h 56"/>
                  <a:gd name="T52" fmla="+- 0 1965 1941"/>
                  <a:gd name="T53" fmla="*/ T52 w 35"/>
                  <a:gd name="T54" fmla="+- 0 5695 5642"/>
                  <a:gd name="T55" fmla="*/ 5695 h 56"/>
                  <a:gd name="T56" fmla="+- 0 1955 1941"/>
                  <a:gd name="T57" fmla="*/ T56 w 35"/>
                  <a:gd name="T58" fmla="+- 0 5695 5642"/>
                  <a:gd name="T59" fmla="*/ 5695 h 56"/>
                  <a:gd name="T60" fmla="+- 0 1953 1941"/>
                  <a:gd name="T61" fmla="*/ T60 w 35"/>
                  <a:gd name="T62" fmla="+- 0 5693 5642"/>
                  <a:gd name="T63" fmla="*/ 5693 h 56"/>
                  <a:gd name="T64" fmla="+- 0 1951 1941"/>
                  <a:gd name="T65" fmla="*/ T64 w 35"/>
                  <a:gd name="T66" fmla="+- 0 5689 5642"/>
                  <a:gd name="T67" fmla="*/ 5689 h 56"/>
                  <a:gd name="T68" fmla="+- 0 1950 1941"/>
                  <a:gd name="T69" fmla="*/ T68 w 35"/>
                  <a:gd name="T70" fmla="+- 0 5684 5642"/>
                  <a:gd name="T71" fmla="*/ 5684 h 56"/>
                  <a:gd name="T72" fmla="+- 0 1949 1941"/>
                  <a:gd name="T73" fmla="*/ T72 w 35"/>
                  <a:gd name="T74" fmla="+- 0 5678 5642"/>
                  <a:gd name="T75" fmla="*/ 5678 h 56"/>
                  <a:gd name="T76" fmla="+- 0 1958 1941"/>
                  <a:gd name="T77" fmla="*/ T76 w 35"/>
                  <a:gd name="T78" fmla="+- 0 5644 5642"/>
                  <a:gd name="T79" fmla="*/ 5644 h 56"/>
                  <a:gd name="T80" fmla="+- 0 1966 1941"/>
                  <a:gd name="T81" fmla="*/ T80 w 35"/>
                  <a:gd name="T82" fmla="+- 0 5644 5642"/>
                  <a:gd name="T83" fmla="*/ 5644 h 56"/>
                  <a:gd name="T84" fmla="+- 0 1966 1941"/>
                  <a:gd name="T85" fmla="*/ T84 w 35"/>
                  <a:gd name="T86" fmla="+- 0 5644 5642"/>
                  <a:gd name="T87" fmla="*/ 5644 h 56"/>
                  <a:gd name="T88" fmla="+- 0 1962 1941"/>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2"/>
                    </a:lnTo>
                    <a:lnTo>
                      <a:pt x="8"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50" name="Freeform 5561">
                <a:extLst>
                  <a:ext uri="{FF2B5EF4-FFF2-40B4-BE49-F238E27FC236}">
                    <a16:creationId xmlns:a16="http://schemas.microsoft.com/office/drawing/2014/main" id="{A2E16362-7A26-CF45-7736-49C4784B43BF}"/>
                  </a:ext>
                </a:extLst>
              </p:cNvPr>
              <p:cNvSpPr>
                <a:spLocks/>
              </p:cNvSpPr>
              <p:nvPr/>
            </p:nvSpPr>
            <p:spPr bwMode="auto">
              <a:xfrm>
                <a:off x="1941" y="5642"/>
                <a:ext cx="35" cy="56"/>
              </a:xfrm>
              <a:custGeom>
                <a:avLst/>
                <a:gdLst>
                  <a:gd name="T0" fmla="+- 0 1966 1941"/>
                  <a:gd name="T1" fmla="*/ T0 w 35"/>
                  <a:gd name="T2" fmla="+- 0 5644 5642"/>
                  <a:gd name="T3" fmla="*/ 5644 h 56"/>
                  <a:gd name="T4" fmla="+- 0 1958 1941"/>
                  <a:gd name="T5" fmla="*/ T4 w 35"/>
                  <a:gd name="T6" fmla="+- 0 5644 5642"/>
                  <a:gd name="T7" fmla="*/ 5644 h 56"/>
                  <a:gd name="T8" fmla="+- 0 1962 1941"/>
                  <a:gd name="T9" fmla="*/ T8 w 35"/>
                  <a:gd name="T10" fmla="+- 0 5646 5642"/>
                  <a:gd name="T11" fmla="*/ 5646 h 56"/>
                  <a:gd name="T12" fmla="+- 0 1964 1941"/>
                  <a:gd name="T13" fmla="*/ T12 w 35"/>
                  <a:gd name="T14" fmla="+- 0 5647 5642"/>
                  <a:gd name="T15" fmla="*/ 5647 h 56"/>
                  <a:gd name="T16" fmla="+- 0 1968 1941"/>
                  <a:gd name="T17" fmla="*/ T16 w 35"/>
                  <a:gd name="T18" fmla="+- 0 5677 5642"/>
                  <a:gd name="T19" fmla="*/ 5677 h 56"/>
                  <a:gd name="T20" fmla="+- 0 1967 1941"/>
                  <a:gd name="T21" fmla="*/ T20 w 35"/>
                  <a:gd name="T22" fmla="+- 0 5682 5642"/>
                  <a:gd name="T23" fmla="*/ 5682 h 56"/>
                  <a:gd name="T24" fmla="+- 0 1965 1941"/>
                  <a:gd name="T25" fmla="*/ T24 w 35"/>
                  <a:gd name="T26" fmla="+- 0 5689 5642"/>
                  <a:gd name="T27" fmla="*/ 5689 h 56"/>
                  <a:gd name="T28" fmla="+- 0 1964 1941"/>
                  <a:gd name="T29" fmla="*/ T28 w 35"/>
                  <a:gd name="T30" fmla="+- 0 5691 5642"/>
                  <a:gd name="T31" fmla="*/ 5691 h 56"/>
                  <a:gd name="T32" fmla="+- 0 1962 1941"/>
                  <a:gd name="T33" fmla="*/ T32 w 35"/>
                  <a:gd name="T34" fmla="+- 0 5693 5642"/>
                  <a:gd name="T35" fmla="*/ 5693 h 56"/>
                  <a:gd name="T36" fmla="+- 0 1958 1941"/>
                  <a:gd name="T37" fmla="*/ T36 w 35"/>
                  <a:gd name="T38" fmla="+- 0 5695 5642"/>
                  <a:gd name="T39" fmla="*/ 5695 h 56"/>
                  <a:gd name="T40" fmla="+- 0 1965 1941"/>
                  <a:gd name="T41" fmla="*/ T40 w 35"/>
                  <a:gd name="T42" fmla="+- 0 5695 5642"/>
                  <a:gd name="T43" fmla="*/ 5695 h 56"/>
                  <a:gd name="T44" fmla="+- 0 1975 1941"/>
                  <a:gd name="T45" fmla="*/ T44 w 35"/>
                  <a:gd name="T46" fmla="+- 0 5660 5642"/>
                  <a:gd name="T47" fmla="*/ 5660 h 56"/>
                  <a:gd name="T48" fmla="+- 0 1973 1941"/>
                  <a:gd name="T49" fmla="*/ T48 w 35"/>
                  <a:gd name="T50" fmla="+- 0 5653 5642"/>
                  <a:gd name="T51" fmla="*/ 5653 h 56"/>
                  <a:gd name="T52" fmla="+- 0 1966 1941"/>
                  <a:gd name="T53" fmla="*/ T52 w 35"/>
                  <a:gd name="T54" fmla="+- 0 5644 5642"/>
                  <a:gd name="T55"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2"/>
                    </a:moveTo>
                    <a:lnTo>
                      <a:pt x="17" y="2"/>
                    </a:lnTo>
                    <a:lnTo>
                      <a:pt x="21" y="4"/>
                    </a:lnTo>
                    <a:lnTo>
                      <a:pt x="23" y="5"/>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2" name="Group 401">
              <a:extLst>
                <a:ext uri="{FF2B5EF4-FFF2-40B4-BE49-F238E27FC236}">
                  <a16:creationId xmlns:a16="http://schemas.microsoft.com/office/drawing/2014/main" id="{8EC17380-90BD-D013-D0F8-BE876C10B100}"/>
                </a:ext>
              </a:extLst>
            </p:cNvPr>
            <p:cNvGrpSpPr>
              <a:grpSpLocks/>
            </p:cNvGrpSpPr>
            <p:nvPr/>
          </p:nvGrpSpPr>
          <p:grpSpPr bwMode="auto">
            <a:xfrm>
              <a:off x="2397" y="5642"/>
              <a:ext cx="35" cy="56"/>
              <a:chOff x="2397" y="5642"/>
              <a:chExt cx="35" cy="56"/>
            </a:xfrm>
          </p:grpSpPr>
          <p:sp>
            <p:nvSpPr>
              <p:cNvPr id="847" name="Freeform 5563">
                <a:extLst>
                  <a:ext uri="{FF2B5EF4-FFF2-40B4-BE49-F238E27FC236}">
                    <a16:creationId xmlns:a16="http://schemas.microsoft.com/office/drawing/2014/main" id="{12B48D29-42B2-8DB3-9E66-67AD9106A9C9}"/>
                  </a:ext>
                </a:extLst>
              </p:cNvPr>
              <p:cNvSpPr>
                <a:spLocks/>
              </p:cNvSpPr>
              <p:nvPr/>
            </p:nvSpPr>
            <p:spPr bwMode="auto">
              <a:xfrm>
                <a:off x="2397" y="5642"/>
                <a:ext cx="35" cy="56"/>
              </a:xfrm>
              <a:custGeom>
                <a:avLst/>
                <a:gdLst>
                  <a:gd name="T0" fmla="+- 0 2419 2397"/>
                  <a:gd name="T1" fmla="*/ T0 w 35"/>
                  <a:gd name="T2" fmla="+- 0 5642 5642"/>
                  <a:gd name="T3" fmla="*/ 5642 h 56"/>
                  <a:gd name="T4" fmla="+- 0 2412 2397"/>
                  <a:gd name="T5" fmla="*/ T4 w 35"/>
                  <a:gd name="T6" fmla="+- 0 5642 5642"/>
                  <a:gd name="T7" fmla="*/ 5642 h 56"/>
                  <a:gd name="T8" fmla="+- 0 2410 2397"/>
                  <a:gd name="T9" fmla="*/ T8 w 35"/>
                  <a:gd name="T10" fmla="+- 0 5643 5642"/>
                  <a:gd name="T11" fmla="*/ 5643 h 56"/>
                  <a:gd name="T12" fmla="+- 0 2404 2397"/>
                  <a:gd name="T13" fmla="*/ T12 w 35"/>
                  <a:gd name="T14" fmla="+- 0 5647 5642"/>
                  <a:gd name="T15" fmla="*/ 5647 h 56"/>
                  <a:gd name="T16" fmla="+- 0 2402 2397"/>
                  <a:gd name="T17" fmla="*/ T16 w 35"/>
                  <a:gd name="T18" fmla="+- 0 5650 5642"/>
                  <a:gd name="T19" fmla="*/ 5650 h 56"/>
                  <a:gd name="T20" fmla="+- 0 2398 2397"/>
                  <a:gd name="T21" fmla="*/ T20 w 35"/>
                  <a:gd name="T22" fmla="+- 0 5659 5642"/>
                  <a:gd name="T23" fmla="*/ 5659 h 56"/>
                  <a:gd name="T24" fmla="+- 0 2397 2397"/>
                  <a:gd name="T25" fmla="*/ T24 w 35"/>
                  <a:gd name="T26" fmla="+- 0 5664 5642"/>
                  <a:gd name="T27" fmla="*/ 5664 h 56"/>
                  <a:gd name="T28" fmla="+- 0 2397 2397"/>
                  <a:gd name="T29" fmla="*/ T28 w 35"/>
                  <a:gd name="T30" fmla="+- 0 5677 5642"/>
                  <a:gd name="T31" fmla="*/ 5677 h 56"/>
                  <a:gd name="T32" fmla="+- 0 2399 2397"/>
                  <a:gd name="T33" fmla="*/ T32 w 35"/>
                  <a:gd name="T34" fmla="+- 0 5683 5642"/>
                  <a:gd name="T35" fmla="*/ 5683 h 56"/>
                  <a:gd name="T36" fmla="+- 0 2405 2397"/>
                  <a:gd name="T37" fmla="*/ T36 w 35"/>
                  <a:gd name="T38" fmla="+- 0 5694 5642"/>
                  <a:gd name="T39" fmla="*/ 5694 h 56"/>
                  <a:gd name="T40" fmla="+- 0 2409 2397"/>
                  <a:gd name="T41" fmla="*/ T40 w 35"/>
                  <a:gd name="T42" fmla="+- 0 5697 5642"/>
                  <a:gd name="T43" fmla="*/ 5697 h 56"/>
                  <a:gd name="T44" fmla="+- 0 2417 2397"/>
                  <a:gd name="T45" fmla="*/ T44 w 35"/>
                  <a:gd name="T46" fmla="+- 0 5697 5642"/>
                  <a:gd name="T47" fmla="*/ 5697 h 56"/>
                  <a:gd name="T48" fmla="+- 0 2420 2397"/>
                  <a:gd name="T49" fmla="*/ T48 w 35"/>
                  <a:gd name="T50" fmla="+- 0 5696 5642"/>
                  <a:gd name="T51" fmla="*/ 5696 h 56"/>
                  <a:gd name="T52" fmla="+- 0 2422 2397"/>
                  <a:gd name="T53" fmla="*/ T52 w 35"/>
                  <a:gd name="T54" fmla="+- 0 5695 5642"/>
                  <a:gd name="T55" fmla="*/ 5695 h 56"/>
                  <a:gd name="T56" fmla="+- 0 2411 2397"/>
                  <a:gd name="T57" fmla="*/ T56 w 35"/>
                  <a:gd name="T58" fmla="+- 0 5695 5642"/>
                  <a:gd name="T59" fmla="*/ 5695 h 56"/>
                  <a:gd name="T60" fmla="+- 0 2409 2397"/>
                  <a:gd name="T61" fmla="*/ T60 w 35"/>
                  <a:gd name="T62" fmla="+- 0 5693 5642"/>
                  <a:gd name="T63" fmla="*/ 5693 h 56"/>
                  <a:gd name="T64" fmla="+- 0 2406 2397"/>
                  <a:gd name="T65" fmla="*/ T64 w 35"/>
                  <a:gd name="T66" fmla="+- 0 5684 5642"/>
                  <a:gd name="T67" fmla="*/ 5684 h 56"/>
                  <a:gd name="T68" fmla="+- 0 2405 2397"/>
                  <a:gd name="T69" fmla="*/ T68 w 35"/>
                  <a:gd name="T70" fmla="+- 0 5678 5642"/>
                  <a:gd name="T71" fmla="*/ 5678 h 56"/>
                  <a:gd name="T72" fmla="+- 0 2405 2397"/>
                  <a:gd name="T73" fmla="*/ T72 w 35"/>
                  <a:gd name="T74" fmla="+- 0 5664 5642"/>
                  <a:gd name="T75" fmla="*/ 5664 h 56"/>
                  <a:gd name="T76" fmla="+- 0 2415 2397"/>
                  <a:gd name="T77" fmla="*/ T76 w 35"/>
                  <a:gd name="T78" fmla="+- 0 5644 5642"/>
                  <a:gd name="T79" fmla="*/ 5644 h 56"/>
                  <a:gd name="T80" fmla="+- 0 2423 2397"/>
                  <a:gd name="T81" fmla="*/ T80 w 35"/>
                  <a:gd name="T82" fmla="+- 0 5644 5642"/>
                  <a:gd name="T83" fmla="*/ 5644 h 56"/>
                  <a:gd name="T84" fmla="+- 0 2422 2397"/>
                  <a:gd name="T85" fmla="*/ T84 w 35"/>
                  <a:gd name="T86" fmla="+- 0 5644 5642"/>
                  <a:gd name="T87" fmla="*/ 5644 h 56"/>
                  <a:gd name="T88" fmla="+- 0 2419 2397"/>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3" y="54"/>
                    </a:lnTo>
                    <a:lnTo>
                      <a:pt x="25" y="53"/>
                    </a:lnTo>
                    <a:lnTo>
                      <a:pt x="14" y="53"/>
                    </a:lnTo>
                    <a:lnTo>
                      <a:pt x="12" y="51"/>
                    </a:lnTo>
                    <a:lnTo>
                      <a:pt x="9" y="42"/>
                    </a:lnTo>
                    <a:lnTo>
                      <a:pt x="8" y="36"/>
                    </a:lnTo>
                    <a:lnTo>
                      <a:pt x="8" y="22"/>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48" name="Freeform 5564">
                <a:extLst>
                  <a:ext uri="{FF2B5EF4-FFF2-40B4-BE49-F238E27FC236}">
                    <a16:creationId xmlns:a16="http://schemas.microsoft.com/office/drawing/2014/main" id="{1D0A7A7F-D5D3-F385-D7F1-CD1205E66DBC}"/>
                  </a:ext>
                </a:extLst>
              </p:cNvPr>
              <p:cNvSpPr>
                <a:spLocks/>
              </p:cNvSpPr>
              <p:nvPr/>
            </p:nvSpPr>
            <p:spPr bwMode="auto">
              <a:xfrm>
                <a:off x="2397" y="5642"/>
                <a:ext cx="35" cy="56"/>
              </a:xfrm>
              <a:custGeom>
                <a:avLst/>
                <a:gdLst>
                  <a:gd name="T0" fmla="+- 0 2423 2397"/>
                  <a:gd name="T1" fmla="*/ T0 w 35"/>
                  <a:gd name="T2" fmla="+- 0 5644 5642"/>
                  <a:gd name="T3" fmla="*/ 5644 h 56"/>
                  <a:gd name="T4" fmla="+- 0 2415 2397"/>
                  <a:gd name="T5" fmla="*/ T4 w 35"/>
                  <a:gd name="T6" fmla="+- 0 5644 5642"/>
                  <a:gd name="T7" fmla="*/ 5644 h 56"/>
                  <a:gd name="T8" fmla="+- 0 2419 2397"/>
                  <a:gd name="T9" fmla="*/ T8 w 35"/>
                  <a:gd name="T10" fmla="+- 0 5646 5642"/>
                  <a:gd name="T11" fmla="*/ 5646 h 56"/>
                  <a:gd name="T12" fmla="+- 0 2420 2397"/>
                  <a:gd name="T13" fmla="*/ T12 w 35"/>
                  <a:gd name="T14" fmla="+- 0 5647 5642"/>
                  <a:gd name="T15" fmla="*/ 5647 h 56"/>
                  <a:gd name="T16" fmla="+- 0 2421 2397"/>
                  <a:gd name="T17" fmla="*/ T16 w 35"/>
                  <a:gd name="T18" fmla="+- 0 5649 5642"/>
                  <a:gd name="T19" fmla="*/ 5649 h 56"/>
                  <a:gd name="T20" fmla="+- 0 2423 2397"/>
                  <a:gd name="T21" fmla="*/ T20 w 35"/>
                  <a:gd name="T22" fmla="+- 0 5656 5642"/>
                  <a:gd name="T23" fmla="*/ 5656 h 56"/>
                  <a:gd name="T24" fmla="+- 0 2424 2397"/>
                  <a:gd name="T25" fmla="*/ T24 w 35"/>
                  <a:gd name="T26" fmla="+- 0 5659 5642"/>
                  <a:gd name="T27" fmla="*/ 5659 h 56"/>
                  <a:gd name="T28" fmla="+- 0 2424 2397"/>
                  <a:gd name="T29" fmla="*/ T28 w 35"/>
                  <a:gd name="T30" fmla="+- 0 5677 5642"/>
                  <a:gd name="T31" fmla="*/ 5677 h 56"/>
                  <a:gd name="T32" fmla="+- 0 2424 2397"/>
                  <a:gd name="T33" fmla="*/ T32 w 35"/>
                  <a:gd name="T34" fmla="+- 0 5682 5642"/>
                  <a:gd name="T35" fmla="*/ 5682 h 56"/>
                  <a:gd name="T36" fmla="+- 0 2422 2397"/>
                  <a:gd name="T37" fmla="*/ T36 w 35"/>
                  <a:gd name="T38" fmla="+- 0 5689 5642"/>
                  <a:gd name="T39" fmla="*/ 5689 h 56"/>
                  <a:gd name="T40" fmla="+- 0 2420 2397"/>
                  <a:gd name="T41" fmla="*/ T40 w 35"/>
                  <a:gd name="T42" fmla="+- 0 5691 5642"/>
                  <a:gd name="T43" fmla="*/ 5691 h 56"/>
                  <a:gd name="T44" fmla="+- 0 2419 2397"/>
                  <a:gd name="T45" fmla="*/ T44 w 35"/>
                  <a:gd name="T46" fmla="+- 0 5693 5642"/>
                  <a:gd name="T47" fmla="*/ 5693 h 56"/>
                  <a:gd name="T48" fmla="+- 0 2414 2397"/>
                  <a:gd name="T49" fmla="*/ T48 w 35"/>
                  <a:gd name="T50" fmla="+- 0 5695 5642"/>
                  <a:gd name="T51" fmla="*/ 5695 h 56"/>
                  <a:gd name="T52" fmla="+- 0 2422 2397"/>
                  <a:gd name="T53" fmla="*/ T52 w 35"/>
                  <a:gd name="T54" fmla="+- 0 5695 5642"/>
                  <a:gd name="T55" fmla="*/ 5695 h 56"/>
                  <a:gd name="T56" fmla="+- 0 2432 2397"/>
                  <a:gd name="T57" fmla="*/ T56 w 35"/>
                  <a:gd name="T58" fmla="+- 0 5660 5642"/>
                  <a:gd name="T59" fmla="*/ 5660 h 56"/>
                  <a:gd name="T60" fmla="+- 0 2430 2397"/>
                  <a:gd name="T61" fmla="*/ T60 w 35"/>
                  <a:gd name="T62" fmla="+- 0 5653 5642"/>
                  <a:gd name="T63" fmla="*/ 5653 h 56"/>
                  <a:gd name="T64" fmla="+- 0 2423 2397"/>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8" y="2"/>
                    </a:lnTo>
                    <a:lnTo>
                      <a:pt x="22" y="4"/>
                    </a:lnTo>
                    <a:lnTo>
                      <a:pt x="23" y="5"/>
                    </a:lnTo>
                    <a:lnTo>
                      <a:pt x="24" y="7"/>
                    </a:lnTo>
                    <a:lnTo>
                      <a:pt x="26" y="14"/>
                    </a:lnTo>
                    <a:lnTo>
                      <a:pt x="27" y="17"/>
                    </a:lnTo>
                    <a:lnTo>
                      <a:pt x="27" y="35"/>
                    </a:lnTo>
                    <a:lnTo>
                      <a:pt x="27" y="40"/>
                    </a:lnTo>
                    <a:lnTo>
                      <a:pt x="25"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3" name="Group 402">
              <a:extLst>
                <a:ext uri="{FF2B5EF4-FFF2-40B4-BE49-F238E27FC236}">
                  <a16:creationId xmlns:a16="http://schemas.microsoft.com/office/drawing/2014/main" id="{A47F4CED-DF12-586F-178A-4D1E57CCB6AE}"/>
                </a:ext>
              </a:extLst>
            </p:cNvPr>
            <p:cNvGrpSpPr>
              <a:grpSpLocks/>
            </p:cNvGrpSpPr>
            <p:nvPr/>
          </p:nvGrpSpPr>
          <p:grpSpPr bwMode="auto">
            <a:xfrm>
              <a:off x="2854" y="5642"/>
              <a:ext cx="35" cy="56"/>
              <a:chOff x="2854" y="5642"/>
              <a:chExt cx="35" cy="56"/>
            </a:xfrm>
          </p:grpSpPr>
          <p:sp>
            <p:nvSpPr>
              <p:cNvPr id="845" name="Freeform 5566">
                <a:extLst>
                  <a:ext uri="{FF2B5EF4-FFF2-40B4-BE49-F238E27FC236}">
                    <a16:creationId xmlns:a16="http://schemas.microsoft.com/office/drawing/2014/main" id="{6D0DF854-9F47-C4E3-A444-AACFA991977D}"/>
                  </a:ext>
                </a:extLst>
              </p:cNvPr>
              <p:cNvSpPr>
                <a:spLocks/>
              </p:cNvSpPr>
              <p:nvPr/>
            </p:nvSpPr>
            <p:spPr bwMode="auto">
              <a:xfrm>
                <a:off x="2854" y="5642"/>
                <a:ext cx="35" cy="56"/>
              </a:xfrm>
              <a:custGeom>
                <a:avLst/>
                <a:gdLst>
                  <a:gd name="T0" fmla="+- 0 2875 2854"/>
                  <a:gd name="T1" fmla="*/ T0 w 35"/>
                  <a:gd name="T2" fmla="+- 0 5642 5642"/>
                  <a:gd name="T3" fmla="*/ 5642 h 56"/>
                  <a:gd name="T4" fmla="+- 0 2868 2854"/>
                  <a:gd name="T5" fmla="*/ T4 w 35"/>
                  <a:gd name="T6" fmla="+- 0 5642 5642"/>
                  <a:gd name="T7" fmla="*/ 5642 h 56"/>
                  <a:gd name="T8" fmla="+- 0 2866 2854"/>
                  <a:gd name="T9" fmla="*/ T8 w 35"/>
                  <a:gd name="T10" fmla="+- 0 5643 5642"/>
                  <a:gd name="T11" fmla="*/ 5643 h 56"/>
                  <a:gd name="T12" fmla="+- 0 2861 2854"/>
                  <a:gd name="T13" fmla="*/ T12 w 35"/>
                  <a:gd name="T14" fmla="+- 0 5647 5642"/>
                  <a:gd name="T15" fmla="*/ 5647 h 56"/>
                  <a:gd name="T16" fmla="+- 0 2858 2854"/>
                  <a:gd name="T17" fmla="*/ T16 w 35"/>
                  <a:gd name="T18" fmla="+- 0 5650 5642"/>
                  <a:gd name="T19" fmla="*/ 5650 h 56"/>
                  <a:gd name="T20" fmla="+- 0 2855 2854"/>
                  <a:gd name="T21" fmla="*/ T20 w 35"/>
                  <a:gd name="T22" fmla="+- 0 5659 5642"/>
                  <a:gd name="T23" fmla="*/ 5659 h 56"/>
                  <a:gd name="T24" fmla="+- 0 2854 2854"/>
                  <a:gd name="T25" fmla="*/ T24 w 35"/>
                  <a:gd name="T26" fmla="+- 0 5664 5642"/>
                  <a:gd name="T27" fmla="*/ 5664 h 56"/>
                  <a:gd name="T28" fmla="+- 0 2854 2854"/>
                  <a:gd name="T29" fmla="*/ T28 w 35"/>
                  <a:gd name="T30" fmla="+- 0 5677 5642"/>
                  <a:gd name="T31" fmla="*/ 5677 h 56"/>
                  <a:gd name="T32" fmla="+- 0 2855 2854"/>
                  <a:gd name="T33" fmla="*/ T32 w 35"/>
                  <a:gd name="T34" fmla="+- 0 5683 5642"/>
                  <a:gd name="T35" fmla="*/ 5683 h 56"/>
                  <a:gd name="T36" fmla="+- 0 2861 2854"/>
                  <a:gd name="T37" fmla="*/ T36 w 35"/>
                  <a:gd name="T38" fmla="+- 0 5694 5642"/>
                  <a:gd name="T39" fmla="*/ 5694 h 56"/>
                  <a:gd name="T40" fmla="+- 0 2866 2854"/>
                  <a:gd name="T41" fmla="*/ T40 w 35"/>
                  <a:gd name="T42" fmla="+- 0 5697 5642"/>
                  <a:gd name="T43" fmla="*/ 5697 h 56"/>
                  <a:gd name="T44" fmla="+- 0 2873 2854"/>
                  <a:gd name="T45" fmla="*/ T44 w 35"/>
                  <a:gd name="T46" fmla="+- 0 5697 5642"/>
                  <a:gd name="T47" fmla="*/ 5697 h 56"/>
                  <a:gd name="T48" fmla="+- 0 2876 2854"/>
                  <a:gd name="T49" fmla="*/ T48 w 35"/>
                  <a:gd name="T50" fmla="+- 0 5696 5642"/>
                  <a:gd name="T51" fmla="*/ 5696 h 56"/>
                  <a:gd name="T52" fmla="+- 0 2878 2854"/>
                  <a:gd name="T53" fmla="*/ T52 w 35"/>
                  <a:gd name="T54" fmla="+- 0 5695 5642"/>
                  <a:gd name="T55" fmla="*/ 5695 h 56"/>
                  <a:gd name="T56" fmla="+- 0 2868 2854"/>
                  <a:gd name="T57" fmla="*/ T56 w 35"/>
                  <a:gd name="T58" fmla="+- 0 5695 5642"/>
                  <a:gd name="T59" fmla="*/ 5695 h 56"/>
                  <a:gd name="T60" fmla="+- 0 2866 2854"/>
                  <a:gd name="T61" fmla="*/ T60 w 35"/>
                  <a:gd name="T62" fmla="+- 0 5693 5642"/>
                  <a:gd name="T63" fmla="*/ 5693 h 56"/>
                  <a:gd name="T64" fmla="+- 0 2864 2854"/>
                  <a:gd name="T65" fmla="*/ T64 w 35"/>
                  <a:gd name="T66" fmla="+- 0 5689 5642"/>
                  <a:gd name="T67" fmla="*/ 5689 h 56"/>
                  <a:gd name="T68" fmla="+- 0 2862 2854"/>
                  <a:gd name="T69" fmla="*/ T68 w 35"/>
                  <a:gd name="T70" fmla="+- 0 5684 5642"/>
                  <a:gd name="T71" fmla="*/ 5684 h 56"/>
                  <a:gd name="T72" fmla="+- 0 2861 2854"/>
                  <a:gd name="T73" fmla="*/ T72 w 35"/>
                  <a:gd name="T74" fmla="+- 0 5678 5642"/>
                  <a:gd name="T75" fmla="*/ 5678 h 56"/>
                  <a:gd name="T76" fmla="+- 0 2871 2854"/>
                  <a:gd name="T77" fmla="*/ T76 w 35"/>
                  <a:gd name="T78" fmla="+- 0 5644 5642"/>
                  <a:gd name="T79" fmla="*/ 5644 h 56"/>
                  <a:gd name="T80" fmla="+- 0 2879 2854"/>
                  <a:gd name="T81" fmla="*/ T80 w 35"/>
                  <a:gd name="T82" fmla="+- 0 5644 5642"/>
                  <a:gd name="T83" fmla="*/ 5644 h 56"/>
                  <a:gd name="T84" fmla="+- 0 2879 2854"/>
                  <a:gd name="T85" fmla="*/ T84 w 35"/>
                  <a:gd name="T86" fmla="+- 0 5644 5642"/>
                  <a:gd name="T87" fmla="*/ 5644 h 56"/>
                  <a:gd name="T88" fmla="+- 0 2875 2854"/>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46" name="Freeform 5567">
                <a:extLst>
                  <a:ext uri="{FF2B5EF4-FFF2-40B4-BE49-F238E27FC236}">
                    <a16:creationId xmlns:a16="http://schemas.microsoft.com/office/drawing/2014/main" id="{76C8D722-291D-F278-8A1F-4FE154443C2A}"/>
                  </a:ext>
                </a:extLst>
              </p:cNvPr>
              <p:cNvSpPr>
                <a:spLocks/>
              </p:cNvSpPr>
              <p:nvPr/>
            </p:nvSpPr>
            <p:spPr bwMode="auto">
              <a:xfrm>
                <a:off x="2854" y="5642"/>
                <a:ext cx="35" cy="56"/>
              </a:xfrm>
              <a:custGeom>
                <a:avLst/>
                <a:gdLst>
                  <a:gd name="T0" fmla="+- 0 2879 2854"/>
                  <a:gd name="T1" fmla="*/ T0 w 35"/>
                  <a:gd name="T2" fmla="+- 0 5644 5642"/>
                  <a:gd name="T3" fmla="*/ 5644 h 56"/>
                  <a:gd name="T4" fmla="+- 0 2871 2854"/>
                  <a:gd name="T5" fmla="*/ T4 w 35"/>
                  <a:gd name="T6" fmla="+- 0 5644 5642"/>
                  <a:gd name="T7" fmla="*/ 5644 h 56"/>
                  <a:gd name="T8" fmla="+- 0 2875 2854"/>
                  <a:gd name="T9" fmla="*/ T8 w 35"/>
                  <a:gd name="T10" fmla="+- 0 5646 5642"/>
                  <a:gd name="T11" fmla="*/ 5646 h 56"/>
                  <a:gd name="T12" fmla="+- 0 2876 2854"/>
                  <a:gd name="T13" fmla="*/ T12 w 35"/>
                  <a:gd name="T14" fmla="+- 0 5647 5642"/>
                  <a:gd name="T15" fmla="*/ 5647 h 56"/>
                  <a:gd name="T16" fmla="+- 0 2878 2854"/>
                  <a:gd name="T17" fmla="*/ T16 w 35"/>
                  <a:gd name="T18" fmla="+- 0 5649 5642"/>
                  <a:gd name="T19" fmla="*/ 5649 h 56"/>
                  <a:gd name="T20" fmla="+- 0 2880 2854"/>
                  <a:gd name="T21" fmla="*/ T20 w 35"/>
                  <a:gd name="T22" fmla="+- 0 5656 5642"/>
                  <a:gd name="T23" fmla="*/ 5656 h 56"/>
                  <a:gd name="T24" fmla="+- 0 2880 2854"/>
                  <a:gd name="T25" fmla="*/ T24 w 35"/>
                  <a:gd name="T26" fmla="+- 0 5659 5642"/>
                  <a:gd name="T27" fmla="*/ 5659 h 56"/>
                  <a:gd name="T28" fmla="+- 0 2880 2854"/>
                  <a:gd name="T29" fmla="*/ T28 w 35"/>
                  <a:gd name="T30" fmla="+- 0 5677 5642"/>
                  <a:gd name="T31" fmla="*/ 5677 h 56"/>
                  <a:gd name="T32" fmla="+- 0 2880 2854"/>
                  <a:gd name="T33" fmla="*/ T32 w 35"/>
                  <a:gd name="T34" fmla="+- 0 5682 5642"/>
                  <a:gd name="T35" fmla="*/ 5682 h 56"/>
                  <a:gd name="T36" fmla="+- 0 2878 2854"/>
                  <a:gd name="T37" fmla="*/ T36 w 35"/>
                  <a:gd name="T38" fmla="+- 0 5689 5642"/>
                  <a:gd name="T39" fmla="*/ 5689 h 56"/>
                  <a:gd name="T40" fmla="+- 0 2877 2854"/>
                  <a:gd name="T41" fmla="*/ T40 w 35"/>
                  <a:gd name="T42" fmla="+- 0 5691 5642"/>
                  <a:gd name="T43" fmla="*/ 5691 h 56"/>
                  <a:gd name="T44" fmla="+- 0 2875 2854"/>
                  <a:gd name="T45" fmla="*/ T44 w 35"/>
                  <a:gd name="T46" fmla="+- 0 5693 5642"/>
                  <a:gd name="T47" fmla="*/ 5693 h 56"/>
                  <a:gd name="T48" fmla="+- 0 2871 2854"/>
                  <a:gd name="T49" fmla="*/ T48 w 35"/>
                  <a:gd name="T50" fmla="+- 0 5695 5642"/>
                  <a:gd name="T51" fmla="*/ 5695 h 56"/>
                  <a:gd name="T52" fmla="+- 0 2878 2854"/>
                  <a:gd name="T53" fmla="*/ T52 w 35"/>
                  <a:gd name="T54" fmla="+- 0 5695 5642"/>
                  <a:gd name="T55" fmla="*/ 5695 h 56"/>
                  <a:gd name="T56" fmla="+- 0 2881 2854"/>
                  <a:gd name="T57" fmla="*/ T56 w 35"/>
                  <a:gd name="T58" fmla="+- 0 5692 5642"/>
                  <a:gd name="T59" fmla="*/ 5692 h 56"/>
                  <a:gd name="T60" fmla="+- 0 2884 2854"/>
                  <a:gd name="T61" fmla="*/ T60 w 35"/>
                  <a:gd name="T62" fmla="+- 0 5689 5642"/>
                  <a:gd name="T63" fmla="*/ 5689 h 56"/>
                  <a:gd name="T64" fmla="+- 0 2885 2854"/>
                  <a:gd name="T65" fmla="*/ T64 w 35"/>
                  <a:gd name="T66" fmla="+- 0 5685 5642"/>
                  <a:gd name="T67" fmla="*/ 5685 h 56"/>
                  <a:gd name="T68" fmla="+- 0 2887 2854"/>
                  <a:gd name="T69" fmla="*/ T68 w 35"/>
                  <a:gd name="T70" fmla="+- 0 5680 5642"/>
                  <a:gd name="T71" fmla="*/ 5680 h 56"/>
                  <a:gd name="T72" fmla="+- 0 2888 2854"/>
                  <a:gd name="T73" fmla="*/ T72 w 35"/>
                  <a:gd name="T74" fmla="+- 0 5676 5642"/>
                  <a:gd name="T75" fmla="*/ 5676 h 56"/>
                  <a:gd name="T76" fmla="+- 0 2888 2854"/>
                  <a:gd name="T77" fmla="*/ T76 w 35"/>
                  <a:gd name="T78" fmla="+- 0 5660 5642"/>
                  <a:gd name="T79" fmla="*/ 5660 h 56"/>
                  <a:gd name="T80" fmla="+- 0 2886 2854"/>
                  <a:gd name="T81" fmla="*/ T80 w 35"/>
                  <a:gd name="T82" fmla="+- 0 5653 5642"/>
                  <a:gd name="T83" fmla="*/ 5653 h 56"/>
                  <a:gd name="T84" fmla="+- 0 2879 2854"/>
                  <a:gd name="T85" fmla="*/ T84 w 35"/>
                  <a:gd name="T86" fmla="+- 0 5644 5642"/>
                  <a:gd name="T8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27" y="50"/>
                    </a:lnTo>
                    <a:lnTo>
                      <a:pt x="30" y="47"/>
                    </a:lnTo>
                    <a:lnTo>
                      <a:pt x="31" y="43"/>
                    </a:lnTo>
                    <a:lnTo>
                      <a:pt x="33" y="38"/>
                    </a:lnTo>
                    <a:lnTo>
                      <a:pt x="34" y="34"/>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4" name="Group 403">
              <a:extLst>
                <a:ext uri="{FF2B5EF4-FFF2-40B4-BE49-F238E27FC236}">
                  <a16:creationId xmlns:a16="http://schemas.microsoft.com/office/drawing/2014/main" id="{6636E516-6EE5-EE4F-8957-93A28E5CB11C}"/>
                </a:ext>
              </a:extLst>
            </p:cNvPr>
            <p:cNvGrpSpPr>
              <a:grpSpLocks/>
            </p:cNvGrpSpPr>
            <p:nvPr/>
          </p:nvGrpSpPr>
          <p:grpSpPr bwMode="auto">
            <a:xfrm>
              <a:off x="3317" y="5642"/>
              <a:ext cx="21" cy="55"/>
              <a:chOff x="3317" y="5642"/>
              <a:chExt cx="21" cy="55"/>
            </a:xfrm>
          </p:grpSpPr>
          <p:sp>
            <p:nvSpPr>
              <p:cNvPr id="843" name="Freeform 5569">
                <a:extLst>
                  <a:ext uri="{FF2B5EF4-FFF2-40B4-BE49-F238E27FC236}">
                    <a16:creationId xmlns:a16="http://schemas.microsoft.com/office/drawing/2014/main" id="{9B43A48A-4D35-BA2B-1A5C-3C0FA527CF22}"/>
                  </a:ext>
                </a:extLst>
              </p:cNvPr>
              <p:cNvSpPr>
                <a:spLocks/>
              </p:cNvSpPr>
              <p:nvPr/>
            </p:nvSpPr>
            <p:spPr bwMode="auto">
              <a:xfrm>
                <a:off x="3317" y="5642"/>
                <a:ext cx="21" cy="55"/>
              </a:xfrm>
              <a:custGeom>
                <a:avLst/>
                <a:gdLst>
                  <a:gd name="T0" fmla="+- 0 3331 3317"/>
                  <a:gd name="T1" fmla="*/ T0 w 21"/>
                  <a:gd name="T2" fmla="+- 0 5648 5642"/>
                  <a:gd name="T3" fmla="*/ 5648 h 55"/>
                  <a:gd name="T4" fmla="+- 0 3321 3317"/>
                  <a:gd name="T5" fmla="*/ T4 w 21"/>
                  <a:gd name="T6" fmla="+- 0 5648 5642"/>
                  <a:gd name="T7" fmla="*/ 5648 h 55"/>
                  <a:gd name="T8" fmla="+- 0 3323 3317"/>
                  <a:gd name="T9" fmla="*/ T8 w 21"/>
                  <a:gd name="T10" fmla="+- 0 5649 5642"/>
                  <a:gd name="T11" fmla="*/ 5649 h 55"/>
                  <a:gd name="T12" fmla="+- 0 3324 3317"/>
                  <a:gd name="T13" fmla="*/ T12 w 21"/>
                  <a:gd name="T14" fmla="+- 0 5651 5642"/>
                  <a:gd name="T15" fmla="*/ 5651 h 55"/>
                  <a:gd name="T16" fmla="+- 0 3324 3317"/>
                  <a:gd name="T17" fmla="*/ T16 w 21"/>
                  <a:gd name="T18" fmla="+- 0 5652 5642"/>
                  <a:gd name="T19" fmla="*/ 5652 h 55"/>
                  <a:gd name="T20" fmla="+- 0 3324 3317"/>
                  <a:gd name="T21" fmla="*/ T20 w 21"/>
                  <a:gd name="T22" fmla="+- 0 5692 5642"/>
                  <a:gd name="T23" fmla="*/ 5692 h 55"/>
                  <a:gd name="T24" fmla="+- 0 3324 3317"/>
                  <a:gd name="T25" fmla="*/ T24 w 21"/>
                  <a:gd name="T26" fmla="+- 0 5692 5642"/>
                  <a:gd name="T27" fmla="*/ 5692 h 55"/>
                  <a:gd name="T28" fmla="+- 0 3318 3317"/>
                  <a:gd name="T29" fmla="*/ T28 w 21"/>
                  <a:gd name="T30" fmla="+- 0 5695 5642"/>
                  <a:gd name="T31" fmla="*/ 5695 h 55"/>
                  <a:gd name="T32" fmla="+- 0 3318 3317"/>
                  <a:gd name="T33" fmla="*/ T32 w 21"/>
                  <a:gd name="T34" fmla="+- 0 5696 5642"/>
                  <a:gd name="T35" fmla="*/ 5696 h 55"/>
                  <a:gd name="T36" fmla="+- 0 3338 3317"/>
                  <a:gd name="T37" fmla="*/ T36 w 21"/>
                  <a:gd name="T38" fmla="+- 0 5696 5642"/>
                  <a:gd name="T39" fmla="*/ 5696 h 55"/>
                  <a:gd name="T40" fmla="+- 0 3338 3317"/>
                  <a:gd name="T41" fmla="*/ T40 w 21"/>
                  <a:gd name="T42" fmla="+- 0 5695 5642"/>
                  <a:gd name="T43" fmla="*/ 5695 h 55"/>
                  <a:gd name="T44" fmla="+- 0 3335 3317"/>
                  <a:gd name="T45" fmla="*/ T44 w 21"/>
                  <a:gd name="T46" fmla="+- 0 5695 5642"/>
                  <a:gd name="T47" fmla="*/ 5695 h 55"/>
                  <a:gd name="T48" fmla="+- 0 3334 3317"/>
                  <a:gd name="T49" fmla="*/ T48 w 21"/>
                  <a:gd name="T50" fmla="+- 0 5694 5642"/>
                  <a:gd name="T51" fmla="*/ 5694 h 55"/>
                  <a:gd name="T52" fmla="+- 0 3333 3317"/>
                  <a:gd name="T53" fmla="*/ T52 w 21"/>
                  <a:gd name="T54" fmla="+- 0 5694 5642"/>
                  <a:gd name="T55" fmla="*/ 5694 h 55"/>
                  <a:gd name="T56" fmla="+- 0 3331 3317"/>
                  <a:gd name="T57" fmla="*/ T56 w 21"/>
                  <a:gd name="T58" fmla="+- 0 5692 5642"/>
                  <a:gd name="T59" fmla="*/ 5692 h 55"/>
                  <a:gd name="T60" fmla="+- 0 3331 3317"/>
                  <a:gd name="T61" fmla="*/ T60 w 21"/>
                  <a:gd name="T62" fmla="+- 0 5692 5642"/>
                  <a:gd name="T63" fmla="*/ 5692 h 55"/>
                  <a:gd name="T64" fmla="+- 0 3331 3317"/>
                  <a:gd name="T65" fmla="*/ T64 w 21"/>
                  <a:gd name="T66" fmla="+- 0 5648 5642"/>
                  <a:gd name="T67" fmla="*/ 564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21" h="55">
                    <a:moveTo>
                      <a:pt x="14" y="6"/>
                    </a:moveTo>
                    <a:lnTo>
                      <a:pt x="4" y="6"/>
                    </a:lnTo>
                    <a:lnTo>
                      <a:pt x="6" y="7"/>
                    </a:lnTo>
                    <a:lnTo>
                      <a:pt x="7" y="9"/>
                    </a:lnTo>
                    <a:lnTo>
                      <a:pt x="7" y="10"/>
                    </a:lnTo>
                    <a:lnTo>
                      <a:pt x="7" y="50"/>
                    </a:lnTo>
                    <a:lnTo>
                      <a:pt x="1" y="53"/>
                    </a:lnTo>
                    <a:lnTo>
                      <a:pt x="1" y="54"/>
                    </a:lnTo>
                    <a:lnTo>
                      <a:pt x="21" y="54"/>
                    </a:lnTo>
                    <a:lnTo>
                      <a:pt x="21" y="53"/>
                    </a:lnTo>
                    <a:lnTo>
                      <a:pt x="18" y="53"/>
                    </a:lnTo>
                    <a:lnTo>
                      <a:pt x="17" y="52"/>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44" name="Freeform 5570">
                <a:extLst>
                  <a:ext uri="{FF2B5EF4-FFF2-40B4-BE49-F238E27FC236}">
                    <a16:creationId xmlns:a16="http://schemas.microsoft.com/office/drawing/2014/main" id="{3687ADE4-5E20-CD5E-F7F7-0CE947C4ACD0}"/>
                  </a:ext>
                </a:extLst>
              </p:cNvPr>
              <p:cNvSpPr>
                <a:spLocks/>
              </p:cNvSpPr>
              <p:nvPr/>
            </p:nvSpPr>
            <p:spPr bwMode="auto">
              <a:xfrm>
                <a:off x="3317" y="5642"/>
                <a:ext cx="21" cy="55"/>
              </a:xfrm>
              <a:custGeom>
                <a:avLst/>
                <a:gdLst>
                  <a:gd name="T0" fmla="+- 0 3331 3317"/>
                  <a:gd name="T1" fmla="*/ T0 w 21"/>
                  <a:gd name="T2" fmla="+- 0 5642 5642"/>
                  <a:gd name="T3" fmla="*/ 5642 h 55"/>
                  <a:gd name="T4" fmla="+- 0 3330 3317"/>
                  <a:gd name="T5" fmla="*/ T4 w 21"/>
                  <a:gd name="T6" fmla="+- 0 5642 5642"/>
                  <a:gd name="T7" fmla="*/ 5642 h 55"/>
                  <a:gd name="T8" fmla="+- 0 3317 3317"/>
                  <a:gd name="T9" fmla="*/ T8 w 21"/>
                  <a:gd name="T10" fmla="+- 0 5648 5642"/>
                  <a:gd name="T11" fmla="*/ 5648 h 55"/>
                  <a:gd name="T12" fmla="+- 0 3317 3317"/>
                  <a:gd name="T13" fmla="*/ T12 w 21"/>
                  <a:gd name="T14" fmla="+- 0 5649 5642"/>
                  <a:gd name="T15" fmla="*/ 5649 h 55"/>
                  <a:gd name="T16" fmla="+- 0 3321 3317"/>
                  <a:gd name="T17" fmla="*/ T16 w 21"/>
                  <a:gd name="T18" fmla="+- 0 5648 5642"/>
                  <a:gd name="T19" fmla="*/ 5648 h 55"/>
                  <a:gd name="T20" fmla="+- 0 3331 3317"/>
                  <a:gd name="T21" fmla="*/ T20 w 21"/>
                  <a:gd name="T22" fmla="+- 0 5648 5642"/>
                  <a:gd name="T23" fmla="*/ 5648 h 55"/>
                  <a:gd name="T24" fmla="+- 0 3331 3317"/>
                  <a:gd name="T25" fmla="*/ T24 w 21"/>
                  <a:gd name="T26" fmla="+- 0 5642 5642"/>
                  <a:gd name="T27" fmla="*/ 564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5" name="Group 404">
              <a:extLst>
                <a:ext uri="{FF2B5EF4-FFF2-40B4-BE49-F238E27FC236}">
                  <a16:creationId xmlns:a16="http://schemas.microsoft.com/office/drawing/2014/main" id="{8E8CED16-CFC3-DA1C-2673-A5AC522F55EF}"/>
                </a:ext>
              </a:extLst>
            </p:cNvPr>
            <p:cNvGrpSpPr>
              <a:grpSpLocks/>
            </p:cNvGrpSpPr>
            <p:nvPr/>
          </p:nvGrpSpPr>
          <p:grpSpPr bwMode="auto">
            <a:xfrm>
              <a:off x="3766" y="5642"/>
              <a:ext cx="35" cy="56"/>
              <a:chOff x="3766" y="5642"/>
              <a:chExt cx="35" cy="56"/>
            </a:xfrm>
          </p:grpSpPr>
          <p:sp>
            <p:nvSpPr>
              <p:cNvPr id="841" name="Freeform 5572">
                <a:extLst>
                  <a:ext uri="{FF2B5EF4-FFF2-40B4-BE49-F238E27FC236}">
                    <a16:creationId xmlns:a16="http://schemas.microsoft.com/office/drawing/2014/main" id="{073532F7-524D-C439-4695-29231CAD9DA5}"/>
                  </a:ext>
                </a:extLst>
              </p:cNvPr>
              <p:cNvSpPr>
                <a:spLocks/>
              </p:cNvSpPr>
              <p:nvPr/>
            </p:nvSpPr>
            <p:spPr bwMode="auto">
              <a:xfrm>
                <a:off x="3766" y="5642"/>
                <a:ext cx="35" cy="56"/>
              </a:xfrm>
              <a:custGeom>
                <a:avLst/>
                <a:gdLst>
                  <a:gd name="T0" fmla="+- 0 3788 3766"/>
                  <a:gd name="T1" fmla="*/ T0 w 35"/>
                  <a:gd name="T2" fmla="+- 0 5642 5642"/>
                  <a:gd name="T3" fmla="*/ 5642 h 56"/>
                  <a:gd name="T4" fmla="+- 0 3781 3766"/>
                  <a:gd name="T5" fmla="*/ T4 w 35"/>
                  <a:gd name="T6" fmla="+- 0 5642 5642"/>
                  <a:gd name="T7" fmla="*/ 5642 h 56"/>
                  <a:gd name="T8" fmla="+- 0 3779 3766"/>
                  <a:gd name="T9" fmla="*/ T8 w 35"/>
                  <a:gd name="T10" fmla="+- 0 5643 5642"/>
                  <a:gd name="T11" fmla="*/ 5643 h 56"/>
                  <a:gd name="T12" fmla="+- 0 3773 3766"/>
                  <a:gd name="T13" fmla="*/ T12 w 35"/>
                  <a:gd name="T14" fmla="+- 0 5647 5642"/>
                  <a:gd name="T15" fmla="*/ 5647 h 56"/>
                  <a:gd name="T16" fmla="+- 0 3771 3766"/>
                  <a:gd name="T17" fmla="*/ T16 w 35"/>
                  <a:gd name="T18" fmla="+- 0 5650 5642"/>
                  <a:gd name="T19" fmla="*/ 5650 h 56"/>
                  <a:gd name="T20" fmla="+- 0 3767 3766"/>
                  <a:gd name="T21" fmla="*/ T20 w 35"/>
                  <a:gd name="T22" fmla="+- 0 5659 5642"/>
                  <a:gd name="T23" fmla="*/ 5659 h 56"/>
                  <a:gd name="T24" fmla="+- 0 3766 3766"/>
                  <a:gd name="T25" fmla="*/ T24 w 35"/>
                  <a:gd name="T26" fmla="+- 0 5664 5642"/>
                  <a:gd name="T27" fmla="*/ 5664 h 56"/>
                  <a:gd name="T28" fmla="+- 0 3766 3766"/>
                  <a:gd name="T29" fmla="*/ T28 w 35"/>
                  <a:gd name="T30" fmla="+- 0 5677 5642"/>
                  <a:gd name="T31" fmla="*/ 5677 h 56"/>
                  <a:gd name="T32" fmla="+- 0 3768 3766"/>
                  <a:gd name="T33" fmla="*/ T32 w 35"/>
                  <a:gd name="T34" fmla="+- 0 5683 5642"/>
                  <a:gd name="T35" fmla="*/ 5683 h 56"/>
                  <a:gd name="T36" fmla="+- 0 3774 3766"/>
                  <a:gd name="T37" fmla="*/ T36 w 35"/>
                  <a:gd name="T38" fmla="+- 0 5694 5642"/>
                  <a:gd name="T39" fmla="*/ 5694 h 56"/>
                  <a:gd name="T40" fmla="+- 0 3778 3766"/>
                  <a:gd name="T41" fmla="*/ T40 w 35"/>
                  <a:gd name="T42" fmla="+- 0 5697 5642"/>
                  <a:gd name="T43" fmla="*/ 5697 h 56"/>
                  <a:gd name="T44" fmla="+- 0 3786 3766"/>
                  <a:gd name="T45" fmla="*/ T44 w 35"/>
                  <a:gd name="T46" fmla="+- 0 5697 5642"/>
                  <a:gd name="T47" fmla="*/ 5697 h 56"/>
                  <a:gd name="T48" fmla="+- 0 3788 3766"/>
                  <a:gd name="T49" fmla="*/ T48 w 35"/>
                  <a:gd name="T50" fmla="+- 0 5696 5642"/>
                  <a:gd name="T51" fmla="*/ 5696 h 56"/>
                  <a:gd name="T52" fmla="+- 0 3791 3766"/>
                  <a:gd name="T53" fmla="*/ T52 w 35"/>
                  <a:gd name="T54" fmla="+- 0 5695 5642"/>
                  <a:gd name="T55" fmla="*/ 5695 h 56"/>
                  <a:gd name="T56" fmla="+- 0 3780 3766"/>
                  <a:gd name="T57" fmla="*/ T56 w 35"/>
                  <a:gd name="T58" fmla="+- 0 5695 5642"/>
                  <a:gd name="T59" fmla="*/ 5695 h 56"/>
                  <a:gd name="T60" fmla="+- 0 3778 3766"/>
                  <a:gd name="T61" fmla="*/ T60 w 35"/>
                  <a:gd name="T62" fmla="+- 0 5693 5642"/>
                  <a:gd name="T63" fmla="*/ 5693 h 56"/>
                  <a:gd name="T64" fmla="+- 0 3777 3766"/>
                  <a:gd name="T65" fmla="*/ T64 w 35"/>
                  <a:gd name="T66" fmla="+- 0 5689 5642"/>
                  <a:gd name="T67" fmla="*/ 5689 h 56"/>
                  <a:gd name="T68" fmla="+- 0 3775 3766"/>
                  <a:gd name="T69" fmla="*/ T68 w 35"/>
                  <a:gd name="T70" fmla="+- 0 5684 5642"/>
                  <a:gd name="T71" fmla="*/ 5684 h 56"/>
                  <a:gd name="T72" fmla="+- 0 3774 3766"/>
                  <a:gd name="T73" fmla="*/ T72 w 35"/>
                  <a:gd name="T74" fmla="+- 0 5678 5642"/>
                  <a:gd name="T75" fmla="*/ 5678 h 56"/>
                  <a:gd name="T76" fmla="+- 0 3784 3766"/>
                  <a:gd name="T77" fmla="*/ T76 w 35"/>
                  <a:gd name="T78" fmla="+- 0 5644 5642"/>
                  <a:gd name="T79" fmla="*/ 5644 h 56"/>
                  <a:gd name="T80" fmla="+- 0 3792 3766"/>
                  <a:gd name="T81" fmla="*/ T80 w 35"/>
                  <a:gd name="T82" fmla="+- 0 5644 5642"/>
                  <a:gd name="T83" fmla="*/ 5644 h 56"/>
                  <a:gd name="T84" fmla="+- 0 3791 3766"/>
                  <a:gd name="T85" fmla="*/ T84 w 35"/>
                  <a:gd name="T86" fmla="+- 0 5644 5642"/>
                  <a:gd name="T87" fmla="*/ 5644 h 56"/>
                  <a:gd name="T88" fmla="+- 0 3788 3766"/>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42" name="Freeform 5573">
                <a:extLst>
                  <a:ext uri="{FF2B5EF4-FFF2-40B4-BE49-F238E27FC236}">
                    <a16:creationId xmlns:a16="http://schemas.microsoft.com/office/drawing/2014/main" id="{CDA5F054-D1D6-E8E7-B71F-257632B115BA}"/>
                  </a:ext>
                </a:extLst>
              </p:cNvPr>
              <p:cNvSpPr>
                <a:spLocks/>
              </p:cNvSpPr>
              <p:nvPr/>
            </p:nvSpPr>
            <p:spPr bwMode="auto">
              <a:xfrm>
                <a:off x="3766" y="5642"/>
                <a:ext cx="35" cy="56"/>
              </a:xfrm>
              <a:custGeom>
                <a:avLst/>
                <a:gdLst>
                  <a:gd name="T0" fmla="+- 0 3792 3766"/>
                  <a:gd name="T1" fmla="*/ T0 w 35"/>
                  <a:gd name="T2" fmla="+- 0 5644 5642"/>
                  <a:gd name="T3" fmla="*/ 5644 h 56"/>
                  <a:gd name="T4" fmla="+- 0 3784 3766"/>
                  <a:gd name="T5" fmla="*/ T4 w 35"/>
                  <a:gd name="T6" fmla="+- 0 5644 5642"/>
                  <a:gd name="T7" fmla="*/ 5644 h 56"/>
                  <a:gd name="T8" fmla="+- 0 3787 3766"/>
                  <a:gd name="T9" fmla="*/ T8 w 35"/>
                  <a:gd name="T10" fmla="+- 0 5646 5642"/>
                  <a:gd name="T11" fmla="*/ 5646 h 56"/>
                  <a:gd name="T12" fmla="+- 0 3789 3766"/>
                  <a:gd name="T13" fmla="*/ T12 w 35"/>
                  <a:gd name="T14" fmla="+- 0 5647 5642"/>
                  <a:gd name="T15" fmla="*/ 5647 h 56"/>
                  <a:gd name="T16" fmla="+- 0 3790 3766"/>
                  <a:gd name="T17" fmla="*/ T16 w 35"/>
                  <a:gd name="T18" fmla="+- 0 5649 5642"/>
                  <a:gd name="T19" fmla="*/ 5649 h 56"/>
                  <a:gd name="T20" fmla="+- 0 3792 3766"/>
                  <a:gd name="T21" fmla="*/ T20 w 35"/>
                  <a:gd name="T22" fmla="+- 0 5656 5642"/>
                  <a:gd name="T23" fmla="*/ 5656 h 56"/>
                  <a:gd name="T24" fmla="+- 0 3793 3766"/>
                  <a:gd name="T25" fmla="*/ T24 w 35"/>
                  <a:gd name="T26" fmla="+- 0 5659 5642"/>
                  <a:gd name="T27" fmla="*/ 5659 h 56"/>
                  <a:gd name="T28" fmla="+- 0 3793 3766"/>
                  <a:gd name="T29" fmla="*/ T28 w 35"/>
                  <a:gd name="T30" fmla="+- 0 5677 5642"/>
                  <a:gd name="T31" fmla="*/ 5677 h 56"/>
                  <a:gd name="T32" fmla="+- 0 3792 3766"/>
                  <a:gd name="T33" fmla="*/ T32 w 35"/>
                  <a:gd name="T34" fmla="+- 0 5682 5642"/>
                  <a:gd name="T35" fmla="*/ 5682 h 56"/>
                  <a:gd name="T36" fmla="+- 0 3790 3766"/>
                  <a:gd name="T37" fmla="*/ T36 w 35"/>
                  <a:gd name="T38" fmla="+- 0 5689 5642"/>
                  <a:gd name="T39" fmla="*/ 5689 h 56"/>
                  <a:gd name="T40" fmla="+- 0 3789 3766"/>
                  <a:gd name="T41" fmla="*/ T40 w 35"/>
                  <a:gd name="T42" fmla="+- 0 5691 5642"/>
                  <a:gd name="T43" fmla="*/ 5691 h 56"/>
                  <a:gd name="T44" fmla="+- 0 3788 3766"/>
                  <a:gd name="T45" fmla="*/ T44 w 35"/>
                  <a:gd name="T46" fmla="+- 0 5693 5642"/>
                  <a:gd name="T47" fmla="*/ 5693 h 56"/>
                  <a:gd name="T48" fmla="+- 0 3783 3766"/>
                  <a:gd name="T49" fmla="*/ T48 w 35"/>
                  <a:gd name="T50" fmla="+- 0 5695 5642"/>
                  <a:gd name="T51" fmla="*/ 5695 h 56"/>
                  <a:gd name="T52" fmla="+- 0 3791 3766"/>
                  <a:gd name="T53" fmla="*/ T52 w 35"/>
                  <a:gd name="T54" fmla="+- 0 5695 5642"/>
                  <a:gd name="T55" fmla="*/ 5695 h 56"/>
                  <a:gd name="T56" fmla="+- 0 3794 3766"/>
                  <a:gd name="T57" fmla="*/ T56 w 35"/>
                  <a:gd name="T58" fmla="+- 0 5692 5642"/>
                  <a:gd name="T59" fmla="*/ 5692 h 56"/>
                  <a:gd name="T60" fmla="+- 0 3796 3766"/>
                  <a:gd name="T61" fmla="*/ T60 w 35"/>
                  <a:gd name="T62" fmla="+- 0 5689 5642"/>
                  <a:gd name="T63" fmla="*/ 5689 h 56"/>
                  <a:gd name="T64" fmla="+- 0 3798 3766"/>
                  <a:gd name="T65" fmla="*/ T64 w 35"/>
                  <a:gd name="T66" fmla="+- 0 5685 5642"/>
                  <a:gd name="T67" fmla="*/ 5685 h 56"/>
                  <a:gd name="T68" fmla="+- 0 3800 3766"/>
                  <a:gd name="T69" fmla="*/ T68 w 35"/>
                  <a:gd name="T70" fmla="+- 0 5680 5642"/>
                  <a:gd name="T71" fmla="*/ 5680 h 56"/>
                  <a:gd name="T72" fmla="+- 0 3801 3766"/>
                  <a:gd name="T73" fmla="*/ T72 w 35"/>
                  <a:gd name="T74" fmla="+- 0 5676 5642"/>
                  <a:gd name="T75" fmla="*/ 5676 h 56"/>
                  <a:gd name="T76" fmla="+- 0 3801 3766"/>
                  <a:gd name="T77" fmla="*/ T76 w 35"/>
                  <a:gd name="T78" fmla="+- 0 5660 5642"/>
                  <a:gd name="T79" fmla="*/ 5660 h 56"/>
                  <a:gd name="T80" fmla="+- 0 3799 3766"/>
                  <a:gd name="T81" fmla="*/ T80 w 35"/>
                  <a:gd name="T82" fmla="+- 0 5653 5642"/>
                  <a:gd name="T83" fmla="*/ 5653 h 56"/>
                  <a:gd name="T84" fmla="+- 0 3792 3766"/>
                  <a:gd name="T85" fmla="*/ T84 w 35"/>
                  <a:gd name="T86" fmla="+- 0 5644 5642"/>
                  <a:gd name="T8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5" y="53"/>
                    </a:lnTo>
                    <a:lnTo>
                      <a:pt x="28" y="50"/>
                    </a:lnTo>
                    <a:lnTo>
                      <a:pt x="30" y="47"/>
                    </a:lnTo>
                    <a:lnTo>
                      <a:pt x="32" y="43"/>
                    </a:lnTo>
                    <a:lnTo>
                      <a:pt x="34" y="38"/>
                    </a:lnTo>
                    <a:lnTo>
                      <a:pt x="35" y="34"/>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6" name="Group 405">
              <a:extLst>
                <a:ext uri="{FF2B5EF4-FFF2-40B4-BE49-F238E27FC236}">
                  <a16:creationId xmlns:a16="http://schemas.microsoft.com/office/drawing/2014/main" id="{65B92E94-B18B-60B4-39D6-FFAB7F67F589}"/>
                </a:ext>
              </a:extLst>
            </p:cNvPr>
            <p:cNvGrpSpPr>
              <a:grpSpLocks/>
            </p:cNvGrpSpPr>
            <p:nvPr/>
          </p:nvGrpSpPr>
          <p:grpSpPr bwMode="auto">
            <a:xfrm>
              <a:off x="4223" y="5642"/>
              <a:ext cx="35" cy="56"/>
              <a:chOff x="4223" y="5642"/>
              <a:chExt cx="35" cy="56"/>
            </a:xfrm>
          </p:grpSpPr>
          <p:sp>
            <p:nvSpPr>
              <p:cNvPr id="839" name="Freeform 5575">
                <a:extLst>
                  <a:ext uri="{FF2B5EF4-FFF2-40B4-BE49-F238E27FC236}">
                    <a16:creationId xmlns:a16="http://schemas.microsoft.com/office/drawing/2014/main" id="{AA23F5CC-34AD-CF2E-214C-FA622117E5AD}"/>
                  </a:ext>
                </a:extLst>
              </p:cNvPr>
              <p:cNvSpPr>
                <a:spLocks/>
              </p:cNvSpPr>
              <p:nvPr/>
            </p:nvSpPr>
            <p:spPr bwMode="auto">
              <a:xfrm>
                <a:off x="4223" y="5642"/>
                <a:ext cx="35" cy="56"/>
              </a:xfrm>
              <a:custGeom>
                <a:avLst/>
                <a:gdLst>
                  <a:gd name="T0" fmla="+- 0 4244 4223"/>
                  <a:gd name="T1" fmla="*/ T0 w 35"/>
                  <a:gd name="T2" fmla="+- 0 5642 5642"/>
                  <a:gd name="T3" fmla="*/ 5642 h 56"/>
                  <a:gd name="T4" fmla="+- 0 4237 4223"/>
                  <a:gd name="T5" fmla="*/ T4 w 35"/>
                  <a:gd name="T6" fmla="+- 0 5642 5642"/>
                  <a:gd name="T7" fmla="*/ 5642 h 56"/>
                  <a:gd name="T8" fmla="+- 0 4235 4223"/>
                  <a:gd name="T9" fmla="*/ T8 w 35"/>
                  <a:gd name="T10" fmla="+- 0 5643 5642"/>
                  <a:gd name="T11" fmla="*/ 5643 h 56"/>
                  <a:gd name="T12" fmla="+- 0 4230 4223"/>
                  <a:gd name="T13" fmla="*/ T12 w 35"/>
                  <a:gd name="T14" fmla="+- 0 5647 5642"/>
                  <a:gd name="T15" fmla="*/ 5647 h 56"/>
                  <a:gd name="T16" fmla="+- 0 4227 4223"/>
                  <a:gd name="T17" fmla="*/ T16 w 35"/>
                  <a:gd name="T18" fmla="+- 0 5650 5642"/>
                  <a:gd name="T19" fmla="*/ 5650 h 56"/>
                  <a:gd name="T20" fmla="+- 0 4223 4223"/>
                  <a:gd name="T21" fmla="*/ T20 w 35"/>
                  <a:gd name="T22" fmla="+- 0 5659 5642"/>
                  <a:gd name="T23" fmla="*/ 5659 h 56"/>
                  <a:gd name="T24" fmla="+- 0 4223 4223"/>
                  <a:gd name="T25" fmla="*/ T24 w 35"/>
                  <a:gd name="T26" fmla="+- 0 5664 5642"/>
                  <a:gd name="T27" fmla="*/ 5664 h 56"/>
                  <a:gd name="T28" fmla="+- 0 4223 4223"/>
                  <a:gd name="T29" fmla="*/ T28 w 35"/>
                  <a:gd name="T30" fmla="+- 0 5677 5642"/>
                  <a:gd name="T31" fmla="*/ 5677 h 56"/>
                  <a:gd name="T32" fmla="+- 0 4224 4223"/>
                  <a:gd name="T33" fmla="*/ T32 w 35"/>
                  <a:gd name="T34" fmla="+- 0 5683 5642"/>
                  <a:gd name="T35" fmla="*/ 5683 h 56"/>
                  <a:gd name="T36" fmla="+- 0 4230 4223"/>
                  <a:gd name="T37" fmla="*/ T36 w 35"/>
                  <a:gd name="T38" fmla="+- 0 5694 5642"/>
                  <a:gd name="T39" fmla="*/ 5694 h 56"/>
                  <a:gd name="T40" fmla="+- 0 4234 4223"/>
                  <a:gd name="T41" fmla="*/ T40 w 35"/>
                  <a:gd name="T42" fmla="+- 0 5697 5642"/>
                  <a:gd name="T43" fmla="*/ 5697 h 56"/>
                  <a:gd name="T44" fmla="+- 0 4242 4223"/>
                  <a:gd name="T45" fmla="*/ T44 w 35"/>
                  <a:gd name="T46" fmla="+- 0 5697 5642"/>
                  <a:gd name="T47" fmla="*/ 5697 h 56"/>
                  <a:gd name="T48" fmla="+- 0 4245 4223"/>
                  <a:gd name="T49" fmla="*/ T48 w 35"/>
                  <a:gd name="T50" fmla="+- 0 5696 5642"/>
                  <a:gd name="T51" fmla="*/ 5696 h 56"/>
                  <a:gd name="T52" fmla="+- 0 4247 4223"/>
                  <a:gd name="T53" fmla="*/ T52 w 35"/>
                  <a:gd name="T54" fmla="+- 0 5695 5642"/>
                  <a:gd name="T55" fmla="*/ 5695 h 56"/>
                  <a:gd name="T56" fmla="+- 0 4237 4223"/>
                  <a:gd name="T57" fmla="*/ T56 w 35"/>
                  <a:gd name="T58" fmla="+- 0 5695 5642"/>
                  <a:gd name="T59" fmla="*/ 5695 h 56"/>
                  <a:gd name="T60" fmla="+- 0 4234 4223"/>
                  <a:gd name="T61" fmla="*/ T60 w 35"/>
                  <a:gd name="T62" fmla="+- 0 5693 5642"/>
                  <a:gd name="T63" fmla="*/ 5693 h 56"/>
                  <a:gd name="T64" fmla="+- 0 4233 4223"/>
                  <a:gd name="T65" fmla="*/ T64 w 35"/>
                  <a:gd name="T66" fmla="+- 0 5689 5642"/>
                  <a:gd name="T67" fmla="*/ 5689 h 56"/>
                  <a:gd name="T68" fmla="+- 0 4231 4223"/>
                  <a:gd name="T69" fmla="*/ T68 w 35"/>
                  <a:gd name="T70" fmla="+- 0 5684 5642"/>
                  <a:gd name="T71" fmla="*/ 5684 h 56"/>
                  <a:gd name="T72" fmla="+- 0 4230 4223"/>
                  <a:gd name="T73" fmla="*/ T72 w 35"/>
                  <a:gd name="T74" fmla="+- 0 5678 5642"/>
                  <a:gd name="T75" fmla="*/ 5678 h 56"/>
                  <a:gd name="T76" fmla="+- 0 4240 4223"/>
                  <a:gd name="T77" fmla="*/ T76 w 35"/>
                  <a:gd name="T78" fmla="+- 0 5644 5642"/>
                  <a:gd name="T79" fmla="*/ 5644 h 56"/>
                  <a:gd name="T80" fmla="+- 0 4248 4223"/>
                  <a:gd name="T81" fmla="*/ T80 w 35"/>
                  <a:gd name="T82" fmla="+- 0 5644 5642"/>
                  <a:gd name="T83" fmla="*/ 5644 h 56"/>
                  <a:gd name="T84" fmla="+- 0 4248 4223"/>
                  <a:gd name="T85" fmla="*/ T84 w 35"/>
                  <a:gd name="T86" fmla="+- 0 5644 5642"/>
                  <a:gd name="T87" fmla="*/ 5644 h 56"/>
                  <a:gd name="T88" fmla="+- 0 4244 4223"/>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40" name="Freeform 5576">
                <a:extLst>
                  <a:ext uri="{FF2B5EF4-FFF2-40B4-BE49-F238E27FC236}">
                    <a16:creationId xmlns:a16="http://schemas.microsoft.com/office/drawing/2014/main" id="{82D8430C-CCA2-57F6-BE56-334A1B5292E0}"/>
                  </a:ext>
                </a:extLst>
              </p:cNvPr>
              <p:cNvSpPr>
                <a:spLocks/>
              </p:cNvSpPr>
              <p:nvPr/>
            </p:nvSpPr>
            <p:spPr bwMode="auto">
              <a:xfrm>
                <a:off x="4223" y="5642"/>
                <a:ext cx="35" cy="56"/>
              </a:xfrm>
              <a:custGeom>
                <a:avLst/>
                <a:gdLst>
                  <a:gd name="T0" fmla="+- 0 4248 4223"/>
                  <a:gd name="T1" fmla="*/ T0 w 35"/>
                  <a:gd name="T2" fmla="+- 0 5644 5642"/>
                  <a:gd name="T3" fmla="*/ 5644 h 56"/>
                  <a:gd name="T4" fmla="+- 0 4240 4223"/>
                  <a:gd name="T5" fmla="*/ T4 w 35"/>
                  <a:gd name="T6" fmla="+- 0 5644 5642"/>
                  <a:gd name="T7" fmla="*/ 5644 h 56"/>
                  <a:gd name="T8" fmla="+- 0 4244 4223"/>
                  <a:gd name="T9" fmla="*/ T8 w 35"/>
                  <a:gd name="T10" fmla="+- 0 5646 5642"/>
                  <a:gd name="T11" fmla="*/ 5646 h 56"/>
                  <a:gd name="T12" fmla="+- 0 4245 4223"/>
                  <a:gd name="T13" fmla="*/ T12 w 35"/>
                  <a:gd name="T14" fmla="+- 0 5647 5642"/>
                  <a:gd name="T15" fmla="*/ 5647 h 56"/>
                  <a:gd name="T16" fmla="+- 0 4246 4223"/>
                  <a:gd name="T17" fmla="*/ T16 w 35"/>
                  <a:gd name="T18" fmla="+- 0 5649 5642"/>
                  <a:gd name="T19" fmla="*/ 5649 h 56"/>
                  <a:gd name="T20" fmla="+- 0 4249 4223"/>
                  <a:gd name="T21" fmla="*/ T20 w 35"/>
                  <a:gd name="T22" fmla="+- 0 5656 5642"/>
                  <a:gd name="T23" fmla="*/ 5656 h 56"/>
                  <a:gd name="T24" fmla="+- 0 4249 4223"/>
                  <a:gd name="T25" fmla="*/ T24 w 35"/>
                  <a:gd name="T26" fmla="+- 0 5659 5642"/>
                  <a:gd name="T27" fmla="*/ 5659 h 56"/>
                  <a:gd name="T28" fmla="+- 0 4249 4223"/>
                  <a:gd name="T29" fmla="*/ T28 w 35"/>
                  <a:gd name="T30" fmla="+- 0 5677 5642"/>
                  <a:gd name="T31" fmla="*/ 5677 h 56"/>
                  <a:gd name="T32" fmla="+- 0 4249 4223"/>
                  <a:gd name="T33" fmla="*/ T32 w 35"/>
                  <a:gd name="T34" fmla="+- 0 5682 5642"/>
                  <a:gd name="T35" fmla="*/ 5682 h 56"/>
                  <a:gd name="T36" fmla="+- 0 4247 4223"/>
                  <a:gd name="T37" fmla="*/ T36 w 35"/>
                  <a:gd name="T38" fmla="+- 0 5689 5642"/>
                  <a:gd name="T39" fmla="*/ 5689 h 56"/>
                  <a:gd name="T40" fmla="+- 0 4246 4223"/>
                  <a:gd name="T41" fmla="*/ T40 w 35"/>
                  <a:gd name="T42" fmla="+- 0 5691 5642"/>
                  <a:gd name="T43" fmla="*/ 5691 h 56"/>
                  <a:gd name="T44" fmla="+- 0 4244 4223"/>
                  <a:gd name="T45" fmla="*/ T44 w 35"/>
                  <a:gd name="T46" fmla="+- 0 5693 5642"/>
                  <a:gd name="T47" fmla="*/ 5693 h 56"/>
                  <a:gd name="T48" fmla="+- 0 4240 4223"/>
                  <a:gd name="T49" fmla="*/ T48 w 35"/>
                  <a:gd name="T50" fmla="+- 0 5695 5642"/>
                  <a:gd name="T51" fmla="*/ 5695 h 56"/>
                  <a:gd name="T52" fmla="+- 0 4247 4223"/>
                  <a:gd name="T53" fmla="*/ T52 w 35"/>
                  <a:gd name="T54" fmla="+- 0 5695 5642"/>
                  <a:gd name="T55" fmla="*/ 5695 h 56"/>
                  <a:gd name="T56" fmla="+- 0 4257 4223"/>
                  <a:gd name="T57" fmla="*/ T56 w 35"/>
                  <a:gd name="T58" fmla="+- 0 5660 5642"/>
                  <a:gd name="T59" fmla="*/ 5660 h 56"/>
                  <a:gd name="T60" fmla="+- 0 4255 4223"/>
                  <a:gd name="T61" fmla="*/ T60 w 35"/>
                  <a:gd name="T62" fmla="+- 0 5653 5642"/>
                  <a:gd name="T63" fmla="*/ 5653 h 56"/>
                  <a:gd name="T64" fmla="+- 0 4248 4223"/>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7" name="Group 406">
              <a:extLst>
                <a:ext uri="{FF2B5EF4-FFF2-40B4-BE49-F238E27FC236}">
                  <a16:creationId xmlns:a16="http://schemas.microsoft.com/office/drawing/2014/main" id="{BDB3379B-0ABC-427D-36B2-5AA52D84E0A8}"/>
                </a:ext>
              </a:extLst>
            </p:cNvPr>
            <p:cNvGrpSpPr>
              <a:grpSpLocks/>
            </p:cNvGrpSpPr>
            <p:nvPr/>
          </p:nvGrpSpPr>
          <p:grpSpPr bwMode="auto">
            <a:xfrm>
              <a:off x="4679" y="5642"/>
              <a:ext cx="35" cy="56"/>
              <a:chOff x="4679" y="5642"/>
              <a:chExt cx="35" cy="56"/>
            </a:xfrm>
          </p:grpSpPr>
          <p:sp>
            <p:nvSpPr>
              <p:cNvPr id="837" name="Freeform 5578">
                <a:extLst>
                  <a:ext uri="{FF2B5EF4-FFF2-40B4-BE49-F238E27FC236}">
                    <a16:creationId xmlns:a16="http://schemas.microsoft.com/office/drawing/2014/main" id="{088C2ED2-C1CB-95C1-BC4A-B2C310CADA31}"/>
                  </a:ext>
                </a:extLst>
              </p:cNvPr>
              <p:cNvSpPr>
                <a:spLocks/>
              </p:cNvSpPr>
              <p:nvPr/>
            </p:nvSpPr>
            <p:spPr bwMode="auto">
              <a:xfrm>
                <a:off x="4679" y="5642"/>
                <a:ext cx="35" cy="56"/>
              </a:xfrm>
              <a:custGeom>
                <a:avLst/>
                <a:gdLst>
                  <a:gd name="T0" fmla="+- 0 4700 4679"/>
                  <a:gd name="T1" fmla="*/ T0 w 35"/>
                  <a:gd name="T2" fmla="+- 0 5642 5642"/>
                  <a:gd name="T3" fmla="*/ 5642 h 56"/>
                  <a:gd name="T4" fmla="+- 0 4694 4679"/>
                  <a:gd name="T5" fmla="*/ T4 w 35"/>
                  <a:gd name="T6" fmla="+- 0 5642 5642"/>
                  <a:gd name="T7" fmla="*/ 5642 h 56"/>
                  <a:gd name="T8" fmla="+- 0 4691 4679"/>
                  <a:gd name="T9" fmla="*/ T8 w 35"/>
                  <a:gd name="T10" fmla="+- 0 5643 5642"/>
                  <a:gd name="T11" fmla="*/ 5643 h 56"/>
                  <a:gd name="T12" fmla="+- 0 4686 4679"/>
                  <a:gd name="T13" fmla="*/ T12 w 35"/>
                  <a:gd name="T14" fmla="+- 0 5647 5642"/>
                  <a:gd name="T15" fmla="*/ 5647 h 56"/>
                  <a:gd name="T16" fmla="+- 0 4684 4679"/>
                  <a:gd name="T17" fmla="*/ T16 w 35"/>
                  <a:gd name="T18" fmla="+- 0 5650 5642"/>
                  <a:gd name="T19" fmla="*/ 5650 h 56"/>
                  <a:gd name="T20" fmla="+- 0 4680 4679"/>
                  <a:gd name="T21" fmla="*/ T20 w 35"/>
                  <a:gd name="T22" fmla="+- 0 5659 5642"/>
                  <a:gd name="T23" fmla="*/ 5659 h 56"/>
                  <a:gd name="T24" fmla="+- 0 4679 4679"/>
                  <a:gd name="T25" fmla="*/ T24 w 35"/>
                  <a:gd name="T26" fmla="+- 0 5664 5642"/>
                  <a:gd name="T27" fmla="*/ 5664 h 56"/>
                  <a:gd name="T28" fmla="+- 0 4679 4679"/>
                  <a:gd name="T29" fmla="*/ T28 w 35"/>
                  <a:gd name="T30" fmla="+- 0 5677 5642"/>
                  <a:gd name="T31" fmla="*/ 5677 h 56"/>
                  <a:gd name="T32" fmla="+- 0 4680 4679"/>
                  <a:gd name="T33" fmla="*/ T32 w 35"/>
                  <a:gd name="T34" fmla="+- 0 5683 5642"/>
                  <a:gd name="T35" fmla="*/ 5683 h 56"/>
                  <a:gd name="T36" fmla="+- 0 4687 4679"/>
                  <a:gd name="T37" fmla="*/ T36 w 35"/>
                  <a:gd name="T38" fmla="+- 0 5694 5642"/>
                  <a:gd name="T39" fmla="*/ 5694 h 56"/>
                  <a:gd name="T40" fmla="+- 0 4691 4679"/>
                  <a:gd name="T41" fmla="*/ T40 w 35"/>
                  <a:gd name="T42" fmla="+- 0 5697 5642"/>
                  <a:gd name="T43" fmla="*/ 5697 h 56"/>
                  <a:gd name="T44" fmla="+- 0 4698 4679"/>
                  <a:gd name="T45" fmla="*/ T44 w 35"/>
                  <a:gd name="T46" fmla="+- 0 5697 5642"/>
                  <a:gd name="T47" fmla="*/ 5697 h 56"/>
                  <a:gd name="T48" fmla="+- 0 4701 4679"/>
                  <a:gd name="T49" fmla="*/ T48 w 35"/>
                  <a:gd name="T50" fmla="+- 0 5696 5642"/>
                  <a:gd name="T51" fmla="*/ 5696 h 56"/>
                  <a:gd name="T52" fmla="+- 0 4703 4679"/>
                  <a:gd name="T53" fmla="*/ T52 w 35"/>
                  <a:gd name="T54" fmla="+- 0 5695 5642"/>
                  <a:gd name="T55" fmla="*/ 5695 h 56"/>
                  <a:gd name="T56" fmla="+- 0 4693 4679"/>
                  <a:gd name="T57" fmla="*/ T56 w 35"/>
                  <a:gd name="T58" fmla="+- 0 5695 5642"/>
                  <a:gd name="T59" fmla="*/ 5695 h 56"/>
                  <a:gd name="T60" fmla="+- 0 4691 4679"/>
                  <a:gd name="T61" fmla="*/ T60 w 35"/>
                  <a:gd name="T62" fmla="+- 0 5693 5642"/>
                  <a:gd name="T63" fmla="*/ 5693 h 56"/>
                  <a:gd name="T64" fmla="+- 0 4688 4679"/>
                  <a:gd name="T65" fmla="*/ T64 w 35"/>
                  <a:gd name="T66" fmla="+- 0 5684 5642"/>
                  <a:gd name="T67" fmla="*/ 5684 h 56"/>
                  <a:gd name="T68" fmla="+- 0 4687 4679"/>
                  <a:gd name="T69" fmla="*/ T68 w 35"/>
                  <a:gd name="T70" fmla="+- 0 5678 5642"/>
                  <a:gd name="T71" fmla="*/ 5678 h 56"/>
                  <a:gd name="T72" fmla="+- 0 4687 4679"/>
                  <a:gd name="T73" fmla="*/ T72 w 35"/>
                  <a:gd name="T74" fmla="+- 0 5664 5642"/>
                  <a:gd name="T75" fmla="*/ 5664 h 56"/>
                  <a:gd name="T76" fmla="+- 0 4696 4679"/>
                  <a:gd name="T77" fmla="*/ T76 w 35"/>
                  <a:gd name="T78" fmla="+- 0 5644 5642"/>
                  <a:gd name="T79" fmla="*/ 5644 h 56"/>
                  <a:gd name="T80" fmla="+- 0 4704 4679"/>
                  <a:gd name="T81" fmla="*/ T80 w 35"/>
                  <a:gd name="T82" fmla="+- 0 5644 5642"/>
                  <a:gd name="T83" fmla="*/ 5644 h 56"/>
                  <a:gd name="T84" fmla="+- 0 4704 4679"/>
                  <a:gd name="T85" fmla="*/ T84 w 35"/>
                  <a:gd name="T86" fmla="+- 0 5644 5642"/>
                  <a:gd name="T87" fmla="*/ 5644 h 56"/>
                  <a:gd name="T88" fmla="+- 0 4700 4679"/>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38" name="Freeform 5579">
                <a:extLst>
                  <a:ext uri="{FF2B5EF4-FFF2-40B4-BE49-F238E27FC236}">
                    <a16:creationId xmlns:a16="http://schemas.microsoft.com/office/drawing/2014/main" id="{40D3D787-C12A-1007-E24F-EB81F6F8F5BC}"/>
                  </a:ext>
                </a:extLst>
              </p:cNvPr>
              <p:cNvSpPr>
                <a:spLocks/>
              </p:cNvSpPr>
              <p:nvPr/>
            </p:nvSpPr>
            <p:spPr bwMode="auto">
              <a:xfrm>
                <a:off x="4679" y="5642"/>
                <a:ext cx="35" cy="56"/>
              </a:xfrm>
              <a:custGeom>
                <a:avLst/>
                <a:gdLst>
                  <a:gd name="T0" fmla="+- 0 4704 4679"/>
                  <a:gd name="T1" fmla="*/ T0 w 35"/>
                  <a:gd name="T2" fmla="+- 0 5644 5642"/>
                  <a:gd name="T3" fmla="*/ 5644 h 56"/>
                  <a:gd name="T4" fmla="+- 0 4696 4679"/>
                  <a:gd name="T5" fmla="*/ T4 w 35"/>
                  <a:gd name="T6" fmla="+- 0 5644 5642"/>
                  <a:gd name="T7" fmla="*/ 5644 h 56"/>
                  <a:gd name="T8" fmla="+- 0 4700 4679"/>
                  <a:gd name="T9" fmla="*/ T8 w 35"/>
                  <a:gd name="T10" fmla="+- 0 5646 5642"/>
                  <a:gd name="T11" fmla="*/ 5646 h 56"/>
                  <a:gd name="T12" fmla="+- 0 4702 4679"/>
                  <a:gd name="T13" fmla="*/ T12 w 35"/>
                  <a:gd name="T14" fmla="+- 0 5647 5642"/>
                  <a:gd name="T15" fmla="*/ 5647 h 56"/>
                  <a:gd name="T16" fmla="+- 0 4703 4679"/>
                  <a:gd name="T17" fmla="*/ T16 w 35"/>
                  <a:gd name="T18" fmla="+- 0 5649 5642"/>
                  <a:gd name="T19" fmla="*/ 5649 h 56"/>
                  <a:gd name="T20" fmla="+- 0 4705 4679"/>
                  <a:gd name="T21" fmla="*/ T20 w 35"/>
                  <a:gd name="T22" fmla="+- 0 5656 5642"/>
                  <a:gd name="T23" fmla="*/ 5656 h 56"/>
                  <a:gd name="T24" fmla="+- 0 4705 4679"/>
                  <a:gd name="T25" fmla="*/ T24 w 35"/>
                  <a:gd name="T26" fmla="+- 0 5659 5642"/>
                  <a:gd name="T27" fmla="*/ 5659 h 56"/>
                  <a:gd name="T28" fmla="+- 0 4706 4679"/>
                  <a:gd name="T29" fmla="*/ T28 w 35"/>
                  <a:gd name="T30" fmla="+- 0 5677 5642"/>
                  <a:gd name="T31" fmla="*/ 5677 h 56"/>
                  <a:gd name="T32" fmla="+- 0 4705 4679"/>
                  <a:gd name="T33" fmla="*/ T32 w 35"/>
                  <a:gd name="T34" fmla="+- 0 5682 5642"/>
                  <a:gd name="T35" fmla="*/ 5682 h 56"/>
                  <a:gd name="T36" fmla="+- 0 4703 4679"/>
                  <a:gd name="T37" fmla="*/ T36 w 35"/>
                  <a:gd name="T38" fmla="+- 0 5689 5642"/>
                  <a:gd name="T39" fmla="*/ 5689 h 56"/>
                  <a:gd name="T40" fmla="+- 0 4702 4679"/>
                  <a:gd name="T41" fmla="*/ T40 w 35"/>
                  <a:gd name="T42" fmla="+- 0 5691 5642"/>
                  <a:gd name="T43" fmla="*/ 5691 h 56"/>
                  <a:gd name="T44" fmla="+- 0 4700 4679"/>
                  <a:gd name="T45" fmla="*/ T44 w 35"/>
                  <a:gd name="T46" fmla="+- 0 5693 5642"/>
                  <a:gd name="T47" fmla="*/ 5693 h 56"/>
                  <a:gd name="T48" fmla="+- 0 4696 4679"/>
                  <a:gd name="T49" fmla="*/ T48 w 35"/>
                  <a:gd name="T50" fmla="+- 0 5695 5642"/>
                  <a:gd name="T51" fmla="*/ 5695 h 56"/>
                  <a:gd name="T52" fmla="+- 0 4703 4679"/>
                  <a:gd name="T53" fmla="*/ T52 w 35"/>
                  <a:gd name="T54" fmla="+- 0 5695 5642"/>
                  <a:gd name="T55" fmla="*/ 5695 h 56"/>
                  <a:gd name="T56" fmla="+- 0 4713 4679"/>
                  <a:gd name="T57" fmla="*/ T56 w 35"/>
                  <a:gd name="T58" fmla="+- 0 5660 5642"/>
                  <a:gd name="T59" fmla="*/ 5660 h 56"/>
                  <a:gd name="T60" fmla="+- 0 4711 4679"/>
                  <a:gd name="T61" fmla="*/ T60 w 35"/>
                  <a:gd name="T62" fmla="+- 0 5653 5642"/>
                  <a:gd name="T63" fmla="*/ 5653 h 56"/>
                  <a:gd name="T64" fmla="+- 0 4704 4679"/>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8" name="Group 407">
              <a:extLst>
                <a:ext uri="{FF2B5EF4-FFF2-40B4-BE49-F238E27FC236}">
                  <a16:creationId xmlns:a16="http://schemas.microsoft.com/office/drawing/2014/main" id="{2EDBC371-44DC-9A0E-B5D9-441535AC6045}"/>
                </a:ext>
              </a:extLst>
            </p:cNvPr>
            <p:cNvGrpSpPr>
              <a:grpSpLocks/>
            </p:cNvGrpSpPr>
            <p:nvPr/>
          </p:nvGrpSpPr>
          <p:grpSpPr bwMode="auto">
            <a:xfrm>
              <a:off x="5135" y="5642"/>
              <a:ext cx="35" cy="56"/>
              <a:chOff x="5135" y="5642"/>
              <a:chExt cx="35" cy="56"/>
            </a:xfrm>
          </p:grpSpPr>
          <p:sp>
            <p:nvSpPr>
              <p:cNvPr id="835" name="Freeform 5581">
                <a:extLst>
                  <a:ext uri="{FF2B5EF4-FFF2-40B4-BE49-F238E27FC236}">
                    <a16:creationId xmlns:a16="http://schemas.microsoft.com/office/drawing/2014/main" id="{6FA11FF7-BEF4-D8DC-13EB-1F791B1B9BDE}"/>
                  </a:ext>
                </a:extLst>
              </p:cNvPr>
              <p:cNvSpPr>
                <a:spLocks/>
              </p:cNvSpPr>
              <p:nvPr/>
            </p:nvSpPr>
            <p:spPr bwMode="auto">
              <a:xfrm>
                <a:off x="5135" y="5642"/>
                <a:ext cx="35" cy="56"/>
              </a:xfrm>
              <a:custGeom>
                <a:avLst/>
                <a:gdLst>
                  <a:gd name="T0" fmla="+- 0 5157 5135"/>
                  <a:gd name="T1" fmla="*/ T0 w 35"/>
                  <a:gd name="T2" fmla="+- 0 5642 5642"/>
                  <a:gd name="T3" fmla="*/ 5642 h 56"/>
                  <a:gd name="T4" fmla="+- 0 5150 5135"/>
                  <a:gd name="T5" fmla="*/ T4 w 35"/>
                  <a:gd name="T6" fmla="+- 0 5642 5642"/>
                  <a:gd name="T7" fmla="*/ 5642 h 56"/>
                  <a:gd name="T8" fmla="+- 0 5148 5135"/>
                  <a:gd name="T9" fmla="*/ T8 w 35"/>
                  <a:gd name="T10" fmla="+- 0 5643 5642"/>
                  <a:gd name="T11" fmla="*/ 5643 h 56"/>
                  <a:gd name="T12" fmla="+- 0 5142 5135"/>
                  <a:gd name="T13" fmla="*/ T12 w 35"/>
                  <a:gd name="T14" fmla="+- 0 5647 5642"/>
                  <a:gd name="T15" fmla="*/ 5647 h 56"/>
                  <a:gd name="T16" fmla="+- 0 5140 5135"/>
                  <a:gd name="T17" fmla="*/ T16 w 35"/>
                  <a:gd name="T18" fmla="+- 0 5650 5642"/>
                  <a:gd name="T19" fmla="*/ 5650 h 56"/>
                  <a:gd name="T20" fmla="+- 0 5136 5135"/>
                  <a:gd name="T21" fmla="*/ T20 w 35"/>
                  <a:gd name="T22" fmla="+- 0 5659 5642"/>
                  <a:gd name="T23" fmla="*/ 5659 h 56"/>
                  <a:gd name="T24" fmla="+- 0 5135 5135"/>
                  <a:gd name="T25" fmla="*/ T24 w 35"/>
                  <a:gd name="T26" fmla="+- 0 5664 5642"/>
                  <a:gd name="T27" fmla="*/ 5664 h 56"/>
                  <a:gd name="T28" fmla="+- 0 5135 5135"/>
                  <a:gd name="T29" fmla="*/ T28 w 35"/>
                  <a:gd name="T30" fmla="+- 0 5677 5642"/>
                  <a:gd name="T31" fmla="*/ 5677 h 56"/>
                  <a:gd name="T32" fmla="+- 0 5137 5135"/>
                  <a:gd name="T33" fmla="*/ T32 w 35"/>
                  <a:gd name="T34" fmla="+- 0 5683 5642"/>
                  <a:gd name="T35" fmla="*/ 5683 h 56"/>
                  <a:gd name="T36" fmla="+- 0 5143 5135"/>
                  <a:gd name="T37" fmla="*/ T36 w 35"/>
                  <a:gd name="T38" fmla="+- 0 5694 5642"/>
                  <a:gd name="T39" fmla="*/ 5694 h 56"/>
                  <a:gd name="T40" fmla="+- 0 5147 5135"/>
                  <a:gd name="T41" fmla="*/ T40 w 35"/>
                  <a:gd name="T42" fmla="+- 0 5697 5642"/>
                  <a:gd name="T43" fmla="*/ 5697 h 56"/>
                  <a:gd name="T44" fmla="+- 0 5155 5135"/>
                  <a:gd name="T45" fmla="*/ T44 w 35"/>
                  <a:gd name="T46" fmla="+- 0 5697 5642"/>
                  <a:gd name="T47" fmla="*/ 5697 h 56"/>
                  <a:gd name="T48" fmla="+- 0 5157 5135"/>
                  <a:gd name="T49" fmla="*/ T48 w 35"/>
                  <a:gd name="T50" fmla="+- 0 5696 5642"/>
                  <a:gd name="T51" fmla="*/ 5696 h 56"/>
                  <a:gd name="T52" fmla="+- 0 5159 5135"/>
                  <a:gd name="T53" fmla="*/ T52 w 35"/>
                  <a:gd name="T54" fmla="+- 0 5695 5642"/>
                  <a:gd name="T55" fmla="*/ 5695 h 56"/>
                  <a:gd name="T56" fmla="+- 0 5149 5135"/>
                  <a:gd name="T57" fmla="*/ T56 w 35"/>
                  <a:gd name="T58" fmla="+- 0 5695 5642"/>
                  <a:gd name="T59" fmla="*/ 5695 h 56"/>
                  <a:gd name="T60" fmla="+- 0 5147 5135"/>
                  <a:gd name="T61" fmla="*/ T60 w 35"/>
                  <a:gd name="T62" fmla="+- 0 5693 5642"/>
                  <a:gd name="T63" fmla="*/ 5693 h 56"/>
                  <a:gd name="T64" fmla="+- 0 5146 5135"/>
                  <a:gd name="T65" fmla="*/ T64 w 35"/>
                  <a:gd name="T66" fmla="+- 0 5689 5642"/>
                  <a:gd name="T67" fmla="*/ 5689 h 56"/>
                  <a:gd name="T68" fmla="+- 0 5144 5135"/>
                  <a:gd name="T69" fmla="*/ T68 w 35"/>
                  <a:gd name="T70" fmla="+- 0 5684 5642"/>
                  <a:gd name="T71" fmla="*/ 5684 h 56"/>
                  <a:gd name="T72" fmla="+- 0 5143 5135"/>
                  <a:gd name="T73" fmla="*/ T72 w 35"/>
                  <a:gd name="T74" fmla="+- 0 5678 5642"/>
                  <a:gd name="T75" fmla="*/ 5678 h 56"/>
                  <a:gd name="T76" fmla="+- 0 5152 5135"/>
                  <a:gd name="T77" fmla="*/ T76 w 35"/>
                  <a:gd name="T78" fmla="+- 0 5644 5642"/>
                  <a:gd name="T79" fmla="*/ 5644 h 56"/>
                  <a:gd name="T80" fmla="+- 0 5161 5135"/>
                  <a:gd name="T81" fmla="*/ T80 w 35"/>
                  <a:gd name="T82" fmla="+- 0 5644 5642"/>
                  <a:gd name="T83" fmla="*/ 5644 h 56"/>
                  <a:gd name="T84" fmla="+- 0 5160 5135"/>
                  <a:gd name="T85" fmla="*/ T84 w 35"/>
                  <a:gd name="T86" fmla="+- 0 5644 5642"/>
                  <a:gd name="T87" fmla="*/ 5644 h 56"/>
                  <a:gd name="T88" fmla="+- 0 5157 5135"/>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36" name="Freeform 5582">
                <a:extLst>
                  <a:ext uri="{FF2B5EF4-FFF2-40B4-BE49-F238E27FC236}">
                    <a16:creationId xmlns:a16="http://schemas.microsoft.com/office/drawing/2014/main" id="{9E0E40FD-3905-5BA6-234F-9AD6DF6C50E9}"/>
                  </a:ext>
                </a:extLst>
              </p:cNvPr>
              <p:cNvSpPr>
                <a:spLocks/>
              </p:cNvSpPr>
              <p:nvPr/>
            </p:nvSpPr>
            <p:spPr bwMode="auto">
              <a:xfrm>
                <a:off x="5135" y="5642"/>
                <a:ext cx="35" cy="56"/>
              </a:xfrm>
              <a:custGeom>
                <a:avLst/>
                <a:gdLst>
                  <a:gd name="T0" fmla="+- 0 5161 5135"/>
                  <a:gd name="T1" fmla="*/ T0 w 35"/>
                  <a:gd name="T2" fmla="+- 0 5644 5642"/>
                  <a:gd name="T3" fmla="*/ 5644 h 56"/>
                  <a:gd name="T4" fmla="+- 0 5152 5135"/>
                  <a:gd name="T5" fmla="*/ T4 w 35"/>
                  <a:gd name="T6" fmla="+- 0 5644 5642"/>
                  <a:gd name="T7" fmla="*/ 5644 h 56"/>
                  <a:gd name="T8" fmla="+- 0 5156 5135"/>
                  <a:gd name="T9" fmla="*/ T8 w 35"/>
                  <a:gd name="T10" fmla="+- 0 5646 5642"/>
                  <a:gd name="T11" fmla="*/ 5646 h 56"/>
                  <a:gd name="T12" fmla="+- 0 5158 5135"/>
                  <a:gd name="T13" fmla="*/ T12 w 35"/>
                  <a:gd name="T14" fmla="+- 0 5647 5642"/>
                  <a:gd name="T15" fmla="*/ 5647 h 56"/>
                  <a:gd name="T16" fmla="+- 0 5159 5135"/>
                  <a:gd name="T17" fmla="*/ T16 w 35"/>
                  <a:gd name="T18" fmla="+- 0 5649 5642"/>
                  <a:gd name="T19" fmla="*/ 5649 h 56"/>
                  <a:gd name="T20" fmla="+- 0 5161 5135"/>
                  <a:gd name="T21" fmla="*/ T20 w 35"/>
                  <a:gd name="T22" fmla="+- 0 5656 5642"/>
                  <a:gd name="T23" fmla="*/ 5656 h 56"/>
                  <a:gd name="T24" fmla="+- 0 5162 5135"/>
                  <a:gd name="T25" fmla="*/ T24 w 35"/>
                  <a:gd name="T26" fmla="+- 0 5659 5642"/>
                  <a:gd name="T27" fmla="*/ 5659 h 56"/>
                  <a:gd name="T28" fmla="+- 0 5162 5135"/>
                  <a:gd name="T29" fmla="*/ T28 w 35"/>
                  <a:gd name="T30" fmla="+- 0 5677 5642"/>
                  <a:gd name="T31" fmla="*/ 5677 h 56"/>
                  <a:gd name="T32" fmla="+- 0 5161 5135"/>
                  <a:gd name="T33" fmla="*/ T32 w 35"/>
                  <a:gd name="T34" fmla="+- 0 5682 5642"/>
                  <a:gd name="T35" fmla="*/ 5682 h 56"/>
                  <a:gd name="T36" fmla="+- 0 5159 5135"/>
                  <a:gd name="T37" fmla="*/ T36 w 35"/>
                  <a:gd name="T38" fmla="+- 0 5689 5642"/>
                  <a:gd name="T39" fmla="*/ 5689 h 56"/>
                  <a:gd name="T40" fmla="+- 0 5158 5135"/>
                  <a:gd name="T41" fmla="*/ T40 w 35"/>
                  <a:gd name="T42" fmla="+- 0 5691 5642"/>
                  <a:gd name="T43" fmla="*/ 5691 h 56"/>
                  <a:gd name="T44" fmla="+- 0 5157 5135"/>
                  <a:gd name="T45" fmla="*/ T44 w 35"/>
                  <a:gd name="T46" fmla="+- 0 5693 5642"/>
                  <a:gd name="T47" fmla="*/ 5693 h 56"/>
                  <a:gd name="T48" fmla="+- 0 5152 5135"/>
                  <a:gd name="T49" fmla="*/ T48 w 35"/>
                  <a:gd name="T50" fmla="+- 0 5695 5642"/>
                  <a:gd name="T51" fmla="*/ 5695 h 56"/>
                  <a:gd name="T52" fmla="+- 0 5159 5135"/>
                  <a:gd name="T53" fmla="*/ T52 w 35"/>
                  <a:gd name="T54" fmla="+- 0 5695 5642"/>
                  <a:gd name="T55" fmla="*/ 5695 h 56"/>
                  <a:gd name="T56" fmla="+- 0 5170 5135"/>
                  <a:gd name="T57" fmla="*/ T56 w 35"/>
                  <a:gd name="T58" fmla="+- 0 5660 5642"/>
                  <a:gd name="T59" fmla="*/ 5660 h 56"/>
                  <a:gd name="T60" fmla="+- 0 5168 5135"/>
                  <a:gd name="T61" fmla="*/ T60 w 35"/>
                  <a:gd name="T62" fmla="+- 0 5653 5642"/>
                  <a:gd name="T63" fmla="*/ 5653 h 56"/>
                  <a:gd name="T64" fmla="+- 0 5161 5135"/>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09" name="Group 408">
              <a:extLst>
                <a:ext uri="{FF2B5EF4-FFF2-40B4-BE49-F238E27FC236}">
                  <a16:creationId xmlns:a16="http://schemas.microsoft.com/office/drawing/2014/main" id="{BD12C09F-EA07-5894-CD5E-DF3B5297D9CE}"/>
                </a:ext>
              </a:extLst>
            </p:cNvPr>
            <p:cNvGrpSpPr>
              <a:grpSpLocks/>
            </p:cNvGrpSpPr>
            <p:nvPr/>
          </p:nvGrpSpPr>
          <p:grpSpPr bwMode="auto">
            <a:xfrm>
              <a:off x="5592" y="5642"/>
              <a:ext cx="34" cy="56"/>
              <a:chOff x="5592" y="5642"/>
              <a:chExt cx="34" cy="56"/>
            </a:xfrm>
          </p:grpSpPr>
          <p:sp>
            <p:nvSpPr>
              <p:cNvPr id="832" name="Freeform 5584">
                <a:extLst>
                  <a:ext uri="{FF2B5EF4-FFF2-40B4-BE49-F238E27FC236}">
                    <a16:creationId xmlns:a16="http://schemas.microsoft.com/office/drawing/2014/main" id="{464D9719-5759-E36C-A98A-5D41B2E43D59}"/>
                  </a:ext>
                </a:extLst>
              </p:cNvPr>
              <p:cNvSpPr>
                <a:spLocks/>
              </p:cNvSpPr>
              <p:nvPr/>
            </p:nvSpPr>
            <p:spPr bwMode="auto">
              <a:xfrm>
                <a:off x="5592" y="5642"/>
                <a:ext cx="34" cy="56"/>
              </a:xfrm>
              <a:custGeom>
                <a:avLst/>
                <a:gdLst>
                  <a:gd name="T0" fmla="+- 0 5625 5592"/>
                  <a:gd name="T1" fmla="*/ T0 w 34"/>
                  <a:gd name="T2" fmla="+- 0 5642 5642"/>
                  <a:gd name="T3" fmla="*/ 5642 h 56"/>
                  <a:gd name="T4" fmla="+- 0 5620 5592"/>
                  <a:gd name="T5" fmla="*/ T4 w 34"/>
                  <a:gd name="T6" fmla="+- 0 5642 5642"/>
                  <a:gd name="T7" fmla="*/ 5642 h 56"/>
                  <a:gd name="T8" fmla="+- 0 5617 5592"/>
                  <a:gd name="T9" fmla="*/ T8 w 34"/>
                  <a:gd name="T10" fmla="+- 0 5642 5642"/>
                  <a:gd name="T11" fmla="*/ 5642 h 56"/>
                  <a:gd name="T12" fmla="+- 0 5592 5592"/>
                  <a:gd name="T13" fmla="*/ T12 w 34"/>
                  <a:gd name="T14" fmla="+- 0 5683 5642"/>
                  <a:gd name="T15" fmla="*/ 5683 h 56"/>
                  <a:gd name="T16" fmla="+- 0 5595 5592"/>
                  <a:gd name="T17" fmla="*/ T16 w 34"/>
                  <a:gd name="T18" fmla="+- 0 5689 5642"/>
                  <a:gd name="T19" fmla="*/ 5689 h 56"/>
                  <a:gd name="T20" fmla="+- 0 5602 5592"/>
                  <a:gd name="T21" fmla="*/ T20 w 34"/>
                  <a:gd name="T22" fmla="+- 0 5696 5642"/>
                  <a:gd name="T23" fmla="*/ 5696 h 56"/>
                  <a:gd name="T24" fmla="+- 0 5605 5592"/>
                  <a:gd name="T25" fmla="*/ T24 w 34"/>
                  <a:gd name="T26" fmla="+- 0 5697 5642"/>
                  <a:gd name="T27" fmla="*/ 5697 h 56"/>
                  <a:gd name="T28" fmla="+- 0 5614 5592"/>
                  <a:gd name="T29" fmla="*/ T28 w 34"/>
                  <a:gd name="T30" fmla="+- 0 5697 5642"/>
                  <a:gd name="T31" fmla="*/ 5697 h 56"/>
                  <a:gd name="T32" fmla="+- 0 5618 5592"/>
                  <a:gd name="T33" fmla="*/ T32 w 34"/>
                  <a:gd name="T34" fmla="+- 0 5695 5642"/>
                  <a:gd name="T35" fmla="*/ 5695 h 56"/>
                  <a:gd name="T36" fmla="+- 0 5608 5592"/>
                  <a:gd name="T37" fmla="*/ T36 w 34"/>
                  <a:gd name="T38" fmla="+- 0 5695 5642"/>
                  <a:gd name="T39" fmla="*/ 5695 h 56"/>
                  <a:gd name="T40" fmla="+- 0 5606 5592"/>
                  <a:gd name="T41" fmla="*/ T40 w 34"/>
                  <a:gd name="T42" fmla="+- 0 5694 5642"/>
                  <a:gd name="T43" fmla="*/ 5694 h 56"/>
                  <a:gd name="T44" fmla="+- 0 5603 5592"/>
                  <a:gd name="T45" fmla="*/ T44 w 34"/>
                  <a:gd name="T46" fmla="+- 0 5691 5642"/>
                  <a:gd name="T47" fmla="*/ 5691 h 56"/>
                  <a:gd name="T48" fmla="+- 0 5602 5592"/>
                  <a:gd name="T49" fmla="*/ T48 w 34"/>
                  <a:gd name="T50" fmla="+- 0 5689 5642"/>
                  <a:gd name="T51" fmla="*/ 5689 h 56"/>
                  <a:gd name="T52" fmla="+- 0 5600 5592"/>
                  <a:gd name="T53" fmla="*/ T52 w 34"/>
                  <a:gd name="T54" fmla="+- 0 5683 5642"/>
                  <a:gd name="T55" fmla="*/ 5683 h 56"/>
                  <a:gd name="T56" fmla="+- 0 5600 5592"/>
                  <a:gd name="T57" fmla="*/ T56 w 34"/>
                  <a:gd name="T58" fmla="+- 0 5680 5642"/>
                  <a:gd name="T59" fmla="*/ 5680 h 56"/>
                  <a:gd name="T60" fmla="+- 0 5600 5592"/>
                  <a:gd name="T61" fmla="*/ T60 w 34"/>
                  <a:gd name="T62" fmla="+- 0 5674 5642"/>
                  <a:gd name="T63" fmla="*/ 5674 h 56"/>
                  <a:gd name="T64" fmla="+- 0 5606 5592"/>
                  <a:gd name="T65" fmla="*/ T64 w 34"/>
                  <a:gd name="T66" fmla="+- 0 5666 5642"/>
                  <a:gd name="T67" fmla="*/ 5666 h 56"/>
                  <a:gd name="T68" fmla="+- 0 5601 5592"/>
                  <a:gd name="T69" fmla="*/ T68 w 34"/>
                  <a:gd name="T70" fmla="+- 0 5666 5642"/>
                  <a:gd name="T71" fmla="*/ 5666 h 56"/>
                  <a:gd name="T72" fmla="+- 0 5602 5592"/>
                  <a:gd name="T73" fmla="*/ T72 w 34"/>
                  <a:gd name="T74" fmla="+- 0 5663 5642"/>
                  <a:gd name="T75" fmla="*/ 5663 h 56"/>
                  <a:gd name="T76" fmla="+- 0 5603 5592"/>
                  <a:gd name="T77" fmla="*/ T76 w 34"/>
                  <a:gd name="T78" fmla="+- 0 5660 5642"/>
                  <a:gd name="T79" fmla="*/ 5660 h 56"/>
                  <a:gd name="T80" fmla="+- 0 5604 5592"/>
                  <a:gd name="T81" fmla="*/ T80 w 34"/>
                  <a:gd name="T82" fmla="+- 0 5657 5642"/>
                  <a:gd name="T83" fmla="*/ 5657 h 56"/>
                  <a:gd name="T84" fmla="+- 0 5606 5592"/>
                  <a:gd name="T85" fmla="*/ T84 w 34"/>
                  <a:gd name="T86" fmla="+- 0 5655 5642"/>
                  <a:gd name="T87" fmla="*/ 5655 h 56"/>
                  <a:gd name="T88" fmla="+- 0 5625 5592"/>
                  <a:gd name="T89" fmla="*/ T88 w 34"/>
                  <a:gd name="T90" fmla="+- 0 5643 5642"/>
                  <a:gd name="T91" fmla="*/ 5643 h 56"/>
                  <a:gd name="T92" fmla="+- 0 5625 5592"/>
                  <a:gd name="T93" fmla="*/ T92 w 34"/>
                  <a:gd name="T94" fmla="+- 0 5642 5642"/>
                  <a:gd name="T95"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4" h="56">
                    <a:moveTo>
                      <a:pt x="33" y="0"/>
                    </a:moveTo>
                    <a:lnTo>
                      <a:pt x="28" y="0"/>
                    </a:lnTo>
                    <a:lnTo>
                      <a:pt x="25" y="0"/>
                    </a:lnTo>
                    <a:lnTo>
                      <a:pt x="0" y="41"/>
                    </a:lnTo>
                    <a:lnTo>
                      <a:pt x="3" y="47"/>
                    </a:lnTo>
                    <a:lnTo>
                      <a:pt x="10" y="54"/>
                    </a:lnTo>
                    <a:lnTo>
                      <a:pt x="13" y="55"/>
                    </a:lnTo>
                    <a:lnTo>
                      <a:pt x="22" y="55"/>
                    </a:lnTo>
                    <a:lnTo>
                      <a:pt x="26" y="53"/>
                    </a:lnTo>
                    <a:lnTo>
                      <a:pt x="16" y="53"/>
                    </a:lnTo>
                    <a:lnTo>
                      <a:pt x="14" y="52"/>
                    </a:lnTo>
                    <a:lnTo>
                      <a:pt x="11" y="49"/>
                    </a:lnTo>
                    <a:lnTo>
                      <a:pt x="10" y="47"/>
                    </a:lnTo>
                    <a:lnTo>
                      <a:pt x="8" y="41"/>
                    </a:lnTo>
                    <a:lnTo>
                      <a:pt x="8" y="38"/>
                    </a:lnTo>
                    <a:lnTo>
                      <a:pt x="8" y="32"/>
                    </a:lnTo>
                    <a:lnTo>
                      <a:pt x="14" y="24"/>
                    </a:lnTo>
                    <a:lnTo>
                      <a:pt x="9" y="24"/>
                    </a:lnTo>
                    <a:lnTo>
                      <a:pt x="10" y="21"/>
                    </a:lnTo>
                    <a:lnTo>
                      <a:pt x="11" y="18"/>
                    </a:lnTo>
                    <a:lnTo>
                      <a:pt x="12" y="15"/>
                    </a:lnTo>
                    <a:lnTo>
                      <a:pt x="14" y="13"/>
                    </a:lnTo>
                    <a:lnTo>
                      <a:pt x="33" y="1"/>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33" name="Freeform 5585">
                <a:extLst>
                  <a:ext uri="{FF2B5EF4-FFF2-40B4-BE49-F238E27FC236}">
                    <a16:creationId xmlns:a16="http://schemas.microsoft.com/office/drawing/2014/main" id="{36962BBA-91C1-A999-E9AE-09A2BC5DBE09}"/>
                  </a:ext>
                </a:extLst>
              </p:cNvPr>
              <p:cNvSpPr>
                <a:spLocks/>
              </p:cNvSpPr>
              <p:nvPr/>
            </p:nvSpPr>
            <p:spPr bwMode="auto">
              <a:xfrm>
                <a:off x="5592" y="5642"/>
                <a:ext cx="34" cy="56"/>
              </a:xfrm>
              <a:custGeom>
                <a:avLst/>
                <a:gdLst>
                  <a:gd name="T0" fmla="+- 0 5621 5592"/>
                  <a:gd name="T1" fmla="*/ T0 w 34"/>
                  <a:gd name="T2" fmla="+- 0 5666 5642"/>
                  <a:gd name="T3" fmla="*/ 5666 h 56"/>
                  <a:gd name="T4" fmla="+- 0 5612 5592"/>
                  <a:gd name="T5" fmla="*/ T4 w 34"/>
                  <a:gd name="T6" fmla="+- 0 5666 5642"/>
                  <a:gd name="T7" fmla="*/ 5666 h 56"/>
                  <a:gd name="T8" fmla="+- 0 5614 5592"/>
                  <a:gd name="T9" fmla="*/ T8 w 34"/>
                  <a:gd name="T10" fmla="+- 0 5668 5642"/>
                  <a:gd name="T11" fmla="*/ 5668 h 56"/>
                  <a:gd name="T12" fmla="+- 0 5618 5592"/>
                  <a:gd name="T13" fmla="*/ T12 w 34"/>
                  <a:gd name="T14" fmla="+- 0 5674 5642"/>
                  <a:gd name="T15" fmla="*/ 5674 h 56"/>
                  <a:gd name="T16" fmla="+- 0 5619 5592"/>
                  <a:gd name="T17" fmla="*/ T16 w 34"/>
                  <a:gd name="T18" fmla="+- 0 5678 5642"/>
                  <a:gd name="T19" fmla="*/ 5678 h 56"/>
                  <a:gd name="T20" fmla="+- 0 5619 5592"/>
                  <a:gd name="T21" fmla="*/ T20 w 34"/>
                  <a:gd name="T22" fmla="+- 0 5687 5642"/>
                  <a:gd name="T23" fmla="*/ 5687 h 56"/>
                  <a:gd name="T24" fmla="+- 0 5618 5592"/>
                  <a:gd name="T25" fmla="*/ T24 w 34"/>
                  <a:gd name="T26" fmla="+- 0 5690 5642"/>
                  <a:gd name="T27" fmla="*/ 5690 h 56"/>
                  <a:gd name="T28" fmla="+- 0 5614 5592"/>
                  <a:gd name="T29" fmla="*/ T28 w 34"/>
                  <a:gd name="T30" fmla="+- 0 5694 5642"/>
                  <a:gd name="T31" fmla="*/ 5694 h 56"/>
                  <a:gd name="T32" fmla="+- 0 5612 5592"/>
                  <a:gd name="T33" fmla="*/ T32 w 34"/>
                  <a:gd name="T34" fmla="+- 0 5695 5642"/>
                  <a:gd name="T35" fmla="*/ 5695 h 56"/>
                  <a:gd name="T36" fmla="+- 0 5619 5592"/>
                  <a:gd name="T37" fmla="*/ T36 w 34"/>
                  <a:gd name="T38" fmla="+- 0 5695 5642"/>
                  <a:gd name="T39" fmla="*/ 5695 h 56"/>
                  <a:gd name="T40" fmla="+- 0 5624 5592"/>
                  <a:gd name="T41" fmla="*/ T40 w 34"/>
                  <a:gd name="T42" fmla="+- 0 5687 5642"/>
                  <a:gd name="T43" fmla="*/ 5687 h 56"/>
                  <a:gd name="T44" fmla="+- 0 5626 5592"/>
                  <a:gd name="T45" fmla="*/ T44 w 34"/>
                  <a:gd name="T46" fmla="+- 0 5683 5642"/>
                  <a:gd name="T47" fmla="*/ 5683 h 56"/>
                  <a:gd name="T48" fmla="+- 0 5626 5592"/>
                  <a:gd name="T49" fmla="*/ T48 w 34"/>
                  <a:gd name="T50" fmla="+- 0 5674 5642"/>
                  <a:gd name="T51" fmla="*/ 5674 h 56"/>
                  <a:gd name="T52" fmla="+- 0 5624 5592"/>
                  <a:gd name="T53" fmla="*/ T52 w 34"/>
                  <a:gd name="T54" fmla="+- 0 5670 5642"/>
                  <a:gd name="T55" fmla="*/ 5670 h 56"/>
                  <a:gd name="T56" fmla="+- 0 5621 5592"/>
                  <a:gd name="T57" fmla="*/ T56 w 34"/>
                  <a:gd name="T58" fmla="+- 0 5666 5642"/>
                  <a:gd name="T59" fmla="*/ 566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 h="56">
                    <a:moveTo>
                      <a:pt x="29" y="24"/>
                    </a:moveTo>
                    <a:lnTo>
                      <a:pt x="20" y="24"/>
                    </a:lnTo>
                    <a:lnTo>
                      <a:pt x="22" y="26"/>
                    </a:lnTo>
                    <a:lnTo>
                      <a:pt x="26" y="32"/>
                    </a:lnTo>
                    <a:lnTo>
                      <a:pt x="27" y="36"/>
                    </a:lnTo>
                    <a:lnTo>
                      <a:pt x="27" y="45"/>
                    </a:lnTo>
                    <a:lnTo>
                      <a:pt x="26" y="48"/>
                    </a:lnTo>
                    <a:lnTo>
                      <a:pt x="22" y="52"/>
                    </a:lnTo>
                    <a:lnTo>
                      <a:pt x="20" y="53"/>
                    </a:lnTo>
                    <a:lnTo>
                      <a:pt x="27" y="53"/>
                    </a:lnTo>
                    <a:lnTo>
                      <a:pt x="32" y="45"/>
                    </a:lnTo>
                    <a:lnTo>
                      <a:pt x="34" y="41"/>
                    </a:lnTo>
                    <a:lnTo>
                      <a:pt x="34" y="32"/>
                    </a:lnTo>
                    <a:lnTo>
                      <a:pt x="32"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34" name="Freeform 5586">
                <a:extLst>
                  <a:ext uri="{FF2B5EF4-FFF2-40B4-BE49-F238E27FC236}">
                    <a16:creationId xmlns:a16="http://schemas.microsoft.com/office/drawing/2014/main" id="{E9706181-535E-8C08-EEF5-548D53662320}"/>
                  </a:ext>
                </a:extLst>
              </p:cNvPr>
              <p:cNvSpPr>
                <a:spLocks/>
              </p:cNvSpPr>
              <p:nvPr/>
            </p:nvSpPr>
            <p:spPr bwMode="auto">
              <a:xfrm>
                <a:off x="5592" y="5642"/>
                <a:ext cx="34" cy="56"/>
              </a:xfrm>
              <a:custGeom>
                <a:avLst/>
                <a:gdLst>
                  <a:gd name="T0" fmla="+- 0 5616 5592"/>
                  <a:gd name="T1" fmla="*/ T0 w 34"/>
                  <a:gd name="T2" fmla="+- 0 5663 5642"/>
                  <a:gd name="T3" fmla="*/ 5663 h 56"/>
                  <a:gd name="T4" fmla="+- 0 5609 5592"/>
                  <a:gd name="T5" fmla="*/ T4 w 34"/>
                  <a:gd name="T6" fmla="+- 0 5663 5642"/>
                  <a:gd name="T7" fmla="*/ 5663 h 56"/>
                  <a:gd name="T8" fmla="+- 0 5605 5592"/>
                  <a:gd name="T9" fmla="*/ T8 w 34"/>
                  <a:gd name="T10" fmla="+- 0 5664 5642"/>
                  <a:gd name="T11" fmla="*/ 5664 h 56"/>
                  <a:gd name="T12" fmla="+- 0 5601 5592"/>
                  <a:gd name="T13" fmla="*/ T12 w 34"/>
                  <a:gd name="T14" fmla="+- 0 5666 5642"/>
                  <a:gd name="T15" fmla="*/ 5666 h 56"/>
                  <a:gd name="T16" fmla="+- 0 5606 5592"/>
                  <a:gd name="T17" fmla="*/ T16 w 34"/>
                  <a:gd name="T18" fmla="+- 0 5666 5642"/>
                  <a:gd name="T19" fmla="*/ 5666 h 56"/>
                  <a:gd name="T20" fmla="+- 0 5609 5592"/>
                  <a:gd name="T21" fmla="*/ T20 w 34"/>
                  <a:gd name="T22" fmla="+- 0 5666 5642"/>
                  <a:gd name="T23" fmla="*/ 5666 h 56"/>
                  <a:gd name="T24" fmla="+- 0 5621 5592"/>
                  <a:gd name="T25" fmla="*/ T24 w 34"/>
                  <a:gd name="T26" fmla="+- 0 5666 5642"/>
                  <a:gd name="T27" fmla="*/ 5666 h 56"/>
                  <a:gd name="T28" fmla="+- 0 5619 5592"/>
                  <a:gd name="T29" fmla="*/ T28 w 34"/>
                  <a:gd name="T30" fmla="+- 0 5664 5642"/>
                  <a:gd name="T31" fmla="*/ 5664 h 56"/>
                  <a:gd name="T32" fmla="+- 0 5616 5592"/>
                  <a:gd name="T33" fmla="*/ T32 w 34"/>
                  <a:gd name="T34" fmla="+- 0 5663 5642"/>
                  <a:gd name="T35" fmla="*/ 56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 h="56">
                    <a:moveTo>
                      <a:pt x="24" y="21"/>
                    </a:moveTo>
                    <a:lnTo>
                      <a:pt x="17" y="21"/>
                    </a:lnTo>
                    <a:lnTo>
                      <a:pt x="13" y="22"/>
                    </a:lnTo>
                    <a:lnTo>
                      <a:pt x="9" y="24"/>
                    </a:lnTo>
                    <a:lnTo>
                      <a:pt x="14" y="24"/>
                    </a:lnTo>
                    <a:lnTo>
                      <a:pt x="17" y="24"/>
                    </a:lnTo>
                    <a:lnTo>
                      <a:pt x="29" y="24"/>
                    </a:lnTo>
                    <a:lnTo>
                      <a:pt x="27" y="22"/>
                    </a:lnTo>
                    <a:lnTo>
                      <a:pt x="2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0" name="Group 409">
              <a:extLst>
                <a:ext uri="{FF2B5EF4-FFF2-40B4-BE49-F238E27FC236}">
                  <a16:creationId xmlns:a16="http://schemas.microsoft.com/office/drawing/2014/main" id="{382411C0-BB4D-55AE-308C-BF68CB042AAF}"/>
                </a:ext>
              </a:extLst>
            </p:cNvPr>
            <p:cNvGrpSpPr>
              <a:grpSpLocks/>
            </p:cNvGrpSpPr>
            <p:nvPr/>
          </p:nvGrpSpPr>
          <p:grpSpPr bwMode="auto">
            <a:xfrm>
              <a:off x="6048" y="5642"/>
              <a:ext cx="35" cy="56"/>
              <a:chOff x="6048" y="5642"/>
              <a:chExt cx="35" cy="56"/>
            </a:xfrm>
          </p:grpSpPr>
          <p:sp>
            <p:nvSpPr>
              <p:cNvPr id="830" name="Freeform 5588">
                <a:extLst>
                  <a:ext uri="{FF2B5EF4-FFF2-40B4-BE49-F238E27FC236}">
                    <a16:creationId xmlns:a16="http://schemas.microsoft.com/office/drawing/2014/main" id="{95F4C220-C813-00F5-2458-744D7AD93FC4}"/>
                  </a:ext>
                </a:extLst>
              </p:cNvPr>
              <p:cNvSpPr>
                <a:spLocks/>
              </p:cNvSpPr>
              <p:nvPr/>
            </p:nvSpPr>
            <p:spPr bwMode="auto">
              <a:xfrm>
                <a:off x="6048" y="5642"/>
                <a:ext cx="35" cy="56"/>
              </a:xfrm>
              <a:custGeom>
                <a:avLst/>
                <a:gdLst>
                  <a:gd name="T0" fmla="+- 0 6069 6048"/>
                  <a:gd name="T1" fmla="*/ T0 w 35"/>
                  <a:gd name="T2" fmla="+- 0 5642 5642"/>
                  <a:gd name="T3" fmla="*/ 5642 h 56"/>
                  <a:gd name="T4" fmla="+- 0 6063 6048"/>
                  <a:gd name="T5" fmla="*/ T4 w 35"/>
                  <a:gd name="T6" fmla="+- 0 5642 5642"/>
                  <a:gd name="T7" fmla="*/ 5642 h 56"/>
                  <a:gd name="T8" fmla="+- 0 6060 6048"/>
                  <a:gd name="T9" fmla="*/ T8 w 35"/>
                  <a:gd name="T10" fmla="+- 0 5643 5642"/>
                  <a:gd name="T11" fmla="*/ 5643 h 56"/>
                  <a:gd name="T12" fmla="+- 0 6055 6048"/>
                  <a:gd name="T13" fmla="*/ T12 w 35"/>
                  <a:gd name="T14" fmla="+- 0 5647 5642"/>
                  <a:gd name="T15" fmla="*/ 5647 h 56"/>
                  <a:gd name="T16" fmla="+- 0 6052 6048"/>
                  <a:gd name="T17" fmla="*/ T16 w 35"/>
                  <a:gd name="T18" fmla="+- 0 5650 5642"/>
                  <a:gd name="T19" fmla="*/ 5650 h 56"/>
                  <a:gd name="T20" fmla="+- 0 6049 6048"/>
                  <a:gd name="T21" fmla="*/ T20 w 35"/>
                  <a:gd name="T22" fmla="+- 0 5659 5642"/>
                  <a:gd name="T23" fmla="*/ 5659 h 56"/>
                  <a:gd name="T24" fmla="+- 0 6048 6048"/>
                  <a:gd name="T25" fmla="*/ T24 w 35"/>
                  <a:gd name="T26" fmla="+- 0 5664 5642"/>
                  <a:gd name="T27" fmla="*/ 5664 h 56"/>
                  <a:gd name="T28" fmla="+- 0 6048 6048"/>
                  <a:gd name="T29" fmla="*/ T28 w 35"/>
                  <a:gd name="T30" fmla="+- 0 5677 5642"/>
                  <a:gd name="T31" fmla="*/ 5677 h 56"/>
                  <a:gd name="T32" fmla="+- 0 6049 6048"/>
                  <a:gd name="T33" fmla="*/ T32 w 35"/>
                  <a:gd name="T34" fmla="+- 0 5683 5642"/>
                  <a:gd name="T35" fmla="*/ 5683 h 56"/>
                  <a:gd name="T36" fmla="+- 0 6055 6048"/>
                  <a:gd name="T37" fmla="*/ T36 w 35"/>
                  <a:gd name="T38" fmla="+- 0 5694 5642"/>
                  <a:gd name="T39" fmla="*/ 5694 h 56"/>
                  <a:gd name="T40" fmla="+- 0 6060 6048"/>
                  <a:gd name="T41" fmla="*/ T40 w 35"/>
                  <a:gd name="T42" fmla="+- 0 5697 5642"/>
                  <a:gd name="T43" fmla="*/ 5697 h 56"/>
                  <a:gd name="T44" fmla="+- 0 6067 6048"/>
                  <a:gd name="T45" fmla="*/ T44 w 35"/>
                  <a:gd name="T46" fmla="+- 0 5697 5642"/>
                  <a:gd name="T47" fmla="*/ 5697 h 56"/>
                  <a:gd name="T48" fmla="+- 0 6070 6048"/>
                  <a:gd name="T49" fmla="*/ T48 w 35"/>
                  <a:gd name="T50" fmla="+- 0 5696 5642"/>
                  <a:gd name="T51" fmla="*/ 5696 h 56"/>
                  <a:gd name="T52" fmla="+- 0 6072 6048"/>
                  <a:gd name="T53" fmla="*/ T52 w 35"/>
                  <a:gd name="T54" fmla="+- 0 5695 5642"/>
                  <a:gd name="T55" fmla="*/ 5695 h 56"/>
                  <a:gd name="T56" fmla="+- 0 6062 6048"/>
                  <a:gd name="T57" fmla="*/ T56 w 35"/>
                  <a:gd name="T58" fmla="+- 0 5695 5642"/>
                  <a:gd name="T59" fmla="*/ 5695 h 56"/>
                  <a:gd name="T60" fmla="+- 0 6060 6048"/>
                  <a:gd name="T61" fmla="*/ T60 w 35"/>
                  <a:gd name="T62" fmla="+- 0 5693 5642"/>
                  <a:gd name="T63" fmla="*/ 5693 h 56"/>
                  <a:gd name="T64" fmla="+- 0 6058 6048"/>
                  <a:gd name="T65" fmla="*/ T64 w 35"/>
                  <a:gd name="T66" fmla="+- 0 5689 5642"/>
                  <a:gd name="T67" fmla="*/ 5689 h 56"/>
                  <a:gd name="T68" fmla="+- 0 6056 6048"/>
                  <a:gd name="T69" fmla="*/ T68 w 35"/>
                  <a:gd name="T70" fmla="+- 0 5684 5642"/>
                  <a:gd name="T71" fmla="*/ 5684 h 56"/>
                  <a:gd name="T72" fmla="+- 0 6055 6048"/>
                  <a:gd name="T73" fmla="*/ T72 w 35"/>
                  <a:gd name="T74" fmla="+- 0 5678 5642"/>
                  <a:gd name="T75" fmla="*/ 5678 h 56"/>
                  <a:gd name="T76" fmla="+- 0 6065 6048"/>
                  <a:gd name="T77" fmla="*/ T76 w 35"/>
                  <a:gd name="T78" fmla="+- 0 5644 5642"/>
                  <a:gd name="T79" fmla="*/ 5644 h 56"/>
                  <a:gd name="T80" fmla="+- 0 6073 6048"/>
                  <a:gd name="T81" fmla="*/ T80 w 35"/>
                  <a:gd name="T82" fmla="+- 0 5644 5642"/>
                  <a:gd name="T83" fmla="*/ 5644 h 56"/>
                  <a:gd name="T84" fmla="+- 0 6073 6048"/>
                  <a:gd name="T85" fmla="*/ T84 w 35"/>
                  <a:gd name="T86" fmla="+- 0 5644 5642"/>
                  <a:gd name="T87" fmla="*/ 5644 h 56"/>
                  <a:gd name="T88" fmla="+- 0 6069 6048"/>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31" name="Freeform 5589">
                <a:extLst>
                  <a:ext uri="{FF2B5EF4-FFF2-40B4-BE49-F238E27FC236}">
                    <a16:creationId xmlns:a16="http://schemas.microsoft.com/office/drawing/2014/main" id="{8B6E5EBA-39A8-B2C7-EF68-F3EF616D8F60}"/>
                  </a:ext>
                </a:extLst>
              </p:cNvPr>
              <p:cNvSpPr>
                <a:spLocks/>
              </p:cNvSpPr>
              <p:nvPr/>
            </p:nvSpPr>
            <p:spPr bwMode="auto">
              <a:xfrm>
                <a:off x="6048" y="5642"/>
                <a:ext cx="35" cy="56"/>
              </a:xfrm>
              <a:custGeom>
                <a:avLst/>
                <a:gdLst>
                  <a:gd name="T0" fmla="+- 0 6073 6048"/>
                  <a:gd name="T1" fmla="*/ T0 w 35"/>
                  <a:gd name="T2" fmla="+- 0 5644 5642"/>
                  <a:gd name="T3" fmla="*/ 5644 h 56"/>
                  <a:gd name="T4" fmla="+- 0 6065 6048"/>
                  <a:gd name="T5" fmla="*/ T4 w 35"/>
                  <a:gd name="T6" fmla="+- 0 5644 5642"/>
                  <a:gd name="T7" fmla="*/ 5644 h 56"/>
                  <a:gd name="T8" fmla="+- 0 6069 6048"/>
                  <a:gd name="T9" fmla="*/ T8 w 35"/>
                  <a:gd name="T10" fmla="+- 0 5646 5642"/>
                  <a:gd name="T11" fmla="*/ 5646 h 56"/>
                  <a:gd name="T12" fmla="+- 0 6070 6048"/>
                  <a:gd name="T13" fmla="*/ T12 w 35"/>
                  <a:gd name="T14" fmla="+- 0 5647 5642"/>
                  <a:gd name="T15" fmla="*/ 5647 h 56"/>
                  <a:gd name="T16" fmla="+- 0 6072 6048"/>
                  <a:gd name="T17" fmla="*/ T16 w 35"/>
                  <a:gd name="T18" fmla="+- 0 5649 5642"/>
                  <a:gd name="T19" fmla="*/ 5649 h 56"/>
                  <a:gd name="T20" fmla="+- 0 6074 6048"/>
                  <a:gd name="T21" fmla="*/ T20 w 35"/>
                  <a:gd name="T22" fmla="+- 0 5656 5642"/>
                  <a:gd name="T23" fmla="*/ 5656 h 56"/>
                  <a:gd name="T24" fmla="+- 0 6074 6048"/>
                  <a:gd name="T25" fmla="*/ T24 w 35"/>
                  <a:gd name="T26" fmla="+- 0 5659 5642"/>
                  <a:gd name="T27" fmla="*/ 5659 h 56"/>
                  <a:gd name="T28" fmla="+- 0 6074 6048"/>
                  <a:gd name="T29" fmla="*/ T28 w 35"/>
                  <a:gd name="T30" fmla="+- 0 5677 5642"/>
                  <a:gd name="T31" fmla="*/ 5677 h 56"/>
                  <a:gd name="T32" fmla="+- 0 6074 6048"/>
                  <a:gd name="T33" fmla="*/ T32 w 35"/>
                  <a:gd name="T34" fmla="+- 0 5682 5642"/>
                  <a:gd name="T35" fmla="*/ 5682 h 56"/>
                  <a:gd name="T36" fmla="+- 0 6072 6048"/>
                  <a:gd name="T37" fmla="*/ T36 w 35"/>
                  <a:gd name="T38" fmla="+- 0 5689 5642"/>
                  <a:gd name="T39" fmla="*/ 5689 h 56"/>
                  <a:gd name="T40" fmla="+- 0 6071 6048"/>
                  <a:gd name="T41" fmla="*/ T40 w 35"/>
                  <a:gd name="T42" fmla="+- 0 5691 5642"/>
                  <a:gd name="T43" fmla="*/ 5691 h 56"/>
                  <a:gd name="T44" fmla="+- 0 6069 6048"/>
                  <a:gd name="T45" fmla="*/ T44 w 35"/>
                  <a:gd name="T46" fmla="+- 0 5693 5642"/>
                  <a:gd name="T47" fmla="*/ 5693 h 56"/>
                  <a:gd name="T48" fmla="+- 0 6065 6048"/>
                  <a:gd name="T49" fmla="*/ T48 w 35"/>
                  <a:gd name="T50" fmla="+- 0 5695 5642"/>
                  <a:gd name="T51" fmla="*/ 5695 h 56"/>
                  <a:gd name="T52" fmla="+- 0 6072 6048"/>
                  <a:gd name="T53" fmla="*/ T52 w 35"/>
                  <a:gd name="T54" fmla="+- 0 5695 5642"/>
                  <a:gd name="T55" fmla="*/ 5695 h 56"/>
                  <a:gd name="T56" fmla="+- 0 6082 6048"/>
                  <a:gd name="T57" fmla="*/ T56 w 35"/>
                  <a:gd name="T58" fmla="+- 0 5660 5642"/>
                  <a:gd name="T59" fmla="*/ 5660 h 56"/>
                  <a:gd name="T60" fmla="+- 0 6080 6048"/>
                  <a:gd name="T61" fmla="*/ T60 w 35"/>
                  <a:gd name="T62" fmla="+- 0 5653 5642"/>
                  <a:gd name="T63" fmla="*/ 5653 h 56"/>
                  <a:gd name="T64" fmla="+- 0 6073 6048"/>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1" name="Group 410">
              <a:extLst>
                <a:ext uri="{FF2B5EF4-FFF2-40B4-BE49-F238E27FC236}">
                  <a16:creationId xmlns:a16="http://schemas.microsoft.com/office/drawing/2014/main" id="{A041DC45-E38D-5808-4ED6-16752647028E}"/>
                </a:ext>
              </a:extLst>
            </p:cNvPr>
            <p:cNvGrpSpPr>
              <a:grpSpLocks/>
            </p:cNvGrpSpPr>
            <p:nvPr/>
          </p:nvGrpSpPr>
          <p:grpSpPr bwMode="auto">
            <a:xfrm>
              <a:off x="6469" y="5642"/>
              <a:ext cx="69" cy="56"/>
              <a:chOff x="6469" y="5642"/>
              <a:chExt cx="69" cy="56"/>
            </a:xfrm>
          </p:grpSpPr>
          <p:sp>
            <p:nvSpPr>
              <p:cNvPr id="824" name="Freeform 5591">
                <a:extLst>
                  <a:ext uri="{FF2B5EF4-FFF2-40B4-BE49-F238E27FC236}">
                    <a16:creationId xmlns:a16="http://schemas.microsoft.com/office/drawing/2014/main" id="{6F878037-5200-3314-E809-FDFE646EF95B}"/>
                  </a:ext>
                </a:extLst>
              </p:cNvPr>
              <p:cNvSpPr>
                <a:spLocks/>
              </p:cNvSpPr>
              <p:nvPr/>
            </p:nvSpPr>
            <p:spPr bwMode="auto">
              <a:xfrm>
                <a:off x="6469" y="5642"/>
                <a:ext cx="69" cy="56"/>
              </a:xfrm>
              <a:custGeom>
                <a:avLst/>
                <a:gdLst>
                  <a:gd name="T0" fmla="+- 0 6488 6469"/>
                  <a:gd name="T1" fmla="*/ T0 w 69"/>
                  <a:gd name="T2" fmla="+- 0 5642 5642"/>
                  <a:gd name="T3" fmla="*/ 5642 h 56"/>
                  <a:gd name="T4" fmla="+- 0 6479 6469"/>
                  <a:gd name="T5" fmla="*/ T4 w 69"/>
                  <a:gd name="T6" fmla="+- 0 5642 5642"/>
                  <a:gd name="T7" fmla="*/ 5642 h 56"/>
                  <a:gd name="T8" fmla="+- 0 6476 6469"/>
                  <a:gd name="T9" fmla="*/ T8 w 69"/>
                  <a:gd name="T10" fmla="+- 0 5643 5642"/>
                  <a:gd name="T11" fmla="*/ 5643 h 56"/>
                  <a:gd name="T12" fmla="+- 0 6471 6469"/>
                  <a:gd name="T13" fmla="*/ T12 w 69"/>
                  <a:gd name="T14" fmla="+- 0 5648 5642"/>
                  <a:gd name="T15" fmla="*/ 5648 h 56"/>
                  <a:gd name="T16" fmla="+- 0 6470 6469"/>
                  <a:gd name="T17" fmla="*/ T16 w 69"/>
                  <a:gd name="T18" fmla="+- 0 5650 5642"/>
                  <a:gd name="T19" fmla="*/ 5650 h 56"/>
                  <a:gd name="T20" fmla="+- 0 6469 6469"/>
                  <a:gd name="T21" fmla="*/ T20 w 69"/>
                  <a:gd name="T22" fmla="+- 0 5657 5642"/>
                  <a:gd name="T23" fmla="*/ 5657 h 56"/>
                  <a:gd name="T24" fmla="+- 0 6470 6469"/>
                  <a:gd name="T25" fmla="*/ T24 w 69"/>
                  <a:gd name="T26" fmla="+- 0 5659 5642"/>
                  <a:gd name="T27" fmla="*/ 5659 h 56"/>
                  <a:gd name="T28" fmla="+- 0 6472 6469"/>
                  <a:gd name="T29" fmla="*/ T28 w 69"/>
                  <a:gd name="T30" fmla="+- 0 5663 5642"/>
                  <a:gd name="T31" fmla="*/ 5663 h 56"/>
                  <a:gd name="T32" fmla="+- 0 6475 6469"/>
                  <a:gd name="T33" fmla="*/ T32 w 69"/>
                  <a:gd name="T34" fmla="+- 0 5666 5642"/>
                  <a:gd name="T35" fmla="*/ 5666 h 56"/>
                  <a:gd name="T36" fmla="+- 0 6479 6469"/>
                  <a:gd name="T37" fmla="*/ T36 w 69"/>
                  <a:gd name="T38" fmla="+- 0 5669 5642"/>
                  <a:gd name="T39" fmla="*/ 5669 h 56"/>
                  <a:gd name="T40" fmla="+- 0 6475 6469"/>
                  <a:gd name="T41" fmla="*/ T40 w 69"/>
                  <a:gd name="T42" fmla="+- 0 5672 5642"/>
                  <a:gd name="T43" fmla="*/ 5672 h 56"/>
                  <a:gd name="T44" fmla="+- 0 6473 6469"/>
                  <a:gd name="T45" fmla="*/ T44 w 69"/>
                  <a:gd name="T46" fmla="+- 0 5675 5642"/>
                  <a:gd name="T47" fmla="*/ 5675 h 56"/>
                  <a:gd name="T48" fmla="+- 0 6469 6469"/>
                  <a:gd name="T49" fmla="*/ T48 w 69"/>
                  <a:gd name="T50" fmla="+- 0 5679 5642"/>
                  <a:gd name="T51" fmla="*/ 5679 h 56"/>
                  <a:gd name="T52" fmla="+- 0 6469 6469"/>
                  <a:gd name="T53" fmla="*/ T52 w 69"/>
                  <a:gd name="T54" fmla="+- 0 5681 5642"/>
                  <a:gd name="T55" fmla="*/ 5681 h 56"/>
                  <a:gd name="T56" fmla="+- 0 6469 6469"/>
                  <a:gd name="T57" fmla="*/ T56 w 69"/>
                  <a:gd name="T58" fmla="+- 0 5687 5642"/>
                  <a:gd name="T59" fmla="*/ 5687 h 56"/>
                  <a:gd name="T60" fmla="+- 0 6470 6469"/>
                  <a:gd name="T61" fmla="*/ T60 w 69"/>
                  <a:gd name="T62" fmla="+- 0 5690 5642"/>
                  <a:gd name="T63" fmla="*/ 5690 h 56"/>
                  <a:gd name="T64" fmla="+- 0 6475 6469"/>
                  <a:gd name="T65" fmla="*/ T64 w 69"/>
                  <a:gd name="T66" fmla="+- 0 5696 5642"/>
                  <a:gd name="T67" fmla="*/ 5696 h 56"/>
                  <a:gd name="T68" fmla="+- 0 6479 6469"/>
                  <a:gd name="T69" fmla="*/ T68 w 69"/>
                  <a:gd name="T70" fmla="+- 0 5697 5642"/>
                  <a:gd name="T71" fmla="*/ 5697 h 56"/>
                  <a:gd name="T72" fmla="+- 0 6488 6469"/>
                  <a:gd name="T73" fmla="*/ T72 w 69"/>
                  <a:gd name="T74" fmla="+- 0 5697 5642"/>
                  <a:gd name="T75" fmla="*/ 5697 h 56"/>
                  <a:gd name="T76" fmla="+- 0 6492 6469"/>
                  <a:gd name="T77" fmla="*/ T76 w 69"/>
                  <a:gd name="T78" fmla="+- 0 5696 5642"/>
                  <a:gd name="T79" fmla="*/ 5696 h 56"/>
                  <a:gd name="T80" fmla="+- 0 6493 6469"/>
                  <a:gd name="T81" fmla="*/ T80 w 69"/>
                  <a:gd name="T82" fmla="+- 0 5695 5642"/>
                  <a:gd name="T83" fmla="*/ 5695 h 56"/>
                  <a:gd name="T84" fmla="+- 0 6482 6469"/>
                  <a:gd name="T85" fmla="*/ T84 w 69"/>
                  <a:gd name="T86" fmla="+- 0 5695 5642"/>
                  <a:gd name="T87" fmla="*/ 5695 h 56"/>
                  <a:gd name="T88" fmla="+- 0 6479 6469"/>
                  <a:gd name="T89" fmla="*/ T88 w 69"/>
                  <a:gd name="T90" fmla="+- 0 5694 5642"/>
                  <a:gd name="T91" fmla="*/ 5694 h 56"/>
                  <a:gd name="T92" fmla="+- 0 6476 6469"/>
                  <a:gd name="T93" fmla="*/ T92 w 69"/>
                  <a:gd name="T94" fmla="+- 0 5690 5642"/>
                  <a:gd name="T95" fmla="*/ 5690 h 56"/>
                  <a:gd name="T96" fmla="+- 0 6475 6469"/>
                  <a:gd name="T97" fmla="*/ T96 w 69"/>
                  <a:gd name="T98" fmla="+- 0 5687 5642"/>
                  <a:gd name="T99" fmla="*/ 5687 h 56"/>
                  <a:gd name="T100" fmla="+- 0 6475 6469"/>
                  <a:gd name="T101" fmla="*/ T100 w 69"/>
                  <a:gd name="T102" fmla="+- 0 5681 5642"/>
                  <a:gd name="T103" fmla="*/ 5681 h 56"/>
                  <a:gd name="T104" fmla="+- 0 6475 6469"/>
                  <a:gd name="T105" fmla="*/ T104 w 69"/>
                  <a:gd name="T106" fmla="+- 0 5679 5642"/>
                  <a:gd name="T107" fmla="*/ 5679 h 56"/>
                  <a:gd name="T108" fmla="+- 0 6477 6469"/>
                  <a:gd name="T109" fmla="*/ T108 w 69"/>
                  <a:gd name="T110" fmla="+- 0 5675 5642"/>
                  <a:gd name="T111" fmla="*/ 5675 h 56"/>
                  <a:gd name="T112" fmla="+- 0 6479 6469"/>
                  <a:gd name="T113" fmla="*/ T112 w 69"/>
                  <a:gd name="T114" fmla="+- 0 5673 5642"/>
                  <a:gd name="T115" fmla="*/ 5673 h 56"/>
                  <a:gd name="T116" fmla="+- 0 6481 6469"/>
                  <a:gd name="T117" fmla="*/ T116 w 69"/>
                  <a:gd name="T118" fmla="+- 0 5671 5642"/>
                  <a:gd name="T119" fmla="*/ 5671 h 56"/>
                  <a:gd name="T120" fmla="+- 0 6492 6469"/>
                  <a:gd name="T121" fmla="*/ T120 w 69"/>
                  <a:gd name="T122" fmla="+- 0 5671 5642"/>
                  <a:gd name="T123" fmla="*/ 5671 h 56"/>
                  <a:gd name="T124" fmla="+- 0 6492 6469"/>
                  <a:gd name="T125" fmla="*/ T124 w 69"/>
                  <a:gd name="T126" fmla="+- 0 5670 5642"/>
                  <a:gd name="T127" fmla="*/ 5670 h 56"/>
                  <a:gd name="T128" fmla="+- 0 6487 6469"/>
                  <a:gd name="T129" fmla="*/ T128 w 69"/>
                  <a:gd name="T130" fmla="+- 0 5667 5642"/>
                  <a:gd name="T131" fmla="*/ 5667 h 56"/>
                  <a:gd name="T132" fmla="+- 0 6490 6469"/>
                  <a:gd name="T133" fmla="*/ T132 w 69"/>
                  <a:gd name="T134" fmla="+- 0 5665 5642"/>
                  <a:gd name="T135" fmla="*/ 5665 h 56"/>
                  <a:gd name="T136" fmla="+- 0 6485 6469"/>
                  <a:gd name="T137" fmla="*/ T136 w 69"/>
                  <a:gd name="T138" fmla="+- 0 5665 5642"/>
                  <a:gd name="T139" fmla="*/ 5665 h 56"/>
                  <a:gd name="T140" fmla="+- 0 6479 6469"/>
                  <a:gd name="T141" fmla="*/ T140 w 69"/>
                  <a:gd name="T142" fmla="+- 0 5660 5642"/>
                  <a:gd name="T143" fmla="*/ 5660 h 56"/>
                  <a:gd name="T144" fmla="+- 0 6476 6469"/>
                  <a:gd name="T145" fmla="*/ T144 w 69"/>
                  <a:gd name="T146" fmla="+- 0 5656 5642"/>
                  <a:gd name="T147" fmla="*/ 5656 h 56"/>
                  <a:gd name="T148" fmla="+- 0 6475 6469"/>
                  <a:gd name="T149" fmla="*/ T148 w 69"/>
                  <a:gd name="T150" fmla="+- 0 5652 5642"/>
                  <a:gd name="T151" fmla="*/ 5652 h 56"/>
                  <a:gd name="T152" fmla="+- 0 6475 6469"/>
                  <a:gd name="T153" fmla="*/ T152 w 69"/>
                  <a:gd name="T154" fmla="+- 0 5650 5642"/>
                  <a:gd name="T155" fmla="*/ 5650 h 56"/>
                  <a:gd name="T156" fmla="+- 0 6476 6469"/>
                  <a:gd name="T157" fmla="*/ T156 w 69"/>
                  <a:gd name="T158" fmla="+- 0 5648 5642"/>
                  <a:gd name="T159" fmla="*/ 5648 h 56"/>
                  <a:gd name="T160" fmla="+- 0 6479 6469"/>
                  <a:gd name="T161" fmla="*/ T160 w 69"/>
                  <a:gd name="T162" fmla="+- 0 5645 5642"/>
                  <a:gd name="T163" fmla="*/ 5645 h 56"/>
                  <a:gd name="T164" fmla="+- 0 6481 6469"/>
                  <a:gd name="T165" fmla="*/ T164 w 69"/>
                  <a:gd name="T166" fmla="+- 0 5644 5642"/>
                  <a:gd name="T167" fmla="*/ 5644 h 56"/>
                  <a:gd name="T168" fmla="+- 0 6493 6469"/>
                  <a:gd name="T169" fmla="*/ T168 w 69"/>
                  <a:gd name="T170" fmla="+- 0 5644 5642"/>
                  <a:gd name="T171" fmla="*/ 5644 h 56"/>
                  <a:gd name="T172" fmla="+- 0 6492 6469"/>
                  <a:gd name="T173" fmla="*/ T172 w 69"/>
                  <a:gd name="T174" fmla="+- 0 5643 5642"/>
                  <a:gd name="T175" fmla="*/ 5643 h 56"/>
                  <a:gd name="T176" fmla="+- 0 6488 6469"/>
                  <a:gd name="T177" fmla="*/ T176 w 69"/>
                  <a:gd name="T178" fmla="+- 0 5642 5642"/>
                  <a:gd name="T179"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9" h="56">
                    <a:moveTo>
                      <a:pt x="19" y="0"/>
                    </a:moveTo>
                    <a:lnTo>
                      <a:pt x="10" y="0"/>
                    </a:lnTo>
                    <a:lnTo>
                      <a:pt x="7" y="1"/>
                    </a:lnTo>
                    <a:lnTo>
                      <a:pt x="2" y="6"/>
                    </a:lnTo>
                    <a:lnTo>
                      <a:pt x="1" y="8"/>
                    </a:lnTo>
                    <a:lnTo>
                      <a:pt x="0" y="15"/>
                    </a:lnTo>
                    <a:lnTo>
                      <a:pt x="1" y="17"/>
                    </a:lnTo>
                    <a:lnTo>
                      <a:pt x="3" y="21"/>
                    </a:lnTo>
                    <a:lnTo>
                      <a:pt x="6" y="24"/>
                    </a:lnTo>
                    <a:lnTo>
                      <a:pt x="10" y="27"/>
                    </a:lnTo>
                    <a:lnTo>
                      <a:pt x="6" y="30"/>
                    </a:lnTo>
                    <a:lnTo>
                      <a:pt x="4" y="33"/>
                    </a:lnTo>
                    <a:lnTo>
                      <a:pt x="0" y="37"/>
                    </a:lnTo>
                    <a:lnTo>
                      <a:pt x="0" y="39"/>
                    </a:lnTo>
                    <a:lnTo>
                      <a:pt x="0" y="45"/>
                    </a:lnTo>
                    <a:lnTo>
                      <a:pt x="1" y="48"/>
                    </a:lnTo>
                    <a:lnTo>
                      <a:pt x="6" y="54"/>
                    </a:lnTo>
                    <a:lnTo>
                      <a:pt x="10" y="55"/>
                    </a:lnTo>
                    <a:lnTo>
                      <a:pt x="19" y="55"/>
                    </a:lnTo>
                    <a:lnTo>
                      <a:pt x="23" y="54"/>
                    </a:lnTo>
                    <a:lnTo>
                      <a:pt x="24" y="53"/>
                    </a:lnTo>
                    <a:lnTo>
                      <a:pt x="13" y="53"/>
                    </a:lnTo>
                    <a:lnTo>
                      <a:pt x="10" y="52"/>
                    </a:lnTo>
                    <a:lnTo>
                      <a:pt x="7" y="48"/>
                    </a:lnTo>
                    <a:lnTo>
                      <a:pt x="6" y="45"/>
                    </a:lnTo>
                    <a:lnTo>
                      <a:pt x="6" y="39"/>
                    </a:lnTo>
                    <a:lnTo>
                      <a:pt x="6" y="37"/>
                    </a:lnTo>
                    <a:lnTo>
                      <a:pt x="8" y="33"/>
                    </a:lnTo>
                    <a:lnTo>
                      <a:pt x="10" y="31"/>
                    </a:lnTo>
                    <a:lnTo>
                      <a:pt x="12" y="29"/>
                    </a:lnTo>
                    <a:lnTo>
                      <a:pt x="23" y="29"/>
                    </a:lnTo>
                    <a:lnTo>
                      <a:pt x="23" y="28"/>
                    </a:lnTo>
                    <a:lnTo>
                      <a:pt x="18" y="25"/>
                    </a:lnTo>
                    <a:lnTo>
                      <a:pt x="21" y="23"/>
                    </a:lnTo>
                    <a:lnTo>
                      <a:pt x="16" y="23"/>
                    </a:lnTo>
                    <a:lnTo>
                      <a:pt x="10" y="18"/>
                    </a:lnTo>
                    <a:lnTo>
                      <a:pt x="7" y="14"/>
                    </a:lnTo>
                    <a:lnTo>
                      <a:pt x="6" y="10"/>
                    </a:lnTo>
                    <a:lnTo>
                      <a:pt x="6" y="8"/>
                    </a:lnTo>
                    <a:lnTo>
                      <a:pt x="7" y="6"/>
                    </a:lnTo>
                    <a:lnTo>
                      <a:pt x="10" y="3"/>
                    </a:lnTo>
                    <a:lnTo>
                      <a:pt x="12" y="2"/>
                    </a:lnTo>
                    <a:lnTo>
                      <a:pt x="24" y="2"/>
                    </a:lnTo>
                    <a:lnTo>
                      <a:pt x="23" y="1"/>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5" name="Freeform 5592">
                <a:extLst>
                  <a:ext uri="{FF2B5EF4-FFF2-40B4-BE49-F238E27FC236}">
                    <a16:creationId xmlns:a16="http://schemas.microsoft.com/office/drawing/2014/main" id="{2D298E56-BE52-EC72-255C-5C715821B825}"/>
                  </a:ext>
                </a:extLst>
              </p:cNvPr>
              <p:cNvSpPr>
                <a:spLocks/>
              </p:cNvSpPr>
              <p:nvPr/>
            </p:nvSpPr>
            <p:spPr bwMode="auto">
              <a:xfrm>
                <a:off x="6469" y="5642"/>
                <a:ext cx="69" cy="56"/>
              </a:xfrm>
              <a:custGeom>
                <a:avLst/>
                <a:gdLst>
                  <a:gd name="T0" fmla="+- 0 6492 6469"/>
                  <a:gd name="T1" fmla="*/ T0 w 69"/>
                  <a:gd name="T2" fmla="+- 0 5671 5642"/>
                  <a:gd name="T3" fmla="*/ 5671 h 56"/>
                  <a:gd name="T4" fmla="+- 0 6481 6469"/>
                  <a:gd name="T5" fmla="*/ T4 w 69"/>
                  <a:gd name="T6" fmla="+- 0 5671 5642"/>
                  <a:gd name="T7" fmla="*/ 5671 h 56"/>
                  <a:gd name="T8" fmla="+- 0 6487 6469"/>
                  <a:gd name="T9" fmla="*/ T8 w 69"/>
                  <a:gd name="T10" fmla="+- 0 5675 5642"/>
                  <a:gd name="T11" fmla="*/ 5675 h 56"/>
                  <a:gd name="T12" fmla="+- 0 6490 6469"/>
                  <a:gd name="T13" fmla="*/ T12 w 69"/>
                  <a:gd name="T14" fmla="+- 0 5679 5642"/>
                  <a:gd name="T15" fmla="*/ 5679 h 56"/>
                  <a:gd name="T16" fmla="+- 0 6493 6469"/>
                  <a:gd name="T17" fmla="*/ T16 w 69"/>
                  <a:gd name="T18" fmla="+- 0 5683 5642"/>
                  <a:gd name="T19" fmla="*/ 5683 h 56"/>
                  <a:gd name="T20" fmla="+- 0 6494 6469"/>
                  <a:gd name="T21" fmla="*/ T20 w 69"/>
                  <a:gd name="T22" fmla="+- 0 5685 5642"/>
                  <a:gd name="T23" fmla="*/ 5685 h 56"/>
                  <a:gd name="T24" fmla="+- 0 6494 6469"/>
                  <a:gd name="T25" fmla="*/ T24 w 69"/>
                  <a:gd name="T26" fmla="+- 0 5689 5642"/>
                  <a:gd name="T27" fmla="*/ 5689 h 56"/>
                  <a:gd name="T28" fmla="+- 0 6493 6469"/>
                  <a:gd name="T29" fmla="*/ T28 w 69"/>
                  <a:gd name="T30" fmla="+- 0 5691 5642"/>
                  <a:gd name="T31" fmla="*/ 5691 h 56"/>
                  <a:gd name="T32" fmla="+- 0 6490 6469"/>
                  <a:gd name="T33" fmla="*/ T32 w 69"/>
                  <a:gd name="T34" fmla="+- 0 5694 5642"/>
                  <a:gd name="T35" fmla="*/ 5694 h 56"/>
                  <a:gd name="T36" fmla="+- 0 6487 6469"/>
                  <a:gd name="T37" fmla="*/ T36 w 69"/>
                  <a:gd name="T38" fmla="+- 0 5695 5642"/>
                  <a:gd name="T39" fmla="*/ 5695 h 56"/>
                  <a:gd name="T40" fmla="+- 0 6493 6469"/>
                  <a:gd name="T41" fmla="*/ T40 w 69"/>
                  <a:gd name="T42" fmla="+- 0 5695 5642"/>
                  <a:gd name="T43" fmla="*/ 5695 h 56"/>
                  <a:gd name="T44" fmla="+- 0 6498 6469"/>
                  <a:gd name="T45" fmla="*/ T44 w 69"/>
                  <a:gd name="T46" fmla="+- 0 5690 5642"/>
                  <a:gd name="T47" fmla="*/ 5690 h 56"/>
                  <a:gd name="T48" fmla="+- 0 6499 6469"/>
                  <a:gd name="T49" fmla="*/ T48 w 69"/>
                  <a:gd name="T50" fmla="+- 0 5687 5642"/>
                  <a:gd name="T51" fmla="*/ 5687 h 56"/>
                  <a:gd name="T52" fmla="+- 0 6499 6469"/>
                  <a:gd name="T53" fmla="*/ T52 w 69"/>
                  <a:gd name="T54" fmla="+- 0 5681 5642"/>
                  <a:gd name="T55" fmla="*/ 5681 h 56"/>
                  <a:gd name="T56" fmla="+- 0 6498 6469"/>
                  <a:gd name="T57" fmla="*/ T56 w 69"/>
                  <a:gd name="T58" fmla="+- 0 5678 5642"/>
                  <a:gd name="T59" fmla="*/ 5678 h 56"/>
                  <a:gd name="T60" fmla="+- 0 6495 6469"/>
                  <a:gd name="T61" fmla="*/ T60 w 69"/>
                  <a:gd name="T62" fmla="+- 0 5673 5642"/>
                  <a:gd name="T63" fmla="*/ 5673 h 56"/>
                  <a:gd name="T64" fmla="+- 0 6492 6469"/>
                  <a:gd name="T65" fmla="*/ T64 w 69"/>
                  <a:gd name="T66" fmla="+- 0 5671 5642"/>
                  <a:gd name="T67" fmla="*/ 567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9" h="56">
                    <a:moveTo>
                      <a:pt x="23" y="29"/>
                    </a:moveTo>
                    <a:lnTo>
                      <a:pt x="12" y="29"/>
                    </a:lnTo>
                    <a:lnTo>
                      <a:pt x="18" y="33"/>
                    </a:lnTo>
                    <a:lnTo>
                      <a:pt x="21" y="37"/>
                    </a:lnTo>
                    <a:lnTo>
                      <a:pt x="24" y="41"/>
                    </a:lnTo>
                    <a:lnTo>
                      <a:pt x="25" y="43"/>
                    </a:lnTo>
                    <a:lnTo>
                      <a:pt x="25" y="47"/>
                    </a:lnTo>
                    <a:lnTo>
                      <a:pt x="24" y="49"/>
                    </a:lnTo>
                    <a:lnTo>
                      <a:pt x="21" y="52"/>
                    </a:lnTo>
                    <a:lnTo>
                      <a:pt x="18" y="53"/>
                    </a:lnTo>
                    <a:lnTo>
                      <a:pt x="24" y="53"/>
                    </a:lnTo>
                    <a:lnTo>
                      <a:pt x="29" y="48"/>
                    </a:lnTo>
                    <a:lnTo>
                      <a:pt x="30" y="45"/>
                    </a:lnTo>
                    <a:lnTo>
                      <a:pt x="30" y="39"/>
                    </a:lnTo>
                    <a:lnTo>
                      <a:pt x="29" y="36"/>
                    </a:lnTo>
                    <a:lnTo>
                      <a:pt x="26" y="31"/>
                    </a:lnTo>
                    <a:lnTo>
                      <a:pt x="23"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6" name="Freeform 5593">
                <a:extLst>
                  <a:ext uri="{FF2B5EF4-FFF2-40B4-BE49-F238E27FC236}">
                    <a16:creationId xmlns:a16="http://schemas.microsoft.com/office/drawing/2014/main" id="{DF08B2BC-639E-DF43-1BDB-B390B049B614}"/>
                  </a:ext>
                </a:extLst>
              </p:cNvPr>
              <p:cNvSpPr>
                <a:spLocks/>
              </p:cNvSpPr>
              <p:nvPr/>
            </p:nvSpPr>
            <p:spPr bwMode="auto">
              <a:xfrm>
                <a:off x="6469" y="5642"/>
                <a:ext cx="69" cy="56"/>
              </a:xfrm>
              <a:custGeom>
                <a:avLst/>
                <a:gdLst>
                  <a:gd name="T0" fmla="+- 0 6493 6469"/>
                  <a:gd name="T1" fmla="*/ T0 w 69"/>
                  <a:gd name="T2" fmla="+- 0 5644 5642"/>
                  <a:gd name="T3" fmla="*/ 5644 h 56"/>
                  <a:gd name="T4" fmla="+- 0 6487 6469"/>
                  <a:gd name="T5" fmla="*/ T4 w 69"/>
                  <a:gd name="T6" fmla="+- 0 5644 5642"/>
                  <a:gd name="T7" fmla="*/ 5644 h 56"/>
                  <a:gd name="T8" fmla="+- 0 6489 6469"/>
                  <a:gd name="T9" fmla="*/ T8 w 69"/>
                  <a:gd name="T10" fmla="+- 0 5645 5642"/>
                  <a:gd name="T11" fmla="*/ 5645 h 56"/>
                  <a:gd name="T12" fmla="+- 0 6492 6469"/>
                  <a:gd name="T13" fmla="*/ T12 w 69"/>
                  <a:gd name="T14" fmla="+- 0 5648 5642"/>
                  <a:gd name="T15" fmla="*/ 5648 h 56"/>
                  <a:gd name="T16" fmla="+- 0 6492 6469"/>
                  <a:gd name="T17" fmla="*/ T16 w 69"/>
                  <a:gd name="T18" fmla="+- 0 5650 5642"/>
                  <a:gd name="T19" fmla="*/ 5650 h 56"/>
                  <a:gd name="T20" fmla="+- 0 6493 6469"/>
                  <a:gd name="T21" fmla="*/ T20 w 69"/>
                  <a:gd name="T22" fmla="+- 0 5655 5642"/>
                  <a:gd name="T23" fmla="*/ 5655 h 56"/>
                  <a:gd name="T24" fmla="+- 0 6492 6469"/>
                  <a:gd name="T25" fmla="*/ T24 w 69"/>
                  <a:gd name="T26" fmla="+- 0 5657 5642"/>
                  <a:gd name="T27" fmla="*/ 5657 h 56"/>
                  <a:gd name="T28" fmla="+- 0 6490 6469"/>
                  <a:gd name="T29" fmla="*/ T28 w 69"/>
                  <a:gd name="T30" fmla="+- 0 5660 5642"/>
                  <a:gd name="T31" fmla="*/ 5660 h 56"/>
                  <a:gd name="T32" fmla="+- 0 6488 6469"/>
                  <a:gd name="T33" fmla="*/ T32 w 69"/>
                  <a:gd name="T34" fmla="+- 0 5662 5642"/>
                  <a:gd name="T35" fmla="*/ 5662 h 56"/>
                  <a:gd name="T36" fmla="+- 0 6485 6469"/>
                  <a:gd name="T37" fmla="*/ T36 w 69"/>
                  <a:gd name="T38" fmla="+- 0 5665 5642"/>
                  <a:gd name="T39" fmla="*/ 5665 h 56"/>
                  <a:gd name="T40" fmla="+- 0 6490 6469"/>
                  <a:gd name="T41" fmla="*/ T40 w 69"/>
                  <a:gd name="T42" fmla="+- 0 5665 5642"/>
                  <a:gd name="T43" fmla="*/ 5665 h 56"/>
                  <a:gd name="T44" fmla="+- 0 6492 6469"/>
                  <a:gd name="T45" fmla="*/ T44 w 69"/>
                  <a:gd name="T46" fmla="+- 0 5664 5642"/>
                  <a:gd name="T47" fmla="*/ 5664 h 56"/>
                  <a:gd name="T48" fmla="+- 0 6495 6469"/>
                  <a:gd name="T49" fmla="*/ T48 w 69"/>
                  <a:gd name="T50" fmla="+- 0 5661 5642"/>
                  <a:gd name="T51" fmla="*/ 5661 h 56"/>
                  <a:gd name="T52" fmla="+- 0 6497 6469"/>
                  <a:gd name="T53" fmla="*/ T52 w 69"/>
                  <a:gd name="T54" fmla="+- 0 5657 5642"/>
                  <a:gd name="T55" fmla="*/ 5657 h 56"/>
                  <a:gd name="T56" fmla="+- 0 6498 6469"/>
                  <a:gd name="T57" fmla="*/ T56 w 69"/>
                  <a:gd name="T58" fmla="+- 0 5655 5642"/>
                  <a:gd name="T59" fmla="*/ 5655 h 56"/>
                  <a:gd name="T60" fmla="+- 0 6498 6469"/>
                  <a:gd name="T61" fmla="*/ T60 w 69"/>
                  <a:gd name="T62" fmla="+- 0 5650 5642"/>
                  <a:gd name="T63" fmla="*/ 5650 h 56"/>
                  <a:gd name="T64" fmla="+- 0 6497 6469"/>
                  <a:gd name="T65" fmla="*/ T64 w 69"/>
                  <a:gd name="T66" fmla="+- 0 5648 5642"/>
                  <a:gd name="T67" fmla="*/ 5648 h 56"/>
                  <a:gd name="T68" fmla="+- 0 6493 6469"/>
                  <a:gd name="T69" fmla="*/ T68 w 69"/>
                  <a:gd name="T70" fmla="+- 0 5644 5642"/>
                  <a:gd name="T71"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9" h="56">
                    <a:moveTo>
                      <a:pt x="24" y="2"/>
                    </a:moveTo>
                    <a:lnTo>
                      <a:pt x="18" y="2"/>
                    </a:lnTo>
                    <a:lnTo>
                      <a:pt x="20" y="3"/>
                    </a:lnTo>
                    <a:lnTo>
                      <a:pt x="23" y="6"/>
                    </a:lnTo>
                    <a:lnTo>
                      <a:pt x="23" y="8"/>
                    </a:lnTo>
                    <a:lnTo>
                      <a:pt x="24" y="13"/>
                    </a:lnTo>
                    <a:lnTo>
                      <a:pt x="23" y="15"/>
                    </a:lnTo>
                    <a:lnTo>
                      <a:pt x="21" y="18"/>
                    </a:lnTo>
                    <a:lnTo>
                      <a:pt x="19" y="20"/>
                    </a:lnTo>
                    <a:lnTo>
                      <a:pt x="16" y="23"/>
                    </a:lnTo>
                    <a:lnTo>
                      <a:pt x="21" y="23"/>
                    </a:lnTo>
                    <a:lnTo>
                      <a:pt x="23" y="22"/>
                    </a:lnTo>
                    <a:lnTo>
                      <a:pt x="26" y="19"/>
                    </a:lnTo>
                    <a:lnTo>
                      <a:pt x="28" y="15"/>
                    </a:lnTo>
                    <a:lnTo>
                      <a:pt x="29" y="13"/>
                    </a:lnTo>
                    <a:lnTo>
                      <a:pt x="29" y="8"/>
                    </a:lnTo>
                    <a:lnTo>
                      <a:pt x="28" y="6"/>
                    </a:lnTo>
                    <a:lnTo>
                      <a:pt x="2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7" name="Freeform 5594">
                <a:extLst>
                  <a:ext uri="{FF2B5EF4-FFF2-40B4-BE49-F238E27FC236}">
                    <a16:creationId xmlns:a16="http://schemas.microsoft.com/office/drawing/2014/main" id="{D9B263A5-F517-DA0F-5F6C-B29EA7FD3B62}"/>
                  </a:ext>
                </a:extLst>
              </p:cNvPr>
              <p:cNvSpPr>
                <a:spLocks/>
              </p:cNvSpPr>
              <p:nvPr/>
            </p:nvSpPr>
            <p:spPr bwMode="auto">
              <a:xfrm>
                <a:off x="6469" y="5642"/>
                <a:ext cx="69" cy="56"/>
              </a:xfrm>
              <a:custGeom>
                <a:avLst/>
                <a:gdLst>
                  <a:gd name="T0" fmla="+- 0 6526 6469"/>
                  <a:gd name="T1" fmla="*/ T0 w 69"/>
                  <a:gd name="T2" fmla="+- 0 5642 5642"/>
                  <a:gd name="T3" fmla="*/ 5642 h 56"/>
                  <a:gd name="T4" fmla="+- 0 6517 6469"/>
                  <a:gd name="T5" fmla="*/ T4 w 69"/>
                  <a:gd name="T6" fmla="+- 0 5642 5642"/>
                  <a:gd name="T7" fmla="*/ 5642 h 56"/>
                  <a:gd name="T8" fmla="+- 0 6513 6469"/>
                  <a:gd name="T9" fmla="*/ T8 w 69"/>
                  <a:gd name="T10" fmla="+- 0 5643 5642"/>
                  <a:gd name="T11" fmla="*/ 5643 h 56"/>
                  <a:gd name="T12" fmla="+- 0 6508 6469"/>
                  <a:gd name="T13" fmla="*/ T12 w 69"/>
                  <a:gd name="T14" fmla="+- 0 5648 5642"/>
                  <a:gd name="T15" fmla="*/ 5648 h 56"/>
                  <a:gd name="T16" fmla="+- 0 6507 6469"/>
                  <a:gd name="T17" fmla="*/ T16 w 69"/>
                  <a:gd name="T18" fmla="+- 0 5650 5642"/>
                  <a:gd name="T19" fmla="*/ 5650 h 56"/>
                  <a:gd name="T20" fmla="+- 0 6507 6469"/>
                  <a:gd name="T21" fmla="*/ T20 w 69"/>
                  <a:gd name="T22" fmla="+- 0 5657 5642"/>
                  <a:gd name="T23" fmla="*/ 5657 h 56"/>
                  <a:gd name="T24" fmla="+- 0 6507 6469"/>
                  <a:gd name="T25" fmla="*/ T24 w 69"/>
                  <a:gd name="T26" fmla="+- 0 5659 5642"/>
                  <a:gd name="T27" fmla="*/ 5659 h 56"/>
                  <a:gd name="T28" fmla="+- 0 6510 6469"/>
                  <a:gd name="T29" fmla="*/ T28 w 69"/>
                  <a:gd name="T30" fmla="+- 0 5663 5642"/>
                  <a:gd name="T31" fmla="*/ 5663 h 56"/>
                  <a:gd name="T32" fmla="+- 0 6513 6469"/>
                  <a:gd name="T33" fmla="*/ T32 w 69"/>
                  <a:gd name="T34" fmla="+- 0 5666 5642"/>
                  <a:gd name="T35" fmla="*/ 5666 h 56"/>
                  <a:gd name="T36" fmla="+- 0 6517 6469"/>
                  <a:gd name="T37" fmla="*/ T36 w 69"/>
                  <a:gd name="T38" fmla="+- 0 5669 5642"/>
                  <a:gd name="T39" fmla="*/ 5669 h 56"/>
                  <a:gd name="T40" fmla="+- 0 6513 6469"/>
                  <a:gd name="T41" fmla="*/ T40 w 69"/>
                  <a:gd name="T42" fmla="+- 0 5672 5642"/>
                  <a:gd name="T43" fmla="*/ 5672 h 56"/>
                  <a:gd name="T44" fmla="+- 0 6510 6469"/>
                  <a:gd name="T45" fmla="*/ T44 w 69"/>
                  <a:gd name="T46" fmla="+- 0 5675 5642"/>
                  <a:gd name="T47" fmla="*/ 5675 h 56"/>
                  <a:gd name="T48" fmla="+- 0 6507 6469"/>
                  <a:gd name="T49" fmla="*/ T48 w 69"/>
                  <a:gd name="T50" fmla="+- 0 5679 5642"/>
                  <a:gd name="T51" fmla="*/ 5679 h 56"/>
                  <a:gd name="T52" fmla="+- 0 6506 6469"/>
                  <a:gd name="T53" fmla="*/ T52 w 69"/>
                  <a:gd name="T54" fmla="+- 0 5681 5642"/>
                  <a:gd name="T55" fmla="*/ 5681 h 56"/>
                  <a:gd name="T56" fmla="+- 0 6506 6469"/>
                  <a:gd name="T57" fmla="*/ T56 w 69"/>
                  <a:gd name="T58" fmla="+- 0 5687 5642"/>
                  <a:gd name="T59" fmla="*/ 5687 h 56"/>
                  <a:gd name="T60" fmla="+- 0 6507 6469"/>
                  <a:gd name="T61" fmla="*/ T60 w 69"/>
                  <a:gd name="T62" fmla="+- 0 5690 5642"/>
                  <a:gd name="T63" fmla="*/ 5690 h 56"/>
                  <a:gd name="T64" fmla="+- 0 6512 6469"/>
                  <a:gd name="T65" fmla="*/ T64 w 69"/>
                  <a:gd name="T66" fmla="+- 0 5696 5642"/>
                  <a:gd name="T67" fmla="*/ 5696 h 56"/>
                  <a:gd name="T68" fmla="+- 0 6516 6469"/>
                  <a:gd name="T69" fmla="*/ T68 w 69"/>
                  <a:gd name="T70" fmla="+- 0 5697 5642"/>
                  <a:gd name="T71" fmla="*/ 5697 h 56"/>
                  <a:gd name="T72" fmla="+- 0 6526 6469"/>
                  <a:gd name="T73" fmla="*/ T72 w 69"/>
                  <a:gd name="T74" fmla="+- 0 5697 5642"/>
                  <a:gd name="T75" fmla="*/ 5697 h 56"/>
                  <a:gd name="T76" fmla="+- 0 6530 6469"/>
                  <a:gd name="T77" fmla="*/ T76 w 69"/>
                  <a:gd name="T78" fmla="+- 0 5696 5642"/>
                  <a:gd name="T79" fmla="*/ 5696 h 56"/>
                  <a:gd name="T80" fmla="+- 0 6531 6469"/>
                  <a:gd name="T81" fmla="*/ T80 w 69"/>
                  <a:gd name="T82" fmla="+- 0 5695 5642"/>
                  <a:gd name="T83" fmla="*/ 5695 h 56"/>
                  <a:gd name="T84" fmla="+- 0 6519 6469"/>
                  <a:gd name="T85" fmla="*/ T84 w 69"/>
                  <a:gd name="T86" fmla="+- 0 5695 5642"/>
                  <a:gd name="T87" fmla="*/ 5695 h 56"/>
                  <a:gd name="T88" fmla="+- 0 6517 6469"/>
                  <a:gd name="T89" fmla="*/ T88 w 69"/>
                  <a:gd name="T90" fmla="+- 0 5694 5642"/>
                  <a:gd name="T91" fmla="*/ 5694 h 56"/>
                  <a:gd name="T92" fmla="+- 0 6513 6469"/>
                  <a:gd name="T93" fmla="*/ T92 w 69"/>
                  <a:gd name="T94" fmla="+- 0 5690 5642"/>
                  <a:gd name="T95" fmla="*/ 5690 h 56"/>
                  <a:gd name="T96" fmla="+- 0 6512 6469"/>
                  <a:gd name="T97" fmla="*/ T96 w 69"/>
                  <a:gd name="T98" fmla="+- 0 5687 5642"/>
                  <a:gd name="T99" fmla="*/ 5687 h 56"/>
                  <a:gd name="T100" fmla="+- 0 6512 6469"/>
                  <a:gd name="T101" fmla="*/ T100 w 69"/>
                  <a:gd name="T102" fmla="+- 0 5681 5642"/>
                  <a:gd name="T103" fmla="*/ 5681 h 56"/>
                  <a:gd name="T104" fmla="+- 0 6513 6469"/>
                  <a:gd name="T105" fmla="*/ T104 w 69"/>
                  <a:gd name="T106" fmla="+- 0 5679 5642"/>
                  <a:gd name="T107" fmla="*/ 5679 h 56"/>
                  <a:gd name="T108" fmla="+- 0 6515 6469"/>
                  <a:gd name="T109" fmla="*/ T108 w 69"/>
                  <a:gd name="T110" fmla="+- 0 5675 5642"/>
                  <a:gd name="T111" fmla="*/ 5675 h 56"/>
                  <a:gd name="T112" fmla="+- 0 6516 6469"/>
                  <a:gd name="T113" fmla="*/ T112 w 69"/>
                  <a:gd name="T114" fmla="+- 0 5673 5642"/>
                  <a:gd name="T115" fmla="*/ 5673 h 56"/>
                  <a:gd name="T116" fmla="+- 0 6519 6469"/>
                  <a:gd name="T117" fmla="*/ T116 w 69"/>
                  <a:gd name="T118" fmla="+- 0 5671 5642"/>
                  <a:gd name="T119" fmla="*/ 5671 h 56"/>
                  <a:gd name="T120" fmla="+- 0 6530 6469"/>
                  <a:gd name="T121" fmla="*/ T120 w 69"/>
                  <a:gd name="T122" fmla="+- 0 5671 5642"/>
                  <a:gd name="T123" fmla="*/ 5671 h 56"/>
                  <a:gd name="T124" fmla="+- 0 6529 6469"/>
                  <a:gd name="T125" fmla="*/ T124 w 69"/>
                  <a:gd name="T126" fmla="+- 0 5670 5642"/>
                  <a:gd name="T127" fmla="*/ 5670 h 56"/>
                  <a:gd name="T128" fmla="+- 0 6525 6469"/>
                  <a:gd name="T129" fmla="*/ T128 w 69"/>
                  <a:gd name="T130" fmla="+- 0 5667 5642"/>
                  <a:gd name="T131" fmla="*/ 5667 h 56"/>
                  <a:gd name="T132" fmla="+- 0 6527 6469"/>
                  <a:gd name="T133" fmla="*/ T132 w 69"/>
                  <a:gd name="T134" fmla="+- 0 5665 5642"/>
                  <a:gd name="T135" fmla="*/ 5665 h 56"/>
                  <a:gd name="T136" fmla="+- 0 6523 6469"/>
                  <a:gd name="T137" fmla="*/ T136 w 69"/>
                  <a:gd name="T138" fmla="+- 0 5665 5642"/>
                  <a:gd name="T139" fmla="*/ 5665 h 56"/>
                  <a:gd name="T140" fmla="+- 0 6516 6469"/>
                  <a:gd name="T141" fmla="*/ T140 w 69"/>
                  <a:gd name="T142" fmla="+- 0 5660 5642"/>
                  <a:gd name="T143" fmla="*/ 5660 h 56"/>
                  <a:gd name="T144" fmla="+- 0 6513 6469"/>
                  <a:gd name="T145" fmla="*/ T144 w 69"/>
                  <a:gd name="T146" fmla="+- 0 5656 5642"/>
                  <a:gd name="T147" fmla="*/ 5656 h 56"/>
                  <a:gd name="T148" fmla="+- 0 6512 6469"/>
                  <a:gd name="T149" fmla="*/ T148 w 69"/>
                  <a:gd name="T150" fmla="+- 0 5652 5642"/>
                  <a:gd name="T151" fmla="*/ 5652 h 56"/>
                  <a:gd name="T152" fmla="+- 0 6512 6469"/>
                  <a:gd name="T153" fmla="*/ T152 w 69"/>
                  <a:gd name="T154" fmla="+- 0 5650 5642"/>
                  <a:gd name="T155" fmla="*/ 5650 h 56"/>
                  <a:gd name="T156" fmla="+- 0 6513 6469"/>
                  <a:gd name="T157" fmla="*/ T156 w 69"/>
                  <a:gd name="T158" fmla="+- 0 5648 5642"/>
                  <a:gd name="T159" fmla="*/ 5648 h 56"/>
                  <a:gd name="T160" fmla="+- 0 6517 6469"/>
                  <a:gd name="T161" fmla="*/ T160 w 69"/>
                  <a:gd name="T162" fmla="+- 0 5645 5642"/>
                  <a:gd name="T163" fmla="*/ 5645 h 56"/>
                  <a:gd name="T164" fmla="+- 0 6519 6469"/>
                  <a:gd name="T165" fmla="*/ T164 w 69"/>
                  <a:gd name="T166" fmla="+- 0 5644 5642"/>
                  <a:gd name="T167" fmla="*/ 5644 h 56"/>
                  <a:gd name="T168" fmla="+- 0 6530 6469"/>
                  <a:gd name="T169" fmla="*/ T168 w 69"/>
                  <a:gd name="T170" fmla="+- 0 5644 5642"/>
                  <a:gd name="T171" fmla="*/ 5644 h 56"/>
                  <a:gd name="T172" fmla="+- 0 6529 6469"/>
                  <a:gd name="T173" fmla="*/ T172 w 69"/>
                  <a:gd name="T174" fmla="+- 0 5643 5642"/>
                  <a:gd name="T175" fmla="*/ 5643 h 56"/>
                  <a:gd name="T176" fmla="+- 0 6526 6469"/>
                  <a:gd name="T177" fmla="*/ T176 w 69"/>
                  <a:gd name="T178" fmla="+- 0 5642 5642"/>
                  <a:gd name="T179"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9" h="56">
                    <a:moveTo>
                      <a:pt x="57" y="0"/>
                    </a:moveTo>
                    <a:lnTo>
                      <a:pt x="48" y="0"/>
                    </a:lnTo>
                    <a:lnTo>
                      <a:pt x="44" y="1"/>
                    </a:lnTo>
                    <a:lnTo>
                      <a:pt x="39" y="6"/>
                    </a:lnTo>
                    <a:lnTo>
                      <a:pt x="38" y="8"/>
                    </a:lnTo>
                    <a:lnTo>
                      <a:pt x="38" y="15"/>
                    </a:lnTo>
                    <a:lnTo>
                      <a:pt x="38" y="17"/>
                    </a:lnTo>
                    <a:lnTo>
                      <a:pt x="41" y="21"/>
                    </a:lnTo>
                    <a:lnTo>
                      <a:pt x="44" y="24"/>
                    </a:lnTo>
                    <a:lnTo>
                      <a:pt x="48" y="27"/>
                    </a:lnTo>
                    <a:lnTo>
                      <a:pt x="44" y="30"/>
                    </a:lnTo>
                    <a:lnTo>
                      <a:pt x="41" y="33"/>
                    </a:lnTo>
                    <a:lnTo>
                      <a:pt x="38" y="37"/>
                    </a:lnTo>
                    <a:lnTo>
                      <a:pt x="37" y="39"/>
                    </a:lnTo>
                    <a:lnTo>
                      <a:pt x="37" y="45"/>
                    </a:lnTo>
                    <a:lnTo>
                      <a:pt x="38" y="48"/>
                    </a:lnTo>
                    <a:lnTo>
                      <a:pt x="43" y="54"/>
                    </a:lnTo>
                    <a:lnTo>
                      <a:pt x="47" y="55"/>
                    </a:lnTo>
                    <a:lnTo>
                      <a:pt x="57" y="55"/>
                    </a:lnTo>
                    <a:lnTo>
                      <a:pt x="61" y="54"/>
                    </a:lnTo>
                    <a:lnTo>
                      <a:pt x="62" y="53"/>
                    </a:lnTo>
                    <a:lnTo>
                      <a:pt x="50" y="53"/>
                    </a:lnTo>
                    <a:lnTo>
                      <a:pt x="48" y="52"/>
                    </a:lnTo>
                    <a:lnTo>
                      <a:pt x="44" y="48"/>
                    </a:lnTo>
                    <a:lnTo>
                      <a:pt x="43" y="45"/>
                    </a:lnTo>
                    <a:lnTo>
                      <a:pt x="43" y="39"/>
                    </a:lnTo>
                    <a:lnTo>
                      <a:pt x="44" y="37"/>
                    </a:lnTo>
                    <a:lnTo>
                      <a:pt x="46" y="33"/>
                    </a:lnTo>
                    <a:lnTo>
                      <a:pt x="47" y="31"/>
                    </a:lnTo>
                    <a:lnTo>
                      <a:pt x="50" y="29"/>
                    </a:lnTo>
                    <a:lnTo>
                      <a:pt x="61" y="29"/>
                    </a:lnTo>
                    <a:lnTo>
                      <a:pt x="60" y="28"/>
                    </a:lnTo>
                    <a:lnTo>
                      <a:pt x="56" y="25"/>
                    </a:lnTo>
                    <a:lnTo>
                      <a:pt x="58" y="23"/>
                    </a:lnTo>
                    <a:lnTo>
                      <a:pt x="54" y="23"/>
                    </a:lnTo>
                    <a:lnTo>
                      <a:pt x="47" y="18"/>
                    </a:lnTo>
                    <a:lnTo>
                      <a:pt x="44" y="14"/>
                    </a:lnTo>
                    <a:lnTo>
                      <a:pt x="43" y="10"/>
                    </a:lnTo>
                    <a:lnTo>
                      <a:pt x="43" y="8"/>
                    </a:lnTo>
                    <a:lnTo>
                      <a:pt x="44" y="6"/>
                    </a:lnTo>
                    <a:lnTo>
                      <a:pt x="48" y="3"/>
                    </a:lnTo>
                    <a:lnTo>
                      <a:pt x="50" y="2"/>
                    </a:lnTo>
                    <a:lnTo>
                      <a:pt x="61" y="2"/>
                    </a:lnTo>
                    <a:lnTo>
                      <a:pt x="60" y="1"/>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8" name="Freeform 5595">
                <a:extLst>
                  <a:ext uri="{FF2B5EF4-FFF2-40B4-BE49-F238E27FC236}">
                    <a16:creationId xmlns:a16="http://schemas.microsoft.com/office/drawing/2014/main" id="{85CA06DF-276A-D1ED-F809-2F7D51F693B4}"/>
                  </a:ext>
                </a:extLst>
              </p:cNvPr>
              <p:cNvSpPr>
                <a:spLocks/>
              </p:cNvSpPr>
              <p:nvPr/>
            </p:nvSpPr>
            <p:spPr bwMode="auto">
              <a:xfrm>
                <a:off x="6469" y="5642"/>
                <a:ext cx="69" cy="56"/>
              </a:xfrm>
              <a:custGeom>
                <a:avLst/>
                <a:gdLst>
                  <a:gd name="T0" fmla="+- 0 6530 6469"/>
                  <a:gd name="T1" fmla="*/ T0 w 69"/>
                  <a:gd name="T2" fmla="+- 0 5671 5642"/>
                  <a:gd name="T3" fmla="*/ 5671 h 56"/>
                  <a:gd name="T4" fmla="+- 0 6519 6469"/>
                  <a:gd name="T5" fmla="*/ T4 w 69"/>
                  <a:gd name="T6" fmla="+- 0 5671 5642"/>
                  <a:gd name="T7" fmla="*/ 5671 h 56"/>
                  <a:gd name="T8" fmla="+- 0 6524 6469"/>
                  <a:gd name="T9" fmla="*/ T8 w 69"/>
                  <a:gd name="T10" fmla="+- 0 5675 5642"/>
                  <a:gd name="T11" fmla="*/ 5675 h 56"/>
                  <a:gd name="T12" fmla="+- 0 6528 6469"/>
                  <a:gd name="T13" fmla="*/ T12 w 69"/>
                  <a:gd name="T14" fmla="+- 0 5679 5642"/>
                  <a:gd name="T15" fmla="*/ 5679 h 56"/>
                  <a:gd name="T16" fmla="+- 0 6531 6469"/>
                  <a:gd name="T17" fmla="*/ T16 w 69"/>
                  <a:gd name="T18" fmla="+- 0 5683 5642"/>
                  <a:gd name="T19" fmla="*/ 5683 h 56"/>
                  <a:gd name="T20" fmla="+- 0 6531 6469"/>
                  <a:gd name="T21" fmla="*/ T20 w 69"/>
                  <a:gd name="T22" fmla="+- 0 5685 5642"/>
                  <a:gd name="T23" fmla="*/ 5685 h 56"/>
                  <a:gd name="T24" fmla="+- 0 6531 6469"/>
                  <a:gd name="T25" fmla="*/ T24 w 69"/>
                  <a:gd name="T26" fmla="+- 0 5689 5642"/>
                  <a:gd name="T27" fmla="*/ 5689 h 56"/>
                  <a:gd name="T28" fmla="+- 0 6531 6469"/>
                  <a:gd name="T29" fmla="*/ T28 w 69"/>
                  <a:gd name="T30" fmla="+- 0 5691 5642"/>
                  <a:gd name="T31" fmla="*/ 5691 h 56"/>
                  <a:gd name="T32" fmla="+- 0 6527 6469"/>
                  <a:gd name="T33" fmla="*/ T32 w 69"/>
                  <a:gd name="T34" fmla="+- 0 5694 5642"/>
                  <a:gd name="T35" fmla="*/ 5694 h 56"/>
                  <a:gd name="T36" fmla="+- 0 6525 6469"/>
                  <a:gd name="T37" fmla="*/ T36 w 69"/>
                  <a:gd name="T38" fmla="+- 0 5695 5642"/>
                  <a:gd name="T39" fmla="*/ 5695 h 56"/>
                  <a:gd name="T40" fmla="+- 0 6531 6469"/>
                  <a:gd name="T41" fmla="*/ T40 w 69"/>
                  <a:gd name="T42" fmla="+- 0 5695 5642"/>
                  <a:gd name="T43" fmla="*/ 5695 h 56"/>
                  <a:gd name="T44" fmla="+- 0 6535 6469"/>
                  <a:gd name="T45" fmla="*/ T44 w 69"/>
                  <a:gd name="T46" fmla="+- 0 5690 5642"/>
                  <a:gd name="T47" fmla="*/ 5690 h 56"/>
                  <a:gd name="T48" fmla="+- 0 6537 6469"/>
                  <a:gd name="T49" fmla="*/ T48 w 69"/>
                  <a:gd name="T50" fmla="+- 0 5687 5642"/>
                  <a:gd name="T51" fmla="*/ 5687 h 56"/>
                  <a:gd name="T52" fmla="+- 0 6537 6469"/>
                  <a:gd name="T53" fmla="*/ T52 w 69"/>
                  <a:gd name="T54" fmla="+- 0 5681 5642"/>
                  <a:gd name="T55" fmla="*/ 5681 h 56"/>
                  <a:gd name="T56" fmla="+- 0 6536 6469"/>
                  <a:gd name="T57" fmla="*/ T56 w 69"/>
                  <a:gd name="T58" fmla="+- 0 5678 5642"/>
                  <a:gd name="T59" fmla="*/ 5678 h 56"/>
                  <a:gd name="T60" fmla="+- 0 6532 6469"/>
                  <a:gd name="T61" fmla="*/ T60 w 69"/>
                  <a:gd name="T62" fmla="+- 0 5673 5642"/>
                  <a:gd name="T63" fmla="*/ 5673 h 56"/>
                  <a:gd name="T64" fmla="+- 0 6530 6469"/>
                  <a:gd name="T65" fmla="*/ T64 w 69"/>
                  <a:gd name="T66" fmla="+- 0 5671 5642"/>
                  <a:gd name="T67" fmla="*/ 567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9" h="56">
                    <a:moveTo>
                      <a:pt x="61" y="29"/>
                    </a:moveTo>
                    <a:lnTo>
                      <a:pt x="50" y="29"/>
                    </a:lnTo>
                    <a:lnTo>
                      <a:pt x="55" y="33"/>
                    </a:lnTo>
                    <a:lnTo>
                      <a:pt x="59" y="37"/>
                    </a:lnTo>
                    <a:lnTo>
                      <a:pt x="62" y="41"/>
                    </a:lnTo>
                    <a:lnTo>
                      <a:pt x="62" y="43"/>
                    </a:lnTo>
                    <a:lnTo>
                      <a:pt x="62" y="47"/>
                    </a:lnTo>
                    <a:lnTo>
                      <a:pt x="62" y="49"/>
                    </a:lnTo>
                    <a:lnTo>
                      <a:pt x="58" y="52"/>
                    </a:lnTo>
                    <a:lnTo>
                      <a:pt x="56" y="53"/>
                    </a:lnTo>
                    <a:lnTo>
                      <a:pt x="62" y="53"/>
                    </a:lnTo>
                    <a:lnTo>
                      <a:pt x="66" y="48"/>
                    </a:lnTo>
                    <a:lnTo>
                      <a:pt x="68" y="45"/>
                    </a:lnTo>
                    <a:lnTo>
                      <a:pt x="68" y="39"/>
                    </a:lnTo>
                    <a:lnTo>
                      <a:pt x="67" y="36"/>
                    </a:lnTo>
                    <a:lnTo>
                      <a:pt x="63" y="31"/>
                    </a:lnTo>
                    <a:lnTo>
                      <a:pt x="61"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9" name="Freeform 5596">
                <a:extLst>
                  <a:ext uri="{FF2B5EF4-FFF2-40B4-BE49-F238E27FC236}">
                    <a16:creationId xmlns:a16="http://schemas.microsoft.com/office/drawing/2014/main" id="{1C8E9301-F362-0652-71BF-1E1DF142BAC8}"/>
                  </a:ext>
                </a:extLst>
              </p:cNvPr>
              <p:cNvSpPr>
                <a:spLocks/>
              </p:cNvSpPr>
              <p:nvPr/>
            </p:nvSpPr>
            <p:spPr bwMode="auto">
              <a:xfrm>
                <a:off x="6469" y="5642"/>
                <a:ext cx="69" cy="56"/>
              </a:xfrm>
              <a:custGeom>
                <a:avLst/>
                <a:gdLst>
                  <a:gd name="T0" fmla="+- 0 6530 6469"/>
                  <a:gd name="T1" fmla="*/ T0 w 69"/>
                  <a:gd name="T2" fmla="+- 0 5644 5642"/>
                  <a:gd name="T3" fmla="*/ 5644 h 56"/>
                  <a:gd name="T4" fmla="+- 0 6524 6469"/>
                  <a:gd name="T5" fmla="*/ T4 w 69"/>
                  <a:gd name="T6" fmla="+- 0 5644 5642"/>
                  <a:gd name="T7" fmla="*/ 5644 h 56"/>
                  <a:gd name="T8" fmla="+- 0 6526 6469"/>
                  <a:gd name="T9" fmla="*/ T8 w 69"/>
                  <a:gd name="T10" fmla="+- 0 5645 5642"/>
                  <a:gd name="T11" fmla="*/ 5645 h 56"/>
                  <a:gd name="T12" fmla="+- 0 6529 6469"/>
                  <a:gd name="T13" fmla="*/ T12 w 69"/>
                  <a:gd name="T14" fmla="+- 0 5648 5642"/>
                  <a:gd name="T15" fmla="*/ 5648 h 56"/>
                  <a:gd name="T16" fmla="+- 0 6530 6469"/>
                  <a:gd name="T17" fmla="*/ T16 w 69"/>
                  <a:gd name="T18" fmla="+- 0 5650 5642"/>
                  <a:gd name="T19" fmla="*/ 5650 h 56"/>
                  <a:gd name="T20" fmla="+- 0 6530 6469"/>
                  <a:gd name="T21" fmla="*/ T20 w 69"/>
                  <a:gd name="T22" fmla="+- 0 5655 5642"/>
                  <a:gd name="T23" fmla="*/ 5655 h 56"/>
                  <a:gd name="T24" fmla="+- 0 6530 6469"/>
                  <a:gd name="T25" fmla="*/ T24 w 69"/>
                  <a:gd name="T26" fmla="+- 0 5657 5642"/>
                  <a:gd name="T27" fmla="*/ 5657 h 56"/>
                  <a:gd name="T28" fmla="+- 0 6528 6469"/>
                  <a:gd name="T29" fmla="*/ T28 w 69"/>
                  <a:gd name="T30" fmla="+- 0 5660 5642"/>
                  <a:gd name="T31" fmla="*/ 5660 h 56"/>
                  <a:gd name="T32" fmla="+- 0 6526 6469"/>
                  <a:gd name="T33" fmla="*/ T32 w 69"/>
                  <a:gd name="T34" fmla="+- 0 5662 5642"/>
                  <a:gd name="T35" fmla="*/ 5662 h 56"/>
                  <a:gd name="T36" fmla="+- 0 6523 6469"/>
                  <a:gd name="T37" fmla="*/ T36 w 69"/>
                  <a:gd name="T38" fmla="+- 0 5665 5642"/>
                  <a:gd name="T39" fmla="*/ 5665 h 56"/>
                  <a:gd name="T40" fmla="+- 0 6527 6469"/>
                  <a:gd name="T41" fmla="*/ T40 w 69"/>
                  <a:gd name="T42" fmla="+- 0 5665 5642"/>
                  <a:gd name="T43" fmla="*/ 5665 h 56"/>
                  <a:gd name="T44" fmla="+- 0 6529 6469"/>
                  <a:gd name="T45" fmla="*/ T44 w 69"/>
                  <a:gd name="T46" fmla="+- 0 5664 5642"/>
                  <a:gd name="T47" fmla="*/ 5664 h 56"/>
                  <a:gd name="T48" fmla="+- 0 6532 6469"/>
                  <a:gd name="T49" fmla="*/ T48 w 69"/>
                  <a:gd name="T50" fmla="+- 0 5661 5642"/>
                  <a:gd name="T51" fmla="*/ 5661 h 56"/>
                  <a:gd name="T52" fmla="+- 0 6535 6469"/>
                  <a:gd name="T53" fmla="*/ T52 w 69"/>
                  <a:gd name="T54" fmla="+- 0 5657 5642"/>
                  <a:gd name="T55" fmla="*/ 5657 h 56"/>
                  <a:gd name="T56" fmla="+- 0 6536 6469"/>
                  <a:gd name="T57" fmla="*/ T56 w 69"/>
                  <a:gd name="T58" fmla="+- 0 5655 5642"/>
                  <a:gd name="T59" fmla="*/ 5655 h 56"/>
                  <a:gd name="T60" fmla="+- 0 6536 6469"/>
                  <a:gd name="T61" fmla="*/ T60 w 69"/>
                  <a:gd name="T62" fmla="+- 0 5650 5642"/>
                  <a:gd name="T63" fmla="*/ 5650 h 56"/>
                  <a:gd name="T64" fmla="+- 0 6534 6469"/>
                  <a:gd name="T65" fmla="*/ T64 w 69"/>
                  <a:gd name="T66" fmla="+- 0 5648 5642"/>
                  <a:gd name="T67" fmla="*/ 5648 h 56"/>
                  <a:gd name="T68" fmla="+- 0 6530 6469"/>
                  <a:gd name="T69" fmla="*/ T68 w 69"/>
                  <a:gd name="T70" fmla="+- 0 5644 5642"/>
                  <a:gd name="T71"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9" h="56">
                    <a:moveTo>
                      <a:pt x="61" y="2"/>
                    </a:moveTo>
                    <a:lnTo>
                      <a:pt x="55" y="2"/>
                    </a:lnTo>
                    <a:lnTo>
                      <a:pt x="57" y="3"/>
                    </a:lnTo>
                    <a:lnTo>
                      <a:pt x="60" y="6"/>
                    </a:lnTo>
                    <a:lnTo>
                      <a:pt x="61" y="8"/>
                    </a:lnTo>
                    <a:lnTo>
                      <a:pt x="61" y="13"/>
                    </a:lnTo>
                    <a:lnTo>
                      <a:pt x="61" y="15"/>
                    </a:lnTo>
                    <a:lnTo>
                      <a:pt x="59" y="18"/>
                    </a:lnTo>
                    <a:lnTo>
                      <a:pt x="57" y="20"/>
                    </a:lnTo>
                    <a:lnTo>
                      <a:pt x="54" y="23"/>
                    </a:lnTo>
                    <a:lnTo>
                      <a:pt x="58" y="23"/>
                    </a:lnTo>
                    <a:lnTo>
                      <a:pt x="60" y="22"/>
                    </a:lnTo>
                    <a:lnTo>
                      <a:pt x="63" y="19"/>
                    </a:lnTo>
                    <a:lnTo>
                      <a:pt x="66" y="15"/>
                    </a:lnTo>
                    <a:lnTo>
                      <a:pt x="67" y="13"/>
                    </a:lnTo>
                    <a:lnTo>
                      <a:pt x="67" y="8"/>
                    </a:lnTo>
                    <a:lnTo>
                      <a:pt x="65" y="6"/>
                    </a:lnTo>
                    <a:lnTo>
                      <a:pt x="6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2" name="Group 411">
              <a:extLst>
                <a:ext uri="{FF2B5EF4-FFF2-40B4-BE49-F238E27FC236}">
                  <a16:creationId xmlns:a16="http://schemas.microsoft.com/office/drawing/2014/main" id="{51E3D7B4-4F3B-D58C-5F8F-374E26C7DAA8}"/>
                </a:ext>
              </a:extLst>
            </p:cNvPr>
            <p:cNvGrpSpPr>
              <a:grpSpLocks/>
            </p:cNvGrpSpPr>
            <p:nvPr/>
          </p:nvGrpSpPr>
          <p:grpSpPr bwMode="auto">
            <a:xfrm>
              <a:off x="6961" y="5642"/>
              <a:ext cx="34" cy="56"/>
              <a:chOff x="6961" y="5642"/>
              <a:chExt cx="34" cy="56"/>
            </a:xfrm>
          </p:grpSpPr>
          <p:sp>
            <p:nvSpPr>
              <p:cNvPr id="821" name="Freeform 5598">
                <a:extLst>
                  <a:ext uri="{FF2B5EF4-FFF2-40B4-BE49-F238E27FC236}">
                    <a16:creationId xmlns:a16="http://schemas.microsoft.com/office/drawing/2014/main" id="{22FD1175-F31C-101F-7ED7-3E43600E65C4}"/>
                  </a:ext>
                </a:extLst>
              </p:cNvPr>
              <p:cNvSpPr>
                <a:spLocks/>
              </p:cNvSpPr>
              <p:nvPr/>
            </p:nvSpPr>
            <p:spPr bwMode="auto">
              <a:xfrm>
                <a:off x="6961" y="5642"/>
                <a:ext cx="34" cy="56"/>
              </a:xfrm>
              <a:custGeom>
                <a:avLst/>
                <a:gdLst>
                  <a:gd name="T0" fmla="+- 0 6994 6961"/>
                  <a:gd name="T1" fmla="*/ T0 w 34"/>
                  <a:gd name="T2" fmla="+- 0 5673 5642"/>
                  <a:gd name="T3" fmla="*/ 5673 h 56"/>
                  <a:gd name="T4" fmla="+- 0 6986 6961"/>
                  <a:gd name="T5" fmla="*/ T4 w 34"/>
                  <a:gd name="T6" fmla="+- 0 5673 5642"/>
                  <a:gd name="T7" fmla="*/ 5673 h 56"/>
                  <a:gd name="T8" fmla="+- 0 6984 6961"/>
                  <a:gd name="T9" fmla="*/ T8 w 34"/>
                  <a:gd name="T10" fmla="+- 0 5677 5642"/>
                  <a:gd name="T11" fmla="*/ 5677 h 56"/>
                  <a:gd name="T12" fmla="+- 0 6983 6961"/>
                  <a:gd name="T13" fmla="*/ T12 w 34"/>
                  <a:gd name="T14" fmla="+- 0 5682 5642"/>
                  <a:gd name="T15" fmla="*/ 5682 h 56"/>
                  <a:gd name="T16" fmla="+- 0 6962 6961"/>
                  <a:gd name="T17" fmla="*/ T16 w 34"/>
                  <a:gd name="T18" fmla="+- 0 5696 5642"/>
                  <a:gd name="T19" fmla="*/ 5696 h 56"/>
                  <a:gd name="T20" fmla="+- 0 6962 6961"/>
                  <a:gd name="T21" fmla="*/ T20 w 34"/>
                  <a:gd name="T22" fmla="+- 0 5697 5642"/>
                  <a:gd name="T23" fmla="*/ 5697 h 56"/>
                  <a:gd name="T24" fmla="+- 0 6969 6961"/>
                  <a:gd name="T25" fmla="*/ T24 w 34"/>
                  <a:gd name="T26" fmla="+- 0 5697 5642"/>
                  <a:gd name="T27" fmla="*/ 5697 h 56"/>
                  <a:gd name="T28" fmla="+- 0 6974 6961"/>
                  <a:gd name="T29" fmla="*/ T28 w 34"/>
                  <a:gd name="T30" fmla="+- 0 5696 5642"/>
                  <a:gd name="T31" fmla="*/ 5696 h 56"/>
                  <a:gd name="T32" fmla="+- 0 6983 6961"/>
                  <a:gd name="T33" fmla="*/ T32 w 34"/>
                  <a:gd name="T34" fmla="+- 0 5690 5642"/>
                  <a:gd name="T35" fmla="*/ 5690 h 56"/>
                  <a:gd name="T36" fmla="+- 0 6987 6961"/>
                  <a:gd name="T37" fmla="*/ T36 w 34"/>
                  <a:gd name="T38" fmla="+- 0 5685 5642"/>
                  <a:gd name="T39" fmla="*/ 5685 h 56"/>
                  <a:gd name="T40" fmla="+- 0 6993 6961"/>
                  <a:gd name="T41" fmla="*/ T40 w 34"/>
                  <a:gd name="T42" fmla="+- 0 5675 5642"/>
                  <a:gd name="T43" fmla="*/ 5675 h 56"/>
                  <a:gd name="T44" fmla="+- 0 6994 6961"/>
                  <a:gd name="T45" fmla="*/ T44 w 34"/>
                  <a:gd name="T46" fmla="+- 0 5673 5642"/>
                  <a:gd name="T47" fmla="*/ 567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4" h="56">
                    <a:moveTo>
                      <a:pt x="33" y="31"/>
                    </a:moveTo>
                    <a:lnTo>
                      <a:pt x="25" y="31"/>
                    </a:lnTo>
                    <a:lnTo>
                      <a:pt x="23" y="35"/>
                    </a:lnTo>
                    <a:lnTo>
                      <a:pt x="22" y="40"/>
                    </a:lnTo>
                    <a:lnTo>
                      <a:pt x="1" y="54"/>
                    </a:lnTo>
                    <a:lnTo>
                      <a:pt x="1" y="55"/>
                    </a:lnTo>
                    <a:lnTo>
                      <a:pt x="8" y="55"/>
                    </a:lnTo>
                    <a:lnTo>
                      <a:pt x="13" y="54"/>
                    </a:lnTo>
                    <a:lnTo>
                      <a:pt x="22" y="48"/>
                    </a:lnTo>
                    <a:lnTo>
                      <a:pt x="26" y="43"/>
                    </a:lnTo>
                    <a:lnTo>
                      <a:pt x="32" y="33"/>
                    </a:lnTo>
                    <a:lnTo>
                      <a:pt x="33"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2" name="Freeform 5599">
                <a:extLst>
                  <a:ext uri="{FF2B5EF4-FFF2-40B4-BE49-F238E27FC236}">
                    <a16:creationId xmlns:a16="http://schemas.microsoft.com/office/drawing/2014/main" id="{EE2E79D6-20A9-A8F0-B961-EE9464243E88}"/>
                  </a:ext>
                </a:extLst>
              </p:cNvPr>
              <p:cNvSpPr>
                <a:spLocks/>
              </p:cNvSpPr>
              <p:nvPr/>
            </p:nvSpPr>
            <p:spPr bwMode="auto">
              <a:xfrm>
                <a:off x="6961" y="5642"/>
                <a:ext cx="34" cy="56"/>
              </a:xfrm>
              <a:custGeom>
                <a:avLst/>
                <a:gdLst>
                  <a:gd name="T0" fmla="+- 0 6982 6961"/>
                  <a:gd name="T1" fmla="*/ T0 w 34"/>
                  <a:gd name="T2" fmla="+- 0 5642 5642"/>
                  <a:gd name="T3" fmla="*/ 5642 h 56"/>
                  <a:gd name="T4" fmla="+- 0 6972 6961"/>
                  <a:gd name="T5" fmla="*/ T4 w 34"/>
                  <a:gd name="T6" fmla="+- 0 5642 5642"/>
                  <a:gd name="T7" fmla="*/ 5642 h 56"/>
                  <a:gd name="T8" fmla="+- 0 6968 6961"/>
                  <a:gd name="T9" fmla="*/ T8 w 34"/>
                  <a:gd name="T10" fmla="+- 0 5644 5642"/>
                  <a:gd name="T11" fmla="*/ 5644 h 56"/>
                  <a:gd name="T12" fmla="+- 0 6962 6961"/>
                  <a:gd name="T13" fmla="*/ T12 w 34"/>
                  <a:gd name="T14" fmla="+- 0 5652 5642"/>
                  <a:gd name="T15" fmla="*/ 5652 h 56"/>
                  <a:gd name="T16" fmla="+- 0 6961 6961"/>
                  <a:gd name="T17" fmla="*/ T16 w 34"/>
                  <a:gd name="T18" fmla="+- 0 5656 5642"/>
                  <a:gd name="T19" fmla="*/ 5656 h 56"/>
                  <a:gd name="T20" fmla="+- 0 6961 6961"/>
                  <a:gd name="T21" fmla="*/ T20 w 34"/>
                  <a:gd name="T22" fmla="+- 0 5666 5642"/>
                  <a:gd name="T23" fmla="*/ 5666 h 56"/>
                  <a:gd name="T24" fmla="+- 0 6962 6961"/>
                  <a:gd name="T25" fmla="*/ T24 w 34"/>
                  <a:gd name="T26" fmla="+- 0 5670 5642"/>
                  <a:gd name="T27" fmla="*/ 5670 h 56"/>
                  <a:gd name="T28" fmla="+- 0 6967 6961"/>
                  <a:gd name="T29" fmla="*/ T28 w 34"/>
                  <a:gd name="T30" fmla="+- 0 5675 5642"/>
                  <a:gd name="T31" fmla="*/ 5675 h 56"/>
                  <a:gd name="T32" fmla="+- 0 6971 6961"/>
                  <a:gd name="T33" fmla="*/ T32 w 34"/>
                  <a:gd name="T34" fmla="+- 0 5677 5642"/>
                  <a:gd name="T35" fmla="*/ 5677 h 56"/>
                  <a:gd name="T36" fmla="+- 0 6978 6961"/>
                  <a:gd name="T37" fmla="*/ T36 w 34"/>
                  <a:gd name="T38" fmla="+- 0 5677 5642"/>
                  <a:gd name="T39" fmla="*/ 5677 h 56"/>
                  <a:gd name="T40" fmla="+- 0 6981 6961"/>
                  <a:gd name="T41" fmla="*/ T40 w 34"/>
                  <a:gd name="T42" fmla="+- 0 5675 5642"/>
                  <a:gd name="T43" fmla="*/ 5675 h 56"/>
                  <a:gd name="T44" fmla="+- 0 6985 6961"/>
                  <a:gd name="T45" fmla="*/ T44 w 34"/>
                  <a:gd name="T46" fmla="+- 0 5673 5642"/>
                  <a:gd name="T47" fmla="*/ 5673 h 56"/>
                  <a:gd name="T48" fmla="+- 0 6975 6961"/>
                  <a:gd name="T49" fmla="*/ T48 w 34"/>
                  <a:gd name="T50" fmla="+- 0 5673 5642"/>
                  <a:gd name="T51" fmla="*/ 5673 h 56"/>
                  <a:gd name="T52" fmla="+- 0 6973 6961"/>
                  <a:gd name="T53" fmla="*/ T52 w 34"/>
                  <a:gd name="T54" fmla="+- 0 5672 5642"/>
                  <a:gd name="T55" fmla="*/ 5672 h 56"/>
                  <a:gd name="T56" fmla="+- 0 6969 6961"/>
                  <a:gd name="T57" fmla="*/ T56 w 34"/>
                  <a:gd name="T58" fmla="+- 0 5667 5642"/>
                  <a:gd name="T59" fmla="*/ 5667 h 56"/>
                  <a:gd name="T60" fmla="+- 0 6968 6961"/>
                  <a:gd name="T61" fmla="*/ T60 w 34"/>
                  <a:gd name="T62" fmla="+- 0 5662 5642"/>
                  <a:gd name="T63" fmla="*/ 5662 h 56"/>
                  <a:gd name="T64" fmla="+- 0 6968 6961"/>
                  <a:gd name="T65" fmla="*/ T64 w 34"/>
                  <a:gd name="T66" fmla="+- 0 5652 5642"/>
                  <a:gd name="T67" fmla="*/ 5652 h 56"/>
                  <a:gd name="T68" fmla="+- 0 6969 6961"/>
                  <a:gd name="T69" fmla="*/ T68 w 34"/>
                  <a:gd name="T70" fmla="+- 0 5650 5642"/>
                  <a:gd name="T71" fmla="*/ 5650 h 56"/>
                  <a:gd name="T72" fmla="+- 0 6972 6961"/>
                  <a:gd name="T73" fmla="*/ T72 w 34"/>
                  <a:gd name="T74" fmla="+- 0 5645 5642"/>
                  <a:gd name="T75" fmla="*/ 5645 h 56"/>
                  <a:gd name="T76" fmla="+- 0 6974 6961"/>
                  <a:gd name="T77" fmla="*/ T76 w 34"/>
                  <a:gd name="T78" fmla="+- 0 5644 5642"/>
                  <a:gd name="T79" fmla="*/ 5644 h 56"/>
                  <a:gd name="T80" fmla="+- 0 6986 6961"/>
                  <a:gd name="T81" fmla="*/ T80 w 34"/>
                  <a:gd name="T82" fmla="+- 0 5644 5642"/>
                  <a:gd name="T83" fmla="*/ 5644 h 56"/>
                  <a:gd name="T84" fmla="+- 0 6985 6961"/>
                  <a:gd name="T85" fmla="*/ T84 w 34"/>
                  <a:gd name="T86" fmla="+- 0 5644 5642"/>
                  <a:gd name="T87" fmla="*/ 5644 h 56"/>
                  <a:gd name="T88" fmla="+- 0 6982 6961"/>
                  <a:gd name="T89" fmla="*/ T88 w 34"/>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4" h="56">
                    <a:moveTo>
                      <a:pt x="21" y="0"/>
                    </a:moveTo>
                    <a:lnTo>
                      <a:pt x="11" y="0"/>
                    </a:lnTo>
                    <a:lnTo>
                      <a:pt x="7" y="2"/>
                    </a:lnTo>
                    <a:lnTo>
                      <a:pt x="1" y="10"/>
                    </a:lnTo>
                    <a:lnTo>
                      <a:pt x="0" y="14"/>
                    </a:lnTo>
                    <a:lnTo>
                      <a:pt x="0" y="24"/>
                    </a:lnTo>
                    <a:lnTo>
                      <a:pt x="1" y="28"/>
                    </a:lnTo>
                    <a:lnTo>
                      <a:pt x="6" y="33"/>
                    </a:lnTo>
                    <a:lnTo>
                      <a:pt x="10" y="35"/>
                    </a:lnTo>
                    <a:lnTo>
                      <a:pt x="17" y="35"/>
                    </a:lnTo>
                    <a:lnTo>
                      <a:pt x="20" y="33"/>
                    </a:lnTo>
                    <a:lnTo>
                      <a:pt x="24" y="31"/>
                    </a:lnTo>
                    <a:lnTo>
                      <a:pt x="14" y="31"/>
                    </a:lnTo>
                    <a:lnTo>
                      <a:pt x="12" y="30"/>
                    </a:lnTo>
                    <a:lnTo>
                      <a:pt x="8" y="25"/>
                    </a:lnTo>
                    <a:lnTo>
                      <a:pt x="7" y="20"/>
                    </a:lnTo>
                    <a:lnTo>
                      <a:pt x="7" y="10"/>
                    </a:lnTo>
                    <a:lnTo>
                      <a:pt x="8" y="8"/>
                    </a:lnTo>
                    <a:lnTo>
                      <a:pt x="11" y="3"/>
                    </a:lnTo>
                    <a:lnTo>
                      <a:pt x="13" y="2"/>
                    </a:lnTo>
                    <a:lnTo>
                      <a:pt x="25" y="2"/>
                    </a:lnTo>
                    <a:lnTo>
                      <a:pt x="24"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3" name="Freeform 5600">
                <a:extLst>
                  <a:ext uri="{FF2B5EF4-FFF2-40B4-BE49-F238E27FC236}">
                    <a16:creationId xmlns:a16="http://schemas.microsoft.com/office/drawing/2014/main" id="{DCBC4E86-FBA3-0FA6-F1F6-7B4AAC5505C6}"/>
                  </a:ext>
                </a:extLst>
              </p:cNvPr>
              <p:cNvSpPr>
                <a:spLocks/>
              </p:cNvSpPr>
              <p:nvPr/>
            </p:nvSpPr>
            <p:spPr bwMode="auto">
              <a:xfrm>
                <a:off x="6961" y="5642"/>
                <a:ext cx="34" cy="56"/>
              </a:xfrm>
              <a:custGeom>
                <a:avLst/>
                <a:gdLst>
                  <a:gd name="T0" fmla="+- 0 6986 6961"/>
                  <a:gd name="T1" fmla="*/ T0 w 34"/>
                  <a:gd name="T2" fmla="+- 0 5644 5642"/>
                  <a:gd name="T3" fmla="*/ 5644 h 56"/>
                  <a:gd name="T4" fmla="+- 0 6979 6961"/>
                  <a:gd name="T5" fmla="*/ T4 w 34"/>
                  <a:gd name="T6" fmla="+- 0 5644 5642"/>
                  <a:gd name="T7" fmla="*/ 5644 h 56"/>
                  <a:gd name="T8" fmla="+- 0 6980 6961"/>
                  <a:gd name="T9" fmla="*/ T8 w 34"/>
                  <a:gd name="T10" fmla="+- 0 5645 5642"/>
                  <a:gd name="T11" fmla="*/ 5645 h 56"/>
                  <a:gd name="T12" fmla="+- 0 6983 6961"/>
                  <a:gd name="T13" fmla="*/ T12 w 34"/>
                  <a:gd name="T14" fmla="+- 0 5648 5642"/>
                  <a:gd name="T15" fmla="*/ 5648 h 56"/>
                  <a:gd name="T16" fmla="+- 0 6985 6961"/>
                  <a:gd name="T17" fmla="*/ T16 w 34"/>
                  <a:gd name="T18" fmla="+- 0 5651 5642"/>
                  <a:gd name="T19" fmla="*/ 5651 h 56"/>
                  <a:gd name="T20" fmla="+- 0 6986 6961"/>
                  <a:gd name="T21" fmla="*/ T20 w 34"/>
                  <a:gd name="T22" fmla="+- 0 5656 5642"/>
                  <a:gd name="T23" fmla="*/ 5656 h 56"/>
                  <a:gd name="T24" fmla="+- 0 6987 6961"/>
                  <a:gd name="T25" fmla="*/ T24 w 34"/>
                  <a:gd name="T26" fmla="+- 0 5657 5642"/>
                  <a:gd name="T27" fmla="*/ 5657 h 56"/>
                  <a:gd name="T28" fmla="+- 0 6987 6961"/>
                  <a:gd name="T29" fmla="*/ T28 w 34"/>
                  <a:gd name="T30" fmla="+- 0 5666 5642"/>
                  <a:gd name="T31" fmla="*/ 5666 h 56"/>
                  <a:gd name="T32" fmla="+- 0 6987 6961"/>
                  <a:gd name="T33" fmla="*/ T32 w 34"/>
                  <a:gd name="T34" fmla="+- 0 5667 5642"/>
                  <a:gd name="T35" fmla="*/ 5667 h 56"/>
                  <a:gd name="T36" fmla="+- 0 6986 6961"/>
                  <a:gd name="T37" fmla="*/ T36 w 34"/>
                  <a:gd name="T38" fmla="+- 0 5670 5642"/>
                  <a:gd name="T39" fmla="*/ 5670 h 56"/>
                  <a:gd name="T40" fmla="+- 0 6982 6961"/>
                  <a:gd name="T41" fmla="*/ T40 w 34"/>
                  <a:gd name="T42" fmla="+- 0 5672 5642"/>
                  <a:gd name="T43" fmla="*/ 5672 h 56"/>
                  <a:gd name="T44" fmla="+- 0 6978 6961"/>
                  <a:gd name="T45" fmla="*/ T44 w 34"/>
                  <a:gd name="T46" fmla="+- 0 5673 5642"/>
                  <a:gd name="T47" fmla="*/ 5673 h 56"/>
                  <a:gd name="T48" fmla="+- 0 6985 6961"/>
                  <a:gd name="T49" fmla="*/ T48 w 34"/>
                  <a:gd name="T50" fmla="+- 0 5673 5642"/>
                  <a:gd name="T51" fmla="*/ 5673 h 56"/>
                  <a:gd name="T52" fmla="+- 0 6986 6961"/>
                  <a:gd name="T53" fmla="*/ T52 w 34"/>
                  <a:gd name="T54" fmla="+- 0 5673 5642"/>
                  <a:gd name="T55" fmla="*/ 5673 h 56"/>
                  <a:gd name="T56" fmla="+- 0 6994 6961"/>
                  <a:gd name="T57" fmla="*/ T56 w 34"/>
                  <a:gd name="T58" fmla="+- 0 5673 5642"/>
                  <a:gd name="T59" fmla="*/ 5673 h 56"/>
                  <a:gd name="T60" fmla="+- 0 6994 6961"/>
                  <a:gd name="T61" fmla="*/ T60 w 34"/>
                  <a:gd name="T62" fmla="+- 0 5670 5642"/>
                  <a:gd name="T63" fmla="*/ 5670 h 56"/>
                  <a:gd name="T64" fmla="+- 0 6994 6961"/>
                  <a:gd name="T65" fmla="*/ T64 w 34"/>
                  <a:gd name="T66" fmla="+- 0 5657 5642"/>
                  <a:gd name="T67" fmla="*/ 5657 h 56"/>
                  <a:gd name="T68" fmla="+- 0 6992 6961"/>
                  <a:gd name="T69" fmla="*/ T68 w 34"/>
                  <a:gd name="T70" fmla="+- 0 5652 5642"/>
                  <a:gd name="T71" fmla="*/ 5652 h 56"/>
                  <a:gd name="T72" fmla="+- 0 6986 6961"/>
                  <a:gd name="T73" fmla="*/ T72 w 34"/>
                  <a:gd name="T74" fmla="+- 0 5644 5642"/>
                  <a:gd name="T75"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4" h="56">
                    <a:moveTo>
                      <a:pt x="25" y="2"/>
                    </a:moveTo>
                    <a:lnTo>
                      <a:pt x="18" y="2"/>
                    </a:lnTo>
                    <a:lnTo>
                      <a:pt x="19" y="3"/>
                    </a:lnTo>
                    <a:lnTo>
                      <a:pt x="22" y="6"/>
                    </a:lnTo>
                    <a:lnTo>
                      <a:pt x="24" y="9"/>
                    </a:lnTo>
                    <a:lnTo>
                      <a:pt x="25" y="14"/>
                    </a:lnTo>
                    <a:lnTo>
                      <a:pt x="26" y="15"/>
                    </a:lnTo>
                    <a:lnTo>
                      <a:pt x="26" y="24"/>
                    </a:lnTo>
                    <a:lnTo>
                      <a:pt x="26" y="25"/>
                    </a:lnTo>
                    <a:lnTo>
                      <a:pt x="25" y="28"/>
                    </a:lnTo>
                    <a:lnTo>
                      <a:pt x="21" y="30"/>
                    </a:lnTo>
                    <a:lnTo>
                      <a:pt x="17" y="31"/>
                    </a:lnTo>
                    <a:lnTo>
                      <a:pt x="24" y="31"/>
                    </a:lnTo>
                    <a:lnTo>
                      <a:pt x="25" y="31"/>
                    </a:lnTo>
                    <a:lnTo>
                      <a:pt x="33" y="31"/>
                    </a:lnTo>
                    <a:lnTo>
                      <a:pt x="33" y="28"/>
                    </a:lnTo>
                    <a:lnTo>
                      <a:pt x="33" y="15"/>
                    </a:lnTo>
                    <a:lnTo>
                      <a:pt x="31" y="10"/>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3" name="Group 412">
              <a:extLst>
                <a:ext uri="{FF2B5EF4-FFF2-40B4-BE49-F238E27FC236}">
                  <a16:creationId xmlns:a16="http://schemas.microsoft.com/office/drawing/2014/main" id="{5AEEB13F-7EC9-B911-846B-EC4861C902F3}"/>
                </a:ext>
              </a:extLst>
            </p:cNvPr>
            <p:cNvGrpSpPr>
              <a:grpSpLocks/>
            </p:cNvGrpSpPr>
            <p:nvPr/>
          </p:nvGrpSpPr>
          <p:grpSpPr bwMode="auto">
            <a:xfrm>
              <a:off x="7417" y="5642"/>
              <a:ext cx="31" cy="56"/>
              <a:chOff x="7417" y="5642"/>
              <a:chExt cx="31" cy="56"/>
            </a:xfrm>
          </p:grpSpPr>
          <p:sp>
            <p:nvSpPr>
              <p:cNvPr id="818" name="Freeform 5602">
                <a:extLst>
                  <a:ext uri="{FF2B5EF4-FFF2-40B4-BE49-F238E27FC236}">
                    <a16:creationId xmlns:a16="http://schemas.microsoft.com/office/drawing/2014/main" id="{E0A05C06-3900-5E4A-A1C7-88A59042AA5A}"/>
                  </a:ext>
                </a:extLst>
              </p:cNvPr>
              <p:cNvSpPr>
                <a:spLocks/>
              </p:cNvSpPr>
              <p:nvPr/>
            </p:nvSpPr>
            <p:spPr bwMode="auto">
              <a:xfrm>
                <a:off x="7417" y="5642"/>
                <a:ext cx="31" cy="56"/>
              </a:xfrm>
              <a:custGeom>
                <a:avLst/>
                <a:gdLst>
                  <a:gd name="T0" fmla="+- 0 7420 7417"/>
                  <a:gd name="T1" fmla="*/ T0 w 31"/>
                  <a:gd name="T2" fmla="+- 0 5690 5642"/>
                  <a:gd name="T3" fmla="*/ 5690 h 56"/>
                  <a:gd name="T4" fmla="+- 0 7418 7417"/>
                  <a:gd name="T5" fmla="*/ T4 w 31"/>
                  <a:gd name="T6" fmla="+- 0 5691 5642"/>
                  <a:gd name="T7" fmla="*/ 5691 h 56"/>
                  <a:gd name="T8" fmla="+- 0 7417 7417"/>
                  <a:gd name="T9" fmla="*/ T8 w 31"/>
                  <a:gd name="T10" fmla="+- 0 5693 5642"/>
                  <a:gd name="T11" fmla="*/ 5693 h 56"/>
                  <a:gd name="T12" fmla="+- 0 7419 7417"/>
                  <a:gd name="T13" fmla="*/ T12 w 31"/>
                  <a:gd name="T14" fmla="+- 0 5696 5642"/>
                  <a:gd name="T15" fmla="*/ 5696 h 56"/>
                  <a:gd name="T16" fmla="+- 0 7420 7417"/>
                  <a:gd name="T17" fmla="*/ T16 w 31"/>
                  <a:gd name="T18" fmla="+- 0 5697 5642"/>
                  <a:gd name="T19" fmla="*/ 5697 h 56"/>
                  <a:gd name="T20" fmla="+- 0 7423 7417"/>
                  <a:gd name="T21" fmla="*/ T20 w 31"/>
                  <a:gd name="T22" fmla="+- 0 5697 5642"/>
                  <a:gd name="T23" fmla="*/ 5697 h 56"/>
                  <a:gd name="T24" fmla="+- 0 7434 7417"/>
                  <a:gd name="T25" fmla="*/ T24 w 31"/>
                  <a:gd name="T26" fmla="+- 0 5697 5642"/>
                  <a:gd name="T27" fmla="*/ 5697 h 56"/>
                  <a:gd name="T28" fmla="+- 0 7439 7417"/>
                  <a:gd name="T29" fmla="*/ T28 w 31"/>
                  <a:gd name="T30" fmla="+- 0 5695 5642"/>
                  <a:gd name="T31" fmla="*/ 5695 h 56"/>
                  <a:gd name="T32" fmla="+- 0 7440 7417"/>
                  <a:gd name="T33" fmla="*/ T32 w 31"/>
                  <a:gd name="T34" fmla="+- 0 5694 5642"/>
                  <a:gd name="T35" fmla="*/ 5694 h 56"/>
                  <a:gd name="T36" fmla="+- 0 7432 7417"/>
                  <a:gd name="T37" fmla="*/ T36 w 31"/>
                  <a:gd name="T38" fmla="+- 0 5694 5642"/>
                  <a:gd name="T39" fmla="*/ 5694 h 56"/>
                  <a:gd name="T40" fmla="+- 0 7429 7417"/>
                  <a:gd name="T41" fmla="*/ T40 w 31"/>
                  <a:gd name="T42" fmla="+- 0 5693 5642"/>
                  <a:gd name="T43" fmla="*/ 5693 h 56"/>
                  <a:gd name="T44" fmla="+- 0 7422 7417"/>
                  <a:gd name="T45" fmla="*/ T44 w 31"/>
                  <a:gd name="T46" fmla="+- 0 5690 5642"/>
                  <a:gd name="T47" fmla="*/ 5690 h 56"/>
                  <a:gd name="T48" fmla="+- 0 7420 7417"/>
                  <a:gd name="T49" fmla="*/ T48 w 31"/>
                  <a:gd name="T50" fmla="+- 0 5690 5642"/>
                  <a:gd name="T51" fmla="*/ 569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31" h="56">
                    <a:moveTo>
                      <a:pt x="3" y="48"/>
                    </a:moveTo>
                    <a:lnTo>
                      <a:pt x="1" y="49"/>
                    </a:lnTo>
                    <a:lnTo>
                      <a:pt x="0" y="51"/>
                    </a:lnTo>
                    <a:lnTo>
                      <a:pt x="2" y="54"/>
                    </a:lnTo>
                    <a:lnTo>
                      <a:pt x="3" y="55"/>
                    </a:lnTo>
                    <a:lnTo>
                      <a:pt x="6" y="55"/>
                    </a:lnTo>
                    <a:lnTo>
                      <a:pt x="17" y="55"/>
                    </a:lnTo>
                    <a:lnTo>
                      <a:pt x="22" y="53"/>
                    </a:lnTo>
                    <a:lnTo>
                      <a:pt x="23" y="52"/>
                    </a:lnTo>
                    <a:lnTo>
                      <a:pt x="15" y="52"/>
                    </a:lnTo>
                    <a:lnTo>
                      <a:pt x="12" y="51"/>
                    </a:lnTo>
                    <a:lnTo>
                      <a:pt x="5" y="48"/>
                    </a:lnTo>
                    <a:lnTo>
                      <a:pt x="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9" name="Freeform 5603">
                <a:extLst>
                  <a:ext uri="{FF2B5EF4-FFF2-40B4-BE49-F238E27FC236}">
                    <a16:creationId xmlns:a16="http://schemas.microsoft.com/office/drawing/2014/main" id="{118F7609-F65F-637D-99A8-DE15C30D40B6}"/>
                  </a:ext>
                </a:extLst>
              </p:cNvPr>
              <p:cNvSpPr>
                <a:spLocks/>
              </p:cNvSpPr>
              <p:nvPr/>
            </p:nvSpPr>
            <p:spPr bwMode="auto">
              <a:xfrm>
                <a:off x="7417" y="5642"/>
                <a:ext cx="31" cy="56"/>
              </a:xfrm>
              <a:custGeom>
                <a:avLst/>
                <a:gdLst>
                  <a:gd name="T0" fmla="+- 0 7443 7417"/>
                  <a:gd name="T1" fmla="*/ T0 w 31"/>
                  <a:gd name="T2" fmla="+- 0 5647 5642"/>
                  <a:gd name="T3" fmla="*/ 5647 h 56"/>
                  <a:gd name="T4" fmla="+- 0 7432 7417"/>
                  <a:gd name="T5" fmla="*/ T4 w 31"/>
                  <a:gd name="T6" fmla="+- 0 5647 5642"/>
                  <a:gd name="T7" fmla="*/ 5647 h 56"/>
                  <a:gd name="T8" fmla="+- 0 7434 7417"/>
                  <a:gd name="T9" fmla="*/ T8 w 31"/>
                  <a:gd name="T10" fmla="+- 0 5648 5642"/>
                  <a:gd name="T11" fmla="*/ 5648 h 56"/>
                  <a:gd name="T12" fmla="+- 0 7438 7417"/>
                  <a:gd name="T13" fmla="*/ T12 w 31"/>
                  <a:gd name="T14" fmla="+- 0 5651 5642"/>
                  <a:gd name="T15" fmla="*/ 5651 h 56"/>
                  <a:gd name="T16" fmla="+- 0 7438 7417"/>
                  <a:gd name="T17" fmla="*/ T16 w 31"/>
                  <a:gd name="T18" fmla="+- 0 5653 5642"/>
                  <a:gd name="T19" fmla="*/ 5653 h 56"/>
                  <a:gd name="T20" fmla="+- 0 7438 7417"/>
                  <a:gd name="T21" fmla="*/ T20 w 31"/>
                  <a:gd name="T22" fmla="+- 0 5658 5642"/>
                  <a:gd name="T23" fmla="*/ 5658 h 56"/>
                  <a:gd name="T24" fmla="+- 0 7438 7417"/>
                  <a:gd name="T25" fmla="*/ T24 w 31"/>
                  <a:gd name="T26" fmla="+- 0 5660 5642"/>
                  <a:gd name="T27" fmla="*/ 5660 h 56"/>
                  <a:gd name="T28" fmla="+- 0 7426 7417"/>
                  <a:gd name="T29" fmla="*/ T28 w 31"/>
                  <a:gd name="T30" fmla="+- 0 5669 5642"/>
                  <a:gd name="T31" fmla="*/ 5669 h 56"/>
                  <a:gd name="T32" fmla="+- 0 7426 7417"/>
                  <a:gd name="T33" fmla="*/ T32 w 31"/>
                  <a:gd name="T34" fmla="+- 0 5670 5642"/>
                  <a:gd name="T35" fmla="*/ 5670 h 56"/>
                  <a:gd name="T36" fmla="+- 0 7430 7417"/>
                  <a:gd name="T37" fmla="*/ T36 w 31"/>
                  <a:gd name="T38" fmla="+- 0 5670 5642"/>
                  <a:gd name="T39" fmla="*/ 5670 h 56"/>
                  <a:gd name="T40" fmla="+- 0 7432 7417"/>
                  <a:gd name="T41" fmla="*/ T40 w 31"/>
                  <a:gd name="T42" fmla="+- 0 5670 5642"/>
                  <a:gd name="T43" fmla="*/ 5670 h 56"/>
                  <a:gd name="T44" fmla="+- 0 7442 7417"/>
                  <a:gd name="T45" fmla="*/ T44 w 31"/>
                  <a:gd name="T46" fmla="+- 0 5681 5642"/>
                  <a:gd name="T47" fmla="*/ 5681 h 56"/>
                  <a:gd name="T48" fmla="+- 0 7442 7417"/>
                  <a:gd name="T49" fmla="*/ T48 w 31"/>
                  <a:gd name="T50" fmla="+- 0 5686 5642"/>
                  <a:gd name="T51" fmla="*/ 5686 h 56"/>
                  <a:gd name="T52" fmla="+- 0 7441 7417"/>
                  <a:gd name="T53" fmla="*/ T52 w 31"/>
                  <a:gd name="T54" fmla="+- 0 5689 5642"/>
                  <a:gd name="T55" fmla="*/ 5689 h 56"/>
                  <a:gd name="T56" fmla="+- 0 7437 7417"/>
                  <a:gd name="T57" fmla="*/ T56 w 31"/>
                  <a:gd name="T58" fmla="+- 0 5693 5642"/>
                  <a:gd name="T59" fmla="*/ 5693 h 56"/>
                  <a:gd name="T60" fmla="+- 0 7434 7417"/>
                  <a:gd name="T61" fmla="*/ T60 w 31"/>
                  <a:gd name="T62" fmla="+- 0 5694 5642"/>
                  <a:gd name="T63" fmla="*/ 5694 h 56"/>
                  <a:gd name="T64" fmla="+- 0 7440 7417"/>
                  <a:gd name="T65" fmla="*/ T64 w 31"/>
                  <a:gd name="T66" fmla="+- 0 5694 5642"/>
                  <a:gd name="T67" fmla="*/ 5694 h 56"/>
                  <a:gd name="T68" fmla="+- 0 7446 7417"/>
                  <a:gd name="T69" fmla="*/ T68 w 31"/>
                  <a:gd name="T70" fmla="+- 0 5687 5642"/>
                  <a:gd name="T71" fmla="*/ 5687 h 56"/>
                  <a:gd name="T72" fmla="+- 0 7448 7417"/>
                  <a:gd name="T73" fmla="*/ T72 w 31"/>
                  <a:gd name="T74" fmla="+- 0 5683 5642"/>
                  <a:gd name="T75" fmla="*/ 5683 h 56"/>
                  <a:gd name="T76" fmla="+- 0 7448 7417"/>
                  <a:gd name="T77" fmla="*/ T76 w 31"/>
                  <a:gd name="T78" fmla="+- 0 5675 5642"/>
                  <a:gd name="T79" fmla="*/ 5675 h 56"/>
                  <a:gd name="T80" fmla="+- 0 7447 7417"/>
                  <a:gd name="T81" fmla="*/ T80 w 31"/>
                  <a:gd name="T82" fmla="+- 0 5673 5642"/>
                  <a:gd name="T83" fmla="*/ 5673 h 56"/>
                  <a:gd name="T84" fmla="+- 0 7443 7417"/>
                  <a:gd name="T85" fmla="*/ T84 w 31"/>
                  <a:gd name="T86" fmla="+- 0 5668 5642"/>
                  <a:gd name="T87" fmla="*/ 5668 h 56"/>
                  <a:gd name="T88" fmla="+- 0 7441 7417"/>
                  <a:gd name="T89" fmla="*/ T88 w 31"/>
                  <a:gd name="T90" fmla="+- 0 5666 5642"/>
                  <a:gd name="T91" fmla="*/ 5666 h 56"/>
                  <a:gd name="T92" fmla="+- 0 7438 7417"/>
                  <a:gd name="T93" fmla="*/ T92 w 31"/>
                  <a:gd name="T94" fmla="+- 0 5665 5642"/>
                  <a:gd name="T95" fmla="*/ 5665 h 56"/>
                  <a:gd name="T96" fmla="+- 0 7442 7417"/>
                  <a:gd name="T97" fmla="*/ T96 w 31"/>
                  <a:gd name="T98" fmla="+- 0 5660 5642"/>
                  <a:gd name="T99" fmla="*/ 5660 h 56"/>
                  <a:gd name="T100" fmla="+- 0 7445 7417"/>
                  <a:gd name="T101" fmla="*/ T100 w 31"/>
                  <a:gd name="T102" fmla="+- 0 5656 5642"/>
                  <a:gd name="T103" fmla="*/ 5656 h 56"/>
                  <a:gd name="T104" fmla="+- 0 7445 7417"/>
                  <a:gd name="T105" fmla="*/ T104 w 31"/>
                  <a:gd name="T106" fmla="+- 0 5650 5642"/>
                  <a:gd name="T107" fmla="*/ 5650 h 56"/>
                  <a:gd name="T108" fmla="+- 0 7444 7417"/>
                  <a:gd name="T109" fmla="*/ T108 w 31"/>
                  <a:gd name="T110" fmla="+- 0 5648 5642"/>
                  <a:gd name="T111" fmla="*/ 5648 h 56"/>
                  <a:gd name="T112" fmla="+- 0 7443 7417"/>
                  <a:gd name="T113" fmla="*/ T112 w 31"/>
                  <a:gd name="T114" fmla="+- 0 5647 5642"/>
                  <a:gd name="T115" fmla="*/ 564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Lst>
                <a:rect l="0" t="0" r="r" b="b"/>
                <a:pathLst>
                  <a:path w="31" h="56">
                    <a:moveTo>
                      <a:pt x="26" y="5"/>
                    </a:moveTo>
                    <a:lnTo>
                      <a:pt x="15" y="5"/>
                    </a:lnTo>
                    <a:lnTo>
                      <a:pt x="17" y="6"/>
                    </a:lnTo>
                    <a:lnTo>
                      <a:pt x="21" y="9"/>
                    </a:lnTo>
                    <a:lnTo>
                      <a:pt x="21" y="11"/>
                    </a:lnTo>
                    <a:lnTo>
                      <a:pt x="21" y="16"/>
                    </a:lnTo>
                    <a:lnTo>
                      <a:pt x="21" y="18"/>
                    </a:lnTo>
                    <a:lnTo>
                      <a:pt x="9" y="27"/>
                    </a:lnTo>
                    <a:lnTo>
                      <a:pt x="9" y="28"/>
                    </a:lnTo>
                    <a:lnTo>
                      <a:pt x="13" y="28"/>
                    </a:lnTo>
                    <a:lnTo>
                      <a:pt x="15" y="28"/>
                    </a:lnTo>
                    <a:lnTo>
                      <a:pt x="25" y="39"/>
                    </a:lnTo>
                    <a:lnTo>
                      <a:pt x="25" y="44"/>
                    </a:lnTo>
                    <a:lnTo>
                      <a:pt x="24" y="47"/>
                    </a:lnTo>
                    <a:lnTo>
                      <a:pt x="20" y="51"/>
                    </a:lnTo>
                    <a:lnTo>
                      <a:pt x="17" y="52"/>
                    </a:lnTo>
                    <a:lnTo>
                      <a:pt x="23" y="52"/>
                    </a:lnTo>
                    <a:lnTo>
                      <a:pt x="29" y="45"/>
                    </a:lnTo>
                    <a:lnTo>
                      <a:pt x="31" y="41"/>
                    </a:lnTo>
                    <a:lnTo>
                      <a:pt x="31" y="33"/>
                    </a:lnTo>
                    <a:lnTo>
                      <a:pt x="30" y="31"/>
                    </a:lnTo>
                    <a:lnTo>
                      <a:pt x="26" y="26"/>
                    </a:lnTo>
                    <a:lnTo>
                      <a:pt x="24" y="24"/>
                    </a:lnTo>
                    <a:lnTo>
                      <a:pt x="21" y="23"/>
                    </a:lnTo>
                    <a:lnTo>
                      <a:pt x="25" y="18"/>
                    </a:lnTo>
                    <a:lnTo>
                      <a:pt x="28" y="14"/>
                    </a:lnTo>
                    <a:lnTo>
                      <a:pt x="28" y="8"/>
                    </a:lnTo>
                    <a:lnTo>
                      <a:pt x="27" y="6"/>
                    </a:lnTo>
                    <a:lnTo>
                      <a:pt x="2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20" name="Freeform 5604">
                <a:extLst>
                  <a:ext uri="{FF2B5EF4-FFF2-40B4-BE49-F238E27FC236}">
                    <a16:creationId xmlns:a16="http://schemas.microsoft.com/office/drawing/2014/main" id="{19C6CB27-E9E1-05BA-8E07-193EAF0B1024}"/>
                  </a:ext>
                </a:extLst>
              </p:cNvPr>
              <p:cNvSpPr>
                <a:spLocks/>
              </p:cNvSpPr>
              <p:nvPr/>
            </p:nvSpPr>
            <p:spPr bwMode="auto">
              <a:xfrm>
                <a:off x="7417" y="5642"/>
                <a:ext cx="31" cy="56"/>
              </a:xfrm>
              <a:custGeom>
                <a:avLst/>
                <a:gdLst>
                  <a:gd name="T0" fmla="+- 0 7437 7417"/>
                  <a:gd name="T1" fmla="*/ T0 w 31"/>
                  <a:gd name="T2" fmla="+- 0 5642 5642"/>
                  <a:gd name="T3" fmla="*/ 5642 h 56"/>
                  <a:gd name="T4" fmla="+- 0 7429 7417"/>
                  <a:gd name="T5" fmla="*/ T4 w 31"/>
                  <a:gd name="T6" fmla="+- 0 5642 5642"/>
                  <a:gd name="T7" fmla="*/ 5642 h 56"/>
                  <a:gd name="T8" fmla="+- 0 7426 7417"/>
                  <a:gd name="T9" fmla="*/ T8 w 31"/>
                  <a:gd name="T10" fmla="+- 0 5643 5642"/>
                  <a:gd name="T11" fmla="*/ 5643 h 56"/>
                  <a:gd name="T12" fmla="+- 0 7422 7417"/>
                  <a:gd name="T13" fmla="*/ T12 w 31"/>
                  <a:gd name="T14" fmla="+- 0 5647 5642"/>
                  <a:gd name="T15" fmla="*/ 5647 h 56"/>
                  <a:gd name="T16" fmla="+- 0 7420 7417"/>
                  <a:gd name="T17" fmla="*/ T16 w 31"/>
                  <a:gd name="T18" fmla="+- 0 5649 5642"/>
                  <a:gd name="T19" fmla="*/ 5649 h 56"/>
                  <a:gd name="T20" fmla="+- 0 7418 7417"/>
                  <a:gd name="T21" fmla="*/ T20 w 31"/>
                  <a:gd name="T22" fmla="+- 0 5653 5642"/>
                  <a:gd name="T23" fmla="*/ 5653 h 56"/>
                  <a:gd name="T24" fmla="+- 0 7419 7417"/>
                  <a:gd name="T25" fmla="*/ T24 w 31"/>
                  <a:gd name="T26" fmla="+- 0 5654 5642"/>
                  <a:gd name="T27" fmla="*/ 5654 h 56"/>
                  <a:gd name="T28" fmla="+- 0 7422 7417"/>
                  <a:gd name="T29" fmla="*/ T28 w 31"/>
                  <a:gd name="T30" fmla="+- 0 5649 5642"/>
                  <a:gd name="T31" fmla="*/ 5649 h 56"/>
                  <a:gd name="T32" fmla="+- 0 7425 7417"/>
                  <a:gd name="T33" fmla="*/ T32 w 31"/>
                  <a:gd name="T34" fmla="+- 0 5647 5642"/>
                  <a:gd name="T35" fmla="*/ 5647 h 56"/>
                  <a:gd name="T36" fmla="+- 0 7443 7417"/>
                  <a:gd name="T37" fmla="*/ T36 w 31"/>
                  <a:gd name="T38" fmla="+- 0 5647 5642"/>
                  <a:gd name="T39" fmla="*/ 5647 h 56"/>
                  <a:gd name="T40" fmla="+- 0 7440 7417"/>
                  <a:gd name="T41" fmla="*/ T40 w 31"/>
                  <a:gd name="T42" fmla="+- 0 5643 5642"/>
                  <a:gd name="T43" fmla="*/ 5643 h 56"/>
                  <a:gd name="T44" fmla="+- 0 7437 7417"/>
                  <a:gd name="T45" fmla="*/ T44 w 31"/>
                  <a:gd name="T46" fmla="+- 0 5642 5642"/>
                  <a:gd name="T47"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31" h="56">
                    <a:moveTo>
                      <a:pt x="20" y="0"/>
                    </a:moveTo>
                    <a:lnTo>
                      <a:pt x="12" y="0"/>
                    </a:lnTo>
                    <a:lnTo>
                      <a:pt x="9" y="1"/>
                    </a:lnTo>
                    <a:lnTo>
                      <a:pt x="5" y="5"/>
                    </a:lnTo>
                    <a:lnTo>
                      <a:pt x="3" y="7"/>
                    </a:lnTo>
                    <a:lnTo>
                      <a:pt x="1" y="11"/>
                    </a:lnTo>
                    <a:lnTo>
                      <a:pt x="2" y="12"/>
                    </a:lnTo>
                    <a:lnTo>
                      <a:pt x="5" y="7"/>
                    </a:lnTo>
                    <a:lnTo>
                      <a:pt x="8" y="5"/>
                    </a:lnTo>
                    <a:lnTo>
                      <a:pt x="26" y="5"/>
                    </a:lnTo>
                    <a:lnTo>
                      <a:pt x="23" y="1"/>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4" name="Group 413">
              <a:extLst>
                <a:ext uri="{FF2B5EF4-FFF2-40B4-BE49-F238E27FC236}">
                  <a16:creationId xmlns:a16="http://schemas.microsoft.com/office/drawing/2014/main" id="{861B55EB-DF39-4FF2-5D59-F87E93A0679F}"/>
                </a:ext>
              </a:extLst>
            </p:cNvPr>
            <p:cNvGrpSpPr>
              <a:grpSpLocks/>
            </p:cNvGrpSpPr>
            <p:nvPr/>
          </p:nvGrpSpPr>
          <p:grpSpPr bwMode="auto">
            <a:xfrm>
              <a:off x="7874" y="5642"/>
              <a:ext cx="34" cy="56"/>
              <a:chOff x="7874" y="5642"/>
              <a:chExt cx="34" cy="56"/>
            </a:xfrm>
          </p:grpSpPr>
          <p:sp>
            <p:nvSpPr>
              <p:cNvPr id="815" name="Freeform 5606">
                <a:extLst>
                  <a:ext uri="{FF2B5EF4-FFF2-40B4-BE49-F238E27FC236}">
                    <a16:creationId xmlns:a16="http://schemas.microsoft.com/office/drawing/2014/main" id="{AA6C02DC-EFCE-5C58-C772-2A525170FDC4}"/>
                  </a:ext>
                </a:extLst>
              </p:cNvPr>
              <p:cNvSpPr>
                <a:spLocks/>
              </p:cNvSpPr>
              <p:nvPr/>
            </p:nvSpPr>
            <p:spPr bwMode="auto">
              <a:xfrm>
                <a:off x="7874" y="5642"/>
                <a:ext cx="34" cy="56"/>
              </a:xfrm>
              <a:custGeom>
                <a:avLst/>
                <a:gdLst>
                  <a:gd name="T0" fmla="+- 0 7906 7874"/>
                  <a:gd name="T1" fmla="*/ T0 w 34"/>
                  <a:gd name="T2" fmla="+- 0 5642 5642"/>
                  <a:gd name="T3" fmla="*/ 5642 h 56"/>
                  <a:gd name="T4" fmla="+- 0 7901 7874"/>
                  <a:gd name="T5" fmla="*/ T4 w 34"/>
                  <a:gd name="T6" fmla="+- 0 5642 5642"/>
                  <a:gd name="T7" fmla="*/ 5642 h 56"/>
                  <a:gd name="T8" fmla="+- 0 7898 7874"/>
                  <a:gd name="T9" fmla="*/ T8 w 34"/>
                  <a:gd name="T10" fmla="+- 0 5642 5642"/>
                  <a:gd name="T11" fmla="*/ 5642 h 56"/>
                  <a:gd name="T12" fmla="+- 0 7874 7874"/>
                  <a:gd name="T13" fmla="*/ T12 w 34"/>
                  <a:gd name="T14" fmla="+- 0 5683 5642"/>
                  <a:gd name="T15" fmla="*/ 5683 h 56"/>
                  <a:gd name="T16" fmla="+- 0 7876 7874"/>
                  <a:gd name="T17" fmla="*/ T16 w 34"/>
                  <a:gd name="T18" fmla="+- 0 5689 5642"/>
                  <a:gd name="T19" fmla="*/ 5689 h 56"/>
                  <a:gd name="T20" fmla="+- 0 7884 7874"/>
                  <a:gd name="T21" fmla="*/ T20 w 34"/>
                  <a:gd name="T22" fmla="+- 0 5696 5642"/>
                  <a:gd name="T23" fmla="*/ 5696 h 56"/>
                  <a:gd name="T24" fmla="+- 0 7887 7874"/>
                  <a:gd name="T25" fmla="*/ T24 w 34"/>
                  <a:gd name="T26" fmla="+- 0 5697 5642"/>
                  <a:gd name="T27" fmla="*/ 5697 h 56"/>
                  <a:gd name="T28" fmla="+- 0 7896 7874"/>
                  <a:gd name="T29" fmla="*/ T28 w 34"/>
                  <a:gd name="T30" fmla="+- 0 5697 5642"/>
                  <a:gd name="T31" fmla="*/ 5697 h 56"/>
                  <a:gd name="T32" fmla="+- 0 7900 7874"/>
                  <a:gd name="T33" fmla="*/ T32 w 34"/>
                  <a:gd name="T34" fmla="+- 0 5695 5642"/>
                  <a:gd name="T35" fmla="*/ 5695 h 56"/>
                  <a:gd name="T36" fmla="+- 0 7890 7874"/>
                  <a:gd name="T37" fmla="*/ T36 w 34"/>
                  <a:gd name="T38" fmla="+- 0 5695 5642"/>
                  <a:gd name="T39" fmla="*/ 5695 h 56"/>
                  <a:gd name="T40" fmla="+- 0 7888 7874"/>
                  <a:gd name="T41" fmla="*/ T40 w 34"/>
                  <a:gd name="T42" fmla="+- 0 5694 5642"/>
                  <a:gd name="T43" fmla="*/ 5694 h 56"/>
                  <a:gd name="T44" fmla="+- 0 7885 7874"/>
                  <a:gd name="T45" fmla="*/ T44 w 34"/>
                  <a:gd name="T46" fmla="+- 0 5691 5642"/>
                  <a:gd name="T47" fmla="*/ 5691 h 56"/>
                  <a:gd name="T48" fmla="+- 0 7884 7874"/>
                  <a:gd name="T49" fmla="*/ T48 w 34"/>
                  <a:gd name="T50" fmla="+- 0 5689 5642"/>
                  <a:gd name="T51" fmla="*/ 5689 h 56"/>
                  <a:gd name="T52" fmla="+- 0 7882 7874"/>
                  <a:gd name="T53" fmla="*/ T52 w 34"/>
                  <a:gd name="T54" fmla="+- 0 5683 5642"/>
                  <a:gd name="T55" fmla="*/ 5683 h 56"/>
                  <a:gd name="T56" fmla="+- 0 7881 7874"/>
                  <a:gd name="T57" fmla="*/ T56 w 34"/>
                  <a:gd name="T58" fmla="+- 0 5680 5642"/>
                  <a:gd name="T59" fmla="*/ 5680 h 56"/>
                  <a:gd name="T60" fmla="+- 0 7881 7874"/>
                  <a:gd name="T61" fmla="*/ T60 w 34"/>
                  <a:gd name="T62" fmla="+- 0 5674 5642"/>
                  <a:gd name="T63" fmla="*/ 5674 h 56"/>
                  <a:gd name="T64" fmla="+- 0 7888 7874"/>
                  <a:gd name="T65" fmla="*/ T64 w 34"/>
                  <a:gd name="T66" fmla="+- 0 5666 5642"/>
                  <a:gd name="T67" fmla="*/ 5666 h 56"/>
                  <a:gd name="T68" fmla="+- 0 7883 7874"/>
                  <a:gd name="T69" fmla="*/ T68 w 34"/>
                  <a:gd name="T70" fmla="+- 0 5666 5642"/>
                  <a:gd name="T71" fmla="*/ 5666 h 56"/>
                  <a:gd name="T72" fmla="+- 0 7884 7874"/>
                  <a:gd name="T73" fmla="*/ T72 w 34"/>
                  <a:gd name="T74" fmla="+- 0 5663 5642"/>
                  <a:gd name="T75" fmla="*/ 5663 h 56"/>
                  <a:gd name="T76" fmla="+- 0 7885 7874"/>
                  <a:gd name="T77" fmla="*/ T76 w 34"/>
                  <a:gd name="T78" fmla="+- 0 5660 5642"/>
                  <a:gd name="T79" fmla="*/ 5660 h 56"/>
                  <a:gd name="T80" fmla="+- 0 7886 7874"/>
                  <a:gd name="T81" fmla="*/ T80 w 34"/>
                  <a:gd name="T82" fmla="+- 0 5657 5642"/>
                  <a:gd name="T83" fmla="*/ 5657 h 56"/>
                  <a:gd name="T84" fmla="+- 0 7887 7874"/>
                  <a:gd name="T85" fmla="*/ T84 w 34"/>
                  <a:gd name="T86" fmla="+- 0 5655 5642"/>
                  <a:gd name="T87" fmla="*/ 5655 h 56"/>
                  <a:gd name="T88" fmla="+- 0 7906 7874"/>
                  <a:gd name="T89" fmla="*/ T88 w 34"/>
                  <a:gd name="T90" fmla="+- 0 5643 5642"/>
                  <a:gd name="T91" fmla="*/ 5643 h 56"/>
                  <a:gd name="T92" fmla="+- 0 7906 7874"/>
                  <a:gd name="T93" fmla="*/ T92 w 34"/>
                  <a:gd name="T94" fmla="+- 0 5642 5642"/>
                  <a:gd name="T95"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4" h="56">
                    <a:moveTo>
                      <a:pt x="32" y="0"/>
                    </a:moveTo>
                    <a:lnTo>
                      <a:pt x="27" y="0"/>
                    </a:lnTo>
                    <a:lnTo>
                      <a:pt x="24" y="0"/>
                    </a:lnTo>
                    <a:lnTo>
                      <a:pt x="0" y="41"/>
                    </a:lnTo>
                    <a:lnTo>
                      <a:pt x="2" y="47"/>
                    </a:lnTo>
                    <a:lnTo>
                      <a:pt x="10" y="54"/>
                    </a:lnTo>
                    <a:lnTo>
                      <a:pt x="13" y="55"/>
                    </a:lnTo>
                    <a:lnTo>
                      <a:pt x="22" y="55"/>
                    </a:lnTo>
                    <a:lnTo>
                      <a:pt x="26" y="53"/>
                    </a:lnTo>
                    <a:lnTo>
                      <a:pt x="16" y="53"/>
                    </a:lnTo>
                    <a:lnTo>
                      <a:pt x="14" y="52"/>
                    </a:lnTo>
                    <a:lnTo>
                      <a:pt x="11" y="49"/>
                    </a:lnTo>
                    <a:lnTo>
                      <a:pt x="10" y="47"/>
                    </a:lnTo>
                    <a:lnTo>
                      <a:pt x="8" y="41"/>
                    </a:lnTo>
                    <a:lnTo>
                      <a:pt x="7" y="38"/>
                    </a:lnTo>
                    <a:lnTo>
                      <a:pt x="7" y="32"/>
                    </a:lnTo>
                    <a:lnTo>
                      <a:pt x="14" y="24"/>
                    </a:lnTo>
                    <a:lnTo>
                      <a:pt x="9" y="24"/>
                    </a:lnTo>
                    <a:lnTo>
                      <a:pt x="10" y="21"/>
                    </a:lnTo>
                    <a:lnTo>
                      <a:pt x="11" y="18"/>
                    </a:lnTo>
                    <a:lnTo>
                      <a:pt x="12" y="15"/>
                    </a:lnTo>
                    <a:lnTo>
                      <a:pt x="13" y="13"/>
                    </a:lnTo>
                    <a:lnTo>
                      <a:pt x="32" y="1"/>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6" name="Freeform 5607">
                <a:extLst>
                  <a:ext uri="{FF2B5EF4-FFF2-40B4-BE49-F238E27FC236}">
                    <a16:creationId xmlns:a16="http://schemas.microsoft.com/office/drawing/2014/main" id="{99AB717A-ABF5-9DF3-245E-27FE8422C72C}"/>
                  </a:ext>
                </a:extLst>
              </p:cNvPr>
              <p:cNvSpPr>
                <a:spLocks/>
              </p:cNvSpPr>
              <p:nvPr/>
            </p:nvSpPr>
            <p:spPr bwMode="auto">
              <a:xfrm>
                <a:off x="7874" y="5642"/>
                <a:ext cx="34" cy="56"/>
              </a:xfrm>
              <a:custGeom>
                <a:avLst/>
                <a:gdLst>
                  <a:gd name="T0" fmla="+- 0 7903 7874"/>
                  <a:gd name="T1" fmla="*/ T0 w 34"/>
                  <a:gd name="T2" fmla="+- 0 5666 5642"/>
                  <a:gd name="T3" fmla="*/ 5666 h 56"/>
                  <a:gd name="T4" fmla="+- 0 7893 7874"/>
                  <a:gd name="T5" fmla="*/ T4 w 34"/>
                  <a:gd name="T6" fmla="+- 0 5666 5642"/>
                  <a:gd name="T7" fmla="*/ 5666 h 56"/>
                  <a:gd name="T8" fmla="+- 0 7896 7874"/>
                  <a:gd name="T9" fmla="*/ T8 w 34"/>
                  <a:gd name="T10" fmla="+- 0 5668 5642"/>
                  <a:gd name="T11" fmla="*/ 5668 h 56"/>
                  <a:gd name="T12" fmla="+- 0 7899 7874"/>
                  <a:gd name="T13" fmla="*/ T12 w 34"/>
                  <a:gd name="T14" fmla="+- 0 5674 5642"/>
                  <a:gd name="T15" fmla="*/ 5674 h 56"/>
                  <a:gd name="T16" fmla="+- 0 7900 7874"/>
                  <a:gd name="T17" fmla="*/ T16 w 34"/>
                  <a:gd name="T18" fmla="+- 0 5678 5642"/>
                  <a:gd name="T19" fmla="*/ 5678 h 56"/>
                  <a:gd name="T20" fmla="+- 0 7900 7874"/>
                  <a:gd name="T21" fmla="*/ T20 w 34"/>
                  <a:gd name="T22" fmla="+- 0 5687 5642"/>
                  <a:gd name="T23" fmla="*/ 5687 h 56"/>
                  <a:gd name="T24" fmla="+- 0 7899 7874"/>
                  <a:gd name="T25" fmla="*/ T24 w 34"/>
                  <a:gd name="T26" fmla="+- 0 5690 5642"/>
                  <a:gd name="T27" fmla="*/ 5690 h 56"/>
                  <a:gd name="T28" fmla="+- 0 7896 7874"/>
                  <a:gd name="T29" fmla="*/ T28 w 34"/>
                  <a:gd name="T30" fmla="+- 0 5694 5642"/>
                  <a:gd name="T31" fmla="*/ 5694 h 56"/>
                  <a:gd name="T32" fmla="+- 0 7894 7874"/>
                  <a:gd name="T33" fmla="*/ T32 w 34"/>
                  <a:gd name="T34" fmla="+- 0 5695 5642"/>
                  <a:gd name="T35" fmla="*/ 5695 h 56"/>
                  <a:gd name="T36" fmla="+- 0 7900 7874"/>
                  <a:gd name="T37" fmla="*/ T36 w 34"/>
                  <a:gd name="T38" fmla="+- 0 5695 5642"/>
                  <a:gd name="T39" fmla="*/ 5695 h 56"/>
                  <a:gd name="T40" fmla="+- 0 7906 7874"/>
                  <a:gd name="T41" fmla="*/ T40 w 34"/>
                  <a:gd name="T42" fmla="+- 0 5687 5642"/>
                  <a:gd name="T43" fmla="*/ 5687 h 56"/>
                  <a:gd name="T44" fmla="+- 0 7907 7874"/>
                  <a:gd name="T45" fmla="*/ T44 w 34"/>
                  <a:gd name="T46" fmla="+- 0 5683 5642"/>
                  <a:gd name="T47" fmla="*/ 5683 h 56"/>
                  <a:gd name="T48" fmla="+- 0 7907 7874"/>
                  <a:gd name="T49" fmla="*/ T48 w 34"/>
                  <a:gd name="T50" fmla="+- 0 5674 5642"/>
                  <a:gd name="T51" fmla="*/ 5674 h 56"/>
                  <a:gd name="T52" fmla="+- 0 7906 7874"/>
                  <a:gd name="T53" fmla="*/ T52 w 34"/>
                  <a:gd name="T54" fmla="+- 0 5670 5642"/>
                  <a:gd name="T55" fmla="*/ 5670 h 56"/>
                  <a:gd name="T56" fmla="+- 0 7903 7874"/>
                  <a:gd name="T57" fmla="*/ T56 w 34"/>
                  <a:gd name="T58" fmla="+- 0 5666 5642"/>
                  <a:gd name="T59" fmla="*/ 566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4" h="56">
                    <a:moveTo>
                      <a:pt x="29" y="24"/>
                    </a:moveTo>
                    <a:lnTo>
                      <a:pt x="19" y="24"/>
                    </a:lnTo>
                    <a:lnTo>
                      <a:pt x="22" y="26"/>
                    </a:lnTo>
                    <a:lnTo>
                      <a:pt x="25" y="32"/>
                    </a:lnTo>
                    <a:lnTo>
                      <a:pt x="26" y="36"/>
                    </a:lnTo>
                    <a:lnTo>
                      <a:pt x="26" y="45"/>
                    </a:lnTo>
                    <a:lnTo>
                      <a:pt x="25" y="48"/>
                    </a:lnTo>
                    <a:lnTo>
                      <a:pt x="22" y="52"/>
                    </a:lnTo>
                    <a:lnTo>
                      <a:pt x="20" y="53"/>
                    </a:lnTo>
                    <a:lnTo>
                      <a:pt x="26" y="53"/>
                    </a:lnTo>
                    <a:lnTo>
                      <a:pt x="32" y="45"/>
                    </a:lnTo>
                    <a:lnTo>
                      <a:pt x="33" y="41"/>
                    </a:lnTo>
                    <a:lnTo>
                      <a:pt x="33" y="32"/>
                    </a:lnTo>
                    <a:lnTo>
                      <a:pt x="32" y="28"/>
                    </a:lnTo>
                    <a:lnTo>
                      <a:pt x="2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7" name="Freeform 5608">
                <a:extLst>
                  <a:ext uri="{FF2B5EF4-FFF2-40B4-BE49-F238E27FC236}">
                    <a16:creationId xmlns:a16="http://schemas.microsoft.com/office/drawing/2014/main" id="{239C325C-3233-403D-B839-194B5912AA3A}"/>
                  </a:ext>
                </a:extLst>
              </p:cNvPr>
              <p:cNvSpPr>
                <a:spLocks/>
              </p:cNvSpPr>
              <p:nvPr/>
            </p:nvSpPr>
            <p:spPr bwMode="auto">
              <a:xfrm>
                <a:off x="7874" y="5642"/>
                <a:ext cx="34" cy="56"/>
              </a:xfrm>
              <a:custGeom>
                <a:avLst/>
                <a:gdLst>
                  <a:gd name="T0" fmla="+- 0 7898 7874"/>
                  <a:gd name="T1" fmla="*/ T0 w 34"/>
                  <a:gd name="T2" fmla="+- 0 5663 5642"/>
                  <a:gd name="T3" fmla="*/ 5663 h 56"/>
                  <a:gd name="T4" fmla="+- 0 7890 7874"/>
                  <a:gd name="T5" fmla="*/ T4 w 34"/>
                  <a:gd name="T6" fmla="+- 0 5663 5642"/>
                  <a:gd name="T7" fmla="*/ 5663 h 56"/>
                  <a:gd name="T8" fmla="+- 0 7886 7874"/>
                  <a:gd name="T9" fmla="*/ T8 w 34"/>
                  <a:gd name="T10" fmla="+- 0 5664 5642"/>
                  <a:gd name="T11" fmla="*/ 5664 h 56"/>
                  <a:gd name="T12" fmla="+- 0 7883 7874"/>
                  <a:gd name="T13" fmla="*/ T12 w 34"/>
                  <a:gd name="T14" fmla="+- 0 5666 5642"/>
                  <a:gd name="T15" fmla="*/ 5666 h 56"/>
                  <a:gd name="T16" fmla="+- 0 7888 7874"/>
                  <a:gd name="T17" fmla="*/ T16 w 34"/>
                  <a:gd name="T18" fmla="+- 0 5666 5642"/>
                  <a:gd name="T19" fmla="*/ 5666 h 56"/>
                  <a:gd name="T20" fmla="+- 0 7890 7874"/>
                  <a:gd name="T21" fmla="*/ T20 w 34"/>
                  <a:gd name="T22" fmla="+- 0 5666 5642"/>
                  <a:gd name="T23" fmla="*/ 5666 h 56"/>
                  <a:gd name="T24" fmla="+- 0 7903 7874"/>
                  <a:gd name="T25" fmla="*/ T24 w 34"/>
                  <a:gd name="T26" fmla="+- 0 5666 5642"/>
                  <a:gd name="T27" fmla="*/ 5666 h 56"/>
                  <a:gd name="T28" fmla="+- 0 7901 7874"/>
                  <a:gd name="T29" fmla="*/ T28 w 34"/>
                  <a:gd name="T30" fmla="+- 0 5664 5642"/>
                  <a:gd name="T31" fmla="*/ 5664 h 56"/>
                  <a:gd name="T32" fmla="+- 0 7898 7874"/>
                  <a:gd name="T33" fmla="*/ T32 w 34"/>
                  <a:gd name="T34" fmla="+- 0 5663 5642"/>
                  <a:gd name="T35" fmla="*/ 566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34" h="56">
                    <a:moveTo>
                      <a:pt x="24" y="21"/>
                    </a:moveTo>
                    <a:lnTo>
                      <a:pt x="16" y="21"/>
                    </a:lnTo>
                    <a:lnTo>
                      <a:pt x="12" y="22"/>
                    </a:lnTo>
                    <a:lnTo>
                      <a:pt x="9" y="24"/>
                    </a:lnTo>
                    <a:lnTo>
                      <a:pt x="14" y="24"/>
                    </a:lnTo>
                    <a:lnTo>
                      <a:pt x="16" y="24"/>
                    </a:lnTo>
                    <a:lnTo>
                      <a:pt x="29" y="24"/>
                    </a:lnTo>
                    <a:lnTo>
                      <a:pt x="27" y="22"/>
                    </a:lnTo>
                    <a:lnTo>
                      <a:pt x="2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5" name="Group 414">
              <a:extLst>
                <a:ext uri="{FF2B5EF4-FFF2-40B4-BE49-F238E27FC236}">
                  <a16:creationId xmlns:a16="http://schemas.microsoft.com/office/drawing/2014/main" id="{EF7C5AA8-F869-7B38-3399-65E1C5192E12}"/>
                </a:ext>
              </a:extLst>
            </p:cNvPr>
            <p:cNvGrpSpPr>
              <a:grpSpLocks/>
            </p:cNvGrpSpPr>
            <p:nvPr/>
          </p:nvGrpSpPr>
          <p:grpSpPr bwMode="auto">
            <a:xfrm>
              <a:off x="8298" y="5642"/>
              <a:ext cx="66" cy="55"/>
              <a:chOff x="8298" y="5642"/>
              <a:chExt cx="66" cy="55"/>
            </a:xfrm>
          </p:grpSpPr>
          <p:sp>
            <p:nvSpPr>
              <p:cNvPr id="810" name="Freeform 5610">
                <a:extLst>
                  <a:ext uri="{FF2B5EF4-FFF2-40B4-BE49-F238E27FC236}">
                    <a16:creationId xmlns:a16="http://schemas.microsoft.com/office/drawing/2014/main" id="{094A6EA0-E79C-C98B-B331-679BF4746909}"/>
                  </a:ext>
                </a:extLst>
              </p:cNvPr>
              <p:cNvSpPr>
                <a:spLocks/>
              </p:cNvSpPr>
              <p:nvPr/>
            </p:nvSpPr>
            <p:spPr bwMode="auto">
              <a:xfrm>
                <a:off x="8298" y="5642"/>
                <a:ext cx="66" cy="55"/>
              </a:xfrm>
              <a:custGeom>
                <a:avLst/>
                <a:gdLst>
                  <a:gd name="T0" fmla="+- 0 8313 8298"/>
                  <a:gd name="T1" fmla="*/ T0 w 66"/>
                  <a:gd name="T2" fmla="+- 0 5648 5642"/>
                  <a:gd name="T3" fmla="*/ 5648 h 55"/>
                  <a:gd name="T4" fmla="+- 0 8303 8298"/>
                  <a:gd name="T5" fmla="*/ T4 w 66"/>
                  <a:gd name="T6" fmla="+- 0 5648 5642"/>
                  <a:gd name="T7" fmla="*/ 5648 h 55"/>
                  <a:gd name="T8" fmla="+- 0 8305 8298"/>
                  <a:gd name="T9" fmla="*/ T8 w 66"/>
                  <a:gd name="T10" fmla="+- 0 5649 5642"/>
                  <a:gd name="T11" fmla="*/ 5649 h 55"/>
                  <a:gd name="T12" fmla="+- 0 8306 8298"/>
                  <a:gd name="T13" fmla="*/ T12 w 66"/>
                  <a:gd name="T14" fmla="+- 0 5651 5642"/>
                  <a:gd name="T15" fmla="*/ 5651 h 55"/>
                  <a:gd name="T16" fmla="+- 0 8306 8298"/>
                  <a:gd name="T17" fmla="*/ T16 w 66"/>
                  <a:gd name="T18" fmla="+- 0 5652 5642"/>
                  <a:gd name="T19" fmla="*/ 5652 h 55"/>
                  <a:gd name="T20" fmla="+- 0 8306 8298"/>
                  <a:gd name="T21" fmla="*/ T20 w 66"/>
                  <a:gd name="T22" fmla="+- 0 5692 5642"/>
                  <a:gd name="T23" fmla="*/ 5692 h 55"/>
                  <a:gd name="T24" fmla="+- 0 8306 8298"/>
                  <a:gd name="T25" fmla="*/ T24 w 66"/>
                  <a:gd name="T26" fmla="+- 0 5692 5642"/>
                  <a:gd name="T27" fmla="*/ 5692 h 55"/>
                  <a:gd name="T28" fmla="+- 0 8299 8298"/>
                  <a:gd name="T29" fmla="*/ T28 w 66"/>
                  <a:gd name="T30" fmla="+- 0 5695 5642"/>
                  <a:gd name="T31" fmla="*/ 5695 h 55"/>
                  <a:gd name="T32" fmla="+- 0 8299 8298"/>
                  <a:gd name="T33" fmla="*/ T32 w 66"/>
                  <a:gd name="T34" fmla="+- 0 5696 5642"/>
                  <a:gd name="T35" fmla="*/ 5696 h 55"/>
                  <a:gd name="T36" fmla="+- 0 8319 8298"/>
                  <a:gd name="T37" fmla="*/ T36 w 66"/>
                  <a:gd name="T38" fmla="+- 0 5696 5642"/>
                  <a:gd name="T39" fmla="*/ 5696 h 55"/>
                  <a:gd name="T40" fmla="+- 0 8319 8298"/>
                  <a:gd name="T41" fmla="*/ T40 w 66"/>
                  <a:gd name="T42" fmla="+- 0 5695 5642"/>
                  <a:gd name="T43" fmla="*/ 5695 h 55"/>
                  <a:gd name="T44" fmla="+- 0 8317 8298"/>
                  <a:gd name="T45" fmla="*/ T44 w 66"/>
                  <a:gd name="T46" fmla="+- 0 5695 5642"/>
                  <a:gd name="T47" fmla="*/ 5695 h 55"/>
                  <a:gd name="T48" fmla="+- 0 8315 8298"/>
                  <a:gd name="T49" fmla="*/ T48 w 66"/>
                  <a:gd name="T50" fmla="+- 0 5694 5642"/>
                  <a:gd name="T51" fmla="*/ 5694 h 55"/>
                  <a:gd name="T52" fmla="+- 0 8315 8298"/>
                  <a:gd name="T53" fmla="*/ T52 w 66"/>
                  <a:gd name="T54" fmla="+- 0 5694 5642"/>
                  <a:gd name="T55" fmla="*/ 5694 h 55"/>
                  <a:gd name="T56" fmla="+- 0 8313 8298"/>
                  <a:gd name="T57" fmla="*/ T56 w 66"/>
                  <a:gd name="T58" fmla="+- 0 5692 5642"/>
                  <a:gd name="T59" fmla="*/ 5692 h 55"/>
                  <a:gd name="T60" fmla="+- 0 8313 8298"/>
                  <a:gd name="T61" fmla="*/ T60 w 66"/>
                  <a:gd name="T62" fmla="+- 0 5692 5642"/>
                  <a:gd name="T63" fmla="*/ 5692 h 55"/>
                  <a:gd name="T64" fmla="+- 0 8313 8298"/>
                  <a:gd name="T65" fmla="*/ T64 w 66"/>
                  <a:gd name="T66" fmla="+- 0 5648 5642"/>
                  <a:gd name="T67" fmla="*/ 564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6" h="55">
                    <a:moveTo>
                      <a:pt x="15" y="6"/>
                    </a:moveTo>
                    <a:lnTo>
                      <a:pt x="5" y="6"/>
                    </a:lnTo>
                    <a:lnTo>
                      <a:pt x="7" y="7"/>
                    </a:lnTo>
                    <a:lnTo>
                      <a:pt x="8" y="9"/>
                    </a:lnTo>
                    <a:lnTo>
                      <a:pt x="8" y="10"/>
                    </a:lnTo>
                    <a:lnTo>
                      <a:pt x="8" y="50"/>
                    </a:lnTo>
                    <a:lnTo>
                      <a:pt x="1" y="53"/>
                    </a:lnTo>
                    <a:lnTo>
                      <a:pt x="1" y="54"/>
                    </a:lnTo>
                    <a:lnTo>
                      <a:pt x="21" y="54"/>
                    </a:lnTo>
                    <a:lnTo>
                      <a:pt x="21" y="53"/>
                    </a:lnTo>
                    <a:lnTo>
                      <a:pt x="19"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1" name="Freeform 5611">
                <a:extLst>
                  <a:ext uri="{FF2B5EF4-FFF2-40B4-BE49-F238E27FC236}">
                    <a16:creationId xmlns:a16="http://schemas.microsoft.com/office/drawing/2014/main" id="{98DE72B8-6A47-E172-E01D-73E84A510BB5}"/>
                  </a:ext>
                </a:extLst>
              </p:cNvPr>
              <p:cNvSpPr>
                <a:spLocks/>
              </p:cNvSpPr>
              <p:nvPr/>
            </p:nvSpPr>
            <p:spPr bwMode="auto">
              <a:xfrm>
                <a:off x="8298" y="5642"/>
                <a:ext cx="66" cy="55"/>
              </a:xfrm>
              <a:custGeom>
                <a:avLst/>
                <a:gdLst>
                  <a:gd name="T0" fmla="+- 0 8313 8298"/>
                  <a:gd name="T1" fmla="*/ T0 w 66"/>
                  <a:gd name="T2" fmla="+- 0 5642 5642"/>
                  <a:gd name="T3" fmla="*/ 5642 h 55"/>
                  <a:gd name="T4" fmla="+- 0 8311 8298"/>
                  <a:gd name="T5" fmla="*/ T4 w 66"/>
                  <a:gd name="T6" fmla="+- 0 5642 5642"/>
                  <a:gd name="T7" fmla="*/ 5642 h 55"/>
                  <a:gd name="T8" fmla="+- 0 8298 8298"/>
                  <a:gd name="T9" fmla="*/ T8 w 66"/>
                  <a:gd name="T10" fmla="+- 0 5648 5642"/>
                  <a:gd name="T11" fmla="*/ 5648 h 55"/>
                  <a:gd name="T12" fmla="+- 0 8299 8298"/>
                  <a:gd name="T13" fmla="*/ T12 w 66"/>
                  <a:gd name="T14" fmla="+- 0 5649 5642"/>
                  <a:gd name="T15" fmla="*/ 5649 h 55"/>
                  <a:gd name="T16" fmla="+- 0 8303 8298"/>
                  <a:gd name="T17" fmla="*/ T16 w 66"/>
                  <a:gd name="T18" fmla="+- 0 5648 5642"/>
                  <a:gd name="T19" fmla="*/ 5648 h 55"/>
                  <a:gd name="T20" fmla="+- 0 8313 8298"/>
                  <a:gd name="T21" fmla="*/ T20 w 66"/>
                  <a:gd name="T22" fmla="+- 0 5648 5642"/>
                  <a:gd name="T23" fmla="*/ 5648 h 55"/>
                  <a:gd name="T24" fmla="+- 0 8313 8298"/>
                  <a:gd name="T25" fmla="*/ T24 w 66"/>
                  <a:gd name="T26" fmla="+- 0 5642 5642"/>
                  <a:gd name="T27" fmla="*/ 5642 h 55"/>
                </a:gdLst>
                <a:ahLst/>
                <a:cxnLst>
                  <a:cxn ang="0">
                    <a:pos x="T1" y="T3"/>
                  </a:cxn>
                  <a:cxn ang="0">
                    <a:pos x="T5" y="T7"/>
                  </a:cxn>
                  <a:cxn ang="0">
                    <a:pos x="T9" y="T11"/>
                  </a:cxn>
                  <a:cxn ang="0">
                    <a:pos x="T13" y="T15"/>
                  </a:cxn>
                  <a:cxn ang="0">
                    <a:pos x="T17" y="T19"/>
                  </a:cxn>
                  <a:cxn ang="0">
                    <a:pos x="T21" y="T23"/>
                  </a:cxn>
                  <a:cxn ang="0">
                    <a:pos x="T25" y="T27"/>
                  </a:cxn>
                </a:cxnLst>
                <a:rect l="0" t="0" r="r" b="b"/>
                <a:pathLst>
                  <a:path w="66" h="55">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2" name="Freeform 5612">
                <a:extLst>
                  <a:ext uri="{FF2B5EF4-FFF2-40B4-BE49-F238E27FC236}">
                    <a16:creationId xmlns:a16="http://schemas.microsoft.com/office/drawing/2014/main" id="{85DFD71B-300A-4A2A-70B5-791832B1133A}"/>
                  </a:ext>
                </a:extLst>
              </p:cNvPr>
              <p:cNvSpPr>
                <a:spLocks/>
              </p:cNvSpPr>
              <p:nvPr/>
            </p:nvSpPr>
            <p:spPr bwMode="auto">
              <a:xfrm>
                <a:off x="8298" y="5642"/>
                <a:ext cx="66" cy="55"/>
              </a:xfrm>
              <a:custGeom>
                <a:avLst/>
                <a:gdLst>
                  <a:gd name="T0" fmla="+- 0 8358 8298"/>
                  <a:gd name="T1" fmla="*/ T0 w 66"/>
                  <a:gd name="T2" fmla="+- 0 5648 5642"/>
                  <a:gd name="T3" fmla="*/ 5648 h 55"/>
                  <a:gd name="T4" fmla="+- 0 8346 8298"/>
                  <a:gd name="T5" fmla="*/ T4 w 66"/>
                  <a:gd name="T6" fmla="+- 0 5648 5642"/>
                  <a:gd name="T7" fmla="*/ 5648 h 55"/>
                  <a:gd name="T8" fmla="+- 0 8348 8298"/>
                  <a:gd name="T9" fmla="*/ T8 w 66"/>
                  <a:gd name="T10" fmla="+- 0 5649 5642"/>
                  <a:gd name="T11" fmla="*/ 5649 h 55"/>
                  <a:gd name="T12" fmla="+- 0 8352 8298"/>
                  <a:gd name="T13" fmla="*/ T12 w 66"/>
                  <a:gd name="T14" fmla="+- 0 5653 5642"/>
                  <a:gd name="T15" fmla="*/ 5653 h 55"/>
                  <a:gd name="T16" fmla="+- 0 8353 8298"/>
                  <a:gd name="T17" fmla="*/ T16 w 66"/>
                  <a:gd name="T18" fmla="+- 0 5656 5642"/>
                  <a:gd name="T19" fmla="*/ 5656 h 55"/>
                  <a:gd name="T20" fmla="+- 0 8353 8298"/>
                  <a:gd name="T21" fmla="*/ T20 w 66"/>
                  <a:gd name="T22" fmla="+- 0 5664 5642"/>
                  <a:gd name="T23" fmla="*/ 5664 h 55"/>
                  <a:gd name="T24" fmla="+- 0 8351 8298"/>
                  <a:gd name="T25" fmla="*/ T24 w 66"/>
                  <a:gd name="T26" fmla="+- 0 5669 5642"/>
                  <a:gd name="T27" fmla="*/ 5669 h 55"/>
                  <a:gd name="T28" fmla="+- 0 8344 8298"/>
                  <a:gd name="T29" fmla="*/ T28 w 66"/>
                  <a:gd name="T30" fmla="+- 0 5679 5642"/>
                  <a:gd name="T31" fmla="*/ 5679 h 55"/>
                  <a:gd name="T32" fmla="+- 0 8337 8298"/>
                  <a:gd name="T33" fmla="*/ T32 w 66"/>
                  <a:gd name="T34" fmla="+- 0 5686 5642"/>
                  <a:gd name="T35" fmla="*/ 5686 h 55"/>
                  <a:gd name="T36" fmla="+- 0 8328 8298"/>
                  <a:gd name="T37" fmla="*/ T36 w 66"/>
                  <a:gd name="T38" fmla="+- 0 5695 5642"/>
                  <a:gd name="T39" fmla="*/ 5695 h 55"/>
                  <a:gd name="T40" fmla="+- 0 8328 8298"/>
                  <a:gd name="T41" fmla="*/ T40 w 66"/>
                  <a:gd name="T42" fmla="+- 0 5696 5642"/>
                  <a:gd name="T43" fmla="*/ 5696 h 55"/>
                  <a:gd name="T44" fmla="+- 0 8360 8298"/>
                  <a:gd name="T45" fmla="*/ T44 w 66"/>
                  <a:gd name="T46" fmla="+- 0 5696 5642"/>
                  <a:gd name="T47" fmla="*/ 5696 h 55"/>
                  <a:gd name="T48" fmla="+- 0 8362 8298"/>
                  <a:gd name="T49" fmla="*/ T48 w 66"/>
                  <a:gd name="T50" fmla="+- 0 5690 5642"/>
                  <a:gd name="T51" fmla="*/ 5690 h 55"/>
                  <a:gd name="T52" fmla="+- 0 8337 8298"/>
                  <a:gd name="T53" fmla="*/ T52 w 66"/>
                  <a:gd name="T54" fmla="+- 0 5690 5642"/>
                  <a:gd name="T55" fmla="*/ 5690 h 55"/>
                  <a:gd name="T56" fmla="+- 0 8338 8298"/>
                  <a:gd name="T57" fmla="*/ T56 w 66"/>
                  <a:gd name="T58" fmla="+- 0 5689 5642"/>
                  <a:gd name="T59" fmla="*/ 5689 h 55"/>
                  <a:gd name="T60" fmla="+- 0 8360 8298"/>
                  <a:gd name="T61" fmla="*/ T60 w 66"/>
                  <a:gd name="T62" fmla="+- 0 5659 5642"/>
                  <a:gd name="T63" fmla="*/ 5659 h 55"/>
                  <a:gd name="T64" fmla="+- 0 8360 8298"/>
                  <a:gd name="T65" fmla="*/ T64 w 66"/>
                  <a:gd name="T66" fmla="+- 0 5652 5642"/>
                  <a:gd name="T67" fmla="*/ 5652 h 55"/>
                  <a:gd name="T68" fmla="+- 0 8359 8298"/>
                  <a:gd name="T69" fmla="*/ T68 w 66"/>
                  <a:gd name="T70" fmla="+- 0 5649 5642"/>
                  <a:gd name="T71" fmla="*/ 5649 h 55"/>
                  <a:gd name="T72" fmla="+- 0 8358 8298"/>
                  <a:gd name="T73" fmla="*/ T72 w 66"/>
                  <a:gd name="T74" fmla="+- 0 5648 5642"/>
                  <a:gd name="T75" fmla="*/ 564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66" h="55">
                    <a:moveTo>
                      <a:pt x="60" y="6"/>
                    </a:moveTo>
                    <a:lnTo>
                      <a:pt x="48" y="6"/>
                    </a:lnTo>
                    <a:lnTo>
                      <a:pt x="50" y="7"/>
                    </a:lnTo>
                    <a:lnTo>
                      <a:pt x="54" y="11"/>
                    </a:lnTo>
                    <a:lnTo>
                      <a:pt x="55" y="14"/>
                    </a:lnTo>
                    <a:lnTo>
                      <a:pt x="55" y="22"/>
                    </a:lnTo>
                    <a:lnTo>
                      <a:pt x="53" y="27"/>
                    </a:lnTo>
                    <a:lnTo>
                      <a:pt x="46" y="37"/>
                    </a:lnTo>
                    <a:lnTo>
                      <a:pt x="39" y="44"/>
                    </a:lnTo>
                    <a:lnTo>
                      <a:pt x="30" y="53"/>
                    </a:lnTo>
                    <a:lnTo>
                      <a:pt x="30" y="54"/>
                    </a:lnTo>
                    <a:lnTo>
                      <a:pt x="62" y="54"/>
                    </a:lnTo>
                    <a:lnTo>
                      <a:pt x="64" y="48"/>
                    </a:lnTo>
                    <a:lnTo>
                      <a:pt x="39" y="48"/>
                    </a:lnTo>
                    <a:lnTo>
                      <a:pt x="40" y="47"/>
                    </a:lnTo>
                    <a:lnTo>
                      <a:pt x="62" y="17"/>
                    </a:lnTo>
                    <a:lnTo>
                      <a:pt x="62" y="10"/>
                    </a:lnTo>
                    <a:lnTo>
                      <a:pt x="61" y="7"/>
                    </a:lnTo>
                    <a:lnTo>
                      <a:pt x="6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3" name="Freeform 5613">
                <a:extLst>
                  <a:ext uri="{FF2B5EF4-FFF2-40B4-BE49-F238E27FC236}">
                    <a16:creationId xmlns:a16="http://schemas.microsoft.com/office/drawing/2014/main" id="{24CE8E7D-BDE4-FCF2-F537-C675A560EB80}"/>
                  </a:ext>
                </a:extLst>
              </p:cNvPr>
              <p:cNvSpPr>
                <a:spLocks/>
              </p:cNvSpPr>
              <p:nvPr/>
            </p:nvSpPr>
            <p:spPr bwMode="auto">
              <a:xfrm>
                <a:off x="8298" y="5642"/>
                <a:ext cx="66" cy="55"/>
              </a:xfrm>
              <a:custGeom>
                <a:avLst/>
                <a:gdLst>
                  <a:gd name="T0" fmla="+- 0 8363 8298"/>
                  <a:gd name="T1" fmla="*/ T0 w 66"/>
                  <a:gd name="T2" fmla="+- 0 5686 5642"/>
                  <a:gd name="T3" fmla="*/ 5686 h 55"/>
                  <a:gd name="T4" fmla="+- 0 8362 8298"/>
                  <a:gd name="T5" fmla="*/ T4 w 66"/>
                  <a:gd name="T6" fmla="+- 0 5686 5642"/>
                  <a:gd name="T7" fmla="*/ 5686 h 55"/>
                  <a:gd name="T8" fmla="+- 0 8360 8298"/>
                  <a:gd name="T9" fmla="*/ T8 w 66"/>
                  <a:gd name="T10" fmla="+- 0 5689 5642"/>
                  <a:gd name="T11" fmla="*/ 5689 h 55"/>
                  <a:gd name="T12" fmla="+- 0 8356 8298"/>
                  <a:gd name="T13" fmla="*/ T12 w 66"/>
                  <a:gd name="T14" fmla="+- 0 5690 5642"/>
                  <a:gd name="T15" fmla="*/ 5690 h 55"/>
                  <a:gd name="T16" fmla="+- 0 8355 8298"/>
                  <a:gd name="T17" fmla="*/ T16 w 66"/>
                  <a:gd name="T18" fmla="+- 0 5690 5642"/>
                  <a:gd name="T19" fmla="*/ 5690 h 55"/>
                  <a:gd name="T20" fmla="+- 0 8337 8298"/>
                  <a:gd name="T21" fmla="*/ T20 w 66"/>
                  <a:gd name="T22" fmla="+- 0 5690 5642"/>
                  <a:gd name="T23" fmla="*/ 5690 h 55"/>
                  <a:gd name="T24" fmla="+- 0 8362 8298"/>
                  <a:gd name="T25" fmla="*/ T24 w 66"/>
                  <a:gd name="T26" fmla="+- 0 5690 5642"/>
                  <a:gd name="T27" fmla="*/ 5690 h 55"/>
                  <a:gd name="T28" fmla="+- 0 8363 8298"/>
                  <a:gd name="T29" fmla="*/ T28 w 66"/>
                  <a:gd name="T30" fmla="+- 0 5686 5642"/>
                  <a:gd name="T31" fmla="*/ 5686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66" h="55">
                    <a:moveTo>
                      <a:pt x="65" y="44"/>
                    </a:moveTo>
                    <a:lnTo>
                      <a:pt x="64" y="44"/>
                    </a:lnTo>
                    <a:lnTo>
                      <a:pt x="62" y="47"/>
                    </a:lnTo>
                    <a:lnTo>
                      <a:pt x="58" y="48"/>
                    </a:lnTo>
                    <a:lnTo>
                      <a:pt x="57" y="48"/>
                    </a:lnTo>
                    <a:lnTo>
                      <a:pt x="39" y="48"/>
                    </a:lnTo>
                    <a:lnTo>
                      <a:pt x="64" y="48"/>
                    </a:lnTo>
                    <a:lnTo>
                      <a:pt x="6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14" name="Freeform 5614">
                <a:extLst>
                  <a:ext uri="{FF2B5EF4-FFF2-40B4-BE49-F238E27FC236}">
                    <a16:creationId xmlns:a16="http://schemas.microsoft.com/office/drawing/2014/main" id="{0CDCF881-A664-D742-5312-69E4CA6A6EF4}"/>
                  </a:ext>
                </a:extLst>
              </p:cNvPr>
              <p:cNvSpPr>
                <a:spLocks/>
              </p:cNvSpPr>
              <p:nvPr/>
            </p:nvSpPr>
            <p:spPr bwMode="auto">
              <a:xfrm>
                <a:off x="8298" y="5642"/>
                <a:ext cx="66" cy="55"/>
              </a:xfrm>
              <a:custGeom>
                <a:avLst/>
                <a:gdLst>
                  <a:gd name="T0" fmla="+- 0 8349 8298"/>
                  <a:gd name="T1" fmla="*/ T0 w 66"/>
                  <a:gd name="T2" fmla="+- 0 5642 5642"/>
                  <a:gd name="T3" fmla="*/ 5642 h 55"/>
                  <a:gd name="T4" fmla="+- 0 8341 8298"/>
                  <a:gd name="T5" fmla="*/ T4 w 66"/>
                  <a:gd name="T6" fmla="+- 0 5642 5642"/>
                  <a:gd name="T7" fmla="*/ 5642 h 55"/>
                  <a:gd name="T8" fmla="+- 0 8337 8298"/>
                  <a:gd name="T9" fmla="*/ T8 w 66"/>
                  <a:gd name="T10" fmla="+- 0 5643 5642"/>
                  <a:gd name="T11" fmla="*/ 5643 h 55"/>
                  <a:gd name="T12" fmla="+- 0 8332 8298"/>
                  <a:gd name="T13" fmla="*/ T12 w 66"/>
                  <a:gd name="T14" fmla="+- 0 5648 5642"/>
                  <a:gd name="T15" fmla="*/ 5648 h 55"/>
                  <a:gd name="T16" fmla="+- 0 8330 8298"/>
                  <a:gd name="T17" fmla="*/ T16 w 66"/>
                  <a:gd name="T18" fmla="+- 0 5652 5642"/>
                  <a:gd name="T19" fmla="*/ 5652 h 55"/>
                  <a:gd name="T20" fmla="+- 0 8330 8298"/>
                  <a:gd name="T21" fmla="*/ T20 w 66"/>
                  <a:gd name="T22" fmla="+- 0 5657 5642"/>
                  <a:gd name="T23" fmla="*/ 5657 h 55"/>
                  <a:gd name="T24" fmla="+- 0 8331 8298"/>
                  <a:gd name="T25" fmla="*/ T24 w 66"/>
                  <a:gd name="T26" fmla="+- 0 5657 5642"/>
                  <a:gd name="T27" fmla="*/ 5657 h 55"/>
                  <a:gd name="T28" fmla="+- 0 8332 8298"/>
                  <a:gd name="T29" fmla="*/ T28 w 66"/>
                  <a:gd name="T30" fmla="+- 0 5654 5642"/>
                  <a:gd name="T31" fmla="*/ 5654 h 55"/>
                  <a:gd name="T32" fmla="+- 0 8334 8298"/>
                  <a:gd name="T33" fmla="*/ T32 w 66"/>
                  <a:gd name="T34" fmla="+- 0 5652 5642"/>
                  <a:gd name="T35" fmla="*/ 5652 h 55"/>
                  <a:gd name="T36" fmla="+- 0 8338 8298"/>
                  <a:gd name="T37" fmla="*/ T36 w 66"/>
                  <a:gd name="T38" fmla="+- 0 5649 5642"/>
                  <a:gd name="T39" fmla="*/ 5649 h 55"/>
                  <a:gd name="T40" fmla="+- 0 8340 8298"/>
                  <a:gd name="T41" fmla="*/ T40 w 66"/>
                  <a:gd name="T42" fmla="+- 0 5648 5642"/>
                  <a:gd name="T43" fmla="*/ 5648 h 55"/>
                  <a:gd name="T44" fmla="+- 0 8358 8298"/>
                  <a:gd name="T45" fmla="*/ T44 w 66"/>
                  <a:gd name="T46" fmla="+- 0 5648 5642"/>
                  <a:gd name="T47" fmla="*/ 5648 h 55"/>
                  <a:gd name="T48" fmla="+- 0 8353 8298"/>
                  <a:gd name="T49" fmla="*/ T48 w 66"/>
                  <a:gd name="T50" fmla="+- 0 5643 5642"/>
                  <a:gd name="T51" fmla="*/ 5643 h 55"/>
                  <a:gd name="T52" fmla="+- 0 8349 8298"/>
                  <a:gd name="T53" fmla="*/ T52 w 66"/>
                  <a:gd name="T54" fmla="+- 0 5642 5642"/>
                  <a:gd name="T55" fmla="*/ 564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66" h="55">
                    <a:moveTo>
                      <a:pt x="51" y="0"/>
                    </a:moveTo>
                    <a:lnTo>
                      <a:pt x="43" y="0"/>
                    </a:lnTo>
                    <a:lnTo>
                      <a:pt x="39" y="1"/>
                    </a:lnTo>
                    <a:lnTo>
                      <a:pt x="34" y="6"/>
                    </a:lnTo>
                    <a:lnTo>
                      <a:pt x="32" y="10"/>
                    </a:lnTo>
                    <a:lnTo>
                      <a:pt x="32" y="15"/>
                    </a:lnTo>
                    <a:lnTo>
                      <a:pt x="33" y="15"/>
                    </a:lnTo>
                    <a:lnTo>
                      <a:pt x="34" y="12"/>
                    </a:lnTo>
                    <a:lnTo>
                      <a:pt x="36" y="10"/>
                    </a:lnTo>
                    <a:lnTo>
                      <a:pt x="40" y="7"/>
                    </a:lnTo>
                    <a:lnTo>
                      <a:pt x="42" y="6"/>
                    </a:lnTo>
                    <a:lnTo>
                      <a:pt x="60" y="6"/>
                    </a:lnTo>
                    <a:lnTo>
                      <a:pt x="55" y="1"/>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6" name="Group 415">
              <a:extLst>
                <a:ext uri="{FF2B5EF4-FFF2-40B4-BE49-F238E27FC236}">
                  <a16:creationId xmlns:a16="http://schemas.microsoft.com/office/drawing/2014/main" id="{3AB2A8DD-699F-E395-9172-ED600DDCA895}"/>
                </a:ext>
              </a:extLst>
            </p:cNvPr>
            <p:cNvGrpSpPr>
              <a:grpSpLocks/>
            </p:cNvGrpSpPr>
            <p:nvPr/>
          </p:nvGrpSpPr>
          <p:grpSpPr bwMode="auto">
            <a:xfrm>
              <a:off x="8786" y="5642"/>
              <a:ext cx="35" cy="56"/>
              <a:chOff x="8786" y="5642"/>
              <a:chExt cx="35" cy="56"/>
            </a:xfrm>
          </p:grpSpPr>
          <p:sp>
            <p:nvSpPr>
              <p:cNvPr id="808" name="Freeform 5616">
                <a:extLst>
                  <a:ext uri="{FF2B5EF4-FFF2-40B4-BE49-F238E27FC236}">
                    <a16:creationId xmlns:a16="http://schemas.microsoft.com/office/drawing/2014/main" id="{13696F4A-8385-7B1B-8147-E2203A1B1D70}"/>
                  </a:ext>
                </a:extLst>
              </p:cNvPr>
              <p:cNvSpPr>
                <a:spLocks/>
              </p:cNvSpPr>
              <p:nvPr/>
            </p:nvSpPr>
            <p:spPr bwMode="auto">
              <a:xfrm>
                <a:off x="8786" y="5642"/>
                <a:ext cx="35" cy="56"/>
              </a:xfrm>
              <a:custGeom>
                <a:avLst/>
                <a:gdLst>
                  <a:gd name="T0" fmla="+- 0 8807 8786"/>
                  <a:gd name="T1" fmla="*/ T0 w 35"/>
                  <a:gd name="T2" fmla="+- 0 5642 5642"/>
                  <a:gd name="T3" fmla="*/ 5642 h 56"/>
                  <a:gd name="T4" fmla="+- 0 8801 8786"/>
                  <a:gd name="T5" fmla="*/ T4 w 35"/>
                  <a:gd name="T6" fmla="+- 0 5642 5642"/>
                  <a:gd name="T7" fmla="*/ 5642 h 56"/>
                  <a:gd name="T8" fmla="+- 0 8798 8786"/>
                  <a:gd name="T9" fmla="*/ T8 w 35"/>
                  <a:gd name="T10" fmla="+- 0 5643 5642"/>
                  <a:gd name="T11" fmla="*/ 5643 h 56"/>
                  <a:gd name="T12" fmla="+- 0 8793 8786"/>
                  <a:gd name="T13" fmla="*/ T12 w 35"/>
                  <a:gd name="T14" fmla="+- 0 5647 5642"/>
                  <a:gd name="T15" fmla="*/ 5647 h 56"/>
                  <a:gd name="T16" fmla="+- 0 8790 8786"/>
                  <a:gd name="T17" fmla="*/ T16 w 35"/>
                  <a:gd name="T18" fmla="+- 0 5650 5642"/>
                  <a:gd name="T19" fmla="*/ 5650 h 56"/>
                  <a:gd name="T20" fmla="+- 0 8787 8786"/>
                  <a:gd name="T21" fmla="*/ T20 w 35"/>
                  <a:gd name="T22" fmla="+- 0 5659 5642"/>
                  <a:gd name="T23" fmla="*/ 5659 h 56"/>
                  <a:gd name="T24" fmla="+- 0 8786 8786"/>
                  <a:gd name="T25" fmla="*/ T24 w 35"/>
                  <a:gd name="T26" fmla="+- 0 5664 5642"/>
                  <a:gd name="T27" fmla="*/ 5664 h 56"/>
                  <a:gd name="T28" fmla="+- 0 8786 8786"/>
                  <a:gd name="T29" fmla="*/ T28 w 35"/>
                  <a:gd name="T30" fmla="+- 0 5677 5642"/>
                  <a:gd name="T31" fmla="*/ 5677 h 56"/>
                  <a:gd name="T32" fmla="+- 0 8787 8786"/>
                  <a:gd name="T33" fmla="*/ T32 w 35"/>
                  <a:gd name="T34" fmla="+- 0 5683 5642"/>
                  <a:gd name="T35" fmla="*/ 5683 h 56"/>
                  <a:gd name="T36" fmla="+- 0 8793 8786"/>
                  <a:gd name="T37" fmla="*/ T36 w 35"/>
                  <a:gd name="T38" fmla="+- 0 5694 5642"/>
                  <a:gd name="T39" fmla="*/ 5694 h 56"/>
                  <a:gd name="T40" fmla="+- 0 8798 8786"/>
                  <a:gd name="T41" fmla="*/ T40 w 35"/>
                  <a:gd name="T42" fmla="+- 0 5697 5642"/>
                  <a:gd name="T43" fmla="*/ 5697 h 56"/>
                  <a:gd name="T44" fmla="+- 0 8805 8786"/>
                  <a:gd name="T45" fmla="*/ T44 w 35"/>
                  <a:gd name="T46" fmla="+- 0 5697 5642"/>
                  <a:gd name="T47" fmla="*/ 5697 h 56"/>
                  <a:gd name="T48" fmla="+- 0 8808 8786"/>
                  <a:gd name="T49" fmla="*/ T48 w 35"/>
                  <a:gd name="T50" fmla="+- 0 5696 5642"/>
                  <a:gd name="T51" fmla="*/ 5696 h 56"/>
                  <a:gd name="T52" fmla="+- 0 8810 8786"/>
                  <a:gd name="T53" fmla="*/ T52 w 35"/>
                  <a:gd name="T54" fmla="+- 0 5695 5642"/>
                  <a:gd name="T55" fmla="*/ 5695 h 56"/>
                  <a:gd name="T56" fmla="+- 0 8800 8786"/>
                  <a:gd name="T57" fmla="*/ T56 w 35"/>
                  <a:gd name="T58" fmla="+- 0 5695 5642"/>
                  <a:gd name="T59" fmla="*/ 5695 h 56"/>
                  <a:gd name="T60" fmla="+- 0 8798 8786"/>
                  <a:gd name="T61" fmla="*/ T60 w 35"/>
                  <a:gd name="T62" fmla="+- 0 5693 5642"/>
                  <a:gd name="T63" fmla="*/ 5693 h 56"/>
                  <a:gd name="T64" fmla="+- 0 8794 8786"/>
                  <a:gd name="T65" fmla="*/ T64 w 35"/>
                  <a:gd name="T66" fmla="+- 0 5684 5642"/>
                  <a:gd name="T67" fmla="*/ 5684 h 56"/>
                  <a:gd name="T68" fmla="+- 0 8794 8786"/>
                  <a:gd name="T69" fmla="*/ T68 w 35"/>
                  <a:gd name="T70" fmla="+- 0 5678 5642"/>
                  <a:gd name="T71" fmla="*/ 5678 h 56"/>
                  <a:gd name="T72" fmla="+- 0 8794 8786"/>
                  <a:gd name="T73" fmla="*/ T72 w 35"/>
                  <a:gd name="T74" fmla="+- 0 5664 5642"/>
                  <a:gd name="T75" fmla="*/ 5664 h 56"/>
                  <a:gd name="T76" fmla="+- 0 8803 8786"/>
                  <a:gd name="T77" fmla="*/ T76 w 35"/>
                  <a:gd name="T78" fmla="+- 0 5644 5642"/>
                  <a:gd name="T79" fmla="*/ 5644 h 56"/>
                  <a:gd name="T80" fmla="+- 0 8811 8786"/>
                  <a:gd name="T81" fmla="*/ T80 w 35"/>
                  <a:gd name="T82" fmla="+- 0 5644 5642"/>
                  <a:gd name="T83" fmla="*/ 5644 h 56"/>
                  <a:gd name="T84" fmla="+- 0 8811 8786"/>
                  <a:gd name="T85" fmla="*/ T84 w 35"/>
                  <a:gd name="T86" fmla="+- 0 5644 5642"/>
                  <a:gd name="T87" fmla="*/ 5644 h 56"/>
                  <a:gd name="T88" fmla="+- 0 8807 8786"/>
                  <a:gd name="T89" fmla="*/ T88 w 35"/>
                  <a:gd name="T90" fmla="+- 0 5642 5642"/>
                  <a:gd name="T91" fmla="*/ 564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09" name="Freeform 5617">
                <a:extLst>
                  <a:ext uri="{FF2B5EF4-FFF2-40B4-BE49-F238E27FC236}">
                    <a16:creationId xmlns:a16="http://schemas.microsoft.com/office/drawing/2014/main" id="{F37A7DD6-68F6-9E39-CF8E-8C43CFD5D3B3}"/>
                  </a:ext>
                </a:extLst>
              </p:cNvPr>
              <p:cNvSpPr>
                <a:spLocks/>
              </p:cNvSpPr>
              <p:nvPr/>
            </p:nvSpPr>
            <p:spPr bwMode="auto">
              <a:xfrm>
                <a:off x="8786" y="5642"/>
                <a:ext cx="35" cy="56"/>
              </a:xfrm>
              <a:custGeom>
                <a:avLst/>
                <a:gdLst>
                  <a:gd name="T0" fmla="+- 0 8811 8786"/>
                  <a:gd name="T1" fmla="*/ T0 w 35"/>
                  <a:gd name="T2" fmla="+- 0 5644 5642"/>
                  <a:gd name="T3" fmla="*/ 5644 h 56"/>
                  <a:gd name="T4" fmla="+- 0 8803 8786"/>
                  <a:gd name="T5" fmla="*/ T4 w 35"/>
                  <a:gd name="T6" fmla="+- 0 5644 5642"/>
                  <a:gd name="T7" fmla="*/ 5644 h 56"/>
                  <a:gd name="T8" fmla="+- 0 8807 8786"/>
                  <a:gd name="T9" fmla="*/ T8 w 35"/>
                  <a:gd name="T10" fmla="+- 0 5646 5642"/>
                  <a:gd name="T11" fmla="*/ 5646 h 56"/>
                  <a:gd name="T12" fmla="+- 0 8809 8786"/>
                  <a:gd name="T13" fmla="*/ T12 w 35"/>
                  <a:gd name="T14" fmla="+- 0 5647 5642"/>
                  <a:gd name="T15" fmla="*/ 5647 h 56"/>
                  <a:gd name="T16" fmla="+- 0 8810 8786"/>
                  <a:gd name="T17" fmla="*/ T16 w 35"/>
                  <a:gd name="T18" fmla="+- 0 5649 5642"/>
                  <a:gd name="T19" fmla="*/ 5649 h 56"/>
                  <a:gd name="T20" fmla="+- 0 8812 8786"/>
                  <a:gd name="T21" fmla="*/ T20 w 35"/>
                  <a:gd name="T22" fmla="+- 0 5656 5642"/>
                  <a:gd name="T23" fmla="*/ 5656 h 56"/>
                  <a:gd name="T24" fmla="+- 0 8812 8786"/>
                  <a:gd name="T25" fmla="*/ T24 w 35"/>
                  <a:gd name="T26" fmla="+- 0 5659 5642"/>
                  <a:gd name="T27" fmla="*/ 5659 h 56"/>
                  <a:gd name="T28" fmla="+- 0 8812 8786"/>
                  <a:gd name="T29" fmla="*/ T28 w 35"/>
                  <a:gd name="T30" fmla="+- 0 5677 5642"/>
                  <a:gd name="T31" fmla="*/ 5677 h 56"/>
                  <a:gd name="T32" fmla="+- 0 8812 8786"/>
                  <a:gd name="T33" fmla="*/ T32 w 35"/>
                  <a:gd name="T34" fmla="+- 0 5682 5642"/>
                  <a:gd name="T35" fmla="*/ 5682 h 56"/>
                  <a:gd name="T36" fmla="+- 0 8810 8786"/>
                  <a:gd name="T37" fmla="*/ T36 w 35"/>
                  <a:gd name="T38" fmla="+- 0 5689 5642"/>
                  <a:gd name="T39" fmla="*/ 5689 h 56"/>
                  <a:gd name="T40" fmla="+- 0 8809 8786"/>
                  <a:gd name="T41" fmla="*/ T40 w 35"/>
                  <a:gd name="T42" fmla="+- 0 5691 5642"/>
                  <a:gd name="T43" fmla="*/ 5691 h 56"/>
                  <a:gd name="T44" fmla="+- 0 8807 8786"/>
                  <a:gd name="T45" fmla="*/ T44 w 35"/>
                  <a:gd name="T46" fmla="+- 0 5693 5642"/>
                  <a:gd name="T47" fmla="*/ 5693 h 56"/>
                  <a:gd name="T48" fmla="+- 0 8803 8786"/>
                  <a:gd name="T49" fmla="*/ T48 w 35"/>
                  <a:gd name="T50" fmla="+- 0 5695 5642"/>
                  <a:gd name="T51" fmla="*/ 5695 h 56"/>
                  <a:gd name="T52" fmla="+- 0 8810 8786"/>
                  <a:gd name="T53" fmla="*/ T52 w 35"/>
                  <a:gd name="T54" fmla="+- 0 5695 5642"/>
                  <a:gd name="T55" fmla="*/ 5695 h 56"/>
                  <a:gd name="T56" fmla="+- 0 8820 8786"/>
                  <a:gd name="T57" fmla="*/ T56 w 35"/>
                  <a:gd name="T58" fmla="+- 0 5660 5642"/>
                  <a:gd name="T59" fmla="*/ 5660 h 56"/>
                  <a:gd name="T60" fmla="+- 0 8818 8786"/>
                  <a:gd name="T61" fmla="*/ T60 w 35"/>
                  <a:gd name="T62" fmla="+- 0 5653 5642"/>
                  <a:gd name="T63" fmla="*/ 5653 h 56"/>
                  <a:gd name="T64" fmla="+- 0 8811 8786"/>
                  <a:gd name="T65" fmla="*/ T64 w 35"/>
                  <a:gd name="T66" fmla="+- 0 5644 5642"/>
                  <a:gd name="T67" fmla="*/ 564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7" name="Group 416">
              <a:extLst>
                <a:ext uri="{FF2B5EF4-FFF2-40B4-BE49-F238E27FC236}">
                  <a16:creationId xmlns:a16="http://schemas.microsoft.com/office/drawing/2014/main" id="{D28A32A4-9FAD-B1E2-161E-18C706BD2F26}"/>
                </a:ext>
              </a:extLst>
            </p:cNvPr>
            <p:cNvGrpSpPr>
              <a:grpSpLocks/>
            </p:cNvGrpSpPr>
            <p:nvPr/>
          </p:nvGrpSpPr>
          <p:grpSpPr bwMode="auto">
            <a:xfrm>
              <a:off x="75" y="5642"/>
              <a:ext cx="9195" cy="335"/>
              <a:chOff x="75" y="5642"/>
              <a:chExt cx="9195" cy="335"/>
            </a:xfrm>
          </p:grpSpPr>
          <p:sp>
            <p:nvSpPr>
              <p:cNvPr id="805" name="Freeform 5619">
                <a:extLst>
                  <a:ext uri="{FF2B5EF4-FFF2-40B4-BE49-F238E27FC236}">
                    <a16:creationId xmlns:a16="http://schemas.microsoft.com/office/drawing/2014/main" id="{55C062D3-AD54-E2F7-0BB0-D839D93BFF88}"/>
                  </a:ext>
                </a:extLst>
              </p:cNvPr>
              <p:cNvSpPr>
                <a:spLocks/>
              </p:cNvSpPr>
              <p:nvPr/>
            </p:nvSpPr>
            <p:spPr bwMode="auto">
              <a:xfrm>
                <a:off x="9249" y="5642"/>
                <a:ext cx="21" cy="55"/>
              </a:xfrm>
              <a:custGeom>
                <a:avLst/>
                <a:gdLst>
                  <a:gd name="T0" fmla="+- 0 9263 9249"/>
                  <a:gd name="T1" fmla="*/ T0 w 21"/>
                  <a:gd name="T2" fmla="+- 0 5648 5642"/>
                  <a:gd name="T3" fmla="*/ 5648 h 55"/>
                  <a:gd name="T4" fmla="+- 0 9253 9249"/>
                  <a:gd name="T5" fmla="*/ T4 w 21"/>
                  <a:gd name="T6" fmla="+- 0 5648 5642"/>
                  <a:gd name="T7" fmla="*/ 5648 h 55"/>
                  <a:gd name="T8" fmla="+- 0 9255 9249"/>
                  <a:gd name="T9" fmla="*/ T8 w 21"/>
                  <a:gd name="T10" fmla="+- 0 5649 5642"/>
                  <a:gd name="T11" fmla="*/ 5649 h 55"/>
                  <a:gd name="T12" fmla="+- 0 9256 9249"/>
                  <a:gd name="T13" fmla="*/ T12 w 21"/>
                  <a:gd name="T14" fmla="+- 0 5651 5642"/>
                  <a:gd name="T15" fmla="*/ 5651 h 55"/>
                  <a:gd name="T16" fmla="+- 0 9256 9249"/>
                  <a:gd name="T17" fmla="*/ T16 w 21"/>
                  <a:gd name="T18" fmla="+- 0 5652 5642"/>
                  <a:gd name="T19" fmla="*/ 5652 h 55"/>
                  <a:gd name="T20" fmla="+- 0 9256 9249"/>
                  <a:gd name="T21" fmla="*/ T20 w 21"/>
                  <a:gd name="T22" fmla="+- 0 5692 5642"/>
                  <a:gd name="T23" fmla="*/ 5692 h 55"/>
                  <a:gd name="T24" fmla="+- 0 9256 9249"/>
                  <a:gd name="T25" fmla="*/ T24 w 21"/>
                  <a:gd name="T26" fmla="+- 0 5693 5642"/>
                  <a:gd name="T27" fmla="*/ 5693 h 55"/>
                  <a:gd name="T28" fmla="+- 0 9254 9249"/>
                  <a:gd name="T29" fmla="*/ T28 w 21"/>
                  <a:gd name="T30" fmla="+- 0 5694 5642"/>
                  <a:gd name="T31" fmla="*/ 5694 h 55"/>
                  <a:gd name="T32" fmla="+- 0 9254 9249"/>
                  <a:gd name="T33" fmla="*/ T32 w 21"/>
                  <a:gd name="T34" fmla="+- 0 5694 5642"/>
                  <a:gd name="T35" fmla="*/ 5694 h 55"/>
                  <a:gd name="T36" fmla="+- 0 9252 9249"/>
                  <a:gd name="T37" fmla="*/ T36 w 21"/>
                  <a:gd name="T38" fmla="+- 0 5695 5642"/>
                  <a:gd name="T39" fmla="*/ 5695 h 55"/>
                  <a:gd name="T40" fmla="+- 0 9249 9249"/>
                  <a:gd name="T41" fmla="*/ T40 w 21"/>
                  <a:gd name="T42" fmla="+- 0 5695 5642"/>
                  <a:gd name="T43" fmla="*/ 5695 h 55"/>
                  <a:gd name="T44" fmla="+- 0 9249 9249"/>
                  <a:gd name="T45" fmla="*/ T44 w 21"/>
                  <a:gd name="T46" fmla="+- 0 5696 5642"/>
                  <a:gd name="T47" fmla="*/ 5696 h 55"/>
                  <a:gd name="T48" fmla="+- 0 9270 9249"/>
                  <a:gd name="T49" fmla="*/ T48 w 21"/>
                  <a:gd name="T50" fmla="+- 0 5696 5642"/>
                  <a:gd name="T51" fmla="*/ 5696 h 55"/>
                  <a:gd name="T52" fmla="+- 0 9270 9249"/>
                  <a:gd name="T53" fmla="*/ T52 w 21"/>
                  <a:gd name="T54" fmla="+- 0 5695 5642"/>
                  <a:gd name="T55" fmla="*/ 5695 h 55"/>
                  <a:gd name="T56" fmla="+- 0 9267 9249"/>
                  <a:gd name="T57" fmla="*/ T56 w 21"/>
                  <a:gd name="T58" fmla="+- 0 5695 5642"/>
                  <a:gd name="T59" fmla="*/ 5695 h 55"/>
                  <a:gd name="T60" fmla="+- 0 9265 9249"/>
                  <a:gd name="T61" fmla="*/ T60 w 21"/>
                  <a:gd name="T62" fmla="+- 0 5694 5642"/>
                  <a:gd name="T63" fmla="*/ 5694 h 55"/>
                  <a:gd name="T64" fmla="+- 0 9265 9249"/>
                  <a:gd name="T65" fmla="*/ T64 w 21"/>
                  <a:gd name="T66" fmla="+- 0 5694 5642"/>
                  <a:gd name="T67" fmla="*/ 5694 h 55"/>
                  <a:gd name="T68" fmla="+- 0 9263 9249"/>
                  <a:gd name="T69" fmla="*/ T68 w 21"/>
                  <a:gd name="T70" fmla="+- 0 5692 5642"/>
                  <a:gd name="T71" fmla="*/ 5692 h 55"/>
                  <a:gd name="T72" fmla="+- 0 9263 9249"/>
                  <a:gd name="T73" fmla="*/ T72 w 21"/>
                  <a:gd name="T74" fmla="+- 0 5692 5642"/>
                  <a:gd name="T75" fmla="*/ 5692 h 55"/>
                  <a:gd name="T76" fmla="+- 0 9263 9249"/>
                  <a:gd name="T77" fmla="*/ T76 w 21"/>
                  <a:gd name="T78" fmla="+- 0 5648 5642"/>
                  <a:gd name="T79" fmla="*/ 564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6"/>
                    </a:moveTo>
                    <a:lnTo>
                      <a:pt x="4" y="6"/>
                    </a:lnTo>
                    <a:lnTo>
                      <a:pt x="6" y="7"/>
                    </a:lnTo>
                    <a:lnTo>
                      <a:pt x="7" y="9"/>
                    </a:lnTo>
                    <a:lnTo>
                      <a:pt x="7" y="10"/>
                    </a:lnTo>
                    <a:lnTo>
                      <a:pt x="7" y="50"/>
                    </a:lnTo>
                    <a:lnTo>
                      <a:pt x="7" y="51"/>
                    </a:lnTo>
                    <a:lnTo>
                      <a:pt x="5" y="52"/>
                    </a:lnTo>
                    <a:lnTo>
                      <a:pt x="3" y="53"/>
                    </a:lnTo>
                    <a:lnTo>
                      <a:pt x="0" y="53"/>
                    </a:lnTo>
                    <a:lnTo>
                      <a:pt x="0" y="54"/>
                    </a:lnTo>
                    <a:lnTo>
                      <a:pt x="21" y="54"/>
                    </a:lnTo>
                    <a:lnTo>
                      <a:pt x="21" y="53"/>
                    </a:lnTo>
                    <a:lnTo>
                      <a:pt x="18" y="53"/>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06" name="Freeform 5620">
                <a:extLst>
                  <a:ext uri="{FF2B5EF4-FFF2-40B4-BE49-F238E27FC236}">
                    <a16:creationId xmlns:a16="http://schemas.microsoft.com/office/drawing/2014/main" id="{E43ED33D-4588-CDF0-CE9B-3FF4001790BD}"/>
                  </a:ext>
                </a:extLst>
              </p:cNvPr>
              <p:cNvSpPr>
                <a:spLocks/>
              </p:cNvSpPr>
              <p:nvPr/>
            </p:nvSpPr>
            <p:spPr bwMode="auto">
              <a:xfrm>
                <a:off x="9249" y="5642"/>
                <a:ext cx="21" cy="55"/>
              </a:xfrm>
              <a:custGeom>
                <a:avLst/>
                <a:gdLst>
                  <a:gd name="T0" fmla="+- 0 9263 9249"/>
                  <a:gd name="T1" fmla="*/ T0 w 21"/>
                  <a:gd name="T2" fmla="+- 0 5642 5642"/>
                  <a:gd name="T3" fmla="*/ 5642 h 55"/>
                  <a:gd name="T4" fmla="+- 0 9261 9249"/>
                  <a:gd name="T5" fmla="*/ T4 w 21"/>
                  <a:gd name="T6" fmla="+- 0 5642 5642"/>
                  <a:gd name="T7" fmla="*/ 5642 h 55"/>
                  <a:gd name="T8" fmla="+- 0 9249 9249"/>
                  <a:gd name="T9" fmla="*/ T8 w 21"/>
                  <a:gd name="T10" fmla="+- 0 5648 5642"/>
                  <a:gd name="T11" fmla="*/ 5648 h 55"/>
                  <a:gd name="T12" fmla="+- 0 9249 9249"/>
                  <a:gd name="T13" fmla="*/ T12 w 21"/>
                  <a:gd name="T14" fmla="+- 0 5649 5642"/>
                  <a:gd name="T15" fmla="*/ 5649 h 55"/>
                  <a:gd name="T16" fmla="+- 0 9253 9249"/>
                  <a:gd name="T17" fmla="*/ T16 w 21"/>
                  <a:gd name="T18" fmla="+- 0 5648 5642"/>
                  <a:gd name="T19" fmla="*/ 5648 h 55"/>
                  <a:gd name="T20" fmla="+- 0 9263 9249"/>
                  <a:gd name="T21" fmla="*/ T20 w 21"/>
                  <a:gd name="T22" fmla="+- 0 5648 5642"/>
                  <a:gd name="T23" fmla="*/ 5648 h 55"/>
                  <a:gd name="T24" fmla="+- 0 9263 9249"/>
                  <a:gd name="T25" fmla="*/ T24 w 21"/>
                  <a:gd name="T26" fmla="+- 0 5642 5642"/>
                  <a:gd name="T27" fmla="*/ 564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2"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807" name="Picture 806">
                <a:extLst>
                  <a:ext uri="{FF2B5EF4-FFF2-40B4-BE49-F238E27FC236}">
                    <a16:creationId xmlns:a16="http://schemas.microsoft.com/office/drawing/2014/main" id="{F85F4515-6F10-E728-1294-232FE6468FB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 y="5905"/>
                <a:ext cx="523"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8" name="Group 417">
              <a:extLst>
                <a:ext uri="{FF2B5EF4-FFF2-40B4-BE49-F238E27FC236}">
                  <a16:creationId xmlns:a16="http://schemas.microsoft.com/office/drawing/2014/main" id="{93F04545-20C7-E371-DB5D-699EE9E67E8C}"/>
                </a:ext>
              </a:extLst>
            </p:cNvPr>
            <p:cNvGrpSpPr>
              <a:grpSpLocks/>
            </p:cNvGrpSpPr>
            <p:nvPr/>
          </p:nvGrpSpPr>
          <p:grpSpPr bwMode="auto">
            <a:xfrm>
              <a:off x="1028" y="6082"/>
              <a:ext cx="35" cy="56"/>
              <a:chOff x="1028" y="6082"/>
              <a:chExt cx="35" cy="56"/>
            </a:xfrm>
          </p:grpSpPr>
          <p:sp>
            <p:nvSpPr>
              <p:cNvPr id="803" name="Freeform 5623">
                <a:extLst>
                  <a:ext uri="{FF2B5EF4-FFF2-40B4-BE49-F238E27FC236}">
                    <a16:creationId xmlns:a16="http://schemas.microsoft.com/office/drawing/2014/main" id="{3B34B8A0-A02D-1EBF-42FD-C6A9B81A48A8}"/>
                  </a:ext>
                </a:extLst>
              </p:cNvPr>
              <p:cNvSpPr>
                <a:spLocks/>
              </p:cNvSpPr>
              <p:nvPr/>
            </p:nvSpPr>
            <p:spPr bwMode="auto">
              <a:xfrm>
                <a:off x="1028" y="6082"/>
                <a:ext cx="35" cy="56"/>
              </a:xfrm>
              <a:custGeom>
                <a:avLst/>
                <a:gdLst>
                  <a:gd name="T0" fmla="+- 0 1050 1028"/>
                  <a:gd name="T1" fmla="*/ T0 w 35"/>
                  <a:gd name="T2" fmla="+- 0 6082 6082"/>
                  <a:gd name="T3" fmla="*/ 6082 h 56"/>
                  <a:gd name="T4" fmla="+- 0 1043 1028"/>
                  <a:gd name="T5" fmla="*/ T4 w 35"/>
                  <a:gd name="T6" fmla="+- 0 6082 6082"/>
                  <a:gd name="T7" fmla="*/ 6082 h 56"/>
                  <a:gd name="T8" fmla="+- 0 1041 1028"/>
                  <a:gd name="T9" fmla="*/ T8 w 35"/>
                  <a:gd name="T10" fmla="+- 0 6083 6082"/>
                  <a:gd name="T11" fmla="*/ 6083 h 56"/>
                  <a:gd name="T12" fmla="+- 0 1035 1028"/>
                  <a:gd name="T13" fmla="*/ T12 w 35"/>
                  <a:gd name="T14" fmla="+- 0 6087 6082"/>
                  <a:gd name="T15" fmla="*/ 6087 h 56"/>
                  <a:gd name="T16" fmla="+- 0 1033 1028"/>
                  <a:gd name="T17" fmla="*/ T16 w 35"/>
                  <a:gd name="T18" fmla="+- 0 6090 6082"/>
                  <a:gd name="T19" fmla="*/ 6090 h 56"/>
                  <a:gd name="T20" fmla="+- 0 1029 1028"/>
                  <a:gd name="T21" fmla="*/ T20 w 35"/>
                  <a:gd name="T22" fmla="+- 0 6099 6082"/>
                  <a:gd name="T23" fmla="*/ 6099 h 56"/>
                  <a:gd name="T24" fmla="+- 0 1028 1028"/>
                  <a:gd name="T25" fmla="*/ T24 w 35"/>
                  <a:gd name="T26" fmla="+- 0 6104 6082"/>
                  <a:gd name="T27" fmla="*/ 6104 h 56"/>
                  <a:gd name="T28" fmla="+- 0 1028 1028"/>
                  <a:gd name="T29" fmla="*/ T28 w 35"/>
                  <a:gd name="T30" fmla="+- 0 6117 6082"/>
                  <a:gd name="T31" fmla="*/ 6117 h 56"/>
                  <a:gd name="T32" fmla="+- 0 1030 1028"/>
                  <a:gd name="T33" fmla="*/ T32 w 35"/>
                  <a:gd name="T34" fmla="+- 0 6123 6082"/>
                  <a:gd name="T35" fmla="*/ 6123 h 56"/>
                  <a:gd name="T36" fmla="+- 0 1036 1028"/>
                  <a:gd name="T37" fmla="*/ T36 w 35"/>
                  <a:gd name="T38" fmla="+- 0 6134 6082"/>
                  <a:gd name="T39" fmla="*/ 6134 h 56"/>
                  <a:gd name="T40" fmla="+- 0 1040 1028"/>
                  <a:gd name="T41" fmla="*/ T40 w 35"/>
                  <a:gd name="T42" fmla="+- 0 6137 6082"/>
                  <a:gd name="T43" fmla="*/ 6137 h 56"/>
                  <a:gd name="T44" fmla="+- 0 1048 1028"/>
                  <a:gd name="T45" fmla="*/ T44 w 35"/>
                  <a:gd name="T46" fmla="+- 0 6137 6082"/>
                  <a:gd name="T47" fmla="*/ 6137 h 56"/>
                  <a:gd name="T48" fmla="+- 0 1050 1028"/>
                  <a:gd name="T49" fmla="*/ T48 w 35"/>
                  <a:gd name="T50" fmla="+- 0 6136 6082"/>
                  <a:gd name="T51" fmla="*/ 6136 h 56"/>
                  <a:gd name="T52" fmla="+- 0 1053 1028"/>
                  <a:gd name="T53" fmla="*/ T52 w 35"/>
                  <a:gd name="T54" fmla="+- 0 6135 6082"/>
                  <a:gd name="T55" fmla="*/ 6135 h 56"/>
                  <a:gd name="T56" fmla="+- 0 1042 1028"/>
                  <a:gd name="T57" fmla="*/ T56 w 35"/>
                  <a:gd name="T58" fmla="+- 0 6135 6082"/>
                  <a:gd name="T59" fmla="*/ 6135 h 56"/>
                  <a:gd name="T60" fmla="+- 0 1040 1028"/>
                  <a:gd name="T61" fmla="*/ T60 w 35"/>
                  <a:gd name="T62" fmla="+- 0 6133 6082"/>
                  <a:gd name="T63" fmla="*/ 6133 h 56"/>
                  <a:gd name="T64" fmla="+- 0 1039 1028"/>
                  <a:gd name="T65" fmla="*/ T64 w 35"/>
                  <a:gd name="T66" fmla="+- 0 6129 6082"/>
                  <a:gd name="T67" fmla="*/ 6129 h 56"/>
                  <a:gd name="T68" fmla="+- 0 1037 1028"/>
                  <a:gd name="T69" fmla="*/ T68 w 35"/>
                  <a:gd name="T70" fmla="+- 0 6125 6082"/>
                  <a:gd name="T71" fmla="*/ 6125 h 56"/>
                  <a:gd name="T72" fmla="+- 0 1036 1028"/>
                  <a:gd name="T73" fmla="*/ T72 w 35"/>
                  <a:gd name="T74" fmla="+- 0 6119 6082"/>
                  <a:gd name="T75" fmla="*/ 6119 h 56"/>
                  <a:gd name="T76" fmla="+- 0 1046 1028"/>
                  <a:gd name="T77" fmla="*/ T76 w 35"/>
                  <a:gd name="T78" fmla="+- 0 6085 6082"/>
                  <a:gd name="T79" fmla="*/ 6085 h 56"/>
                  <a:gd name="T80" fmla="+- 0 1054 1028"/>
                  <a:gd name="T81" fmla="*/ T80 w 35"/>
                  <a:gd name="T82" fmla="+- 0 6085 6082"/>
                  <a:gd name="T83" fmla="*/ 6085 h 56"/>
                  <a:gd name="T84" fmla="+- 0 1053 1028"/>
                  <a:gd name="T85" fmla="*/ T84 w 35"/>
                  <a:gd name="T86" fmla="+- 0 6084 6082"/>
                  <a:gd name="T87" fmla="*/ 6084 h 56"/>
                  <a:gd name="T88" fmla="+- 0 1050 1028"/>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04" name="Freeform 5624">
                <a:extLst>
                  <a:ext uri="{FF2B5EF4-FFF2-40B4-BE49-F238E27FC236}">
                    <a16:creationId xmlns:a16="http://schemas.microsoft.com/office/drawing/2014/main" id="{146BDF9D-CDE6-2478-9F47-A369CBE67DFF}"/>
                  </a:ext>
                </a:extLst>
              </p:cNvPr>
              <p:cNvSpPr>
                <a:spLocks/>
              </p:cNvSpPr>
              <p:nvPr/>
            </p:nvSpPr>
            <p:spPr bwMode="auto">
              <a:xfrm>
                <a:off x="1028" y="6082"/>
                <a:ext cx="35" cy="56"/>
              </a:xfrm>
              <a:custGeom>
                <a:avLst/>
                <a:gdLst>
                  <a:gd name="T0" fmla="+- 0 1054 1028"/>
                  <a:gd name="T1" fmla="*/ T0 w 35"/>
                  <a:gd name="T2" fmla="+- 0 6085 6082"/>
                  <a:gd name="T3" fmla="*/ 6085 h 56"/>
                  <a:gd name="T4" fmla="+- 0 1046 1028"/>
                  <a:gd name="T5" fmla="*/ T4 w 35"/>
                  <a:gd name="T6" fmla="+- 0 6085 6082"/>
                  <a:gd name="T7" fmla="*/ 6085 h 56"/>
                  <a:gd name="T8" fmla="+- 0 1050 1028"/>
                  <a:gd name="T9" fmla="*/ T8 w 35"/>
                  <a:gd name="T10" fmla="+- 0 6086 6082"/>
                  <a:gd name="T11" fmla="*/ 6086 h 56"/>
                  <a:gd name="T12" fmla="+- 0 1051 1028"/>
                  <a:gd name="T13" fmla="*/ T12 w 35"/>
                  <a:gd name="T14" fmla="+- 0 6087 6082"/>
                  <a:gd name="T15" fmla="*/ 6087 h 56"/>
                  <a:gd name="T16" fmla="+- 0 1055 1028"/>
                  <a:gd name="T17" fmla="*/ T16 w 35"/>
                  <a:gd name="T18" fmla="+- 0 6117 6082"/>
                  <a:gd name="T19" fmla="*/ 6117 h 56"/>
                  <a:gd name="T20" fmla="+- 0 1054 1028"/>
                  <a:gd name="T21" fmla="*/ T20 w 35"/>
                  <a:gd name="T22" fmla="+- 0 6122 6082"/>
                  <a:gd name="T23" fmla="*/ 6122 h 56"/>
                  <a:gd name="T24" fmla="+- 0 1052 1028"/>
                  <a:gd name="T25" fmla="*/ T24 w 35"/>
                  <a:gd name="T26" fmla="+- 0 6130 6082"/>
                  <a:gd name="T27" fmla="*/ 6130 h 56"/>
                  <a:gd name="T28" fmla="+- 0 1051 1028"/>
                  <a:gd name="T29" fmla="*/ T28 w 35"/>
                  <a:gd name="T30" fmla="+- 0 6132 6082"/>
                  <a:gd name="T31" fmla="*/ 6132 h 56"/>
                  <a:gd name="T32" fmla="+- 0 1050 1028"/>
                  <a:gd name="T33" fmla="*/ T32 w 35"/>
                  <a:gd name="T34" fmla="+- 0 6133 6082"/>
                  <a:gd name="T35" fmla="*/ 6133 h 56"/>
                  <a:gd name="T36" fmla="+- 0 1045 1028"/>
                  <a:gd name="T37" fmla="*/ T36 w 35"/>
                  <a:gd name="T38" fmla="+- 0 6135 6082"/>
                  <a:gd name="T39" fmla="*/ 6135 h 56"/>
                  <a:gd name="T40" fmla="+- 0 1053 1028"/>
                  <a:gd name="T41" fmla="*/ T40 w 35"/>
                  <a:gd name="T42" fmla="+- 0 6135 6082"/>
                  <a:gd name="T43" fmla="*/ 6135 h 56"/>
                  <a:gd name="T44" fmla="+- 0 1063 1028"/>
                  <a:gd name="T45" fmla="*/ T44 w 35"/>
                  <a:gd name="T46" fmla="+- 0 6101 6082"/>
                  <a:gd name="T47" fmla="*/ 6101 h 56"/>
                  <a:gd name="T48" fmla="+- 0 1061 1028"/>
                  <a:gd name="T49" fmla="*/ T48 w 35"/>
                  <a:gd name="T50" fmla="+- 0 6094 6082"/>
                  <a:gd name="T51" fmla="*/ 6094 h 56"/>
                  <a:gd name="T52" fmla="+- 0 1054 1028"/>
                  <a:gd name="T53" fmla="*/ T52 w 35"/>
                  <a:gd name="T54" fmla="+- 0 6085 6082"/>
                  <a:gd name="T55"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8" y="3"/>
                    </a:lnTo>
                    <a:lnTo>
                      <a:pt x="22" y="4"/>
                    </a:lnTo>
                    <a:lnTo>
                      <a:pt x="23" y="5"/>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19" name="Group 418">
              <a:extLst>
                <a:ext uri="{FF2B5EF4-FFF2-40B4-BE49-F238E27FC236}">
                  <a16:creationId xmlns:a16="http://schemas.microsoft.com/office/drawing/2014/main" id="{547958F9-B880-12DF-0241-7FAE46338175}"/>
                </a:ext>
              </a:extLst>
            </p:cNvPr>
            <p:cNvGrpSpPr>
              <a:grpSpLocks/>
            </p:cNvGrpSpPr>
            <p:nvPr/>
          </p:nvGrpSpPr>
          <p:grpSpPr bwMode="auto">
            <a:xfrm>
              <a:off x="1485" y="6082"/>
              <a:ext cx="35" cy="56"/>
              <a:chOff x="1485" y="6082"/>
              <a:chExt cx="35" cy="56"/>
            </a:xfrm>
          </p:grpSpPr>
          <p:sp>
            <p:nvSpPr>
              <p:cNvPr id="801" name="Freeform 5626">
                <a:extLst>
                  <a:ext uri="{FF2B5EF4-FFF2-40B4-BE49-F238E27FC236}">
                    <a16:creationId xmlns:a16="http://schemas.microsoft.com/office/drawing/2014/main" id="{F2D32FFD-71D4-8872-C900-EA150BC7DFE2}"/>
                  </a:ext>
                </a:extLst>
              </p:cNvPr>
              <p:cNvSpPr>
                <a:spLocks/>
              </p:cNvSpPr>
              <p:nvPr/>
            </p:nvSpPr>
            <p:spPr bwMode="auto">
              <a:xfrm>
                <a:off x="1485" y="6082"/>
                <a:ext cx="35" cy="56"/>
              </a:xfrm>
              <a:custGeom>
                <a:avLst/>
                <a:gdLst>
                  <a:gd name="T0" fmla="+- 0 1506 1485"/>
                  <a:gd name="T1" fmla="*/ T0 w 35"/>
                  <a:gd name="T2" fmla="+- 0 6082 6082"/>
                  <a:gd name="T3" fmla="*/ 6082 h 56"/>
                  <a:gd name="T4" fmla="+- 0 1500 1485"/>
                  <a:gd name="T5" fmla="*/ T4 w 35"/>
                  <a:gd name="T6" fmla="+- 0 6082 6082"/>
                  <a:gd name="T7" fmla="*/ 6082 h 56"/>
                  <a:gd name="T8" fmla="+- 0 1497 1485"/>
                  <a:gd name="T9" fmla="*/ T8 w 35"/>
                  <a:gd name="T10" fmla="+- 0 6083 6082"/>
                  <a:gd name="T11" fmla="*/ 6083 h 56"/>
                  <a:gd name="T12" fmla="+- 0 1495 1485"/>
                  <a:gd name="T13" fmla="*/ T12 w 35"/>
                  <a:gd name="T14" fmla="+- 0 6085 6082"/>
                  <a:gd name="T15" fmla="*/ 6085 h 56"/>
                  <a:gd name="T16" fmla="+- 0 1492 1485"/>
                  <a:gd name="T17" fmla="*/ T16 w 35"/>
                  <a:gd name="T18" fmla="+- 0 6087 6082"/>
                  <a:gd name="T19" fmla="*/ 6087 h 56"/>
                  <a:gd name="T20" fmla="+- 0 1489 1485"/>
                  <a:gd name="T21" fmla="*/ T20 w 35"/>
                  <a:gd name="T22" fmla="+- 0 6090 6082"/>
                  <a:gd name="T23" fmla="*/ 6090 h 56"/>
                  <a:gd name="T24" fmla="+- 0 1486 1485"/>
                  <a:gd name="T25" fmla="*/ T24 w 35"/>
                  <a:gd name="T26" fmla="+- 0 6099 6082"/>
                  <a:gd name="T27" fmla="*/ 6099 h 56"/>
                  <a:gd name="T28" fmla="+- 0 1485 1485"/>
                  <a:gd name="T29" fmla="*/ T28 w 35"/>
                  <a:gd name="T30" fmla="+- 0 6104 6082"/>
                  <a:gd name="T31" fmla="*/ 6104 h 56"/>
                  <a:gd name="T32" fmla="+- 0 1485 1485"/>
                  <a:gd name="T33" fmla="*/ T32 w 35"/>
                  <a:gd name="T34" fmla="+- 0 6117 6082"/>
                  <a:gd name="T35" fmla="*/ 6117 h 56"/>
                  <a:gd name="T36" fmla="+- 0 1486 1485"/>
                  <a:gd name="T37" fmla="*/ T36 w 35"/>
                  <a:gd name="T38" fmla="+- 0 6123 6082"/>
                  <a:gd name="T39" fmla="*/ 6123 h 56"/>
                  <a:gd name="T40" fmla="+- 0 1492 1485"/>
                  <a:gd name="T41" fmla="*/ T40 w 35"/>
                  <a:gd name="T42" fmla="+- 0 6134 6082"/>
                  <a:gd name="T43" fmla="*/ 6134 h 56"/>
                  <a:gd name="T44" fmla="+- 0 1497 1485"/>
                  <a:gd name="T45" fmla="*/ T44 w 35"/>
                  <a:gd name="T46" fmla="+- 0 6137 6082"/>
                  <a:gd name="T47" fmla="*/ 6137 h 56"/>
                  <a:gd name="T48" fmla="+- 0 1504 1485"/>
                  <a:gd name="T49" fmla="*/ T48 w 35"/>
                  <a:gd name="T50" fmla="+- 0 6137 6082"/>
                  <a:gd name="T51" fmla="*/ 6137 h 56"/>
                  <a:gd name="T52" fmla="+- 0 1507 1485"/>
                  <a:gd name="T53" fmla="*/ T52 w 35"/>
                  <a:gd name="T54" fmla="+- 0 6136 6082"/>
                  <a:gd name="T55" fmla="*/ 6136 h 56"/>
                  <a:gd name="T56" fmla="+- 0 1509 1485"/>
                  <a:gd name="T57" fmla="*/ T56 w 35"/>
                  <a:gd name="T58" fmla="+- 0 6135 6082"/>
                  <a:gd name="T59" fmla="*/ 6135 h 56"/>
                  <a:gd name="T60" fmla="+- 0 1499 1485"/>
                  <a:gd name="T61" fmla="*/ T60 w 35"/>
                  <a:gd name="T62" fmla="+- 0 6135 6082"/>
                  <a:gd name="T63" fmla="*/ 6135 h 56"/>
                  <a:gd name="T64" fmla="+- 0 1497 1485"/>
                  <a:gd name="T65" fmla="*/ T64 w 35"/>
                  <a:gd name="T66" fmla="+- 0 6133 6082"/>
                  <a:gd name="T67" fmla="*/ 6133 h 56"/>
                  <a:gd name="T68" fmla="+- 0 1493 1485"/>
                  <a:gd name="T69" fmla="*/ T68 w 35"/>
                  <a:gd name="T70" fmla="+- 0 6125 6082"/>
                  <a:gd name="T71" fmla="*/ 6125 h 56"/>
                  <a:gd name="T72" fmla="+- 0 1492 1485"/>
                  <a:gd name="T73" fmla="*/ T72 w 35"/>
                  <a:gd name="T74" fmla="+- 0 6119 6082"/>
                  <a:gd name="T75" fmla="*/ 6119 h 56"/>
                  <a:gd name="T76" fmla="+- 0 1493 1485"/>
                  <a:gd name="T77" fmla="*/ T76 w 35"/>
                  <a:gd name="T78" fmla="+- 0 6104 6082"/>
                  <a:gd name="T79" fmla="*/ 6104 h 56"/>
                  <a:gd name="T80" fmla="+- 0 1502 1485"/>
                  <a:gd name="T81" fmla="*/ T80 w 35"/>
                  <a:gd name="T82" fmla="+- 0 6085 6082"/>
                  <a:gd name="T83" fmla="*/ 6085 h 56"/>
                  <a:gd name="T84" fmla="+- 0 1510 1485"/>
                  <a:gd name="T85" fmla="*/ T84 w 35"/>
                  <a:gd name="T86" fmla="+- 0 6085 6082"/>
                  <a:gd name="T87" fmla="*/ 6085 h 56"/>
                  <a:gd name="T88" fmla="+- 0 1510 1485"/>
                  <a:gd name="T89" fmla="*/ T88 w 35"/>
                  <a:gd name="T90" fmla="+- 0 6084 6082"/>
                  <a:gd name="T91" fmla="*/ 6084 h 56"/>
                  <a:gd name="T92" fmla="+- 0 1506 1485"/>
                  <a:gd name="T93" fmla="*/ T92 w 35"/>
                  <a:gd name="T94" fmla="+- 0 6082 6082"/>
                  <a:gd name="T95"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02" name="Freeform 5627">
                <a:extLst>
                  <a:ext uri="{FF2B5EF4-FFF2-40B4-BE49-F238E27FC236}">
                    <a16:creationId xmlns:a16="http://schemas.microsoft.com/office/drawing/2014/main" id="{9F9B8C7A-DB02-B508-104F-9E438F372C58}"/>
                  </a:ext>
                </a:extLst>
              </p:cNvPr>
              <p:cNvSpPr>
                <a:spLocks/>
              </p:cNvSpPr>
              <p:nvPr/>
            </p:nvSpPr>
            <p:spPr bwMode="auto">
              <a:xfrm>
                <a:off x="1485" y="6082"/>
                <a:ext cx="35" cy="56"/>
              </a:xfrm>
              <a:custGeom>
                <a:avLst/>
                <a:gdLst>
                  <a:gd name="T0" fmla="+- 0 1510 1485"/>
                  <a:gd name="T1" fmla="*/ T0 w 35"/>
                  <a:gd name="T2" fmla="+- 0 6085 6082"/>
                  <a:gd name="T3" fmla="*/ 6085 h 56"/>
                  <a:gd name="T4" fmla="+- 0 1502 1485"/>
                  <a:gd name="T5" fmla="*/ T4 w 35"/>
                  <a:gd name="T6" fmla="+- 0 6085 6082"/>
                  <a:gd name="T7" fmla="*/ 6085 h 56"/>
                  <a:gd name="T8" fmla="+- 0 1506 1485"/>
                  <a:gd name="T9" fmla="*/ T8 w 35"/>
                  <a:gd name="T10" fmla="+- 0 6086 6082"/>
                  <a:gd name="T11" fmla="*/ 6086 h 56"/>
                  <a:gd name="T12" fmla="+- 0 1507 1485"/>
                  <a:gd name="T13" fmla="*/ T12 w 35"/>
                  <a:gd name="T14" fmla="+- 0 6087 6082"/>
                  <a:gd name="T15" fmla="*/ 6087 h 56"/>
                  <a:gd name="T16" fmla="+- 0 1509 1485"/>
                  <a:gd name="T17" fmla="*/ T16 w 35"/>
                  <a:gd name="T18" fmla="+- 0 6089 6082"/>
                  <a:gd name="T19" fmla="*/ 6089 h 56"/>
                  <a:gd name="T20" fmla="+- 0 1511 1485"/>
                  <a:gd name="T21" fmla="*/ T20 w 35"/>
                  <a:gd name="T22" fmla="+- 0 6096 6082"/>
                  <a:gd name="T23" fmla="*/ 6096 h 56"/>
                  <a:gd name="T24" fmla="+- 0 1511 1485"/>
                  <a:gd name="T25" fmla="*/ T24 w 35"/>
                  <a:gd name="T26" fmla="+- 0 6099 6082"/>
                  <a:gd name="T27" fmla="*/ 6099 h 56"/>
                  <a:gd name="T28" fmla="+- 0 1511 1485"/>
                  <a:gd name="T29" fmla="*/ T28 w 35"/>
                  <a:gd name="T30" fmla="+- 0 6117 6082"/>
                  <a:gd name="T31" fmla="*/ 6117 h 56"/>
                  <a:gd name="T32" fmla="+- 0 1511 1485"/>
                  <a:gd name="T33" fmla="*/ T32 w 35"/>
                  <a:gd name="T34" fmla="+- 0 6122 6082"/>
                  <a:gd name="T35" fmla="*/ 6122 h 56"/>
                  <a:gd name="T36" fmla="+- 0 1509 1485"/>
                  <a:gd name="T37" fmla="*/ T36 w 35"/>
                  <a:gd name="T38" fmla="+- 0 6130 6082"/>
                  <a:gd name="T39" fmla="*/ 6130 h 56"/>
                  <a:gd name="T40" fmla="+- 0 1508 1485"/>
                  <a:gd name="T41" fmla="*/ T40 w 35"/>
                  <a:gd name="T42" fmla="+- 0 6132 6082"/>
                  <a:gd name="T43" fmla="*/ 6132 h 56"/>
                  <a:gd name="T44" fmla="+- 0 1506 1485"/>
                  <a:gd name="T45" fmla="*/ T44 w 35"/>
                  <a:gd name="T46" fmla="+- 0 6133 6082"/>
                  <a:gd name="T47" fmla="*/ 6133 h 56"/>
                  <a:gd name="T48" fmla="+- 0 1502 1485"/>
                  <a:gd name="T49" fmla="*/ T48 w 35"/>
                  <a:gd name="T50" fmla="+- 0 6135 6082"/>
                  <a:gd name="T51" fmla="*/ 6135 h 56"/>
                  <a:gd name="T52" fmla="+- 0 1509 1485"/>
                  <a:gd name="T53" fmla="*/ T52 w 35"/>
                  <a:gd name="T54" fmla="+- 0 6135 6082"/>
                  <a:gd name="T55" fmla="*/ 6135 h 56"/>
                  <a:gd name="T56" fmla="+- 0 1519 1485"/>
                  <a:gd name="T57" fmla="*/ T56 w 35"/>
                  <a:gd name="T58" fmla="+- 0 6101 6082"/>
                  <a:gd name="T59" fmla="*/ 6101 h 56"/>
                  <a:gd name="T60" fmla="+- 0 1517 1485"/>
                  <a:gd name="T61" fmla="*/ T60 w 35"/>
                  <a:gd name="T62" fmla="+- 0 6094 6082"/>
                  <a:gd name="T63" fmla="*/ 6094 h 56"/>
                  <a:gd name="T64" fmla="+- 0 1510 1485"/>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0" name="Group 419">
              <a:extLst>
                <a:ext uri="{FF2B5EF4-FFF2-40B4-BE49-F238E27FC236}">
                  <a16:creationId xmlns:a16="http://schemas.microsoft.com/office/drawing/2014/main" id="{6CA24171-7340-A3C1-A034-DFB763076663}"/>
                </a:ext>
              </a:extLst>
            </p:cNvPr>
            <p:cNvGrpSpPr>
              <a:grpSpLocks/>
            </p:cNvGrpSpPr>
            <p:nvPr/>
          </p:nvGrpSpPr>
          <p:grpSpPr bwMode="auto">
            <a:xfrm>
              <a:off x="1941" y="6082"/>
              <a:ext cx="35" cy="56"/>
              <a:chOff x="1941" y="6082"/>
              <a:chExt cx="35" cy="56"/>
            </a:xfrm>
          </p:grpSpPr>
          <p:sp>
            <p:nvSpPr>
              <p:cNvPr id="799" name="Freeform 5629">
                <a:extLst>
                  <a:ext uri="{FF2B5EF4-FFF2-40B4-BE49-F238E27FC236}">
                    <a16:creationId xmlns:a16="http://schemas.microsoft.com/office/drawing/2014/main" id="{70C9A3F4-A871-BE08-FD91-19EB2F7E9BC3}"/>
                  </a:ext>
                </a:extLst>
              </p:cNvPr>
              <p:cNvSpPr>
                <a:spLocks/>
              </p:cNvSpPr>
              <p:nvPr/>
            </p:nvSpPr>
            <p:spPr bwMode="auto">
              <a:xfrm>
                <a:off x="1941" y="6082"/>
                <a:ext cx="35" cy="56"/>
              </a:xfrm>
              <a:custGeom>
                <a:avLst/>
                <a:gdLst>
                  <a:gd name="T0" fmla="+- 0 1962 1941"/>
                  <a:gd name="T1" fmla="*/ T0 w 35"/>
                  <a:gd name="T2" fmla="+- 0 6082 6082"/>
                  <a:gd name="T3" fmla="*/ 6082 h 56"/>
                  <a:gd name="T4" fmla="+- 0 1956 1941"/>
                  <a:gd name="T5" fmla="*/ T4 w 35"/>
                  <a:gd name="T6" fmla="+- 0 6082 6082"/>
                  <a:gd name="T7" fmla="*/ 6082 h 56"/>
                  <a:gd name="T8" fmla="+- 0 1953 1941"/>
                  <a:gd name="T9" fmla="*/ T8 w 35"/>
                  <a:gd name="T10" fmla="+- 0 6083 6082"/>
                  <a:gd name="T11" fmla="*/ 6083 h 56"/>
                  <a:gd name="T12" fmla="+- 0 1948 1941"/>
                  <a:gd name="T13" fmla="*/ T12 w 35"/>
                  <a:gd name="T14" fmla="+- 0 6087 6082"/>
                  <a:gd name="T15" fmla="*/ 6087 h 56"/>
                  <a:gd name="T16" fmla="+- 0 1945 1941"/>
                  <a:gd name="T17" fmla="*/ T16 w 35"/>
                  <a:gd name="T18" fmla="+- 0 6090 6082"/>
                  <a:gd name="T19" fmla="*/ 6090 h 56"/>
                  <a:gd name="T20" fmla="+- 0 1942 1941"/>
                  <a:gd name="T21" fmla="*/ T20 w 35"/>
                  <a:gd name="T22" fmla="+- 0 6099 6082"/>
                  <a:gd name="T23" fmla="*/ 6099 h 56"/>
                  <a:gd name="T24" fmla="+- 0 1941 1941"/>
                  <a:gd name="T25" fmla="*/ T24 w 35"/>
                  <a:gd name="T26" fmla="+- 0 6104 6082"/>
                  <a:gd name="T27" fmla="*/ 6104 h 56"/>
                  <a:gd name="T28" fmla="+- 0 1941 1941"/>
                  <a:gd name="T29" fmla="*/ T28 w 35"/>
                  <a:gd name="T30" fmla="+- 0 6117 6082"/>
                  <a:gd name="T31" fmla="*/ 6117 h 56"/>
                  <a:gd name="T32" fmla="+- 0 1942 1941"/>
                  <a:gd name="T33" fmla="*/ T32 w 35"/>
                  <a:gd name="T34" fmla="+- 0 6123 6082"/>
                  <a:gd name="T35" fmla="*/ 6123 h 56"/>
                  <a:gd name="T36" fmla="+- 0 1949 1941"/>
                  <a:gd name="T37" fmla="*/ T36 w 35"/>
                  <a:gd name="T38" fmla="+- 0 6134 6082"/>
                  <a:gd name="T39" fmla="*/ 6134 h 56"/>
                  <a:gd name="T40" fmla="+- 0 1953 1941"/>
                  <a:gd name="T41" fmla="*/ T40 w 35"/>
                  <a:gd name="T42" fmla="+- 0 6137 6082"/>
                  <a:gd name="T43" fmla="*/ 6137 h 56"/>
                  <a:gd name="T44" fmla="+- 0 1960 1941"/>
                  <a:gd name="T45" fmla="*/ T44 w 35"/>
                  <a:gd name="T46" fmla="+- 0 6137 6082"/>
                  <a:gd name="T47" fmla="*/ 6137 h 56"/>
                  <a:gd name="T48" fmla="+- 0 1963 1941"/>
                  <a:gd name="T49" fmla="*/ T48 w 35"/>
                  <a:gd name="T50" fmla="+- 0 6136 6082"/>
                  <a:gd name="T51" fmla="*/ 6136 h 56"/>
                  <a:gd name="T52" fmla="+- 0 1965 1941"/>
                  <a:gd name="T53" fmla="*/ T52 w 35"/>
                  <a:gd name="T54" fmla="+- 0 6135 6082"/>
                  <a:gd name="T55" fmla="*/ 6135 h 56"/>
                  <a:gd name="T56" fmla="+- 0 1955 1941"/>
                  <a:gd name="T57" fmla="*/ T56 w 35"/>
                  <a:gd name="T58" fmla="+- 0 6135 6082"/>
                  <a:gd name="T59" fmla="*/ 6135 h 56"/>
                  <a:gd name="T60" fmla="+- 0 1953 1941"/>
                  <a:gd name="T61" fmla="*/ T60 w 35"/>
                  <a:gd name="T62" fmla="+- 0 6133 6082"/>
                  <a:gd name="T63" fmla="*/ 6133 h 56"/>
                  <a:gd name="T64" fmla="+- 0 1951 1941"/>
                  <a:gd name="T65" fmla="*/ T64 w 35"/>
                  <a:gd name="T66" fmla="+- 0 6129 6082"/>
                  <a:gd name="T67" fmla="*/ 6129 h 56"/>
                  <a:gd name="T68" fmla="+- 0 1950 1941"/>
                  <a:gd name="T69" fmla="*/ T68 w 35"/>
                  <a:gd name="T70" fmla="+- 0 6125 6082"/>
                  <a:gd name="T71" fmla="*/ 6125 h 56"/>
                  <a:gd name="T72" fmla="+- 0 1949 1941"/>
                  <a:gd name="T73" fmla="*/ T72 w 35"/>
                  <a:gd name="T74" fmla="+- 0 6119 6082"/>
                  <a:gd name="T75" fmla="*/ 6119 h 56"/>
                  <a:gd name="T76" fmla="+- 0 1958 1941"/>
                  <a:gd name="T77" fmla="*/ T76 w 35"/>
                  <a:gd name="T78" fmla="+- 0 6085 6082"/>
                  <a:gd name="T79" fmla="*/ 6085 h 56"/>
                  <a:gd name="T80" fmla="+- 0 1966 1941"/>
                  <a:gd name="T81" fmla="*/ T80 w 35"/>
                  <a:gd name="T82" fmla="+- 0 6085 6082"/>
                  <a:gd name="T83" fmla="*/ 6085 h 56"/>
                  <a:gd name="T84" fmla="+- 0 1966 1941"/>
                  <a:gd name="T85" fmla="*/ T84 w 35"/>
                  <a:gd name="T86" fmla="+- 0 6084 6082"/>
                  <a:gd name="T87" fmla="*/ 6084 h 56"/>
                  <a:gd name="T88" fmla="+- 0 1962 1941"/>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3"/>
                    </a:lnTo>
                    <a:lnTo>
                      <a:pt x="8"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00" name="Freeform 5630">
                <a:extLst>
                  <a:ext uri="{FF2B5EF4-FFF2-40B4-BE49-F238E27FC236}">
                    <a16:creationId xmlns:a16="http://schemas.microsoft.com/office/drawing/2014/main" id="{844F636B-C7AE-7F93-8F89-70184923DFA4}"/>
                  </a:ext>
                </a:extLst>
              </p:cNvPr>
              <p:cNvSpPr>
                <a:spLocks/>
              </p:cNvSpPr>
              <p:nvPr/>
            </p:nvSpPr>
            <p:spPr bwMode="auto">
              <a:xfrm>
                <a:off x="1941" y="6082"/>
                <a:ext cx="35" cy="56"/>
              </a:xfrm>
              <a:custGeom>
                <a:avLst/>
                <a:gdLst>
                  <a:gd name="T0" fmla="+- 0 1966 1941"/>
                  <a:gd name="T1" fmla="*/ T0 w 35"/>
                  <a:gd name="T2" fmla="+- 0 6085 6082"/>
                  <a:gd name="T3" fmla="*/ 6085 h 56"/>
                  <a:gd name="T4" fmla="+- 0 1958 1941"/>
                  <a:gd name="T5" fmla="*/ T4 w 35"/>
                  <a:gd name="T6" fmla="+- 0 6085 6082"/>
                  <a:gd name="T7" fmla="*/ 6085 h 56"/>
                  <a:gd name="T8" fmla="+- 0 1962 1941"/>
                  <a:gd name="T9" fmla="*/ T8 w 35"/>
                  <a:gd name="T10" fmla="+- 0 6086 6082"/>
                  <a:gd name="T11" fmla="*/ 6086 h 56"/>
                  <a:gd name="T12" fmla="+- 0 1964 1941"/>
                  <a:gd name="T13" fmla="*/ T12 w 35"/>
                  <a:gd name="T14" fmla="+- 0 6087 6082"/>
                  <a:gd name="T15" fmla="*/ 6087 h 56"/>
                  <a:gd name="T16" fmla="+- 0 1968 1941"/>
                  <a:gd name="T17" fmla="*/ T16 w 35"/>
                  <a:gd name="T18" fmla="+- 0 6117 6082"/>
                  <a:gd name="T19" fmla="*/ 6117 h 56"/>
                  <a:gd name="T20" fmla="+- 0 1967 1941"/>
                  <a:gd name="T21" fmla="*/ T20 w 35"/>
                  <a:gd name="T22" fmla="+- 0 6122 6082"/>
                  <a:gd name="T23" fmla="*/ 6122 h 56"/>
                  <a:gd name="T24" fmla="+- 0 1965 1941"/>
                  <a:gd name="T25" fmla="*/ T24 w 35"/>
                  <a:gd name="T26" fmla="+- 0 6130 6082"/>
                  <a:gd name="T27" fmla="*/ 6130 h 56"/>
                  <a:gd name="T28" fmla="+- 0 1964 1941"/>
                  <a:gd name="T29" fmla="*/ T28 w 35"/>
                  <a:gd name="T30" fmla="+- 0 6132 6082"/>
                  <a:gd name="T31" fmla="*/ 6132 h 56"/>
                  <a:gd name="T32" fmla="+- 0 1962 1941"/>
                  <a:gd name="T33" fmla="*/ T32 w 35"/>
                  <a:gd name="T34" fmla="+- 0 6133 6082"/>
                  <a:gd name="T35" fmla="*/ 6133 h 56"/>
                  <a:gd name="T36" fmla="+- 0 1958 1941"/>
                  <a:gd name="T37" fmla="*/ T36 w 35"/>
                  <a:gd name="T38" fmla="+- 0 6135 6082"/>
                  <a:gd name="T39" fmla="*/ 6135 h 56"/>
                  <a:gd name="T40" fmla="+- 0 1965 1941"/>
                  <a:gd name="T41" fmla="*/ T40 w 35"/>
                  <a:gd name="T42" fmla="+- 0 6135 6082"/>
                  <a:gd name="T43" fmla="*/ 6135 h 56"/>
                  <a:gd name="T44" fmla="+- 0 1975 1941"/>
                  <a:gd name="T45" fmla="*/ T44 w 35"/>
                  <a:gd name="T46" fmla="+- 0 6101 6082"/>
                  <a:gd name="T47" fmla="*/ 6101 h 56"/>
                  <a:gd name="T48" fmla="+- 0 1973 1941"/>
                  <a:gd name="T49" fmla="*/ T48 w 35"/>
                  <a:gd name="T50" fmla="+- 0 6094 6082"/>
                  <a:gd name="T51" fmla="*/ 6094 h 56"/>
                  <a:gd name="T52" fmla="+- 0 1966 1941"/>
                  <a:gd name="T53" fmla="*/ T52 w 35"/>
                  <a:gd name="T54" fmla="+- 0 6085 6082"/>
                  <a:gd name="T55"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3"/>
                    </a:moveTo>
                    <a:lnTo>
                      <a:pt x="17" y="3"/>
                    </a:lnTo>
                    <a:lnTo>
                      <a:pt x="21" y="4"/>
                    </a:lnTo>
                    <a:lnTo>
                      <a:pt x="23" y="5"/>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1" name="Group 420">
              <a:extLst>
                <a:ext uri="{FF2B5EF4-FFF2-40B4-BE49-F238E27FC236}">
                  <a16:creationId xmlns:a16="http://schemas.microsoft.com/office/drawing/2014/main" id="{29548FF0-EE69-57D2-AD1B-5DF07BB5BBC4}"/>
                </a:ext>
              </a:extLst>
            </p:cNvPr>
            <p:cNvGrpSpPr>
              <a:grpSpLocks/>
            </p:cNvGrpSpPr>
            <p:nvPr/>
          </p:nvGrpSpPr>
          <p:grpSpPr bwMode="auto">
            <a:xfrm>
              <a:off x="2397" y="6082"/>
              <a:ext cx="35" cy="56"/>
              <a:chOff x="2397" y="6082"/>
              <a:chExt cx="35" cy="56"/>
            </a:xfrm>
          </p:grpSpPr>
          <p:sp>
            <p:nvSpPr>
              <p:cNvPr id="797" name="Freeform 5632">
                <a:extLst>
                  <a:ext uri="{FF2B5EF4-FFF2-40B4-BE49-F238E27FC236}">
                    <a16:creationId xmlns:a16="http://schemas.microsoft.com/office/drawing/2014/main" id="{804C6542-BCDF-2084-0151-A28080744315}"/>
                  </a:ext>
                </a:extLst>
              </p:cNvPr>
              <p:cNvSpPr>
                <a:spLocks/>
              </p:cNvSpPr>
              <p:nvPr/>
            </p:nvSpPr>
            <p:spPr bwMode="auto">
              <a:xfrm>
                <a:off x="2397" y="6082"/>
                <a:ext cx="35" cy="56"/>
              </a:xfrm>
              <a:custGeom>
                <a:avLst/>
                <a:gdLst>
                  <a:gd name="T0" fmla="+- 0 2419 2397"/>
                  <a:gd name="T1" fmla="*/ T0 w 35"/>
                  <a:gd name="T2" fmla="+- 0 6082 6082"/>
                  <a:gd name="T3" fmla="*/ 6082 h 56"/>
                  <a:gd name="T4" fmla="+- 0 2412 2397"/>
                  <a:gd name="T5" fmla="*/ T4 w 35"/>
                  <a:gd name="T6" fmla="+- 0 6082 6082"/>
                  <a:gd name="T7" fmla="*/ 6082 h 56"/>
                  <a:gd name="T8" fmla="+- 0 2410 2397"/>
                  <a:gd name="T9" fmla="*/ T8 w 35"/>
                  <a:gd name="T10" fmla="+- 0 6083 6082"/>
                  <a:gd name="T11" fmla="*/ 6083 h 56"/>
                  <a:gd name="T12" fmla="+- 0 2404 2397"/>
                  <a:gd name="T13" fmla="*/ T12 w 35"/>
                  <a:gd name="T14" fmla="+- 0 6087 6082"/>
                  <a:gd name="T15" fmla="*/ 6087 h 56"/>
                  <a:gd name="T16" fmla="+- 0 2402 2397"/>
                  <a:gd name="T17" fmla="*/ T16 w 35"/>
                  <a:gd name="T18" fmla="+- 0 6090 6082"/>
                  <a:gd name="T19" fmla="*/ 6090 h 56"/>
                  <a:gd name="T20" fmla="+- 0 2398 2397"/>
                  <a:gd name="T21" fmla="*/ T20 w 35"/>
                  <a:gd name="T22" fmla="+- 0 6099 6082"/>
                  <a:gd name="T23" fmla="*/ 6099 h 56"/>
                  <a:gd name="T24" fmla="+- 0 2397 2397"/>
                  <a:gd name="T25" fmla="*/ T24 w 35"/>
                  <a:gd name="T26" fmla="+- 0 6104 6082"/>
                  <a:gd name="T27" fmla="*/ 6104 h 56"/>
                  <a:gd name="T28" fmla="+- 0 2397 2397"/>
                  <a:gd name="T29" fmla="*/ T28 w 35"/>
                  <a:gd name="T30" fmla="+- 0 6117 6082"/>
                  <a:gd name="T31" fmla="*/ 6117 h 56"/>
                  <a:gd name="T32" fmla="+- 0 2399 2397"/>
                  <a:gd name="T33" fmla="*/ T32 w 35"/>
                  <a:gd name="T34" fmla="+- 0 6123 6082"/>
                  <a:gd name="T35" fmla="*/ 6123 h 56"/>
                  <a:gd name="T36" fmla="+- 0 2405 2397"/>
                  <a:gd name="T37" fmla="*/ T36 w 35"/>
                  <a:gd name="T38" fmla="+- 0 6134 6082"/>
                  <a:gd name="T39" fmla="*/ 6134 h 56"/>
                  <a:gd name="T40" fmla="+- 0 2409 2397"/>
                  <a:gd name="T41" fmla="*/ T40 w 35"/>
                  <a:gd name="T42" fmla="+- 0 6137 6082"/>
                  <a:gd name="T43" fmla="*/ 6137 h 56"/>
                  <a:gd name="T44" fmla="+- 0 2417 2397"/>
                  <a:gd name="T45" fmla="*/ T44 w 35"/>
                  <a:gd name="T46" fmla="+- 0 6137 6082"/>
                  <a:gd name="T47" fmla="*/ 6137 h 56"/>
                  <a:gd name="T48" fmla="+- 0 2420 2397"/>
                  <a:gd name="T49" fmla="*/ T48 w 35"/>
                  <a:gd name="T50" fmla="+- 0 6136 6082"/>
                  <a:gd name="T51" fmla="*/ 6136 h 56"/>
                  <a:gd name="T52" fmla="+- 0 2422 2397"/>
                  <a:gd name="T53" fmla="*/ T52 w 35"/>
                  <a:gd name="T54" fmla="+- 0 6135 6082"/>
                  <a:gd name="T55" fmla="*/ 6135 h 56"/>
                  <a:gd name="T56" fmla="+- 0 2411 2397"/>
                  <a:gd name="T57" fmla="*/ T56 w 35"/>
                  <a:gd name="T58" fmla="+- 0 6135 6082"/>
                  <a:gd name="T59" fmla="*/ 6135 h 56"/>
                  <a:gd name="T60" fmla="+- 0 2409 2397"/>
                  <a:gd name="T61" fmla="*/ T60 w 35"/>
                  <a:gd name="T62" fmla="+- 0 6133 6082"/>
                  <a:gd name="T63" fmla="*/ 6133 h 56"/>
                  <a:gd name="T64" fmla="+- 0 2406 2397"/>
                  <a:gd name="T65" fmla="*/ T64 w 35"/>
                  <a:gd name="T66" fmla="+- 0 6125 6082"/>
                  <a:gd name="T67" fmla="*/ 6125 h 56"/>
                  <a:gd name="T68" fmla="+- 0 2405 2397"/>
                  <a:gd name="T69" fmla="*/ T68 w 35"/>
                  <a:gd name="T70" fmla="+- 0 6119 6082"/>
                  <a:gd name="T71" fmla="*/ 6119 h 56"/>
                  <a:gd name="T72" fmla="+- 0 2405 2397"/>
                  <a:gd name="T73" fmla="*/ T72 w 35"/>
                  <a:gd name="T74" fmla="+- 0 6104 6082"/>
                  <a:gd name="T75" fmla="*/ 6104 h 56"/>
                  <a:gd name="T76" fmla="+- 0 2415 2397"/>
                  <a:gd name="T77" fmla="*/ T76 w 35"/>
                  <a:gd name="T78" fmla="+- 0 6085 6082"/>
                  <a:gd name="T79" fmla="*/ 6085 h 56"/>
                  <a:gd name="T80" fmla="+- 0 2423 2397"/>
                  <a:gd name="T81" fmla="*/ T80 w 35"/>
                  <a:gd name="T82" fmla="+- 0 6085 6082"/>
                  <a:gd name="T83" fmla="*/ 6085 h 56"/>
                  <a:gd name="T84" fmla="+- 0 2422 2397"/>
                  <a:gd name="T85" fmla="*/ T84 w 35"/>
                  <a:gd name="T86" fmla="+- 0 6084 6082"/>
                  <a:gd name="T87" fmla="*/ 6084 h 56"/>
                  <a:gd name="T88" fmla="+- 0 2419 2397"/>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3" y="54"/>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98" name="Freeform 5633">
                <a:extLst>
                  <a:ext uri="{FF2B5EF4-FFF2-40B4-BE49-F238E27FC236}">
                    <a16:creationId xmlns:a16="http://schemas.microsoft.com/office/drawing/2014/main" id="{E8F091C7-ACAC-1B91-1B05-6588DD68B901}"/>
                  </a:ext>
                </a:extLst>
              </p:cNvPr>
              <p:cNvSpPr>
                <a:spLocks/>
              </p:cNvSpPr>
              <p:nvPr/>
            </p:nvSpPr>
            <p:spPr bwMode="auto">
              <a:xfrm>
                <a:off x="2397" y="6082"/>
                <a:ext cx="35" cy="56"/>
              </a:xfrm>
              <a:custGeom>
                <a:avLst/>
                <a:gdLst>
                  <a:gd name="T0" fmla="+- 0 2423 2397"/>
                  <a:gd name="T1" fmla="*/ T0 w 35"/>
                  <a:gd name="T2" fmla="+- 0 6085 6082"/>
                  <a:gd name="T3" fmla="*/ 6085 h 56"/>
                  <a:gd name="T4" fmla="+- 0 2415 2397"/>
                  <a:gd name="T5" fmla="*/ T4 w 35"/>
                  <a:gd name="T6" fmla="+- 0 6085 6082"/>
                  <a:gd name="T7" fmla="*/ 6085 h 56"/>
                  <a:gd name="T8" fmla="+- 0 2419 2397"/>
                  <a:gd name="T9" fmla="*/ T8 w 35"/>
                  <a:gd name="T10" fmla="+- 0 6086 6082"/>
                  <a:gd name="T11" fmla="*/ 6086 h 56"/>
                  <a:gd name="T12" fmla="+- 0 2420 2397"/>
                  <a:gd name="T13" fmla="*/ T12 w 35"/>
                  <a:gd name="T14" fmla="+- 0 6087 6082"/>
                  <a:gd name="T15" fmla="*/ 6087 h 56"/>
                  <a:gd name="T16" fmla="+- 0 2421 2397"/>
                  <a:gd name="T17" fmla="*/ T16 w 35"/>
                  <a:gd name="T18" fmla="+- 0 6089 6082"/>
                  <a:gd name="T19" fmla="*/ 6089 h 56"/>
                  <a:gd name="T20" fmla="+- 0 2423 2397"/>
                  <a:gd name="T21" fmla="*/ T20 w 35"/>
                  <a:gd name="T22" fmla="+- 0 6096 6082"/>
                  <a:gd name="T23" fmla="*/ 6096 h 56"/>
                  <a:gd name="T24" fmla="+- 0 2424 2397"/>
                  <a:gd name="T25" fmla="*/ T24 w 35"/>
                  <a:gd name="T26" fmla="+- 0 6099 6082"/>
                  <a:gd name="T27" fmla="*/ 6099 h 56"/>
                  <a:gd name="T28" fmla="+- 0 2424 2397"/>
                  <a:gd name="T29" fmla="*/ T28 w 35"/>
                  <a:gd name="T30" fmla="+- 0 6117 6082"/>
                  <a:gd name="T31" fmla="*/ 6117 h 56"/>
                  <a:gd name="T32" fmla="+- 0 2424 2397"/>
                  <a:gd name="T33" fmla="*/ T32 w 35"/>
                  <a:gd name="T34" fmla="+- 0 6122 6082"/>
                  <a:gd name="T35" fmla="*/ 6122 h 56"/>
                  <a:gd name="T36" fmla="+- 0 2422 2397"/>
                  <a:gd name="T37" fmla="*/ T36 w 35"/>
                  <a:gd name="T38" fmla="+- 0 6130 6082"/>
                  <a:gd name="T39" fmla="*/ 6130 h 56"/>
                  <a:gd name="T40" fmla="+- 0 2420 2397"/>
                  <a:gd name="T41" fmla="*/ T40 w 35"/>
                  <a:gd name="T42" fmla="+- 0 6132 6082"/>
                  <a:gd name="T43" fmla="*/ 6132 h 56"/>
                  <a:gd name="T44" fmla="+- 0 2419 2397"/>
                  <a:gd name="T45" fmla="*/ T44 w 35"/>
                  <a:gd name="T46" fmla="+- 0 6133 6082"/>
                  <a:gd name="T47" fmla="*/ 6133 h 56"/>
                  <a:gd name="T48" fmla="+- 0 2414 2397"/>
                  <a:gd name="T49" fmla="*/ T48 w 35"/>
                  <a:gd name="T50" fmla="+- 0 6135 6082"/>
                  <a:gd name="T51" fmla="*/ 6135 h 56"/>
                  <a:gd name="T52" fmla="+- 0 2422 2397"/>
                  <a:gd name="T53" fmla="*/ T52 w 35"/>
                  <a:gd name="T54" fmla="+- 0 6135 6082"/>
                  <a:gd name="T55" fmla="*/ 6135 h 56"/>
                  <a:gd name="T56" fmla="+- 0 2432 2397"/>
                  <a:gd name="T57" fmla="*/ T56 w 35"/>
                  <a:gd name="T58" fmla="+- 0 6101 6082"/>
                  <a:gd name="T59" fmla="*/ 6101 h 56"/>
                  <a:gd name="T60" fmla="+- 0 2430 2397"/>
                  <a:gd name="T61" fmla="*/ T60 w 35"/>
                  <a:gd name="T62" fmla="+- 0 6094 6082"/>
                  <a:gd name="T63" fmla="*/ 6094 h 56"/>
                  <a:gd name="T64" fmla="+- 0 2423 2397"/>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6" y="14"/>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2" name="Group 421">
              <a:extLst>
                <a:ext uri="{FF2B5EF4-FFF2-40B4-BE49-F238E27FC236}">
                  <a16:creationId xmlns:a16="http://schemas.microsoft.com/office/drawing/2014/main" id="{EEB151D1-36D6-EC2B-40EF-D38FD143B381}"/>
                </a:ext>
              </a:extLst>
            </p:cNvPr>
            <p:cNvGrpSpPr>
              <a:grpSpLocks/>
            </p:cNvGrpSpPr>
            <p:nvPr/>
          </p:nvGrpSpPr>
          <p:grpSpPr bwMode="auto">
            <a:xfrm>
              <a:off x="2854" y="6082"/>
              <a:ext cx="35" cy="56"/>
              <a:chOff x="2854" y="6082"/>
              <a:chExt cx="35" cy="56"/>
            </a:xfrm>
          </p:grpSpPr>
          <p:sp>
            <p:nvSpPr>
              <p:cNvPr id="795" name="Freeform 5635">
                <a:extLst>
                  <a:ext uri="{FF2B5EF4-FFF2-40B4-BE49-F238E27FC236}">
                    <a16:creationId xmlns:a16="http://schemas.microsoft.com/office/drawing/2014/main" id="{331D10E9-9ABE-37C8-248A-A00D0989B4D6}"/>
                  </a:ext>
                </a:extLst>
              </p:cNvPr>
              <p:cNvSpPr>
                <a:spLocks/>
              </p:cNvSpPr>
              <p:nvPr/>
            </p:nvSpPr>
            <p:spPr bwMode="auto">
              <a:xfrm>
                <a:off x="2854" y="6082"/>
                <a:ext cx="35" cy="56"/>
              </a:xfrm>
              <a:custGeom>
                <a:avLst/>
                <a:gdLst>
                  <a:gd name="T0" fmla="+- 0 2875 2854"/>
                  <a:gd name="T1" fmla="*/ T0 w 35"/>
                  <a:gd name="T2" fmla="+- 0 6082 6082"/>
                  <a:gd name="T3" fmla="*/ 6082 h 56"/>
                  <a:gd name="T4" fmla="+- 0 2868 2854"/>
                  <a:gd name="T5" fmla="*/ T4 w 35"/>
                  <a:gd name="T6" fmla="+- 0 6082 6082"/>
                  <a:gd name="T7" fmla="*/ 6082 h 56"/>
                  <a:gd name="T8" fmla="+- 0 2866 2854"/>
                  <a:gd name="T9" fmla="*/ T8 w 35"/>
                  <a:gd name="T10" fmla="+- 0 6083 6082"/>
                  <a:gd name="T11" fmla="*/ 6083 h 56"/>
                  <a:gd name="T12" fmla="+- 0 2861 2854"/>
                  <a:gd name="T13" fmla="*/ T12 w 35"/>
                  <a:gd name="T14" fmla="+- 0 6087 6082"/>
                  <a:gd name="T15" fmla="*/ 6087 h 56"/>
                  <a:gd name="T16" fmla="+- 0 2858 2854"/>
                  <a:gd name="T17" fmla="*/ T16 w 35"/>
                  <a:gd name="T18" fmla="+- 0 6090 6082"/>
                  <a:gd name="T19" fmla="*/ 6090 h 56"/>
                  <a:gd name="T20" fmla="+- 0 2855 2854"/>
                  <a:gd name="T21" fmla="*/ T20 w 35"/>
                  <a:gd name="T22" fmla="+- 0 6099 6082"/>
                  <a:gd name="T23" fmla="*/ 6099 h 56"/>
                  <a:gd name="T24" fmla="+- 0 2854 2854"/>
                  <a:gd name="T25" fmla="*/ T24 w 35"/>
                  <a:gd name="T26" fmla="+- 0 6104 6082"/>
                  <a:gd name="T27" fmla="*/ 6104 h 56"/>
                  <a:gd name="T28" fmla="+- 0 2854 2854"/>
                  <a:gd name="T29" fmla="*/ T28 w 35"/>
                  <a:gd name="T30" fmla="+- 0 6117 6082"/>
                  <a:gd name="T31" fmla="*/ 6117 h 56"/>
                  <a:gd name="T32" fmla="+- 0 2855 2854"/>
                  <a:gd name="T33" fmla="*/ T32 w 35"/>
                  <a:gd name="T34" fmla="+- 0 6123 6082"/>
                  <a:gd name="T35" fmla="*/ 6123 h 56"/>
                  <a:gd name="T36" fmla="+- 0 2861 2854"/>
                  <a:gd name="T37" fmla="*/ T36 w 35"/>
                  <a:gd name="T38" fmla="+- 0 6134 6082"/>
                  <a:gd name="T39" fmla="*/ 6134 h 56"/>
                  <a:gd name="T40" fmla="+- 0 2866 2854"/>
                  <a:gd name="T41" fmla="*/ T40 w 35"/>
                  <a:gd name="T42" fmla="+- 0 6137 6082"/>
                  <a:gd name="T43" fmla="*/ 6137 h 56"/>
                  <a:gd name="T44" fmla="+- 0 2873 2854"/>
                  <a:gd name="T45" fmla="*/ T44 w 35"/>
                  <a:gd name="T46" fmla="+- 0 6137 6082"/>
                  <a:gd name="T47" fmla="*/ 6137 h 56"/>
                  <a:gd name="T48" fmla="+- 0 2876 2854"/>
                  <a:gd name="T49" fmla="*/ T48 w 35"/>
                  <a:gd name="T50" fmla="+- 0 6136 6082"/>
                  <a:gd name="T51" fmla="*/ 6136 h 56"/>
                  <a:gd name="T52" fmla="+- 0 2878 2854"/>
                  <a:gd name="T53" fmla="*/ T52 w 35"/>
                  <a:gd name="T54" fmla="+- 0 6135 6082"/>
                  <a:gd name="T55" fmla="*/ 6135 h 56"/>
                  <a:gd name="T56" fmla="+- 0 2868 2854"/>
                  <a:gd name="T57" fmla="*/ T56 w 35"/>
                  <a:gd name="T58" fmla="+- 0 6135 6082"/>
                  <a:gd name="T59" fmla="*/ 6135 h 56"/>
                  <a:gd name="T60" fmla="+- 0 2866 2854"/>
                  <a:gd name="T61" fmla="*/ T60 w 35"/>
                  <a:gd name="T62" fmla="+- 0 6133 6082"/>
                  <a:gd name="T63" fmla="*/ 6133 h 56"/>
                  <a:gd name="T64" fmla="+- 0 2864 2854"/>
                  <a:gd name="T65" fmla="*/ T64 w 35"/>
                  <a:gd name="T66" fmla="+- 0 6129 6082"/>
                  <a:gd name="T67" fmla="*/ 6129 h 56"/>
                  <a:gd name="T68" fmla="+- 0 2862 2854"/>
                  <a:gd name="T69" fmla="*/ T68 w 35"/>
                  <a:gd name="T70" fmla="+- 0 6125 6082"/>
                  <a:gd name="T71" fmla="*/ 6125 h 56"/>
                  <a:gd name="T72" fmla="+- 0 2861 2854"/>
                  <a:gd name="T73" fmla="*/ T72 w 35"/>
                  <a:gd name="T74" fmla="+- 0 6119 6082"/>
                  <a:gd name="T75" fmla="*/ 6119 h 56"/>
                  <a:gd name="T76" fmla="+- 0 2871 2854"/>
                  <a:gd name="T77" fmla="*/ T76 w 35"/>
                  <a:gd name="T78" fmla="+- 0 6085 6082"/>
                  <a:gd name="T79" fmla="*/ 6085 h 56"/>
                  <a:gd name="T80" fmla="+- 0 2879 2854"/>
                  <a:gd name="T81" fmla="*/ T80 w 35"/>
                  <a:gd name="T82" fmla="+- 0 6085 6082"/>
                  <a:gd name="T83" fmla="*/ 6085 h 56"/>
                  <a:gd name="T84" fmla="+- 0 2879 2854"/>
                  <a:gd name="T85" fmla="*/ T84 w 35"/>
                  <a:gd name="T86" fmla="+- 0 6084 6082"/>
                  <a:gd name="T87" fmla="*/ 6084 h 56"/>
                  <a:gd name="T88" fmla="+- 0 2875 2854"/>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96" name="Freeform 5636">
                <a:extLst>
                  <a:ext uri="{FF2B5EF4-FFF2-40B4-BE49-F238E27FC236}">
                    <a16:creationId xmlns:a16="http://schemas.microsoft.com/office/drawing/2014/main" id="{A705DA17-D2C4-DBFA-E991-2163AC4C34D8}"/>
                  </a:ext>
                </a:extLst>
              </p:cNvPr>
              <p:cNvSpPr>
                <a:spLocks/>
              </p:cNvSpPr>
              <p:nvPr/>
            </p:nvSpPr>
            <p:spPr bwMode="auto">
              <a:xfrm>
                <a:off x="2854" y="6082"/>
                <a:ext cx="35" cy="56"/>
              </a:xfrm>
              <a:custGeom>
                <a:avLst/>
                <a:gdLst>
                  <a:gd name="T0" fmla="+- 0 2879 2854"/>
                  <a:gd name="T1" fmla="*/ T0 w 35"/>
                  <a:gd name="T2" fmla="+- 0 6085 6082"/>
                  <a:gd name="T3" fmla="*/ 6085 h 56"/>
                  <a:gd name="T4" fmla="+- 0 2871 2854"/>
                  <a:gd name="T5" fmla="*/ T4 w 35"/>
                  <a:gd name="T6" fmla="+- 0 6085 6082"/>
                  <a:gd name="T7" fmla="*/ 6085 h 56"/>
                  <a:gd name="T8" fmla="+- 0 2875 2854"/>
                  <a:gd name="T9" fmla="*/ T8 w 35"/>
                  <a:gd name="T10" fmla="+- 0 6086 6082"/>
                  <a:gd name="T11" fmla="*/ 6086 h 56"/>
                  <a:gd name="T12" fmla="+- 0 2876 2854"/>
                  <a:gd name="T13" fmla="*/ T12 w 35"/>
                  <a:gd name="T14" fmla="+- 0 6087 6082"/>
                  <a:gd name="T15" fmla="*/ 6087 h 56"/>
                  <a:gd name="T16" fmla="+- 0 2878 2854"/>
                  <a:gd name="T17" fmla="*/ T16 w 35"/>
                  <a:gd name="T18" fmla="+- 0 6089 6082"/>
                  <a:gd name="T19" fmla="*/ 6089 h 56"/>
                  <a:gd name="T20" fmla="+- 0 2880 2854"/>
                  <a:gd name="T21" fmla="*/ T20 w 35"/>
                  <a:gd name="T22" fmla="+- 0 6096 6082"/>
                  <a:gd name="T23" fmla="*/ 6096 h 56"/>
                  <a:gd name="T24" fmla="+- 0 2880 2854"/>
                  <a:gd name="T25" fmla="*/ T24 w 35"/>
                  <a:gd name="T26" fmla="+- 0 6099 6082"/>
                  <a:gd name="T27" fmla="*/ 6099 h 56"/>
                  <a:gd name="T28" fmla="+- 0 2880 2854"/>
                  <a:gd name="T29" fmla="*/ T28 w 35"/>
                  <a:gd name="T30" fmla="+- 0 6117 6082"/>
                  <a:gd name="T31" fmla="*/ 6117 h 56"/>
                  <a:gd name="T32" fmla="+- 0 2880 2854"/>
                  <a:gd name="T33" fmla="*/ T32 w 35"/>
                  <a:gd name="T34" fmla="+- 0 6122 6082"/>
                  <a:gd name="T35" fmla="*/ 6122 h 56"/>
                  <a:gd name="T36" fmla="+- 0 2878 2854"/>
                  <a:gd name="T37" fmla="*/ T36 w 35"/>
                  <a:gd name="T38" fmla="+- 0 6130 6082"/>
                  <a:gd name="T39" fmla="*/ 6130 h 56"/>
                  <a:gd name="T40" fmla="+- 0 2877 2854"/>
                  <a:gd name="T41" fmla="*/ T40 w 35"/>
                  <a:gd name="T42" fmla="+- 0 6132 6082"/>
                  <a:gd name="T43" fmla="*/ 6132 h 56"/>
                  <a:gd name="T44" fmla="+- 0 2875 2854"/>
                  <a:gd name="T45" fmla="*/ T44 w 35"/>
                  <a:gd name="T46" fmla="+- 0 6133 6082"/>
                  <a:gd name="T47" fmla="*/ 6133 h 56"/>
                  <a:gd name="T48" fmla="+- 0 2871 2854"/>
                  <a:gd name="T49" fmla="*/ T48 w 35"/>
                  <a:gd name="T50" fmla="+- 0 6135 6082"/>
                  <a:gd name="T51" fmla="*/ 6135 h 56"/>
                  <a:gd name="T52" fmla="+- 0 2878 2854"/>
                  <a:gd name="T53" fmla="*/ T52 w 35"/>
                  <a:gd name="T54" fmla="+- 0 6135 6082"/>
                  <a:gd name="T55" fmla="*/ 6135 h 56"/>
                  <a:gd name="T56" fmla="+- 0 2888 2854"/>
                  <a:gd name="T57" fmla="*/ T56 w 35"/>
                  <a:gd name="T58" fmla="+- 0 6101 6082"/>
                  <a:gd name="T59" fmla="*/ 6101 h 56"/>
                  <a:gd name="T60" fmla="+- 0 2886 2854"/>
                  <a:gd name="T61" fmla="*/ T60 w 35"/>
                  <a:gd name="T62" fmla="+- 0 6094 6082"/>
                  <a:gd name="T63" fmla="*/ 6094 h 56"/>
                  <a:gd name="T64" fmla="+- 0 2879 2854"/>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3" name="Group 422">
              <a:extLst>
                <a:ext uri="{FF2B5EF4-FFF2-40B4-BE49-F238E27FC236}">
                  <a16:creationId xmlns:a16="http://schemas.microsoft.com/office/drawing/2014/main" id="{9C33716A-086F-7047-BF1D-FDB5E56599EB}"/>
                </a:ext>
              </a:extLst>
            </p:cNvPr>
            <p:cNvGrpSpPr>
              <a:grpSpLocks/>
            </p:cNvGrpSpPr>
            <p:nvPr/>
          </p:nvGrpSpPr>
          <p:grpSpPr bwMode="auto">
            <a:xfrm>
              <a:off x="3309" y="6082"/>
              <a:ext cx="36" cy="55"/>
              <a:chOff x="3309" y="6082"/>
              <a:chExt cx="36" cy="55"/>
            </a:xfrm>
          </p:grpSpPr>
          <p:sp>
            <p:nvSpPr>
              <p:cNvPr id="792" name="Freeform 5638">
                <a:extLst>
                  <a:ext uri="{FF2B5EF4-FFF2-40B4-BE49-F238E27FC236}">
                    <a16:creationId xmlns:a16="http://schemas.microsoft.com/office/drawing/2014/main" id="{ABC3519A-B741-00E4-A9A8-7E98FB31A6DB}"/>
                  </a:ext>
                </a:extLst>
              </p:cNvPr>
              <p:cNvSpPr>
                <a:spLocks/>
              </p:cNvSpPr>
              <p:nvPr/>
            </p:nvSpPr>
            <p:spPr bwMode="auto">
              <a:xfrm>
                <a:off x="3309" y="6082"/>
                <a:ext cx="36" cy="55"/>
              </a:xfrm>
              <a:custGeom>
                <a:avLst/>
                <a:gdLst>
                  <a:gd name="T0" fmla="+- 0 3338 3309"/>
                  <a:gd name="T1" fmla="*/ T0 w 36"/>
                  <a:gd name="T2" fmla="+- 0 6088 6082"/>
                  <a:gd name="T3" fmla="*/ 6088 h 55"/>
                  <a:gd name="T4" fmla="+- 0 3326 3309"/>
                  <a:gd name="T5" fmla="*/ T4 w 36"/>
                  <a:gd name="T6" fmla="+- 0 6088 6082"/>
                  <a:gd name="T7" fmla="*/ 6088 h 55"/>
                  <a:gd name="T8" fmla="+- 0 3329 3309"/>
                  <a:gd name="T9" fmla="*/ T8 w 36"/>
                  <a:gd name="T10" fmla="+- 0 6089 6082"/>
                  <a:gd name="T11" fmla="*/ 6089 h 55"/>
                  <a:gd name="T12" fmla="+- 0 3333 3309"/>
                  <a:gd name="T13" fmla="*/ T12 w 36"/>
                  <a:gd name="T14" fmla="+- 0 6094 6082"/>
                  <a:gd name="T15" fmla="*/ 6094 h 55"/>
                  <a:gd name="T16" fmla="+- 0 3334 3309"/>
                  <a:gd name="T17" fmla="*/ T16 w 36"/>
                  <a:gd name="T18" fmla="+- 0 6096 6082"/>
                  <a:gd name="T19" fmla="*/ 6096 h 55"/>
                  <a:gd name="T20" fmla="+- 0 3334 3309"/>
                  <a:gd name="T21" fmla="*/ T20 w 36"/>
                  <a:gd name="T22" fmla="+- 0 6104 6082"/>
                  <a:gd name="T23" fmla="*/ 6104 h 55"/>
                  <a:gd name="T24" fmla="+- 0 3332 3309"/>
                  <a:gd name="T25" fmla="*/ T24 w 36"/>
                  <a:gd name="T26" fmla="+- 0 6109 6082"/>
                  <a:gd name="T27" fmla="*/ 6109 h 55"/>
                  <a:gd name="T28" fmla="+- 0 3325 3309"/>
                  <a:gd name="T29" fmla="*/ T28 w 36"/>
                  <a:gd name="T30" fmla="+- 0 6120 6082"/>
                  <a:gd name="T31" fmla="*/ 6120 h 55"/>
                  <a:gd name="T32" fmla="+- 0 3318 3309"/>
                  <a:gd name="T33" fmla="*/ T32 w 36"/>
                  <a:gd name="T34" fmla="+- 0 6127 6082"/>
                  <a:gd name="T35" fmla="*/ 6127 h 55"/>
                  <a:gd name="T36" fmla="+- 0 3309 3309"/>
                  <a:gd name="T37" fmla="*/ T36 w 36"/>
                  <a:gd name="T38" fmla="+- 0 6135 6082"/>
                  <a:gd name="T39" fmla="*/ 6135 h 55"/>
                  <a:gd name="T40" fmla="+- 0 3309 3309"/>
                  <a:gd name="T41" fmla="*/ T40 w 36"/>
                  <a:gd name="T42" fmla="+- 0 6137 6082"/>
                  <a:gd name="T43" fmla="*/ 6137 h 55"/>
                  <a:gd name="T44" fmla="+- 0 3340 3309"/>
                  <a:gd name="T45" fmla="*/ T44 w 36"/>
                  <a:gd name="T46" fmla="+- 0 6137 6082"/>
                  <a:gd name="T47" fmla="*/ 6137 h 55"/>
                  <a:gd name="T48" fmla="+- 0 3342 3309"/>
                  <a:gd name="T49" fmla="*/ T48 w 36"/>
                  <a:gd name="T50" fmla="+- 0 6131 6082"/>
                  <a:gd name="T51" fmla="*/ 6131 h 55"/>
                  <a:gd name="T52" fmla="+- 0 3317 3309"/>
                  <a:gd name="T53" fmla="*/ T52 w 36"/>
                  <a:gd name="T54" fmla="+- 0 6131 6082"/>
                  <a:gd name="T55" fmla="*/ 6131 h 55"/>
                  <a:gd name="T56" fmla="+- 0 3319 3309"/>
                  <a:gd name="T57" fmla="*/ T56 w 36"/>
                  <a:gd name="T58" fmla="+- 0 6129 6082"/>
                  <a:gd name="T59" fmla="*/ 6129 h 55"/>
                  <a:gd name="T60" fmla="+- 0 3341 3309"/>
                  <a:gd name="T61" fmla="*/ T60 w 36"/>
                  <a:gd name="T62" fmla="+- 0 6099 6082"/>
                  <a:gd name="T63" fmla="*/ 6099 h 55"/>
                  <a:gd name="T64" fmla="+- 0 3341 3309"/>
                  <a:gd name="T65" fmla="*/ T64 w 36"/>
                  <a:gd name="T66" fmla="+- 0 6092 6082"/>
                  <a:gd name="T67" fmla="*/ 6092 h 55"/>
                  <a:gd name="T68" fmla="+- 0 3339 3309"/>
                  <a:gd name="T69" fmla="*/ T68 w 36"/>
                  <a:gd name="T70" fmla="+- 0 6089 6082"/>
                  <a:gd name="T71" fmla="*/ 6089 h 55"/>
                  <a:gd name="T72" fmla="+- 0 3338 3309"/>
                  <a:gd name="T73" fmla="*/ T72 w 36"/>
                  <a:gd name="T74" fmla="+- 0 6088 6082"/>
                  <a:gd name="T75" fmla="*/ 608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7" y="6"/>
                    </a:lnTo>
                    <a:lnTo>
                      <a:pt x="20" y="7"/>
                    </a:lnTo>
                    <a:lnTo>
                      <a:pt x="24" y="12"/>
                    </a:lnTo>
                    <a:lnTo>
                      <a:pt x="25" y="14"/>
                    </a:lnTo>
                    <a:lnTo>
                      <a:pt x="25" y="22"/>
                    </a:lnTo>
                    <a:lnTo>
                      <a:pt x="23" y="27"/>
                    </a:lnTo>
                    <a:lnTo>
                      <a:pt x="16" y="38"/>
                    </a:lnTo>
                    <a:lnTo>
                      <a:pt x="9" y="45"/>
                    </a:lnTo>
                    <a:lnTo>
                      <a:pt x="0" y="53"/>
                    </a:lnTo>
                    <a:lnTo>
                      <a:pt x="0" y="55"/>
                    </a:lnTo>
                    <a:lnTo>
                      <a:pt x="31" y="55"/>
                    </a:lnTo>
                    <a:lnTo>
                      <a:pt x="33" y="49"/>
                    </a:lnTo>
                    <a:lnTo>
                      <a:pt x="8" y="49"/>
                    </a:lnTo>
                    <a:lnTo>
                      <a:pt x="10" y="47"/>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93" name="Freeform 5639">
                <a:extLst>
                  <a:ext uri="{FF2B5EF4-FFF2-40B4-BE49-F238E27FC236}">
                    <a16:creationId xmlns:a16="http://schemas.microsoft.com/office/drawing/2014/main" id="{863A8C64-D8B0-6DD8-1A19-0AF054B7B918}"/>
                  </a:ext>
                </a:extLst>
              </p:cNvPr>
              <p:cNvSpPr>
                <a:spLocks/>
              </p:cNvSpPr>
              <p:nvPr/>
            </p:nvSpPr>
            <p:spPr bwMode="auto">
              <a:xfrm>
                <a:off x="3309" y="6082"/>
                <a:ext cx="36" cy="55"/>
              </a:xfrm>
              <a:custGeom>
                <a:avLst/>
                <a:gdLst>
                  <a:gd name="T0" fmla="+- 0 3344 3309"/>
                  <a:gd name="T1" fmla="*/ T0 w 36"/>
                  <a:gd name="T2" fmla="+- 0 6126 6082"/>
                  <a:gd name="T3" fmla="*/ 6126 h 55"/>
                  <a:gd name="T4" fmla="+- 0 3343 3309"/>
                  <a:gd name="T5" fmla="*/ T4 w 36"/>
                  <a:gd name="T6" fmla="+- 0 6126 6082"/>
                  <a:gd name="T7" fmla="*/ 6126 h 55"/>
                  <a:gd name="T8" fmla="+- 0 3340 3309"/>
                  <a:gd name="T9" fmla="*/ T8 w 36"/>
                  <a:gd name="T10" fmla="+- 0 6129 6082"/>
                  <a:gd name="T11" fmla="*/ 6129 h 55"/>
                  <a:gd name="T12" fmla="+- 0 3337 3309"/>
                  <a:gd name="T13" fmla="*/ T12 w 36"/>
                  <a:gd name="T14" fmla="+- 0 6130 6082"/>
                  <a:gd name="T15" fmla="*/ 6130 h 55"/>
                  <a:gd name="T16" fmla="+- 0 3334 3309"/>
                  <a:gd name="T17" fmla="*/ T16 w 36"/>
                  <a:gd name="T18" fmla="+- 0 6131 6082"/>
                  <a:gd name="T19" fmla="*/ 6131 h 55"/>
                  <a:gd name="T20" fmla="+- 0 3342 3309"/>
                  <a:gd name="T21" fmla="*/ T20 w 36"/>
                  <a:gd name="T22" fmla="+- 0 6131 6082"/>
                  <a:gd name="T23" fmla="*/ 6131 h 55"/>
                  <a:gd name="T24" fmla="+- 0 3344 3309"/>
                  <a:gd name="T25" fmla="*/ T24 w 36"/>
                  <a:gd name="T26" fmla="+- 0 6126 6082"/>
                  <a:gd name="T27" fmla="*/ 6126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9"/>
                    </a:lnTo>
                    <a:lnTo>
                      <a:pt x="33"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94" name="Freeform 5640">
                <a:extLst>
                  <a:ext uri="{FF2B5EF4-FFF2-40B4-BE49-F238E27FC236}">
                    <a16:creationId xmlns:a16="http://schemas.microsoft.com/office/drawing/2014/main" id="{9C49205E-289E-74AA-453E-4B9D10539FB2}"/>
                  </a:ext>
                </a:extLst>
              </p:cNvPr>
              <p:cNvSpPr>
                <a:spLocks/>
              </p:cNvSpPr>
              <p:nvPr/>
            </p:nvSpPr>
            <p:spPr bwMode="auto">
              <a:xfrm>
                <a:off x="3309" y="6082"/>
                <a:ext cx="36" cy="55"/>
              </a:xfrm>
              <a:custGeom>
                <a:avLst/>
                <a:gdLst>
                  <a:gd name="T0" fmla="+- 0 3330 3309"/>
                  <a:gd name="T1" fmla="*/ T0 w 36"/>
                  <a:gd name="T2" fmla="+- 0 6082 6082"/>
                  <a:gd name="T3" fmla="*/ 6082 h 55"/>
                  <a:gd name="T4" fmla="+- 0 3322 3309"/>
                  <a:gd name="T5" fmla="*/ T4 w 36"/>
                  <a:gd name="T6" fmla="+- 0 6082 6082"/>
                  <a:gd name="T7" fmla="*/ 6082 h 55"/>
                  <a:gd name="T8" fmla="+- 0 3318 3309"/>
                  <a:gd name="T9" fmla="*/ T8 w 36"/>
                  <a:gd name="T10" fmla="+- 0 6083 6082"/>
                  <a:gd name="T11" fmla="*/ 6083 h 55"/>
                  <a:gd name="T12" fmla="+- 0 3313 3309"/>
                  <a:gd name="T13" fmla="*/ T12 w 36"/>
                  <a:gd name="T14" fmla="+- 0 6089 6082"/>
                  <a:gd name="T15" fmla="*/ 6089 h 55"/>
                  <a:gd name="T16" fmla="+- 0 3311 3309"/>
                  <a:gd name="T17" fmla="*/ T16 w 36"/>
                  <a:gd name="T18" fmla="+- 0 6092 6082"/>
                  <a:gd name="T19" fmla="*/ 6092 h 55"/>
                  <a:gd name="T20" fmla="+- 0 3310 3309"/>
                  <a:gd name="T21" fmla="*/ T20 w 36"/>
                  <a:gd name="T22" fmla="+- 0 6097 6082"/>
                  <a:gd name="T23" fmla="*/ 6097 h 55"/>
                  <a:gd name="T24" fmla="+- 0 3312 3309"/>
                  <a:gd name="T25" fmla="*/ T24 w 36"/>
                  <a:gd name="T26" fmla="+- 0 6097 6082"/>
                  <a:gd name="T27" fmla="*/ 6097 h 55"/>
                  <a:gd name="T28" fmla="+- 0 3313 3309"/>
                  <a:gd name="T29" fmla="*/ T28 w 36"/>
                  <a:gd name="T30" fmla="+- 0 6094 6082"/>
                  <a:gd name="T31" fmla="*/ 6094 h 55"/>
                  <a:gd name="T32" fmla="+- 0 3314 3309"/>
                  <a:gd name="T33" fmla="*/ T32 w 36"/>
                  <a:gd name="T34" fmla="+- 0 6092 6082"/>
                  <a:gd name="T35" fmla="*/ 6092 h 55"/>
                  <a:gd name="T36" fmla="+- 0 3319 3309"/>
                  <a:gd name="T37" fmla="*/ T36 w 36"/>
                  <a:gd name="T38" fmla="+- 0 6089 6082"/>
                  <a:gd name="T39" fmla="*/ 6089 h 55"/>
                  <a:gd name="T40" fmla="+- 0 3321 3309"/>
                  <a:gd name="T41" fmla="*/ T40 w 36"/>
                  <a:gd name="T42" fmla="+- 0 6088 6082"/>
                  <a:gd name="T43" fmla="*/ 6088 h 55"/>
                  <a:gd name="T44" fmla="+- 0 3338 3309"/>
                  <a:gd name="T45" fmla="*/ T44 w 36"/>
                  <a:gd name="T46" fmla="+- 0 6088 6082"/>
                  <a:gd name="T47" fmla="*/ 6088 h 55"/>
                  <a:gd name="T48" fmla="+- 0 3334 3309"/>
                  <a:gd name="T49" fmla="*/ T48 w 36"/>
                  <a:gd name="T50" fmla="+- 0 6084 6082"/>
                  <a:gd name="T51" fmla="*/ 6084 h 55"/>
                  <a:gd name="T52" fmla="+- 0 3330 3309"/>
                  <a:gd name="T53" fmla="*/ T52 w 36"/>
                  <a:gd name="T54" fmla="+- 0 6082 6082"/>
                  <a:gd name="T55" fmla="*/ 608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7"/>
                    </a:lnTo>
                    <a:lnTo>
                      <a:pt x="2" y="10"/>
                    </a:lnTo>
                    <a:lnTo>
                      <a:pt x="1" y="15"/>
                    </a:lnTo>
                    <a:lnTo>
                      <a:pt x="3" y="15"/>
                    </a:lnTo>
                    <a:lnTo>
                      <a:pt x="4" y="12"/>
                    </a:lnTo>
                    <a:lnTo>
                      <a:pt x="5" y="10"/>
                    </a:lnTo>
                    <a:lnTo>
                      <a:pt x="10" y="7"/>
                    </a:lnTo>
                    <a:lnTo>
                      <a:pt x="12" y="6"/>
                    </a:lnTo>
                    <a:lnTo>
                      <a:pt x="29"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4" name="Group 423">
              <a:extLst>
                <a:ext uri="{FF2B5EF4-FFF2-40B4-BE49-F238E27FC236}">
                  <a16:creationId xmlns:a16="http://schemas.microsoft.com/office/drawing/2014/main" id="{FEE3A4CE-A7DD-DFDA-F0C2-7F921A78F5C2}"/>
                </a:ext>
              </a:extLst>
            </p:cNvPr>
            <p:cNvGrpSpPr>
              <a:grpSpLocks/>
            </p:cNvGrpSpPr>
            <p:nvPr/>
          </p:nvGrpSpPr>
          <p:grpSpPr bwMode="auto">
            <a:xfrm>
              <a:off x="3766" y="6082"/>
              <a:ext cx="35" cy="56"/>
              <a:chOff x="3766" y="6082"/>
              <a:chExt cx="35" cy="56"/>
            </a:xfrm>
          </p:grpSpPr>
          <p:sp>
            <p:nvSpPr>
              <p:cNvPr id="790" name="Freeform 5642">
                <a:extLst>
                  <a:ext uri="{FF2B5EF4-FFF2-40B4-BE49-F238E27FC236}">
                    <a16:creationId xmlns:a16="http://schemas.microsoft.com/office/drawing/2014/main" id="{010E2ABE-C90F-4533-FD86-F918CE34087F}"/>
                  </a:ext>
                </a:extLst>
              </p:cNvPr>
              <p:cNvSpPr>
                <a:spLocks/>
              </p:cNvSpPr>
              <p:nvPr/>
            </p:nvSpPr>
            <p:spPr bwMode="auto">
              <a:xfrm>
                <a:off x="3766" y="6082"/>
                <a:ext cx="35" cy="56"/>
              </a:xfrm>
              <a:custGeom>
                <a:avLst/>
                <a:gdLst>
                  <a:gd name="T0" fmla="+- 0 3788 3766"/>
                  <a:gd name="T1" fmla="*/ T0 w 35"/>
                  <a:gd name="T2" fmla="+- 0 6082 6082"/>
                  <a:gd name="T3" fmla="*/ 6082 h 56"/>
                  <a:gd name="T4" fmla="+- 0 3781 3766"/>
                  <a:gd name="T5" fmla="*/ T4 w 35"/>
                  <a:gd name="T6" fmla="+- 0 6082 6082"/>
                  <a:gd name="T7" fmla="*/ 6082 h 56"/>
                  <a:gd name="T8" fmla="+- 0 3779 3766"/>
                  <a:gd name="T9" fmla="*/ T8 w 35"/>
                  <a:gd name="T10" fmla="+- 0 6083 6082"/>
                  <a:gd name="T11" fmla="*/ 6083 h 56"/>
                  <a:gd name="T12" fmla="+- 0 3773 3766"/>
                  <a:gd name="T13" fmla="*/ T12 w 35"/>
                  <a:gd name="T14" fmla="+- 0 6087 6082"/>
                  <a:gd name="T15" fmla="*/ 6087 h 56"/>
                  <a:gd name="T16" fmla="+- 0 3771 3766"/>
                  <a:gd name="T17" fmla="*/ T16 w 35"/>
                  <a:gd name="T18" fmla="+- 0 6090 6082"/>
                  <a:gd name="T19" fmla="*/ 6090 h 56"/>
                  <a:gd name="T20" fmla="+- 0 3767 3766"/>
                  <a:gd name="T21" fmla="*/ T20 w 35"/>
                  <a:gd name="T22" fmla="+- 0 6099 6082"/>
                  <a:gd name="T23" fmla="*/ 6099 h 56"/>
                  <a:gd name="T24" fmla="+- 0 3766 3766"/>
                  <a:gd name="T25" fmla="*/ T24 w 35"/>
                  <a:gd name="T26" fmla="+- 0 6104 6082"/>
                  <a:gd name="T27" fmla="*/ 6104 h 56"/>
                  <a:gd name="T28" fmla="+- 0 3766 3766"/>
                  <a:gd name="T29" fmla="*/ T28 w 35"/>
                  <a:gd name="T30" fmla="+- 0 6117 6082"/>
                  <a:gd name="T31" fmla="*/ 6117 h 56"/>
                  <a:gd name="T32" fmla="+- 0 3768 3766"/>
                  <a:gd name="T33" fmla="*/ T32 w 35"/>
                  <a:gd name="T34" fmla="+- 0 6123 6082"/>
                  <a:gd name="T35" fmla="*/ 6123 h 56"/>
                  <a:gd name="T36" fmla="+- 0 3774 3766"/>
                  <a:gd name="T37" fmla="*/ T36 w 35"/>
                  <a:gd name="T38" fmla="+- 0 6134 6082"/>
                  <a:gd name="T39" fmla="*/ 6134 h 56"/>
                  <a:gd name="T40" fmla="+- 0 3778 3766"/>
                  <a:gd name="T41" fmla="*/ T40 w 35"/>
                  <a:gd name="T42" fmla="+- 0 6137 6082"/>
                  <a:gd name="T43" fmla="*/ 6137 h 56"/>
                  <a:gd name="T44" fmla="+- 0 3786 3766"/>
                  <a:gd name="T45" fmla="*/ T44 w 35"/>
                  <a:gd name="T46" fmla="+- 0 6137 6082"/>
                  <a:gd name="T47" fmla="*/ 6137 h 56"/>
                  <a:gd name="T48" fmla="+- 0 3788 3766"/>
                  <a:gd name="T49" fmla="*/ T48 w 35"/>
                  <a:gd name="T50" fmla="+- 0 6136 6082"/>
                  <a:gd name="T51" fmla="*/ 6136 h 56"/>
                  <a:gd name="T52" fmla="+- 0 3791 3766"/>
                  <a:gd name="T53" fmla="*/ T52 w 35"/>
                  <a:gd name="T54" fmla="+- 0 6135 6082"/>
                  <a:gd name="T55" fmla="*/ 6135 h 56"/>
                  <a:gd name="T56" fmla="+- 0 3780 3766"/>
                  <a:gd name="T57" fmla="*/ T56 w 35"/>
                  <a:gd name="T58" fmla="+- 0 6135 6082"/>
                  <a:gd name="T59" fmla="*/ 6135 h 56"/>
                  <a:gd name="T60" fmla="+- 0 3778 3766"/>
                  <a:gd name="T61" fmla="*/ T60 w 35"/>
                  <a:gd name="T62" fmla="+- 0 6133 6082"/>
                  <a:gd name="T63" fmla="*/ 6133 h 56"/>
                  <a:gd name="T64" fmla="+- 0 3777 3766"/>
                  <a:gd name="T65" fmla="*/ T64 w 35"/>
                  <a:gd name="T66" fmla="+- 0 6129 6082"/>
                  <a:gd name="T67" fmla="*/ 6129 h 56"/>
                  <a:gd name="T68" fmla="+- 0 3775 3766"/>
                  <a:gd name="T69" fmla="*/ T68 w 35"/>
                  <a:gd name="T70" fmla="+- 0 6125 6082"/>
                  <a:gd name="T71" fmla="*/ 6125 h 56"/>
                  <a:gd name="T72" fmla="+- 0 3774 3766"/>
                  <a:gd name="T73" fmla="*/ T72 w 35"/>
                  <a:gd name="T74" fmla="+- 0 6119 6082"/>
                  <a:gd name="T75" fmla="*/ 6119 h 56"/>
                  <a:gd name="T76" fmla="+- 0 3784 3766"/>
                  <a:gd name="T77" fmla="*/ T76 w 35"/>
                  <a:gd name="T78" fmla="+- 0 6085 6082"/>
                  <a:gd name="T79" fmla="*/ 6085 h 56"/>
                  <a:gd name="T80" fmla="+- 0 3792 3766"/>
                  <a:gd name="T81" fmla="*/ T80 w 35"/>
                  <a:gd name="T82" fmla="+- 0 6085 6082"/>
                  <a:gd name="T83" fmla="*/ 6085 h 56"/>
                  <a:gd name="T84" fmla="+- 0 3791 3766"/>
                  <a:gd name="T85" fmla="*/ T84 w 35"/>
                  <a:gd name="T86" fmla="+- 0 6084 6082"/>
                  <a:gd name="T87" fmla="*/ 6084 h 56"/>
                  <a:gd name="T88" fmla="+- 0 3788 3766"/>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91" name="Freeform 5643">
                <a:extLst>
                  <a:ext uri="{FF2B5EF4-FFF2-40B4-BE49-F238E27FC236}">
                    <a16:creationId xmlns:a16="http://schemas.microsoft.com/office/drawing/2014/main" id="{1D2D6DC4-5E09-E0AD-18DC-4E1B04F03FBD}"/>
                  </a:ext>
                </a:extLst>
              </p:cNvPr>
              <p:cNvSpPr>
                <a:spLocks/>
              </p:cNvSpPr>
              <p:nvPr/>
            </p:nvSpPr>
            <p:spPr bwMode="auto">
              <a:xfrm>
                <a:off x="3766" y="6082"/>
                <a:ext cx="35" cy="56"/>
              </a:xfrm>
              <a:custGeom>
                <a:avLst/>
                <a:gdLst>
                  <a:gd name="T0" fmla="+- 0 3792 3766"/>
                  <a:gd name="T1" fmla="*/ T0 w 35"/>
                  <a:gd name="T2" fmla="+- 0 6085 6082"/>
                  <a:gd name="T3" fmla="*/ 6085 h 56"/>
                  <a:gd name="T4" fmla="+- 0 3784 3766"/>
                  <a:gd name="T5" fmla="*/ T4 w 35"/>
                  <a:gd name="T6" fmla="+- 0 6085 6082"/>
                  <a:gd name="T7" fmla="*/ 6085 h 56"/>
                  <a:gd name="T8" fmla="+- 0 3787 3766"/>
                  <a:gd name="T9" fmla="*/ T8 w 35"/>
                  <a:gd name="T10" fmla="+- 0 6086 6082"/>
                  <a:gd name="T11" fmla="*/ 6086 h 56"/>
                  <a:gd name="T12" fmla="+- 0 3789 3766"/>
                  <a:gd name="T13" fmla="*/ T12 w 35"/>
                  <a:gd name="T14" fmla="+- 0 6087 6082"/>
                  <a:gd name="T15" fmla="*/ 6087 h 56"/>
                  <a:gd name="T16" fmla="+- 0 3790 3766"/>
                  <a:gd name="T17" fmla="*/ T16 w 35"/>
                  <a:gd name="T18" fmla="+- 0 6089 6082"/>
                  <a:gd name="T19" fmla="*/ 6089 h 56"/>
                  <a:gd name="T20" fmla="+- 0 3792 3766"/>
                  <a:gd name="T21" fmla="*/ T20 w 35"/>
                  <a:gd name="T22" fmla="+- 0 6096 6082"/>
                  <a:gd name="T23" fmla="*/ 6096 h 56"/>
                  <a:gd name="T24" fmla="+- 0 3793 3766"/>
                  <a:gd name="T25" fmla="*/ T24 w 35"/>
                  <a:gd name="T26" fmla="+- 0 6099 6082"/>
                  <a:gd name="T27" fmla="*/ 6099 h 56"/>
                  <a:gd name="T28" fmla="+- 0 3793 3766"/>
                  <a:gd name="T29" fmla="*/ T28 w 35"/>
                  <a:gd name="T30" fmla="+- 0 6117 6082"/>
                  <a:gd name="T31" fmla="*/ 6117 h 56"/>
                  <a:gd name="T32" fmla="+- 0 3792 3766"/>
                  <a:gd name="T33" fmla="*/ T32 w 35"/>
                  <a:gd name="T34" fmla="+- 0 6122 6082"/>
                  <a:gd name="T35" fmla="*/ 6122 h 56"/>
                  <a:gd name="T36" fmla="+- 0 3790 3766"/>
                  <a:gd name="T37" fmla="*/ T36 w 35"/>
                  <a:gd name="T38" fmla="+- 0 6130 6082"/>
                  <a:gd name="T39" fmla="*/ 6130 h 56"/>
                  <a:gd name="T40" fmla="+- 0 3789 3766"/>
                  <a:gd name="T41" fmla="*/ T40 w 35"/>
                  <a:gd name="T42" fmla="+- 0 6132 6082"/>
                  <a:gd name="T43" fmla="*/ 6132 h 56"/>
                  <a:gd name="T44" fmla="+- 0 3788 3766"/>
                  <a:gd name="T45" fmla="*/ T44 w 35"/>
                  <a:gd name="T46" fmla="+- 0 6133 6082"/>
                  <a:gd name="T47" fmla="*/ 6133 h 56"/>
                  <a:gd name="T48" fmla="+- 0 3783 3766"/>
                  <a:gd name="T49" fmla="*/ T48 w 35"/>
                  <a:gd name="T50" fmla="+- 0 6135 6082"/>
                  <a:gd name="T51" fmla="*/ 6135 h 56"/>
                  <a:gd name="T52" fmla="+- 0 3791 3766"/>
                  <a:gd name="T53" fmla="*/ T52 w 35"/>
                  <a:gd name="T54" fmla="+- 0 6135 6082"/>
                  <a:gd name="T55" fmla="*/ 6135 h 56"/>
                  <a:gd name="T56" fmla="+- 0 3801 3766"/>
                  <a:gd name="T57" fmla="*/ T56 w 35"/>
                  <a:gd name="T58" fmla="+- 0 6101 6082"/>
                  <a:gd name="T59" fmla="*/ 6101 h 56"/>
                  <a:gd name="T60" fmla="+- 0 3799 3766"/>
                  <a:gd name="T61" fmla="*/ T60 w 35"/>
                  <a:gd name="T62" fmla="+- 0 6094 6082"/>
                  <a:gd name="T63" fmla="*/ 6094 h 56"/>
                  <a:gd name="T64" fmla="+- 0 3792 3766"/>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5" name="Group 424">
              <a:extLst>
                <a:ext uri="{FF2B5EF4-FFF2-40B4-BE49-F238E27FC236}">
                  <a16:creationId xmlns:a16="http://schemas.microsoft.com/office/drawing/2014/main" id="{E2478D19-2395-1D6E-5FEC-6AA6B7159A7E}"/>
                </a:ext>
              </a:extLst>
            </p:cNvPr>
            <p:cNvGrpSpPr>
              <a:grpSpLocks/>
            </p:cNvGrpSpPr>
            <p:nvPr/>
          </p:nvGrpSpPr>
          <p:grpSpPr bwMode="auto">
            <a:xfrm>
              <a:off x="4223" y="6082"/>
              <a:ext cx="35" cy="56"/>
              <a:chOff x="4223" y="6082"/>
              <a:chExt cx="35" cy="56"/>
            </a:xfrm>
          </p:grpSpPr>
          <p:sp>
            <p:nvSpPr>
              <p:cNvPr id="788" name="Freeform 5645">
                <a:extLst>
                  <a:ext uri="{FF2B5EF4-FFF2-40B4-BE49-F238E27FC236}">
                    <a16:creationId xmlns:a16="http://schemas.microsoft.com/office/drawing/2014/main" id="{1D19C320-B13B-725B-26D1-FAD4E95DC34D}"/>
                  </a:ext>
                </a:extLst>
              </p:cNvPr>
              <p:cNvSpPr>
                <a:spLocks/>
              </p:cNvSpPr>
              <p:nvPr/>
            </p:nvSpPr>
            <p:spPr bwMode="auto">
              <a:xfrm>
                <a:off x="4223" y="6082"/>
                <a:ext cx="35" cy="56"/>
              </a:xfrm>
              <a:custGeom>
                <a:avLst/>
                <a:gdLst>
                  <a:gd name="T0" fmla="+- 0 4244 4223"/>
                  <a:gd name="T1" fmla="*/ T0 w 35"/>
                  <a:gd name="T2" fmla="+- 0 6082 6082"/>
                  <a:gd name="T3" fmla="*/ 6082 h 56"/>
                  <a:gd name="T4" fmla="+- 0 4237 4223"/>
                  <a:gd name="T5" fmla="*/ T4 w 35"/>
                  <a:gd name="T6" fmla="+- 0 6082 6082"/>
                  <a:gd name="T7" fmla="*/ 6082 h 56"/>
                  <a:gd name="T8" fmla="+- 0 4235 4223"/>
                  <a:gd name="T9" fmla="*/ T8 w 35"/>
                  <a:gd name="T10" fmla="+- 0 6083 6082"/>
                  <a:gd name="T11" fmla="*/ 6083 h 56"/>
                  <a:gd name="T12" fmla="+- 0 4230 4223"/>
                  <a:gd name="T13" fmla="*/ T12 w 35"/>
                  <a:gd name="T14" fmla="+- 0 6087 6082"/>
                  <a:gd name="T15" fmla="*/ 6087 h 56"/>
                  <a:gd name="T16" fmla="+- 0 4227 4223"/>
                  <a:gd name="T17" fmla="*/ T16 w 35"/>
                  <a:gd name="T18" fmla="+- 0 6090 6082"/>
                  <a:gd name="T19" fmla="*/ 6090 h 56"/>
                  <a:gd name="T20" fmla="+- 0 4223 4223"/>
                  <a:gd name="T21" fmla="*/ T20 w 35"/>
                  <a:gd name="T22" fmla="+- 0 6099 6082"/>
                  <a:gd name="T23" fmla="*/ 6099 h 56"/>
                  <a:gd name="T24" fmla="+- 0 4223 4223"/>
                  <a:gd name="T25" fmla="*/ T24 w 35"/>
                  <a:gd name="T26" fmla="+- 0 6104 6082"/>
                  <a:gd name="T27" fmla="*/ 6104 h 56"/>
                  <a:gd name="T28" fmla="+- 0 4223 4223"/>
                  <a:gd name="T29" fmla="*/ T28 w 35"/>
                  <a:gd name="T30" fmla="+- 0 6117 6082"/>
                  <a:gd name="T31" fmla="*/ 6117 h 56"/>
                  <a:gd name="T32" fmla="+- 0 4224 4223"/>
                  <a:gd name="T33" fmla="*/ T32 w 35"/>
                  <a:gd name="T34" fmla="+- 0 6123 6082"/>
                  <a:gd name="T35" fmla="*/ 6123 h 56"/>
                  <a:gd name="T36" fmla="+- 0 4230 4223"/>
                  <a:gd name="T37" fmla="*/ T36 w 35"/>
                  <a:gd name="T38" fmla="+- 0 6134 6082"/>
                  <a:gd name="T39" fmla="*/ 6134 h 56"/>
                  <a:gd name="T40" fmla="+- 0 4234 4223"/>
                  <a:gd name="T41" fmla="*/ T40 w 35"/>
                  <a:gd name="T42" fmla="+- 0 6137 6082"/>
                  <a:gd name="T43" fmla="*/ 6137 h 56"/>
                  <a:gd name="T44" fmla="+- 0 4242 4223"/>
                  <a:gd name="T45" fmla="*/ T44 w 35"/>
                  <a:gd name="T46" fmla="+- 0 6137 6082"/>
                  <a:gd name="T47" fmla="*/ 6137 h 56"/>
                  <a:gd name="T48" fmla="+- 0 4245 4223"/>
                  <a:gd name="T49" fmla="*/ T48 w 35"/>
                  <a:gd name="T50" fmla="+- 0 6136 6082"/>
                  <a:gd name="T51" fmla="*/ 6136 h 56"/>
                  <a:gd name="T52" fmla="+- 0 4247 4223"/>
                  <a:gd name="T53" fmla="*/ T52 w 35"/>
                  <a:gd name="T54" fmla="+- 0 6135 6082"/>
                  <a:gd name="T55" fmla="*/ 6135 h 56"/>
                  <a:gd name="T56" fmla="+- 0 4237 4223"/>
                  <a:gd name="T57" fmla="*/ T56 w 35"/>
                  <a:gd name="T58" fmla="+- 0 6135 6082"/>
                  <a:gd name="T59" fmla="*/ 6135 h 56"/>
                  <a:gd name="T60" fmla="+- 0 4234 4223"/>
                  <a:gd name="T61" fmla="*/ T60 w 35"/>
                  <a:gd name="T62" fmla="+- 0 6133 6082"/>
                  <a:gd name="T63" fmla="*/ 6133 h 56"/>
                  <a:gd name="T64" fmla="+- 0 4233 4223"/>
                  <a:gd name="T65" fmla="*/ T64 w 35"/>
                  <a:gd name="T66" fmla="+- 0 6129 6082"/>
                  <a:gd name="T67" fmla="*/ 6129 h 56"/>
                  <a:gd name="T68" fmla="+- 0 4231 4223"/>
                  <a:gd name="T69" fmla="*/ T68 w 35"/>
                  <a:gd name="T70" fmla="+- 0 6125 6082"/>
                  <a:gd name="T71" fmla="*/ 6125 h 56"/>
                  <a:gd name="T72" fmla="+- 0 4230 4223"/>
                  <a:gd name="T73" fmla="*/ T72 w 35"/>
                  <a:gd name="T74" fmla="+- 0 6119 6082"/>
                  <a:gd name="T75" fmla="*/ 6119 h 56"/>
                  <a:gd name="T76" fmla="+- 0 4240 4223"/>
                  <a:gd name="T77" fmla="*/ T76 w 35"/>
                  <a:gd name="T78" fmla="+- 0 6085 6082"/>
                  <a:gd name="T79" fmla="*/ 6085 h 56"/>
                  <a:gd name="T80" fmla="+- 0 4248 4223"/>
                  <a:gd name="T81" fmla="*/ T80 w 35"/>
                  <a:gd name="T82" fmla="+- 0 6085 6082"/>
                  <a:gd name="T83" fmla="*/ 6085 h 56"/>
                  <a:gd name="T84" fmla="+- 0 4248 4223"/>
                  <a:gd name="T85" fmla="*/ T84 w 35"/>
                  <a:gd name="T86" fmla="+- 0 6084 6082"/>
                  <a:gd name="T87" fmla="*/ 6084 h 56"/>
                  <a:gd name="T88" fmla="+- 0 4244 4223"/>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9" name="Freeform 5646">
                <a:extLst>
                  <a:ext uri="{FF2B5EF4-FFF2-40B4-BE49-F238E27FC236}">
                    <a16:creationId xmlns:a16="http://schemas.microsoft.com/office/drawing/2014/main" id="{B99DE862-E606-39BD-737E-6C58CFD006BF}"/>
                  </a:ext>
                </a:extLst>
              </p:cNvPr>
              <p:cNvSpPr>
                <a:spLocks/>
              </p:cNvSpPr>
              <p:nvPr/>
            </p:nvSpPr>
            <p:spPr bwMode="auto">
              <a:xfrm>
                <a:off x="4223" y="6082"/>
                <a:ext cx="35" cy="56"/>
              </a:xfrm>
              <a:custGeom>
                <a:avLst/>
                <a:gdLst>
                  <a:gd name="T0" fmla="+- 0 4248 4223"/>
                  <a:gd name="T1" fmla="*/ T0 w 35"/>
                  <a:gd name="T2" fmla="+- 0 6085 6082"/>
                  <a:gd name="T3" fmla="*/ 6085 h 56"/>
                  <a:gd name="T4" fmla="+- 0 4240 4223"/>
                  <a:gd name="T5" fmla="*/ T4 w 35"/>
                  <a:gd name="T6" fmla="+- 0 6085 6082"/>
                  <a:gd name="T7" fmla="*/ 6085 h 56"/>
                  <a:gd name="T8" fmla="+- 0 4244 4223"/>
                  <a:gd name="T9" fmla="*/ T8 w 35"/>
                  <a:gd name="T10" fmla="+- 0 6086 6082"/>
                  <a:gd name="T11" fmla="*/ 6086 h 56"/>
                  <a:gd name="T12" fmla="+- 0 4245 4223"/>
                  <a:gd name="T13" fmla="*/ T12 w 35"/>
                  <a:gd name="T14" fmla="+- 0 6087 6082"/>
                  <a:gd name="T15" fmla="*/ 6087 h 56"/>
                  <a:gd name="T16" fmla="+- 0 4246 4223"/>
                  <a:gd name="T17" fmla="*/ T16 w 35"/>
                  <a:gd name="T18" fmla="+- 0 6089 6082"/>
                  <a:gd name="T19" fmla="*/ 6089 h 56"/>
                  <a:gd name="T20" fmla="+- 0 4249 4223"/>
                  <a:gd name="T21" fmla="*/ T20 w 35"/>
                  <a:gd name="T22" fmla="+- 0 6096 6082"/>
                  <a:gd name="T23" fmla="*/ 6096 h 56"/>
                  <a:gd name="T24" fmla="+- 0 4249 4223"/>
                  <a:gd name="T25" fmla="*/ T24 w 35"/>
                  <a:gd name="T26" fmla="+- 0 6099 6082"/>
                  <a:gd name="T27" fmla="*/ 6099 h 56"/>
                  <a:gd name="T28" fmla="+- 0 4249 4223"/>
                  <a:gd name="T29" fmla="*/ T28 w 35"/>
                  <a:gd name="T30" fmla="+- 0 6117 6082"/>
                  <a:gd name="T31" fmla="*/ 6117 h 56"/>
                  <a:gd name="T32" fmla="+- 0 4249 4223"/>
                  <a:gd name="T33" fmla="*/ T32 w 35"/>
                  <a:gd name="T34" fmla="+- 0 6122 6082"/>
                  <a:gd name="T35" fmla="*/ 6122 h 56"/>
                  <a:gd name="T36" fmla="+- 0 4247 4223"/>
                  <a:gd name="T37" fmla="*/ T36 w 35"/>
                  <a:gd name="T38" fmla="+- 0 6130 6082"/>
                  <a:gd name="T39" fmla="*/ 6130 h 56"/>
                  <a:gd name="T40" fmla="+- 0 4246 4223"/>
                  <a:gd name="T41" fmla="*/ T40 w 35"/>
                  <a:gd name="T42" fmla="+- 0 6132 6082"/>
                  <a:gd name="T43" fmla="*/ 6132 h 56"/>
                  <a:gd name="T44" fmla="+- 0 4244 4223"/>
                  <a:gd name="T45" fmla="*/ T44 w 35"/>
                  <a:gd name="T46" fmla="+- 0 6133 6082"/>
                  <a:gd name="T47" fmla="*/ 6133 h 56"/>
                  <a:gd name="T48" fmla="+- 0 4240 4223"/>
                  <a:gd name="T49" fmla="*/ T48 w 35"/>
                  <a:gd name="T50" fmla="+- 0 6135 6082"/>
                  <a:gd name="T51" fmla="*/ 6135 h 56"/>
                  <a:gd name="T52" fmla="+- 0 4247 4223"/>
                  <a:gd name="T53" fmla="*/ T52 w 35"/>
                  <a:gd name="T54" fmla="+- 0 6135 6082"/>
                  <a:gd name="T55" fmla="*/ 6135 h 56"/>
                  <a:gd name="T56" fmla="+- 0 4257 4223"/>
                  <a:gd name="T57" fmla="*/ T56 w 35"/>
                  <a:gd name="T58" fmla="+- 0 6101 6082"/>
                  <a:gd name="T59" fmla="*/ 6101 h 56"/>
                  <a:gd name="T60" fmla="+- 0 4255 4223"/>
                  <a:gd name="T61" fmla="*/ T60 w 35"/>
                  <a:gd name="T62" fmla="+- 0 6094 6082"/>
                  <a:gd name="T63" fmla="*/ 6094 h 56"/>
                  <a:gd name="T64" fmla="+- 0 4248 4223"/>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4"/>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6" name="Group 425">
              <a:extLst>
                <a:ext uri="{FF2B5EF4-FFF2-40B4-BE49-F238E27FC236}">
                  <a16:creationId xmlns:a16="http://schemas.microsoft.com/office/drawing/2014/main" id="{71B5E653-0AB0-7BB8-EC72-78F57784F0CE}"/>
                </a:ext>
              </a:extLst>
            </p:cNvPr>
            <p:cNvGrpSpPr>
              <a:grpSpLocks/>
            </p:cNvGrpSpPr>
            <p:nvPr/>
          </p:nvGrpSpPr>
          <p:grpSpPr bwMode="auto">
            <a:xfrm>
              <a:off x="4679" y="6082"/>
              <a:ext cx="35" cy="56"/>
              <a:chOff x="4679" y="6082"/>
              <a:chExt cx="35" cy="56"/>
            </a:xfrm>
          </p:grpSpPr>
          <p:sp>
            <p:nvSpPr>
              <p:cNvPr id="786" name="Freeform 5648">
                <a:extLst>
                  <a:ext uri="{FF2B5EF4-FFF2-40B4-BE49-F238E27FC236}">
                    <a16:creationId xmlns:a16="http://schemas.microsoft.com/office/drawing/2014/main" id="{A2EE58E1-9906-6963-8B8F-3DCC78810E62}"/>
                  </a:ext>
                </a:extLst>
              </p:cNvPr>
              <p:cNvSpPr>
                <a:spLocks/>
              </p:cNvSpPr>
              <p:nvPr/>
            </p:nvSpPr>
            <p:spPr bwMode="auto">
              <a:xfrm>
                <a:off x="4679" y="6082"/>
                <a:ext cx="35" cy="56"/>
              </a:xfrm>
              <a:custGeom>
                <a:avLst/>
                <a:gdLst>
                  <a:gd name="T0" fmla="+- 0 4700 4679"/>
                  <a:gd name="T1" fmla="*/ T0 w 35"/>
                  <a:gd name="T2" fmla="+- 0 6082 6082"/>
                  <a:gd name="T3" fmla="*/ 6082 h 56"/>
                  <a:gd name="T4" fmla="+- 0 4694 4679"/>
                  <a:gd name="T5" fmla="*/ T4 w 35"/>
                  <a:gd name="T6" fmla="+- 0 6082 6082"/>
                  <a:gd name="T7" fmla="*/ 6082 h 56"/>
                  <a:gd name="T8" fmla="+- 0 4691 4679"/>
                  <a:gd name="T9" fmla="*/ T8 w 35"/>
                  <a:gd name="T10" fmla="+- 0 6083 6082"/>
                  <a:gd name="T11" fmla="*/ 6083 h 56"/>
                  <a:gd name="T12" fmla="+- 0 4686 4679"/>
                  <a:gd name="T13" fmla="*/ T12 w 35"/>
                  <a:gd name="T14" fmla="+- 0 6087 6082"/>
                  <a:gd name="T15" fmla="*/ 6087 h 56"/>
                  <a:gd name="T16" fmla="+- 0 4684 4679"/>
                  <a:gd name="T17" fmla="*/ T16 w 35"/>
                  <a:gd name="T18" fmla="+- 0 6090 6082"/>
                  <a:gd name="T19" fmla="*/ 6090 h 56"/>
                  <a:gd name="T20" fmla="+- 0 4680 4679"/>
                  <a:gd name="T21" fmla="*/ T20 w 35"/>
                  <a:gd name="T22" fmla="+- 0 6099 6082"/>
                  <a:gd name="T23" fmla="*/ 6099 h 56"/>
                  <a:gd name="T24" fmla="+- 0 4679 4679"/>
                  <a:gd name="T25" fmla="*/ T24 w 35"/>
                  <a:gd name="T26" fmla="+- 0 6104 6082"/>
                  <a:gd name="T27" fmla="*/ 6104 h 56"/>
                  <a:gd name="T28" fmla="+- 0 4679 4679"/>
                  <a:gd name="T29" fmla="*/ T28 w 35"/>
                  <a:gd name="T30" fmla="+- 0 6117 6082"/>
                  <a:gd name="T31" fmla="*/ 6117 h 56"/>
                  <a:gd name="T32" fmla="+- 0 4680 4679"/>
                  <a:gd name="T33" fmla="*/ T32 w 35"/>
                  <a:gd name="T34" fmla="+- 0 6123 6082"/>
                  <a:gd name="T35" fmla="*/ 6123 h 56"/>
                  <a:gd name="T36" fmla="+- 0 4687 4679"/>
                  <a:gd name="T37" fmla="*/ T36 w 35"/>
                  <a:gd name="T38" fmla="+- 0 6134 6082"/>
                  <a:gd name="T39" fmla="*/ 6134 h 56"/>
                  <a:gd name="T40" fmla="+- 0 4691 4679"/>
                  <a:gd name="T41" fmla="*/ T40 w 35"/>
                  <a:gd name="T42" fmla="+- 0 6137 6082"/>
                  <a:gd name="T43" fmla="*/ 6137 h 56"/>
                  <a:gd name="T44" fmla="+- 0 4698 4679"/>
                  <a:gd name="T45" fmla="*/ T44 w 35"/>
                  <a:gd name="T46" fmla="+- 0 6137 6082"/>
                  <a:gd name="T47" fmla="*/ 6137 h 56"/>
                  <a:gd name="T48" fmla="+- 0 4701 4679"/>
                  <a:gd name="T49" fmla="*/ T48 w 35"/>
                  <a:gd name="T50" fmla="+- 0 6136 6082"/>
                  <a:gd name="T51" fmla="*/ 6136 h 56"/>
                  <a:gd name="T52" fmla="+- 0 4703 4679"/>
                  <a:gd name="T53" fmla="*/ T52 w 35"/>
                  <a:gd name="T54" fmla="+- 0 6135 6082"/>
                  <a:gd name="T55" fmla="*/ 6135 h 56"/>
                  <a:gd name="T56" fmla="+- 0 4693 4679"/>
                  <a:gd name="T57" fmla="*/ T56 w 35"/>
                  <a:gd name="T58" fmla="+- 0 6135 6082"/>
                  <a:gd name="T59" fmla="*/ 6135 h 56"/>
                  <a:gd name="T60" fmla="+- 0 4691 4679"/>
                  <a:gd name="T61" fmla="*/ T60 w 35"/>
                  <a:gd name="T62" fmla="+- 0 6133 6082"/>
                  <a:gd name="T63" fmla="*/ 6133 h 56"/>
                  <a:gd name="T64" fmla="+- 0 4688 4679"/>
                  <a:gd name="T65" fmla="*/ T64 w 35"/>
                  <a:gd name="T66" fmla="+- 0 6125 6082"/>
                  <a:gd name="T67" fmla="*/ 6125 h 56"/>
                  <a:gd name="T68" fmla="+- 0 4687 4679"/>
                  <a:gd name="T69" fmla="*/ T68 w 35"/>
                  <a:gd name="T70" fmla="+- 0 6119 6082"/>
                  <a:gd name="T71" fmla="*/ 6119 h 56"/>
                  <a:gd name="T72" fmla="+- 0 4687 4679"/>
                  <a:gd name="T73" fmla="*/ T72 w 35"/>
                  <a:gd name="T74" fmla="+- 0 6104 6082"/>
                  <a:gd name="T75" fmla="*/ 6104 h 56"/>
                  <a:gd name="T76" fmla="+- 0 4696 4679"/>
                  <a:gd name="T77" fmla="*/ T76 w 35"/>
                  <a:gd name="T78" fmla="+- 0 6085 6082"/>
                  <a:gd name="T79" fmla="*/ 6085 h 56"/>
                  <a:gd name="T80" fmla="+- 0 4704 4679"/>
                  <a:gd name="T81" fmla="*/ T80 w 35"/>
                  <a:gd name="T82" fmla="+- 0 6085 6082"/>
                  <a:gd name="T83" fmla="*/ 6085 h 56"/>
                  <a:gd name="T84" fmla="+- 0 4704 4679"/>
                  <a:gd name="T85" fmla="*/ T84 w 35"/>
                  <a:gd name="T86" fmla="+- 0 6084 6082"/>
                  <a:gd name="T87" fmla="*/ 6084 h 56"/>
                  <a:gd name="T88" fmla="+- 0 4700 4679"/>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7" name="Freeform 5649">
                <a:extLst>
                  <a:ext uri="{FF2B5EF4-FFF2-40B4-BE49-F238E27FC236}">
                    <a16:creationId xmlns:a16="http://schemas.microsoft.com/office/drawing/2014/main" id="{49FF3A44-51D3-4386-8D5A-F4A3A81AE8E8}"/>
                  </a:ext>
                </a:extLst>
              </p:cNvPr>
              <p:cNvSpPr>
                <a:spLocks/>
              </p:cNvSpPr>
              <p:nvPr/>
            </p:nvSpPr>
            <p:spPr bwMode="auto">
              <a:xfrm>
                <a:off x="4679" y="6082"/>
                <a:ext cx="35" cy="56"/>
              </a:xfrm>
              <a:custGeom>
                <a:avLst/>
                <a:gdLst>
                  <a:gd name="T0" fmla="+- 0 4704 4679"/>
                  <a:gd name="T1" fmla="*/ T0 w 35"/>
                  <a:gd name="T2" fmla="+- 0 6085 6082"/>
                  <a:gd name="T3" fmla="*/ 6085 h 56"/>
                  <a:gd name="T4" fmla="+- 0 4696 4679"/>
                  <a:gd name="T5" fmla="*/ T4 w 35"/>
                  <a:gd name="T6" fmla="+- 0 6085 6082"/>
                  <a:gd name="T7" fmla="*/ 6085 h 56"/>
                  <a:gd name="T8" fmla="+- 0 4700 4679"/>
                  <a:gd name="T9" fmla="*/ T8 w 35"/>
                  <a:gd name="T10" fmla="+- 0 6086 6082"/>
                  <a:gd name="T11" fmla="*/ 6086 h 56"/>
                  <a:gd name="T12" fmla="+- 0 4702 4679"/>
                  <a:gd name="T13" fmla="*/ T12 w 35"/>
                  <a:gd name="T14" fmla="+- 0 6087 6082"/>
                  <a:gd name="T15" fmla="*/ 6087 h 56"/>
                  <a:gd name="T16" fmla="+- 0 4703 4679"/>
                  <a:gd name="T17" fmla="*/ T16 w 35"/>
                  <a:gd name="T18" fmla="+- 0 6089 6082"/>
                  <a:gd name="T19" fmla="*/ 6089 h 56"/>
                  <a:gd name="T20" fmla="+- 0 4705 4679"/>
                  <a:gd name="T21" fmla="*/ T20 w 35"/>
                  <a:gd name="T22" fmla="+- 0 6096 6082"/>
                  <a:gd name="T23" fmla="*/ 6096 h 56"/>
                  <a:gd name="T24" fmla="+- 0 4705 4679"/>
                  <a:gd name="T25" fmla="*/ T24 w 35"/>
                  <a:gd name="T26" fmla="+- 0 6099 6082"/>
                  <a:gd name="T27" fmla="*/ 6099 h 56"/>
                  <a:gd name="T28" fmla="+- 0 4706 4679"/>
                  <a:gd name="T29" fmla="*/ T28 w 35"/>
                  <a:gd name="T30" fmla="+- 0 6117 6082"/>
                  <a:gd name="T31" fmla="*/ 6117 h 56"/>
                  <a:gd name="T32" fmla="+- 0 4705 4679"/>
                  <a:gd name="T33" fmla="*/ T32 w 35"/>
                  <a:gd name="T34" fmla="+- 0 6122 6082"/>
                  <a:gd name="T35" fmla="*/ 6122 h 56"/>
                  <a:gd name="T36" fmla="+- 0 4703 4679"/>
                  <a:gd name="T37" fmla="*/ T36 w 35"/>
                  <a:gd name="T38" fmla="+- 0 6130 6082"/>
                  <a:gd name="T39" fmla="*/ 6130 h 56"/>
                  <a:gd name="T40" fmla="+- 0 4702 4679"/>
                  <a:gd name="T41" fmla="*/ T40 w 35"/>
                  <a:gd name="T42" fmla="+- 0 6132 6082"/>
                  <a:gd name="T43" fmla="*/ 6132 h 56"/>
                  <a:gd name="T44" fmla="+- 0 4700 4679"/>
                  <a:gd name="T45" fmla="*/ T44 w 35"/>
                  <a:gd name="T46" fmla="+- 0 6133 6082"/>
                  <a:gd name="T47" fmla="*/ 6133 h 56"/>
                  <a:gd name="T48" fmla="+- 0 4696 4679"/>
                  <a:gd name="T49" fmla="*/ T48 w 35"/>
                  <a:gd name="T50" fmla="+- 0 6135 6082"/>
                  <a:gd name="T51" fmla="*/ 6135 h 56"/>
                  <a:gd name="T52" fmla="+- 0 4703 4679"/>
                  <a:gd name="T53" fmla="*/ T52 w 35"/>
                  <a:gd name="T54" fmla="+- 0 6135 6082"/>
                  <a:gd name="T55" fmla="*/ 6135 h 56"/>
                  <a:gd name="T56" fmla="+- 0 4713 4679"/>
                  <a:gd name="T57" fmla="*/ T56 w 35"/>
                  <a:gd name="T58" fmla="+- 0 6101 6082"/>
                  <a:gd name="T59" fmla="*/ 6101 h 56"/>
                  <a:gd name="T60" fmla="+- 0 4711 4679"/>
                  <a:gd name="T61" fmla="*/ T60 w 35"/>
                  <a:gd name="T62" fmla="+- 0 6094 6082"/>
                  <a:gd name="T63" fmla="*/ 6094 h 56"/>
                  <a:gd name="T64" fmla="+- 0 4704 4679"/>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7" name="Group 426">
              <a:extLst>
                <a:ext uri="{FF2B5EF4-FFF2-40B4-BE49-F238E27FC236}">
                  <a16:creationId xmlns:a16="http://schemas.microsoft.com/office/drawing/2014/main" id="{3867F997-5CCA-E3B8-7453-C3BFC23C15D8}"/>
                </a:ext>
              </a:extLst>
            </p:cNvPr>
            <p:cNvGrpSpPr>
              <a:grpSpLocks/>
            </p:cNvGrpSpPr>
            <p:nvPr/>
          </p:nvGrpSpPr>
          <p:grpSpPr bwMode="auto">
            <a:xfrm>
              <a:off x="5135" y="6082"/>
              <a:ext cx="35" cy="56"/>
              <a:chOff x="5135" y="6082"/>
              <a:chExt cx="35" cy="56"/>
            </a:xfrm>
          </p:grpSpPr>
          <p:sp>
            <p:nvSpPr>
              <p:cNvPr id="784" name="Freeform 5651">
                <a:extLst>
                  <a:ext uri="{FF2B5EF4-FFF2-40B4-BE49-F238E27FC236}">
                    <a16:creationId xmlns:a16="http://schemas.microsoft.com/office/drawing/2014/main" id="{A14F8E54-85CA-F355-AA20-9B3CE468D9E8}"/>
                  </a:ext>
                </a:extLst>
              </p:cNvPr>
              <p:cNvSpPr>
                <a:spLocks/>
              </p:cNvSpPr>
              <p:nvPr/>
            </p:nvSpPr>
            <p:spPr bwMode="auto">
              <a:xfrm>
                <a:off x="5135" y="6082"/>
                <a:ext cx="35" cy="56"/>
              </a:xfrm>
              <a:custGeom>
                <a:avLst/>
                <a:gdLst>
                  <a:gd name="T0" fmla="+- 0 5157 5135"/>
                  <a:gd name="T1" fmla="*/ T0 w 35"/>
                  <a:gd name="T2" fmla="+- 0 6082 6082"/>
                  <a:gd name="T3" fmla="*/ 6082 h 56"/>
                  <a:gd name="T4" fmla="+- 0 5150 5135"/>
                  <a:gd name="T5" fmla="*/ T4 w 35"/>
                  <a:gd name="T6" fmla="+- 0 6082 6082"/>
                  <a:gd name="T7" fmla="*/ 6082 h 56"/>
                  <a:gd name="T8" fmla="+- 0 5148 5135"/>
                  <a:gd name="T9" fmla="*/ T8 w 35"/>
                  <a:gd name="T10" fmla="+- 0 6083 6082"/>
                  <a:gd name="T11" fmla="*/ 6083 h 56"/>
                  <a:gd name="T12" fmla="+- 0 5142 5135"/>
                  <a:gd name="T13" fmla="*/ T12 w 35"/>
                  <a:gd name="T14" fmla="+- 0 6087 6082"/>
                  <a:gd name="T15" fmla="*/ 6087 h 56"/>
                  <a:gd name="T16" fmla="+- 0 5140 5135"/>
                  <a:gd name="T17" fmla="*/ T16 w 35"/>
                  <a:gd name="T18" fmla="+- 0 6090 6082"/>
                  <a:gd name="T19" fmla="*/ 6090 h 56"/>
                  <a:gd name="T20" fmla="+- 0 5136 5135"/>
                  <a:gd name="T21" fmla="*/ T20 w 35"/>
                  <a:gd name="T22" fmla="+- 0 6099 6082"/>
                  <a:gd name="T23" fmla="*/ 6099 h 56"/>
                  <a:gd name="T24" fmla="+- 0 5135 5135"/>
                  <a:gd name="T25" fmla="*/ T24 w 35"/>
                  <a:gd name="T26" fmla="+- 0 6104 6082"/>
                  <a:gd name="T27" fmla="*/ 6104 h 56"/>
                  <a:gd name="T28" fmla="+- 0 5135 5135"/>
                  <a:gd name="T29" fmla="*/ T28 w 35"/>
                  <a:gd name="T30" fmla="+- 0 6117 6082"/>
                  <a:gd name="T31" fmla="*/ 6117 h 56"/>
                  <a:gd name="T32" fmla="+- 0 5137 5135"/>
                  <a:gd name="T33" fmla="*/ T32 w 35"/>
                  <a:gd name="T34" fmla="+- 0 6123 6082"/>
                  <a:gd name="T35" fmla="*/ 6123 h 56"/>
                  <a:gd name="T36" fmla="+- 0 5143 5135"/>
                  <a:gd name="T37" fmla="*/ T36 w 35"/>
                  <a:gd name="T38" fmla="+- 0 6134 6082"/>
                  <a:gd name="T39" fmla="*/ 6134 h 56"/>
                  <a:gd name="T40" fmla="+- 0 5147 5135"/>
                  <a:gd name="T41" fmla="*/ T40 w 35"/>
                  <a:gd name="T42" fmla="+- 0 6137 6082"/>
                  <a:gd name="T43" fmla="*/ 6137 h 56"/>
                  <a:gd name="T44" fmla="+- 0 5155 5135"/>
                  <a:gd name="T45" fmla="*/ T44 w 35"/>
                  <a:gd name="T46" fmla="+- 0 6137 6082"/>
                  <a:gd name="T47" fmla="*/ 6137 h 56"/>
                  <a:gd name="T48" fmla="+- 0 5157 5135"/>
                  <a:gd name="T49" fmla="*/ T48 w 35"/>
                  <a:gd name="T50" fmla="+- 0 6136 6082"/>
                  <a:gd name="T51" fmla="*/ 6136 h 56"/>
                  <a:gd name="T52" fmla="+- 0 5159 5135"/>
                  <a:gd name="T53" fmla="*/ T52 w 35"/>
                  <a:gd name="T54" fmla="+- 0 6135 6082"/>
                  <a:gd name="T55" fmla="*/ 6135 h 56"/>
                  <a:gd name="T56" fmla="+- 0 5149 5135"/>
                  <a:gd name="T57" fmla="*/ T56 w 35"/>
                  <a:gd name="T58" fmla="+- 0 6135 6082"/>
                  <a:gd name="T59" fmla="*/ 6135 h 56"/>
                  <a:gd name="T60" fmla="+- 0 5147 5135"/>
                  <a:gd name="T61" fmla="*/ T60 w 35"/>
                  <a:gd name="T62" fmla="+- 0 6133 6082"/>
                  <a:gd name="T63" fmla="*/ 6133 h 56"/>
                  <a:gd name="T64" fmla="+- 0 5146 5135"/>
                  <a:gd name="T65" fmla="*/ T64 w 35"/>
                  <a:gd name="T66" fmla="+- 0 6129 6082"/>
                  <a:gd name="T67" fmla="*/ 6129 h 56"/>
                  <a:gd name="T68" fmla="+- 0 5144 5135"/>
                  <a:gd name="T69" fmla="*/ T68 w 35"/>
                  <a:gd name="T70" fmla="+- 0 6125 6082"/>
                  <a:gd name="T71" fmla="*/ 6125 h 56"/>
                  <a:gd name="T72" fmla="+- 0 5143 5135"/>
                  <a:gd name="T73" fmla="*/ T72 w 35"/>
                  <a:gd name="T74" fmla="+- 0 6119 6082"/>
                  <a:gd name="T75" fmla="*/ 6119 h 56"/>
                  <a:gd name="T76" fmla="+- 0 5152 5135"/>
                  <a:gd name="T77" fmla="*/ T76 w 35"/>
                  <a:gd name="T78" fmla="+- 0 6085 6082"/>
                  <a:gd name="T79" fmla="*/ 6085 h 56"/>
                  <a:gd name="T80" fmla="+- 0 5161 5135"/>
                  <a:gd name="T81" fmla="*/ T80 w 35"/>
                  <a:gd name="T82" fmla="+- 0 6085 6082"/>
                  <a:gd name="T83" fmla="*/ 6085 h 56"/>
                  <a:gd name="T84" fmla="+- 0 5160 5135"/>
                  <a:gd name="T85" fmla="*/ T84 w 35"/>
                  <a:gd name="T86" fmla="+- 0 6084 6082"/>
                  <a:gd name="T87" fmla="*/ 6084 h 56"/>
                  <a:gd name="T88" fmla="+- 0 5157 5135"/>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5" name="Freeform 5652">
                <a:extLst>
                  <a:ext uri="{FF2B5EF4-FFF2-40B4-BE49-F238E27FC236}">
                    <a16:creationId xmlns:a16="http://schemas.microsoft.com/office/drawing/2014/main" id="{DD932FB1-9F5D-F9F6-60FB-6620DAB2E2A3}"/>
                  </a:ext>
                </a:extLst>
              </p:cNvPr>
              <p:cNvSpPr>
                <a:spLocks/>
              </p:cNvSpPr>
              <p:nvPr/>
            </p:nvSpPr>
            <p:spPr bwMode="auto">
              <a:xfrm>
                <a:off x="5135" y="6082"/>
                <a:ext cx="35" cy="56"/>
              </a:xfrm>
              <a:custGeom>
                <a:avLst/>
                <a:gdLst>
                  <a:gd name="T0" fmla="+- 0 5161 5135"/>
                  <a:gd name="T1" fmla="*/ T0 w 35"/>
                  <a:gd name="T2" fmla="+- 0 6085 6082"/>
                  <a:gd name="T3" fmla="*/ 6085 h 56"/>
                  <a:gd name="T4" fmla="+- 0 5152 5135"/>
                  <a:gd name="T5" fmla="*/ T4 w 35"/>
                  <a:gd name="T6" fmla="+- 0 6085 6082"/>
                  <a:gd name="T7" fmla="*/ 6085 h 56"/>
                  <a:gd name="T8" fmla="+- 0 5156 5135"/>
                  <a:gd name="T9" fmla="*/ T8 w 35"/>
                  <a:gd name="T10" fmla="+- 0 6086 6082"/>
                  <a:gd name="T11" fmla="*/ 6086 h 56"/>
                  <a:gd name="T12" fmla="+- 0 5158 5135"/>
                  <a:gd name="T13" fmla="*/ T12 w 35"/>
                  <a:gd name="T14" fmla="+- 0 6087 6082"/>
                  <a:gd name="T15" fmla="*/ 6087 h 56"/>
                  <a:gd name="T16" fmla="+- 0 5159 5135"/>
                  <a:gd name="T17" fmla="*/ T16 w 35"/>
                  <a:gd name="T18" fmla="+- 0 6089 6082"/>
                  <a:gd name="T19" fmla="*/ 6089 h 56"/>
                  <a:gd name="T20" fmla="+- 0 5161 5135"/>
                  <a:gd name="T21" fmla="*/ T20 w 35"/>
                  <a:gd name="T22" fmla="+- 0 6096 6082"/>
                  <a:gd name="T23" fmla="*/ 6096 h 56"/>
                  <a:gd name="T24" fmla="+- 0 5162 5135"/>
                  <a:gd name="T25" fmla="*/ T24 w 35"/>
                  <a:gd name="T26" fmla="+- 0 6099 6082"/>
                  <a:gd name="T27" fmla="*/ 6099 h 56"/>
                  <a:gd name="T28" fmla="+- 0 5162 5135"/>
                  <a:gd name="T29" fmla="*/ T28 w 35"/>
                  <a:gd name="T30" fmla="+- 0 6117 6082"/>
                  <a:gd name="T31" fmla="*/ 6117 h 56"/>
                  <a:gd name="T32" fmla="+- 0 5161 5135"/>
                  <a:gd name="T33" fmla="*/ T32 w 35"/>
                  <a:gd name="T34" fmla="+- 0 6122 6082"/>
                  <a:gd name="T35" fmla="*/ 6122 h 56"/>
                  <a:gd name="T36" fmla="+- 0 5159 5135"/>
                  <a:gd name="T37" fmla="*/ T36 w 35"/>
                  <a:gd name="T38" fmla="+- 0 6130 6082"/>
                  <a:gd name="T39" fmla="*/ 6130 h 56"/>
                  <a:gd name="T40" fmla="+- 0 5158 5135"/>
                  <a:gd name="T41" fmla="*/ T40 w 35"/>
                  <a:gd name="T42" fmla="+- 0 6132 6082"/>
                  <a:gd name="T43" fmla="*/ 6132 h 56"/>
                  <a:gd name="T44" fmla="+- 0 5157 5135"/>
                  <a:gd name="T45" fmla="*/ T44 w 35"/>
                  <a:gd name="T46" fmla="+- 0 6133 6082"/>
                  <a:gd name="T47" fmla="*/ 6133 h 56"/>
                  <a:gd name="T48" fmla="+- 0 5152 5135"/>
                  <a:gd name="T49" fmla="*/ T48 w 35"/>
                  <a:gd name="T50" fmla="+- 0 6135 6082"/>
                  <a:gd name="T51" fmla="*/ 6135 h 56"/>
                  <a:gd name="T52" fmla="+- 0 5159 5135"/>
                  <a:gd name="T53" fmla="*/ T52 w 35"/>
                  <a:gd name="T54" fmla="+- 0 6135 6082"/>
                  <a:gd name="T55" fmla="*/ 6135 h 56"/>
                  <a:gd name="T56" fmla="+- 0 5170 5135"/>
                  <a:gd name="T57" fmla="*/ T56 w 35"/>
                  <a:gd name="T58" fmla="+- 0 6101 6082"/>
                  <a:gd name="T59" fmla="*/ 6101 h 56"/>
                  <a:gd name="T60" fmla="+- 0 5168 5135"/>
                  <a:gd name="T61" fmla="*/ T60 w 35"/>
                  <a:gd name="T62" fmla="+- 0 6094 6082"/>
                  <a:gd name="T63" fmla="*/ 6094 h 56"/>
                  <a:gd name="T64" fmla="+- 0 5161 5135"/>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8" name="Group 427">
              <a:extLst>
                <a:ext uri="{FF2B5EF4-FFF2-40B4-BE49-F238E27FC236}">
                  <a16:creationId xmlns:a16="http://schemas.microsoft.com/office/drawing/2014/main" id="{2C33AB7F-A459-9F31-F01B-AF675AF96820}"/>
                </a:ext>
              </a:extLst>
            </p:cNvPr>
            <p:cNvGrpSpPr>
              <a:grpSpLocks/>
            </p:cNvGrpSpPr>
            <p:nvPr/>
          </p:nvGrpSpPr>
          <p:grpSpPr bwMode="auto">
            <a:xfrm>
              <a:off x="5590" y="6082"/>
              <a:ext cx="37" cy="55"/>
              <a:chOff x="5590" y="6082"/>
              <a:chExt cx="37" cy="55"/>
            </a:xfrm>
          </p:grpSpPr>
          <p:sp>
            <p:nvSpPr>
              <p:cNvPr id="781" name="Freeform 5654">
                <a:extLst>
                  <a:ext uri="{FF2B5EF4-FFF2-40B4-BE49-F238E27FC236}">
                    <a16:creationId xmlns:a16="http://schemas.microsoft.com/office/drawing/2014/main" id="{C44FC534-36B4-F5D4-FBD4-0DD35A9B3988}"/>
                  </a:ext>
                </a:extLst>
              </p:cNvPr>
              <p:cNvSpPr>
                <a:spLocks/>
              </p:cNvSpPr>
              <p:nvPr/>
            </p:nvSpPr>
            <p:spPr bwMode="auto">
              <a:xfrm>
                <a:off x="5590" y="6082"/>
                <a:ext cx="37" cy="55"/>
              </a:xfrm>
              <a:custGeom>
                <a:avLst/>
                <a:gdLst>
                  <a:gd name="T0" fmla="+- 0 5619 5590"/>
                  <a:gd name="T1" fmla="*/ T0 w 37"/>
                  <a:gd name="T2" fmla="+- 0 6122 6082"/>
                  <a:gd name="T3" fmla="*/ 6122 h 55"/>
                  <a:gd name="T4" fmla="+- 0 5612 5590"/>
                  <a:gd name="T5" fmla="*/ T4 w 37"/>
                  <a:gd name="T6" fmla="+- 0 6122 6082"/>
                  <a:gd name="T7" fmla="*/ 6122 h 55"/>
                  <a:gd name="T8" fmla="+- 0 5612 5590"/>
                  <a:gd name="T9" fmla="*/ T8 w 37"/>
                  <a:gd name="T10" fmla="+- 0 6137 6082"/>
                  <a:gd name="T11" fmla="*/ 6137 h 55"/>
                  <a:gd name="T12" fmla="+- 0 5619 5590"/>
                  <a:gd name="T13" fmla="*/ T12 w 37"/>
                  <a:gd name="T14" fmla="+- 0 6137 6082"/>
                  <a:gd name="T15" fmla="*/ 6137 h 55"/>
                  <a:gd name="T16" fmla="+- 0 5619 5590"/>
                  <a:gd name="T17" fmla="*/ T16 w 37"/>
                  <a:gd name="T18" fmla="+- 0 6122 6082"/>
                  <a:gd name="T19" fmla="*/ 6122 h 55"/>
                </a:gdLst>
                <a:ahLst/>
                <a:cxnLst>
                  <a:cxn ang="0">
                    <a:pos x="T1" y="T3"/>
                  </a:cxn>
                  <a:cxn ang="0">
                    <a:pos x="T5" y="T7"/>
                  </a:cxn>
                  <a:cxn ang="0">
                    <a:pos x="T9" y="T11"/>
                  </a:cxn>
                  <a:cxn ang="0">
                    <a:pos x="T13" y="T15"/>
                  </a:cxn>
                  <a:cxn ang="0">
                    <a:pos x="T17" y="T19"/>
                  </a:cxn>
                </a:cxnLst>
                <a:rect l="0" t="0" r="r" b="b"/>
                <a:pathLst>
                  <a:path w="37" h="55">
                    <a:moveTo>
                      <a:pt x="29" y="40"/>
                    </a:moveTo>
                    <a:lnTo>
                      <a:pt x="22" y="40"/>
                    </a:lnTo>
                    <a:lnTo>
                      <a:pt x="22" y="55"/>
                    </a:lnTo>
                    <a:lnTo>
                      <a:pt x="29" y="55"/>
                    </a:lnTo>
                    <a:lnTo>
                      <a:pt x="29"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2" name="Freeform 5655">
                <a:extLst>
                  <a:ext uri="{FF2B5EF4-FFF2-40B4-BE49-F238E27FC236}">
                    <a16:creationId xmlns:a16="http://schemas.microsoft.com/office/drawing/2014/main" id="{975A7772-EDEF-21F7-AB0B-4C65873FAD52}"/>
                  </a:ext>
                </a:extLst>
              </p:cNvPr>
              <p:cNvSpPr>
                <a:spLocks/>
              </p:cNvSpPr>
              <p:nvPr/>
            </p:nvSpPr>
            <p:spPr bwMode="auto">
              <a:xfrm>
                <a:off x="5590" y="6082"/>
                <a:ext cx="37" cy="55"/>
              </a:xfrm>
              <a:custGeom>
                <a:avLst/>
                <a:gdLst>
                  <a:gd name="T0" fmla="+- 0 5619 5590"/>
                  <a:gd name="T1" fmla="*/ T0 w 37"/>
                  <a:gd name="T2" fmla="+- 0 6082 6082"/>
                  <a:gd name="T3" fmla="*/ 6082 h 55"/>
                  <a:gd name="T4" fmla="+- 0 5615 5590"/>
                  <a:gd name="T5" fmla="*/ T4 w 37"/>
                  <a:gd name="T6" fmla="+- 0 6082 6082"/>
                  <a:gd name="T7" fmla="*/ 6082 h 55"/>
                  <a:gd name="T8" fmla="+- 0 5590 5590"/>
                  <a:gd name="T9" fmla="*/ T8 w 37"/>
                  <a:gd name="T10" fmla="+- 0 6117 6082"/>
                  <a:gd name="T11" fmla="*/ 6117 h 55"/>
                  <a:gd name="T12" fmla="+- 0 5590 5590"/>
                  <a:gd name="T13" fmla="*/ T12 w 37"/>
                  <a:gd name="T14" fmla="+- 0 6122 6082"/>
                  <a:gd name="T15" fmla="*/ 6122 h 55"/>
                  <a:gd name="T16" fmla="+- 0 5626 5590"/>
                  <a:gd name="T17" fmla="*/ T16 w 37"/>
                  <a:gd name="T18" fmla="+- 0 6122 6082"/>
                  <a:gd name="T19" fmla="*/ 6122 h 55"/>
                  <a:gd name="T20" fmla="+- 0 5626 5590"/>
                  <a:gd name="T21" fmla="*/ T20 w 37"/>
                  <a:gd name="T22" fmla="+- 0 6117 6082"/>
                  <a:gd name="T23" fmla="*/ 6117 h 55"/>
                  <a:gd name="T24" fmla="+- 0 5594 5590"/>
                  <a:gd name="T25" fmla="*/ T24 w 37"/>
                  <a:gd name="T26" fmla="+- 0 6117 6082"/>
                  <a:gd name="T27" fmla="*/ 6117 h 55"/>
                  <a:gd name="T28" fmla="+- 0 5612 5590"/>
                  <a:gd name="T29" fmla="*/ T28 w 37"/>
                  <a:gd name="T30" fmla="+- 0 6090 6082"/>
                  <a:gd name="T31" fmla="*/ 6090 h 55"/>
                  <a:gd name="T32" fmla="+- 0 5619 5590"/>
                  <a:gd name="T33" fmla="*/ T32 w 37"/>
                  <a:gd name="T34" fmla="+- 0 6090 6082"/>
                  <a:gd name="T35" fmla="*/ 6090 h 55"/>
                  <a:gd name="T36" fmla="+- 0 5619 5590"/>
                  <a:gd name="T37" fmla="*/ T36 w 37"/>
                  <a:gd name="T38" fmla="+- 0 6082 6082"/>
                  <a:gd name="T39" fmla="*/ 608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37" h="55">
                    <a:moveTo>
                      <a:pt x="29" y="0"/>
                    </a:moveTo>
                    <a:lnTo>
                      <a:pt x="25" y="0"/>
                    </a:lnTo>
                    <a:lnTo>
                      <a:pt x="0" y="35"/>
                    </a:lnTo>
                    <a:lnTo>
                      <a:pt x="0" y="40"/>
                    </a:lnTo>
                    <a:lnTo>
                      <a:pt x="36" y="40"/>
                    </a:lnTo>
                    <a:lnTo>
                      <a:pt x="36" y="35"/>
                    </a:lnTo>
                    <a:lnTo>
                      <a:pt x="4" y="35"/>
                    </a:lnTo>
                    <a:lnTo>
                      <a:pt x="22" y="8"/>
                    </a:lnTo>
                    <a:lnTo>
                      <a:pt x="29" y="8"/>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3" name="Freeform 5656">
                <a:extLst>
                  <a:ext uri="{FF2B5EF4-FFF2-40B4-BE49-F238E27FC236}">
                    <a16:creationId xmlns:a16="http://schemas.microsoft.com/office/drawing/2014/main" id="{A5617BA7-85C8-6209-A3F6-30D0798A2D1E}"/>
                  </a:ext>
                </a:extLst>
              </p:cNvPr>
              <p:cNvSpPr>
                <a:spLocks/>
              </p:cNvSpPr>
              <p:nvPr/>
            </p:nvSpPr>
            <p:spPr bwMode="auto">
              <a:xfrm>
                <a:off x="5590" y="6082"/>
                <a:ext cx="37" cy="55"/>
              </a:xfrm>
              <a:custGeom>
                <a:avLst/>
                <a:gdLst>
                  <a:gd name="T0" fmla="+- 0 5619 5590"/>
                  <a:gd name="T1" fmla="*/ T0 w 37"/>
                  <a:gd name="T2" fmla="+- 0 6090 6082"/>
                  <a:gd name="T3" fmla="*/ 6090 h 55"/>
                  <a:gd name="T4" fmla="+- 0 5612 5590"/>
                  <a:gd name="T5" fmla="*/ T4 w 37"/>
                  <a:gd name="T6" fmla="+- 0 6090 6082"/>
                  <a:gd name="T7" fmla="*/ 6090 h 55"/>
                  <a:gd name="T8" fmla="+- 0 5612 5590"/>
                  <a:gd name="T9" fmla="*/ T8 w 37"/>
                  <a:gd name="T10" fmla="+- 0 6117 6082"/>
                  <a:gd name="T11" fmla="*/ 6117 h 55"/>
                  <a:gd name="T12" fmla="+- 0 5619 5590"/>
                  <a:gd name="T13" fmla="*/ T12 w 37"/>
                  <a:gd name="T14" fmla="+- 0 6117 6082"/>
                  <a:gd name="T15" fmla="*/ 6117 h 55"/>
                  <a:gd name="T16" fmla="+- 0 5619 5590"/>
                  <a:gd name="T17" fmla="*/ T16 w 37"/>
                  <a:gd name="T18" fmla="+- 0 6090 6082"/>
                  <a:gd name="T19" fmla="*/ 6090 h 55"/>
                </a:gdLst>
                <a:ahLst/>
                <a:cxnLst>
                  <a:cxn ang="0">
                    <a:pos x="T1" y="T3"/>
                  </a:cxn>
                  <a:cxn ang="0">
                    <a:pos x="T5" y="T7"/>
                  </a:cxn>
                  <a:cxn ang="0">
                    <a:pos x="T9" y="T11"/>
                  </a:cxn>
                  <a:cxn ang="0">
                    <a:pos x="T13" y="T15"/>
                  </a:cxn>
                  <a:cxn ang="0">
                    <a:pos x="T17" y="T19"/>
                  </a:cxn>
                </a:cxnLst>
                <a:rect l="0" t="0" r="r" b="b"/>
                <a:pathLst>
                  <a:path w="37" h="55">
                    <a:moveTo>
                      <a:pt x="29" y="8"/>
                    </a:moveTo>
                    <a:lnTo>
                      <a:pt x="22" y="8"/>
                    </a:lnTo>
                    <a:lnTo>
                      <a:pt x="22" y="35"/>
                    </a:lnTo>
                    <a:lnTo>
                      <a:pt x="29" y="35"/>
                    </a:lnTo>
                    <a:lnTo>
                      <a:pt x="2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29" name="Group 428">
              <a:extLst>
                <a:ext uri="{FF2B5EF4-FFF2-40B4-BE49-F238E27FC236}">
                  <a16:creationId xmlns:a16="http://schemas.microsoft.com/office/drawing/2014/main" id="{DBF25D46-695D-FCAE-79CE-BCB95401258E}"/>
                </a:ext>
              </a:extLst>
            </p:cNvPr>
            <p:cNvGrpSpPr>
              <a:grpSpLocks/>
            </p:cNvGrpSpPr>
            <p:nvPr/>
          </p:nvGrpSpPr>
          <p:grpSpPr bwMode="auto">
            <a:xfrm>
              <a:off x="6047" y="6082"/>
              <a:ext cx="36" cy="55"/>
              <a:chOff x="6047" y="6082"/>
              <a:chExt cx="36" cy="55"/>
            </a:xfrm>
          </p:grpSpPr>
          <p:sp>
            <p:nvSpPr>
              <p:cNvPr id="778" name="Freeform 5658">
                <a:extLst>
                  <a:ext uri="{FF2B5EF4-FFF2-40B4-BE49-F238E27FC236}">
                    <a16:creationId xmlns:a16="http://schemas.microsoft.com/office/drawing/2014/main" id="{D20A3FC8-262C-DB98-05C7-650C41F15E70}"/>
                  </a:ext>
                </a:extLst>
              </p:cNvPr>
              <p:cNvSpPr>
                <a:spLocks/>
              </p:cNvSpPr>
              <p:nvPr/>
            </p:nvSpPr>
            <p:spPr bwMode="auto">
              <a:xfrm>
                <a:off x="6047" y="6082"/>
                <a:ext cx="36" cy="55"/>
              </a:xfrm>
              <a:custGeom>
                <a:avLst/>
                <a:gdLst>
                  <a:gd name="T0" fmla="+- 0 6076 6047"/>
                  <a:gd name="T1" fmla="*/ T0 w 36"/>
                  <a:gd name="T2" fmla="+- 0 6088 6082"/>
                  <a:gd name="T3" fmla="*/ 6088 h 55"/>
                  <a:gd name="T4" fmla="+- 0 6064 6047"/>
                  <a:gd name="T5" fmla="*/ T4 w 36"/>
                  <a:gd name="T6" fmla="+- 0 6088 6082"/>
                  <a:gd name="T7" fmla="*/ 6088 h 55"/>
                  <a:gd name="T8" fmla="+- 0 6067 6047"/>
                  <a:gd name="T9" fmla="*/ T8 w 36"/>
                  <a:gd name="T10" fmla="+- 0 6089 6082"/>
                  <a:gd name="T11" fmla="*/ 6089 h 55"/>
                  <a:gd name="T12" fmla="+- 0 6071 6047"/>
                  <a:gd name="T13" fmla="*/ T12 w 36"/>
                  <a:gd name="T14" fmla="+- 0 6094 6082"/>
                  <a:gd name="T15" fmla="*/ 6094 h 55"/>
                  <a:gd name="T16" fmla="+- 0 6072 6047"/>
                  <a:gd name="T17" fmla="*/ T16 w 36"/>
                  <a:gd name="T18" fmla="+- 0 6096 6082"/>
                  <a:gd name="T19" fmla="*/ 6096 h 55"/>
                  <a:gd name="T20" fmla="+- 0 6072 6047"/>
                  <a:gd name="T21" fmla="*/ T20 w 36"/>
                  <a:gd name="T22" fmla="+- 0 6104 6082"/>
                  <a:gd name="T23" fmla="*/ 6104 h 55"/>
                  <a:gd name="T24" fmla="+- 0 6070 6047"/>
                  <a:gd name="T25" fmla="*/ T24 w 36"/>
                  <a:gd name="T26" fmla="+- 0 6109 6082"/>
                  <a:gd name="T27" fmla="*/ 6109 h 55"/>
                  <a:gd name="T28" fmla="+- 0 6062 6047"/>
                  <a:gd name="T29" fmla="*/ T28 w 36"/>
                  <a:gd name="T30" fmla="+- 0 6120 6082"/>
                  <a:gd name="T31" fmla="*/ 6120 h 55"/>
                  <a:gd name="T32" fmla="+- 0 6056 6047"/>
                  <a:gd name="T33" fmla="*/ T32 w 36"/>
                  <a:gd name="T34" fmla="+- 0 6127 6082"/>
                  <a:gd name="T35" fmla="*/ 6127 h 55"/>
                  <a:gd name="T36" fmla="+- 0 6047 6047"/>
                  <a:gd name="T37" fmla="*/ T36 w 36"/>
                  <a:gd name="T38" fmla="+- 0 6135 6082"/>
                  <a:gd name="T39" fmla="*/ 6135 h 55"/>
                  <a:gd name="T40" fmla="+- 0 6047 6047"/>
                  <a:gd name="T41" fmla="*/ T40 w 36"/>
                  <a:gd name="T42" fmla="+- 0 6137 6082"/>
                  <a:gd name="T43" fmla="*/ 6137 h 55"/>
                  <a:gd name="T44" fmla="+- 0 6078 6047"/>
                  <a:gd name="T45" fmla="*/ T44 w 36"/>
                  <a:gd name="T46" fmla="+- 0 6137 6082"/>
                  <a:gd name="T47" fmla="*/ 6137 h 55"/>
                  <a:gd name="T48" fmla="+- 0 6080 6047"/>
                  <a:gd name="T49" fmla="*/ T48 w 36"/>
                  <a:gd name="T50" fmla="+- 0 6131 6082"/>
                  <a:gd name="T51" fmla="*/ 6131 h 55"/>
                  <a:gd name="T52" fmla="+- 0 6055 6047"/>
                  <a:gd name="T53" fmla="*/ T52 w 36"/>
                  <a:gd name="T54" fmla="+- 0 6131 6082"/>
                  <a:gd name="T55" fmla="*/ 6131 h 55"/>
                  <a:gd name="T56" fmla="+- 0 6057 6047"/>
                  <a:gd name="T57" fmla="*/ T56 w 36"/>
                  <a:gd name="T58" fmla="+- 0 6129 6082"/>
                  <a:gd name="T59" fmla="*/ 6129 h 55"/>
                  <a:gd name="T60" fmla="+- 0 6061 6047"/>
                  <a:gd name="T61" fmla="*/ T60 w 36"/>
                  <a:gd name="T62" fmla="+- 0 6125 6082"/>
                  <a:gd name="T63" fmla="*/ 6125 h 55"/>
                  <a:gd name="T64" fmla="+- 0 6072 6047"/>
                  <a:gd name="T65" fmla="*/ T64 w 36"/>
                  <a:gd name="T66" fmla="+- 0 6113 6082"/>
                  <a:gd name="T67" fmla="*/ 6113 h 55"/>
                  <a:gd name="T68" fmla="+- 0 6075 6047"/>
                  <a:gd name="T69" fmla="*/ T68 w 36"/>
                  <a:gd name="T70" fmla="+- 0 6108 6082"/>
                  <a:gd name="T71" fmla="*/ 6108 h 55"/>
                  <a:gd name="T72" fmla="+- 0 6077 6047"/>
                  <a:gd name="T73" fmla="*/ T72 w 36"/>
                  <a:gd name="T74" fmla="+- 0 6104 6082"/>
                  <a:gd name="T75" fmla="*/ 6104 h 55"/>
                  <a:gd name="T76" fmla="+- 0 6078 6047"/>
                  <a:gd name="T77" fmla="*/ T76 w 36"/>
                  <a:gd name="T78" fmla="+- 0 6102 6082"/>
                  <a:gd name="T79" fmla="*/ 6102 h 55"/>
                  <a:gd name="T80" fmla="+- 0 6079 6047"/>
                  <a:gd name="T81" fmla="*/ T80 w 36"/>
                  <a:gd name="T82" fmla="+- 0 6099 6082"/>
                  <a:gd name="T83" fmla="*/ 6099 h 55"/>
                  <a:gd name="T84" fmla="+- 0 6078 6047"/>
                  <a:gd name="T85" fmla="*/ T84 w 36"/>
                  <a:gd name="T86" fmla="+- 0 6092 6082"/>
                  <a:gd name="T87" fmla="*/ 6092 h 55"/>
                  <a:gd name="T88" fmla="+- 0 6077 6047"/>
                  <a:gd name="T89" fmla="*/ T88 w 36"/>
                  <a:gd name="T90" fmla="+- 0 6089 6082"/>
                  <a:gd name="T91" fmla="*/ 6089 h 55"/>
                  <a:gd name="T92" fmla="+- 0 6076 6047"/>
                  <a:gd name="T93" fmla="*/ T92 w 36"/>
                  <a:gd name="T94" fmla="+- 0 6088 6082"/>
                  <a:gd name="T95" fmla="*/ 608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2"/>
                    </a:lnTo>
                    <a:lnTo>
                      <a:pt x="25" y="14"/>
                    </a:lnTo>
                    <a:lnTo>
                      <a:pt x="25" y="22"/>
                    </a:lnTo>
                    <a:lnTo>
                      <a:pt x="23" y="27"/>
                    </a:lnTo>
                    <a:lnTo>
                      <a:pt x="15" y="38"/>
                    </a:lnTo>
                    <a:lnTo>
                      <a:pt x="9" y="45"/>
                    </a:lnTo>
                    <a:lnTo>
                      <a:pt x="0" y="53"/>
                    </a:lnTo>
                    <a:lnTo>
                      <a:pt x="0" y="55"/>
                    </a:lnTo>
                    <a:lnTo>
                      <a:pt x="31" y="55"/>
                    </a:lnTo>
                    <a:lnTo>
                      <a:pt x="33" y="49"/>
                    </a:lnTo>
                    <a:lnTo>
                      <a:pt x="8" y="49"/>
                    </a:lnTo>
                    <a:lnTo>
                      <a:pt x="10" y="47"/>
                    </a:lnTo>
                    <a:lnTo>
                      <a:pt x="14" y="43"/>
                    </a:lnTo>
                    <a:lnTo>
                      <a:pt x="25" y="31"/>
                    </a:lnTo>
                    <a:lnTo>
                      <a:pt x="28" y="26"/>
                    </a:lnTo>
                    <a:lnTo>
                      <a:pt x="30" y="22"/>
                    </a:lnTo>
                    <a:lnTo>
                      <a:pt x="31" y="20"/>
                    </a:lnTo>
                    <a:lnTo>
                      <a:pt x="32" y="17"/>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9" name="Freeform 5659">
                <a:extLst>
                  <a:ext uri="{FF2B5EF4-FFF2-40B4-BE49-F238E27FC236}">
                    <a16:creationId xmlns:a16="http://schemas.microsoft.com/office/drawing/2014/main" id="{BD25288E-0D87-9B83-3A27-0C142B552BB6}"/>
                  </a:ext>
                </a:extLst>
              </p:cNvPr>
              <p:cNvSpPr>
                <a:spLocks/>
              </p:cNvSpPr>
              <p:nvPr/>
            </p:nvSpPr>
            <p:spPr bwMode="auto">
              <a:xfrm>
                <a:off x="6047" y="6082"/>
                <a:ext cx="36" cy="55"/>
              </a:xfrm>
              <a:custGeom>
                <a:avLst/>
                <a:gdLst>
                  <a:gd name="T0" fmla="+- 0 6082 6047"/>
                  <a:gd name="T1" fmla="*/ T0 w 36"/>
                  <a:gd name="T2" fmla="+- 0 6126 6082"/>
                  <a:gd name="T3" fmla="*/ 6126 h 55"/>
                  <a:gd name="T4" fmla="+- 0 6080 6047"/>
                  <a:gd name="T5" fmla="*/ T4 w 36"/>
                  <a:gd name="T6" fmla="+- 0 6126 6082"/>
                  <a:gd name="T7" fmla="*/ 6126 h 55"/>
                  <a:gd name="T8" fmla="+- 0 6078 6047"/>
                  <a:gd name="T9" fmla="*/ T8 w 36"/>
                  <a:gd name="T10" fmla="+- 0 6129 6082"/>
                  <a:gd name="T11" fmla="*/ 6129 h 55"/>
                  <a:gd name="T12" fmla="+- 0 6075 6047"/>
                  <a:gd name="T13" fmla="*/ T12 w 36"/>
                  <a:gd name="T14" fmla="+- 0 6130 6082"/>
                  <a:gd name="T15" fmla="*/ 6130 h 55"/>
                  <a:gd name="T16" fmla="+- 0 6072 6047"/>
                  <a:gd name="T17" fmla="*/ T16 w 36"/>
                  <a:gd name="T18" fmla="+- 0 6131 6082"/>
                  <a:gd name="T19" fmla="*/ 6131 h 55"/>
                  <a:gd name="T20" fmla="+- 0 6080 6047"/>
                  <a:gd name="T21" fmla="*/ T20 w 36"/>
                  <a:gd name="T22" fmla="+- 0 6131 6082"/>
                  <a:gd name="T23" fmla="*/ 6131 h 55"/>
                  <a:gd name="T24" fmla="+- 0 6082 6047"/>
                  <a:gd name="T25" fmla="*/ T24 w 36"/>
                  <a:gd name="T26" fmla="+- 0 6126 6082"/>
                  <a:gd name="T27" fmla="*/ 6126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3" y="44"/>
                    </a:lnTo>
                    <a:lnTo>
                      <a:pt x="31" y="47"/>
                    </a:lnTo>
                    <a:lnTo>
                      <a:pt x="28" y="48"/>
                    </a:lnTo>
                    <a:lnTo>
                      <a:pt x="25" y="49"/>
                    </a:lnTo>
                    <a:lnTo>
                      <a:pt x="33"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80" name="Freeform 5660">
                <a:extLst>
                  <a:ext uri="{FF2B5EF4-FFF2-40B4-BE49-F238E27FC236}">
                    <a16:creationId xmlns:a16="http://schemas.microsoft.com/office/drawing/2014/main" id="{D5079858-D610-2656-2D71-8C4A61C6CCD4}"/>
                  </a:ext>
                </a:extLst>
              </p:cNvPr>
              <p:cNvSpPr>
                <a:spLocks/>
              </p:cNvSpPr>
              <p:nvPr/>
            </p:nvSpPr>
            <p:spPr bwMode="auto">
              <a:xfrm>
                <a:off x="6047" y="6082"/>
                <a:ext cx="36" cy="55"/>
              </a:xfrm>
              <a:custGeom>
                <a:avLst/>
                <a:gdLst>
                  <a:gd name="T0" fmla="+- 0 6068 6047"/>
                  <a:gd name="T1" fmla="*/ T0 w 36"/>
                  <a:gd name="T2" fmla="+- 0 6082 6082"/>
                  <a:gd name="T3" fmla="*/ 6082 h 55"/>
                  <a:gd name="T4" fmla="+- 0 6059 6047"/>
                  <a:gd name="T5" fmla="*/ T4 w 36"/>
                  <a:gd name="T6" fmla="+- 0 6082 6082"/>
                  <a:gd name="T7" fmla="*/ 6082 h 55"/>
                  <a:gd name="T8" fmla="+- 0 6056 6047"/>
                  <a:gd name="T9" fmla="*/ T8 w 36"/>
                  <a:gd name="T10" fmla="+- 0 6083 6082"/>
                  <a:gd name="T11" fmla="*/ 6083 h 55"/>
                  <a:gd name="T12" fmla="+- 0 6050 6047"/>
                  <a:gd name="T13" fmla="*/ T12 w 36"/>
                  <a:gd name="T14" fmla="+- 0 6089 6082"/>
                  <a:gd name="T15" fmla="*/ 6089 h 55"/>
                  <a:gd name="T16" fmla="+- 0 6049 6047"/>
                  <a:gd name="T17" fmla="*/ T16 w 36"/>
                  <a:gd name="T18" fmla="+- 0 6092 6082"/>
                  <a:gd name="T19" fmla="*/ 6092 h 55"/>
                  <a:gd name="T20" fmla="+- 0 6048 6047"/>
                  <a:gd name="T21" fmla="*/ T20 w 36"/>
                  <a:gd name="T22" fmla="+- 0 6097 6082"/>
                  <a:gd name="T23" fmla="*/ 6097 h 55"/>
                  <a:gd name="T24" fmla="+- 0 6050 6047"/>
                  <a:gd name="T25" fmla="*/ T24 w 36"/>
                  <a:gd name="T26" fmla="+- 0 6097 6082"/>
                  <a:gd name="T27" fmla="*/ 6097 h 55"/>
                  <a:gd name="T28" fmla="+- 0 6051 6047"/>
                  <a:gd name="T29" fmla="*/ T28 w 36"/>
                  <a:gd name="T30" fmla="+- 0 6094 6082"/>
                  <a:gd name="T31" fmla="*/ 6094 h 55"/>
                  <a:gd name="T32" fmla="+- 0 6052 6047"/>
                  <a:gd name="T33" fmla="*/ T32 w 36"/>
                  <a:gd name="T34" fmla="+- 0 6092 6082"/>
                  <a:gd name="T35" fmla="*/ 6092 h 55"/>
                  <a:gd name="T36" fmla="+- 0 6056 6047"/>
                  <a:gd name="T37" fmla="*/ T36 w 36"/>
                  <a:gd name="T38" fmla="+- 0 6089 6082"/>
                  <a:gd name="T39" fmla="*/ 6089 h 55"/>
                  <a:gd name="T40" fmla="+- 0 6059 6047"/>
                  <a:gd name="T41" fmla="*/ T40 w 36"/>
                  <a:gd name="T42" fmla="+- 0 6088 6082"/>
                  <a:gd name="T43" fmla="*/ 6088 h 55"/>
                  <a:gd name="T44" fmla="+- 0 6076 6047"/>
                  <a:gd name="T45" fmla="*/ T44 w 36"/>
                  <a:gd name="T46" fmla="+- 0 6088 6082"/>
                  <a:gd name="T47" fmla="*/ 6088 h 55"/>
                  <a:gd name="T48" fmla="+- 0 6071 6047"/>
                  <a:gd name="T49" fmla="*/ T48 w 36"/>
                  <a:gd name="T50" fmla="+- 0 6084 6082"/>
                  <a:gd name="T51" fmla="*/ 6084 h 55"/>
                  <a:gd name="T52" fmla="+- 0 6068 6047"/>
                  <a:gd name="T53" fmla="*/ T52 w 36"/>
                  <a:gd name="T54" fmla="+- 0 6082 6082"/>
                  <a:gd name="T55" fmla="*/ 608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1"/>
                    </a:lnTo>
                    <a:lnTo>
                      <a:pt x="3" y="7"/>
                    </a:lnTo>
                    <a:lnTo>
                      <a:pt x="2" y="10"/>
                    </a:lnTo>
                    <a:lnTo>
                      <a:pt x="1" y="15"/>
                    </a:lnTo>
                    <a:lnTo>
                      <a:pt x="3" y="15"/>
                    </a:lnTo>
                    <a:lnTo>
                      <a:pt x="4" y="12"/>
                    </a:lnTo>
                    <a:lnTo>
                      <a:pt x="5" y="10"/>
                    </a:lnTo>
                    <a:lnTo>
                      <a:pt x="9" y="7"/>
                    </a:lnTo>
                    <a:lnTo>
                      <a:pt x="12" y="6"/>
                    </a:lnTo>
                    <a:lnTo>
                      <a:pt x="29" y="6"/>
                    </a:lnTo>
                    <a:lnTo>
                      <a:pt x="24"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0" name="Group 429">
              <a:extLst>
                <a:ext uri="{FF2B5EF4-FFF2-40B4-BE49-F238E27FC236}">
                  <a16:creationId xmlns:a16="http://schemas.microsoft.com/office/drawing/2014/main" id="{93738F79-6929-DB76-CCD5-A6A3B95619EE}"/>
                </a:ext>
              </a:extLst>
            </p:cNvPr>
            <p:cNvGrpSpPr>
              <a:grpSpLocks/>
            </p:cNvGrpSpPr>
            <p:nvPr/>
          </p:nvGrpSpPr>
          <p:grpSpPr bwMode="auto">
            <a:xfrm>
              <a:off x="6503" y="6082"/>
              <a:ext cx="36" cy="55"/>
              <a:chOff x="6503" y="6082"/>
              <a:chExt cx="36" cy="55"/>
            </a:xfrm>
          </p:grpSpPr>
          <p:sp>
            <p:nvSpPr>
              <p:cNvPr id="775" name="Freeform 5662">
                <a:extLst>
                  <a:ext uri="{FF2B5EF4-FFF2-40B4-BE49-F238E27FC236}">
                    <a16:creationId xmlns:a16="http://schemas.microsoft.com/office/drawing/2014/main" id="{FE338043-0F4F-F4AA-20B9-C5CDF9DC090D}"/>
                  </a:ext>
                </a:extLst>
              </p:cNvPr>
              <p:cNvSpPr>
                <a:spLocks/>
              </p:cNvSpPr>
              <p:nvPr/>
            </p:nvSpPr>
            <p:spPr bwMode="auto">
              <a:xfrm>
                <a:off x="6503" y="6082"/>
                <a:ext cx="36" cy="55"/>
              </a:xfrm>
              <a:custGeom>
                <a:avLst/>
                <a:gdLst>
                  <a:gd name="T0" fmla="+- 0 6533 6503"/>
                  <a:gd name="T1" fmla="*/ T0 w 36"/>
                  <a:gd name="T2" fmla="+- 0 6088 6082"/>
                  <a:gd name="T3" fmla="*/ 6088 h 55"/>
                  <a:gd name="T4" fmla="+- 0 6521 6503"/>
                  <a:gd name="T5" fmla="*/ T4 w 36"/>
                  <a:gd name="T6" fmla="+- 0 6088 6082"/>
                  <a:gd name="T7" fmla="*/ 6088 h 55"/>
                  <a:gd name="T8" fmla="+- 0 6523 6503"/>
                  <a:gd name="T9" fmla="*/ T8 w 36"/>
                  <a:gd name="T10" fmla="+- 0 6089 6082"/>
                  <a:gd name="T11" fmla="*/ 6089 h 55"/>
                  <a:gd name="T12" fmla="+- 0 6527 6503"/>
                  <a:gd name="T13" fmla="*/ T12 w 36"/>
                  <a:gd name="T14" fmla="+- 0 6094 6082"/>
                  <a:gd name="T15" fmla="*/ 6094 h 55"/>
                  <a:gd name="T16" fmla="+- 0 6528 6503"/>
                  <a:gd name="T17" fmla="*/ T16 w 36"/>
                  <a:gd name="T18" fmla="+- 0 6096 6082"/>
                  <a:gd name="T19" fmla="*/ 6096 h 55"/>
                  <a:gd name="T20" fmla="+- 0 6528 6503"/>
                  <a:gd name="T21" fmla="*/ T20 w 36"/>
                  <a:gd name="T22" fmla="+- 0 6104 6082"/>
                  <a:gd name="T23" fmla="*/ 6104 h 55"/>
                  <a:gd name="T24" fmla="+- 0 6526 6503"/>
                  <a:gd name="T25" fmla="*/ T24 w 36"/>
                  <a:gd name="T26" fmla="+- 0 6109 6082"/>
                  <a:gd name="T27" fmla="*/ 6109 h 55"/>
                  <a:gd name="T28" fmla="+- 0 6519 6503"/>
                  <a:gd name="T29" fmla="*/ T28 w 36"/>
                  <a:gd name="T30" fmla="+- 0 6120 6082"/>
                  <a:gd name="T31" fmla="*/ 6120 h 55"/>
                  <a:gd name="T32" fmla="+- 0 6512 6503"/>
                  <a:gd name="T33" fmla="*/ T32 w 36"/>
                  <a:gd name="T34" fmla="+- 0 6127 6082"/>
                  <a:gd name="T35" fmla="*/ 6127 h 55"/>
                  <a:gd name="T36" fmla="+- 0 6503 6503"/>
                  <a:gd name="T37" fmla="*/ T36 w 36"/>
                  <a:gd name="T38" fmla="+- 0 6135 6082"/>
                  <a:gd name="T39" fmla="*/ 6135 h 55"/>
                  <a:gd name="T40" fmla="+- 0 6503 6503"/>
                  <a:gd name="T41" fmla="*/ T40 w 36"/>
                  <a:gd name="T42" fmla="+- 0 6137 6082"/>
                  <a:gd name="T43" fmla="*/ 6137 h 55"/>
                  <a:gd name="T44" fmla="+- 0 6535 6503"/>
                  <a:gd name="T45" fmla="*/ T44 w 36"/>
                  <a:gd name="T46" fmla="+- 0 6137 6082"/>
                  <a:gd name="T47" fmla="*/ 6137 h 55"/>
                  <a:gd name="T48" fmla="+- 0 6537 6503"/>
                  <a:gd name="T49" fmla="*/ T48 w 36"/>
                  <a:gd name="T50" fmla="+- 0 6131 6082"/>
                  <a:gd name="T51" fmla="*/ 6131 h 55"/>
                  <a:gd name="T52" fmla="+- 0 6511 6503"/>
                  <a:gd name="T53" fmla="*/ T52 w 36"/>
                  <a:gd name="T54" fmla="+- 0 6131 6082"/>
                  <a:gd name="T55" fmla="*/ 6131 h 55"/>
                  <a:gd name="T56" fmla="+- 0 6513 6503"/>
                  <a:gd name="T57" fmla="*/ T56 w 36"/>
                  <a:gd name="T58" fmla="+- 0 6129 6082"/>
                  <a:gd name="T59" fmla="*/ 6129 h 55"/>
                  <a:gd name="T60" fmla="+- 0 6535 6503"/>
                  <a:gd name="T61" fmla="*/ T60 w 36"/>
                  <a:gd name="T62" fmla="+- 0 6099 6082"/>
                  <a:gd name="T63" fmla="*/ 6099 h 55"/>
                  <a:gd name="T64" fmla="+- 0 6535 6503"/>
                  <a:gd name="T65" fmla="*/ T64 w 36"/>
                  <a:gd name="T66" fmla="+- 0 6092 6082"/>
                  <a:gd name="T67" fmla="*/ 6092 h 55"/>
                  <a:gd name="T68" fmla="+- 0 6534 6503"/>
                  <a:gd name="T69" fmla="*/ T68 w 36"/>
                  <a:gd name="T70" fmla="+- 0 6089 6082"/>
                  <a:gd name="T71" fmla="*/ 6089 h 55"/>
                  <a:gd name="T72" fmla="+- 0 6533 6503"/>
                  <a:gd name="T73" fmla="*/ T72 w 36"/>
                  <a:gd name="T74" fmla="+- 0 6088 6082"/>
                  <a:gd name="T75" fmla="*/ 608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30" y="6"/>
                    </a:moveTo>
                    <a:lnTo>
                      <a:pt x="18" y="6"/>
                    </a:lnTo>
                    <a:lnTo>
                      <a:pt x="20" y="7"/>
                    </a:lnTo>
                    <a:lnTo>
                      <a:pt x="24" y="12"/>
                    </a:lnTo>
                    <a:lnTo>
                      <a:pt x="25" y="14"/>
                    </a:lnTo>
                    <a:lnTo>
                      <a:pt x="25" y="22"/>
                    </a:lnTo>
                    <a:lnTo>
                      <a:pt x="23" y="27"/>
                    </a:lnTo>
                    <a:lnTo>
                      <a:pt x="16" y="38"/>
                    </a:lnTo>
                    <a:lnTo>
                      <a:pt x="9" y="45"/>
                    </a:lnTo>
                    <a:lnTo>
                      <a:pt x="0" y="53"/>
                    </a:lnTo>
                    <a:lnTo>
                      <a:pt x="0" y="55"/>
                    </a:lnTo>
                    <a:lnTo>
                      <a:pt x="32" y="55"/>
                    </a:lnTo>
                    <a:lnTo>
                      <a:pt x="34" y="49"/>
                    </a:lnTo>
                    <a:lnTo>
                      <a:pt x="8" y="49"/>
                    </a:lnTo>
                    <a:lnTo>
                      <a:pt x="10" y="47"/>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6" name="Freeform 5663">
                <a:extLst>
                  <a:ext uri="{FF2B5EF4-FFF2-40B4-BE49-F238E27FC236}">
                    <a16:creationId xmlns:a16="http://schemas.microsoft.com/office/drawing/2014/main" id="{E55FCD48-E499-4CEE-860E-B1E3CF4C218A}"/>
                  </a:ext>
                </a:extLst>
              </p:cNvPr>
              <p:cNvSpPr>
                <a:spLocks/>
              </p:cNvSpPr>
              <p:nvPr/>
            </p:nvSpPr>
            <p:spPr bwMode="auto">
              <a:xfrm>
                <a:off x="6503" y="6082"/>
                <a:ext cx="36" cy="55"/>
              </a:xfrm>
              <a:custGeom>
                <a:avLst/>
                <a:gdLst>
                  <a:gd name="T0" fmla="+- 0 6538 6503"/>
                  <a:gd name="T1" fmla="*/ T0 w 36"/>
                  <a:gd name="T2" fmla="+- 0 6126 6082"/>
                  <a:gd name="T3" fmla="*/ 6126 h 55"/>
                  <a:gd name="T4" fmla="+- 0 6537 6503"/>
                  <a:gd name="T5" fmla="*/ T4 w 36"/>
                  <a:gd name="T6" fmla="+- 0 6126 6082"/>
                  <a:gd name="T7" fmla="*/ 6126 h 55"/>
                  <a:gd name="T8" fmla="+- 0 6534 6503"/>
                  <a:gd name="T9" fmla="*/ T8 w 36"/>
                  <a:gd name="T10" fmla="+- 0 6129 6082"/>
                  <a:gd name="T11" fmla="*/ 6129 h 55"/>
                  <a:gd name="T12" fmla="+- 0 6531 6503"/>
                  <a:gd name="T13" fmla="*/ T12 w 36"/>
                  <a:gd name="T14" fmla="+- 0 6130 6082"/>
                  <a:gd name="T15" fmla="*/ 6130 h 55"/>
                  <a:gd name="T16" fmla="+- 0 6528 6503"/>
                  <a:gd name="T17" fmla="*/ T16 w 36"/>
                  <a:gd name="T18" fmla="+- 0 6131 6082"/>
                  <a:gd name="T19" fmla="*/ 6131 h 55"/>
                  <a:gd name="T20" fmla="+- 0 6537 6503"/>
                  <a:gd name="T21" fmla="*/ T20 w 36"/>
                  <a:gd name="T22" fmla="+- 0 6131 6082"/>
                  <a:gd name="T23" fmla="*/ 6131 h 55"/>
                  <a:gd name="T24" fmla="+- 0 6538 6503"/>
                  <a:gd name="T25" fmla="*/ T24 w 36"/>
                  <a:gd name="T26" fmla="+- 0 6126 6082"/>
                  <a:gd name="T27" fmla="*/ 6126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9"/>
                    </a:lnTo>
                    <a:lnTo>
                      <a:pt x="34"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7" name="Freeform 5664">
                <a:extLst>
                  <a:ext uri="{FF2B5EF4-FFF2-40B4-BE49-F238E27FC236}">
                    <a16:creationId xmlns:a16="http://schemas.microsoft.com/office/drawing/2014/main" id="{C2FB755A-ABBD-96B4-2D5B-8B1691B6D966}"/>
                  </a:ext>
                </a:extLst>
              </p:cNvPr>
              <p:cNvSpPr>
                <a:spLocks/>
              </p:cNvSpPr>
              <p:nvPr/>
            </p:nvSpPr>
            <p:spPr bwMode="auto">
              <a:xfrm>
                <a:off x="6503" y="6082"/>
                <a:ext cx="36" cy="55"/>
              </a:xfrm>
              <a:custGeom>
                <a:avLst/>
                <a:gdLst>
                  <a:gd name="T0" fmla="+- 0 6524 6503"/>
                  <a:gd name="T1" fmla="*/ T0 w 36"/>
                  <a:gd name="T2" fmla="+- 0 6082 6082"/>
                  <a:gd name="T3" fmla="*/ 6082 h 55"/>
                  <a:gd name="T4" fmla="+- 0 6516 6503"/>
                  <a:gd name="T5" fmla="*/ T4 w 36"/>
                  <a:gd name="T6" fmla="+- 0 6082 6082"/>
                  <a:gd name="T7" fmla="*/ 6082 h 55"/>
                  <a:gd name="T8" fmla="+- 0 6512 6503"/>
                  <a:gd name="T9" fmla="*/ T8 w 36"/>
                  <a:gd name="T10" fmla="+- 0 6083 6082"/>
                  <a:gd name="T11" fmla="*/ 6083 h 55"/>
                  <a:gd name="T12" fmla="+- 0 6507 6503"/>
                  <a:gd name="T13" fmla="*/ T12 w 36"/>
                  <a:gd name="T14" fmla="+- 0 6089 6082"/>
                  <a:gd name="T15" fmla="*/ 6089 h 55"/>
                  <a:gd name="T16" fmla="+- 0 6505 6503"/>
                  <a:gd name="T17" fmla="*/ T16 w 36"/>
                  <a:gd name="T18" fmla="+- 0 6092 6082"/>
                  <a:gd name="T19" fmla="*/ 6092 h 55"/>
                  <a:gd name="T20" fmla="+- 0 6505 6503"/>
                  <a:gd name="T21" fmla="*/ T20 w 36"/>
                  <a:gd name="T22" fmla="+- 0 6097 6082"/>
                  <a:gd name="T23" fmla="*/ 6097 h 55"/>
                  <a:gd name="T24" fmla="+- 0 6506 6503"/>
                  <a:gd name="T25" fmla="*/ T24 w 36"/>
                  <a:gd name="T26" fmla="+- 0 6097 6082"/>
                  <a:gd name="T27" fmla="*/ 6097 h 55"/>
                  <a:gd name="T28" fmla="+- 0 6507 6503"/>
                  <a:gd name="T29" fmla="*/ T28 w 36"/>
                  <a:gd name="T30" fmla="+- 0 6094 6082"/>
                  <a:gd name="T31" fmla="*/ 6094 h 55"/>
                  <a:gd name="T32" fmla="+- 0 6509 6503"/>
                  <a:gd name="T33" fmla="*/ T32 w 36"/>
                  <a:gd name="T34" fmla="+- 0 6092 6082"/>
                  <a:gd name="T35" fmla="*/ 6092 h 55"/>
                  <a:gd name="T36" fmla="+- 0 6513 6503"/>
                  <a:gd name="T37" fmla="*/ T36 w 36"/>
                  <a:gd name="T38" fmla="+- 0 6089 6082"/>
                  <a:gd name="T39" fmla="*/ 6089 h 55"/>
                  <a:gd name="T40" fmla="+- 0 6515 6503"/>
                  <a:gd name="T41" fmla="*/ T40 w 36"/>
                  <a:gd name="T42" fmla="+- 0 6088 6082"/>
                  <a:gd name="T43" fmla="*/ 6088 h 55"/>
                  <a:gd name="T44" fmla="+- 0 6533 6503"/>
                  <a:gd name="T45" fmla="*/ T44 w 36"/>
                  <a:gd name="T46" fmla="+- 0 6088 6082"/>
                  <a:gd name="T47" fmla="*/ 6088 h 55"/>
                  <a:gd name="T48" fmla="+- 0 6528 6503"/>
                  <a:gd name="T49" fmla="*/ T48 w 36"/>
                  <a:gd name="T50" fmla="+- 0 6084 6082"/>
                  <a:gd name="T51" fmla="*/ 6084 h 55"/>
                  <a:gd name="T52" fmla="+- 0 6524 6503"/>
                  <a:gd name="T53" fmla="*/ T52 w 36"/>
                  <a:gd name="T54" fmla="+- 0 6082 6082"/>
                  <a:gd name="T55" fmla="*/ 608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7"/>
                    </a:lnTo>
                    <a:lnTo>
                      <a:pt x="2" y="10"/>
                    </a:lnTo>
                    <a:lnTo>
                      <a:pt x="2" y="15"/>
                    </a:lnTo>
                    <a:lnTo>
                      <a:pt x="3" y="15"/>
                    </a:lnTo>
                    <a:lnTo>
                      <a:pt x="4" y="12"/>
                    </a:lnTo>
                    <a:lnTo>
                      <a:pt x="6" y="10"/>
                    </a:lnTo>
                    <a:lnTo>
                      <a:pt x="10" y="7"/>
                    </a:lnTo>
                    <a:lnTo>
                      <a:pt x="12" y="6"/>
                    </a:lnTo>
                    <a:lnTo>
                      <a:pt x="30"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1" name="Group 430">
              <a:extLst>
                <a:ext uri="{FF2B5EF4-FFF2-40B4-BE49-F238E27FC236}">
                  <a16:creationId xmlns:a16="http://schemas.microsoft.com/office/drawing/2014/main" id="{8B72DF1D-335D-D852-C66E-FD892F9D3EB0}"/>
                </a:ext>
              </a:extLst>
            </p:cNvPr>
            <p:cNvGrpSpPr>
              <a:grpSpLocks/>
            </p:cNvGrpSpPr>
            <p:nvPr/>
          </p:nvGrpSpPr>
          <p:grpSpPr bwMode="auto">
            <a:xfrm>
              <a:off x="6923" y="6082"/>
              <a:ext cx="72" cy="56"/>
              <a:chOff x="6923" y="6082"/>
              <a:chExt cx="72" cy="56"/>
            </a:xfrm>
          </p:grpSpPr>
          <p:sp>
            <p:nvSpPr>
              <p:cNvPr id="770" name="Freeform 5666">
                <a:extLst>
                  <a:ext uri="{FF2B5EF4-FFF2-40B4-BE49-F238E27FC236}">
                    <a16:creationId xmlns:a16="http://schemas.microsoft.com/office/drawing/2014/main" id="{46D7001F-E9A8-532C-FCD4-66FEC1AA3857}"/>
                  </a:ext>
                </a:extLst>
              </p:cNvPr>
              <p:cNvSpPr>
                <a:spLocks/>
              </p:cNvSpPr>
              <p:nvPr/>
            </p:nvSpPr>
            <p:spPr bwMode="auto">
              <a:xfrm>
                <a:off x="6923" y="6082"/>
                <a:ext cx="72" cy="56"/>
              </a:xfrm>
              <a:custGeom>
                <a:avLst/>
                <a:gdLst>
                  <a:gd name="T0" fmla="+- 0 6955 6923"/>
                  <a:gd name="T1" fmla="*/ T0 w 72"/>
                  <a:gd name="T2" fmla="+- 0 6090 6082"/>
                  <a:gd name="T3" fmla="*/ 6090 h 56"/>
                  <a:gd name="T4" fmla="+- 0 6950 6923"/>
                  <a:gd name="T5" fmla="*/ T4 w 72"/>
                  <a:gd name="T6" fmla="+- 0 6090 6082"/>
                  <a:gd name="T7" fmla="*/ 6090 h 56"/>
                  <a:gd name="T8" fmla="+- 0 6934 6923"/>
                  <a:gd name="T9" fmla="*/ T8 w 72"/>
                  <a:gd name="T10" fmla="+- 0 6138 6082"/>
                  <a:gd name="T11" fmla="*/ 6138 h 56"/>
                  <a:gd name="T12" fmla="+- 0 6939 6923"/>
                  <a:gd name="T13" fmla="*/ T12 w 72"/>
                  <a:gd name="T14" fmla="+- 0 6138 6082"/>
                  <a:gd name="T15" fmla="*/ 6138 h 56"/>
                  <a:gd name="T16" fmla="+- 0 6955 6923"/>
                  <a:gd name="T17" fmla="*/ T16 w 72"/>
                  <a:gd name="T18" fmla="+- 0 6090 6082"/>
                  <a:gd name="T19" fmla="*/ 6090 h 56"/>
                </a:gdLst>
                <a:ahLst/>
                <a:cxnLst>
                  <a:cxn ang="0">
                    <a:pos x="T1" y="T3"/>
                  </a:cxn>
                  <a:cxn ang="0">
                    <a:pos x="T5" y="T7"/>
                  </a:cxn>
                  <a:cxn ang="0">
                    <a:pos x="T9" y="T11"/>
                  </a:cxn>
                  <a:cxn ang="0">
                    <a:pos x="T13" y="T15"/>
                  </a:cxn>
                  <a:cxn ang="0">
                    <a:pos x="T17" y="T19"/>
                  </a:cxn>
                </a:cxnLst>
                <a:rect l="0" t="0" r="r" b="b"/>
                <a:pathLst>
                  <a:path w="72" h="56">
                    <a:moveTo>
                      <a:pt x="32" y="8"/>
                    </a:moveTo>
                    <a:lnTo>
                      <a:pt x="27" y="8"/>
                    </a:lnTo>
                    <a:lnTo>
                      <a:pt x="11" y="56"/>
                    </a:lnTo>
                    <a:lnTo>
                      <a:pt x="16" y="56"/>
                    </a:lnTo>
                    <a:lnTo>
                      <a:pt x="3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1" name="Freeform 5667">
                <a:extLst>
                  <a:ext uri="{FF2B5EF4-FFF2-40B4-BE49-F238E27FC236}">
                    <a16:creationId xmlns:a16="http://schemas.microsoft.com/office/drawing/2014/main" id="{66B4278D-6982-D20C-01CA-6D3E44EFE8F4}"/>
                  </a:ext>
                </a:extLst>
              </p:cNvPr>
              <p:cNvSpPr>
                <a:spLocks/>
              </p:cNvSpPr>
              <p:nvPr/>
            </p:nvSpPr>
            <p:spPr bwMode="auto">
              <a:xfrm>
                <a:off x="6923" y="6082"/>
                <a:ext cx="72" cy="56"/>
              </a:xfrm>
              <a:custGeom>
                <a:avLst/>
                <a:gdLst>
                  <a:gd name="T0" fmla="+- 0 6957 6923"/>
                  <a:gd name="T1" fmla="*/ T0 w 72"/>
                  <a:gd name="T2" fmla="+- 0 6083 6082"/>
                  <a:gd name="T3" fmla="*/ 6083 h 56"/>
                  <a:gd name="T4" fmla="+- 0 6928 6923"/>
                  <a:gd name="T5" fmla="*/ T4 w 72"/>
                  <a:gd name="T6" fmla="+- 0 6083 6082"/>
                  <a:gd name="T7" fmla="*/ 6083 h 56"/>
                  <a:gd name="T8" fmla="+- 0 6923 6923"/>
                  <a:gd name="T9" fmla="*/ T8 w 72"/>
                  <a:gd name="T10" fmla="+- 0 6096 6082"/>
                  <a:gd name="T11" fmla="*/ 6096 h 56"/>
                  <a:gd name="T12" fmla="+- 0 6924 6923"/>
                  <a:gd name="T13" fmla="*/ T12 w 72"/>
                  <a:gd name="T14" fmla="+- 0 6096 6082"/>
                  <a:gd name="T15" fmla="*/ 6096 h 56"/>
                  <a:gd name="T16" fmla="+- 0 6925 6923"/>
                  <a:gd name="T17" fmla="*/ T16 w 72"/>
                  <a:gd name="T18" fmla="+- 0 6094 6082"/>
                  <a:gd name="T19" fmla="*/ 6094 h 56"/>
                  <a:gd name="T20" fmla="+- 0 6927 6923"/>
                  <a:gd name="T21" fmla="*/ T20 w 72"/>
                  <a:gd name="T22" fmla="+- 0 6092 6082"/>
                  <a:gd name="T23" fmla="*/ 6092 h 56"/>
                  <a:gd name="T24" fmla="+- 0 6931 6923"/>
                  <a:gd name="T25" fmla="*/ T24 w 72"/>
                  <a:gd name="T26" fmla="+- 0 6090 6082"/>
                  <a:gd name="T27" fmla="*/ 6090 h 56"/>
                  <a:gd name="T28" fmla="+- 0 6933 6923"/>
                  <a:gd name="T29" fmla="*/ T28 w 72"/>
                  <a:gd name="T30" fmla="+- 0 6090 6082"/>
                  <a:gd name="T31" fmla="*/ 6090 h 56"/>
                  <a:gd name="T32" fmla="+- 0 6955 6923"/>
                  <a:gd name="T33" fmla="*/ T32 w 72"/>
                  <a:gd name="T34" fmla="+- 0 6090 6082"/>
                  <a:gd name="T35" fmla="*/ 6090 h 56"/>
                  <a:gd name="T36" fmla="+- 0 6957 6923"/>
                  <a:gd name="T37" fmla="*/ T36 w 72"/>
                  <a:gd name="T38" fmla="+- 0 6085 6082"/>
                  <a:gd name="T39" fmla="*/ 6085 h 56"/>
                  <a:gd name="T40" fmla="+- 0 6957 6923"/>
                  <a:gd name="T41" fmla="*/ T40 w 72"/>
                  <a:gd name="T42" fmla="+- 0 6083 6082"/>
                  <a:gd name="T43" fmla="*/ 60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72" h="56">
                    <a:moveTo>
                      <a:pt x="34" y="1"/>
                    </a:moveTo>
                    <a:lnTo>
                      <a:pt x="5" y="1"/>
                    </a:lnTo>
                    <a:lnTo>
                      <a:pt x="0" y="14"/>
                    </a:lnTo>
                    <a:lnTo>
                      <a:pt x="1" y="14"/>
                    </a:lnTo>
                    <a:lnTo>
                      <a:pt x="2" y="12"/>
                    </a:lnTo>
                    <a:lnTo>
                      <a:pt x="4" y="10"/>
                    </a:lnTo>
                    <a:lnTo>
                      <a:pt x="8" y="8"/>
                    </a:lnTo>
                    <a:lnTo>
                      <a:pt x="10" y="8"/>
                    </a:lnTo>
                    <a:lnTo>
                      <a:pt x="32" y="8"/>
                    </a:lnTo>
                    <a:lnTo>
                      <a:pt x="34" y="3"/>
                    </a:lnTo>
                    <a:lnTo>
                      <a:pt x="34"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2" name="Freeform 5668">
                <a:extLst>
                  <a:ext uri="{FF2B5EF4-FFF2-40B4-BE49-F238E27FC236}">
                    <a16:creationId xmlns:a16="http://schemas.microsoft.com/office/drawing/2014/main" id="{688F23E1-1214-908A-26B5-2FB91F87EB6C}"/>
                  </a:ext>
                </a:extLst>
              </p:cNvPr>
              <p:cNvSpPr>
                <a:spLocks/>
              </p:cNvSpPr>
              <p:nvPr/>
            </p:nvSpPr>
            <p:spPr bwMode="auto">
              <a:xfrm>
                <a:off x="6923" y="6082"/>
                <a:ext cx="72" cy="56"/>
              </a:xfrm>
              <a:custGeom>
                <a:avLst/>
                <a:gdLst>
                  <a:gd name="T0" fmla="+- 0 6989 6923"/>
                  <a:gd name="T1" fmla="*/ T0 w 72"/>
                  <a:gd name="T2" fmla="+- 0 6088 6082"/>
                  <a:gd name="T3" fmla="*/ 6088 h 56"/>
                  <a:gd name="T4" fmla="+- 0 6977 6923"/>
                  <a:gd name="T5" fmla="*/ T4 w 72"/>
                  <a:gd name="T6" fmla="+- 0 6088 6082"/>
                  <a:gd name="T7" fmla="*/ 6088 h 56"/>
                  <a:gd name="T8" fmla="+- 0 6979 6923"/>
                  <a:gd name="T9" fmla="*/ T8 w 72"/>
                  <a:gd name="T10" fmla="+- 0 6089 6082"/>
                  <a:gd name="T11" fmla="*/ 6089 h 56"/>
                  <a:gd name="T12" fmla="+- 0 6983 6923"/>
                  <a:gd name="T13" fmla="*/ T12 w 72"/>
                  <a:gd name="T14" fmla="+- 0 6094 6082"/>
                  <a:gd name="T15" fmla="*/ 6094 h 56"/>
                  <a:gd name="T16" fmla="+- 0 6984 6923"/>
                  <a:gd name="T17" fmla="*/ T16 w 72"/>
                  <a:gd name="T18" fmla="+- 0 6096 6082"/>
                  <a:gd name="T19" fmla="*/ 6096 h 56"/>
                  <a:gd name="T20" fmla="+- 0 6984 6923"/>
                  <a:gd name="T21" fmla="*/ T20 w 72"/>
                  <a:gd name="T22" fmla="+- 0 6104 6082"/>
                  <a:gd name="T23" fmla="*/ 6104 h 56"/>
                  <a:gd name="T24" fmla="+- 0 6983 6923"/>
                  <a:gd name="T25" fmla="*/ T24 w 72"/>
                  <a:gd name="T26" fmla="+- 0 6109 6082"/>
                  <a:gd name="T27" fmla="*/ 6109 h 56"/>
                  <a:gd name="T28" fmla="+- 0 6975 6923"/>
                  <a:gd name="T29" fmla="*/ T28 w 72"/>
                  <a:gd name="T30" fmla="+- 0 6120 6082"/>
                  <a:gd name="T31" fmla="*/ 6120 h 56"/>
                  <a:gd name="T32" fmla="+- 0 6969 6923"/>
                  <a:gd name="T33" fmla="*/ T32 w 72"/>
                  <a:gd name="T34" fmla="+- 0 6127 6082"/>
                  <a:gd name="T35" fmla="*/ 6127 h 56"/>
                  <a:gd name="T36" fmla="+- 0 6959 6923"/>
                  <a:gd name="T37" fmla="*/ T36 w 72"/>
                  <a:gd name="T38" fmla="+- 0 6135 6082"/>
                  <a:gd name="T39" fmla="*/ 6135 h 56"/>
                  <a:gd name="T40" fmla="+- 0 6959 6923"/>
                  <a:gd name="T41" fmla="*/ T40 w 72"/>
                  <a:gd name="T42" fmla="+- 0 6137 6082"/>
                  <a:gd name="T43" fmla="*/ 6137 h 56"/>
                  <a:gd name="T44" fmla="+- 0 6991 6923"/>
                  <a:gd name="T45" fmla="*/ T44 w 72"/>
                  <a:gd name="T46" fmla="+- 0 6137 6082"/>
                  <a:gd name="T47" fmla="*/ 6137 h 56"/>
                  <a:gd name="T48" fmla="+- 0 6993 6923"/>
                  <a:gd name="T49" fmla="*/ T48 w 72"/>
                  <a:gd name="T50" fmla="+- 0 6131 6082"/>
                  <a:gd name="T51" fmla="*/ 6131 h 56"/>
                  <a:gd name="T52" fmla="+- 0 6968 6923"/>
                  <a:gd name="T53" fmla="*/ T52 w 72"/>
                  <a:gd name="T54" fmla="+- 0 6131 6082"/>
                  <a:gd name="T55" fmla="*/ 6131 h 56"/>
                  <a:gd name="T56" fmla="+- 0 6969 6923"/>
                  <a:gd name="T57" fmla="*/ T56 w 72"/>
                  <a:gd name="T58" fmla="+- 0 6129 6082"/>
                  <a:gd name="T59" fmla="*/ 6129 h 56"/>
                  <a:gd name="T60" fmla="+- 0 6973 6923"/>
                  <a:gd name="T61" fmla="*/ T60 w 72"/>
                  <a:gd name="T62" fmla="+- 0 6125 6082"/>
                  <a:gd name="T63" fmla="*/ 6125 h 56"/>
                  <a:gd name="T64" fmla="+- 0 6984 6923"/>
                  <a:gd name="T65" fmla="*/ T64 w 72"/>
                  <a:gd name="T66" fmla="+- 0 6113 6082"/>
                  <a:gd name="T67" fmla="*/ 6113 h 56"/>
                  <a:gd name="T68" fmla="+- 0 6987 6923"/>
                  <a:gd name="T69" fmla="*/ T68 w 72"/>
                  <a:gd name="T70" fmla="+- 0 6108 6082"/>
                  <a:gd name="T71" fmla="*/ 6108 h 56"/>
                  <a:gd name="T72" fmla="+- 0 6989 6923"/>
                  <a:gd name="T73" fmla="*/ T72 w 72"/>
                  <a:gd name="T74" fmla="+- 0 6104 6082"/>
                  <a:gd name="T75" fmla="*/ 6104 h 56"/>
                  <a:gd name="T76" fmla="+- 0 6991 6923"/>
                  <a:gd name="T77" fmla="*/ T76 w 72"/>
                  <a:gd name="T78" fmla="+- 0 6102 6082"/>
                  <a:gd name="T79" fmla="*/ 6102 h 56"/>
                  <a:gd name="T80" fmla="+- 0 6991 6923"/>
                  <a:gd name="T81" fmla="*/ T80 w 72"/>
                  <a:gd name="T82" fmla="+- 0 6099 6082"/>
                  <a:gd name="T83" fmla="*/ 6099 h 56"/>
                  <a:gd name="T84" fmla="+- 0 6991 6923"/>
                  <a:gd name="T85" fmla="*/ T84 w 72"/>
                  <a:gd name="T86" fmla="+- 0 6092 6082"/>
                  <a:gd name="T87" fmla="*/ 6092 h 56"/>
                  <a:gd name="T88" fmla="+- 0 6990 6923"/>
                  <a:gd name="T89" fmla="*/ T88 w 72"/>
                  <a:gd name="T90" fmla="+- 0 6089 6082"/>
                  <a:gd name="T91" fmla="*/ 6089 h 56"/>
                  <a:gd name="T92" fmla="+- 0 6989 6923"/>
                  <a:gd name="T93" fmla="*/ T92 w 72"/>
                  <a:gd name="T94" fmla="+- 0 6088 6082"/>
                  <a:gd name="T95" fmla="*/ 608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2" h="56">
                    <a:moveTo>
                      <a:pt x="66" y="6"/>
                    </a:moveTo>
                    <a:lnTo>
                      <a:pt x="54" y="6"/>
                    </a:lnTo>
                    <a:lnTo>
                      <a:pt x="56" y="7"/>
                    </a:lnTo>
                    <a:lnTo>
                      <a:pt x="60" y="12"/>
                    </a:lnTo>
                    <a:lnTo>
                      <a:pt x="61" y="14"/>
                    </a:lnTo>
                    <a:lnTo>
                      <a:pt x="61" y="22"/>
                    </a:lnTo>
                    <a:lnTo>
                      <a:pt x="60" y="27"/>
                    </a:lnTo>
                    <a:lnTo>
                      <a:pt x="52" y="38"/>
                    </a:lnTo>
                    <a:lnTo>
                      <a:pt x="46" y="45"/>
                    </a:lnTo>
                    <a:lnTo>
                      <a:pt x="36" y="53"/>
                    </a:lnTo>
                    <a:lnTo>
                      <a:pt x="36" y="55"/>
                    </a:lnTo>
                    <a:lnTo>
                      <a:pt x="68" y="55"/>
                    </a:lnTo>
                    <a:lnTo>
                      <a:pt x="70" y="49"/>
                    </a:lnTo>
                    <a:lnTo>
                      <a:pt x="45" y="49"/>
                    </a:lnTo>
                    <a:lnTo>
                      <a:pt x="46" y="47"/>
                    </a:lnTo>
                    <a:lnTo>
                      <a:pt x="50" y="43"/>
                    </a:lnTo>
                    <a:lnTo>
                      <a:pt x="61" y="31"/>
                    </a:lnTo>
                    <a:lnTo>
                      <a:pt x="64" y="26"/>
                    </a:lnTo>
                    <a:lnTo>
                      <a:pt x="66" y="22"/>
                    </a:lnTo>
                    <a:lnTo>
                      <a:pt x="68" y="20"/>
                    </a:lnTo>
                    <a:lnTo>
                      <a:pt x="68" y="17"/>
                    </a:lnTo>
                    <a:lnTo>
                      <a:pt x="68" y="10"/>
                    </a:lnTo>
                    <a:lnTo>
                      <a:pt x="67" y="7"/>
                    </a:lnTo>
                    <a:lnTo>
                      <a:pt x="6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3" name="Freeform 5669">
                <a:extLst>
                  <a:ext uri="{FF2B5EF4-FFF2-40B4-BE49-F238E27FC236}">
                    <a16:creationId xmlns:a16="http://schemas.microsoft.com/office/drawing/2014/main" id="{248588B7-B756-F395-DB99-22BA3DAFDE7F}"/>
                  </a:ext>
                </a:extLst>
              </p:cNvPr>
              <p:cNvSpPr>
                <a:spLocks/>
              </p:cNvSpPr>
              <p:nvPr/>
            </p:nvSpPr>
            <p:spPr bwMode="auto">
              <a:xfrm>
                <a:off x="6923" y="6082"/>
                <a:ext cx="72" cy="56"/>
              </a:xfrm>
              <a:custGeom>
                <a:avLst/>
                <a:gdLst>
                  <a:gd name="T0" fmla="+- 0 6994 6923"/>
                  <a:gd name="T1" fmla="*/ T0 w 72"/>
                  <a:gd name="T2" fmla="+- 0 6126 6082"/>
                  <a:gd name="T3" fmla="*/ 6126 h 56"/>
                  <a:gd name="T4" fmla="+- 0 6993 6923"/>
                  <a:gd name="T5" fmla="*/ T4 w 72"/>
                  <a:gd name="T6" fmla="+- 0 6126 6082"/>
                  <a:gd name="T7" fmla="*/ 6126 h 56"/>
                  <a:gd name="T8" fmla="+- 0 6991 6923"/>
                  <a:gd name="T9" fmla="*/ T8 w 72"/>
                  <a:gd name="T10" fmla="+- 0 6129 6082"/>
                  <a:gd name="T11" fmla="*/ 6129 h 56"/>
                  <a:gd name="T12" fmla="+- 0 6988 6923"/>
                  <a:gd name="T13" fmla="*/ T12 w 72"/>
                  <a:gd name="T14" fmla="+- 0 6130 6082"/>
                  <a:gd name="T15" fmla="*/ 6130 h 56"/>
                  <a:gd name="T16" fmla="+- 0 6984 6923"/>
                  <a:gd name="T17" fmla="*/ T16 w 72"/>
                  <a:gd name="T18" fmla="+- 0 6131 6082"/>
                  <a:gd name="T19" fmla="*/ 6131 h 56"/>
                  <a:gd name="T20" fmla="+- 0 6993 6923"/>
                  <a:gd name="T21" fmla="*/ T20 w 72"/>
                  <a:gd name="T22" fmla="+- 0 6131 6082"/>
                  <a:gd name="T23" fmla="*/ 6131 h 56"/>
                  <a:gd name="T24" fmla="+- 0 6994 6923"/>
                  <a:gd name="T25" fmla="*/ T24 w 72"/>
                  <a:gd name="T26" fmla="+- 0 6126 6082"/>
                  <a:gd name="T27" fmla="*/ 6126 h 56"/>
                </a:gdLst>
                <a:ahLst/>
                <a:cxnLst>
                  <a:cxn ang="0">
                    <a:pos x="T1" y="T3"/>
                  </a:cxn>
                  <a:cxn ang="0">
                    <a:pos x="T5" y="T7"/>
                  </a:cxn>
                  <a:cxn ang="0">
                    <a:pos x="T9" y="T11"/>
                  </a:cxn>
                  <a:cxn ang="0">
                    <a:pos x="T13" y="T15"/>
                  </a:cxn>
                  <a:cxn ang="0">
                    <a:pos x="T17" y="T19"/>
                  </a:cxn>
                  <a:cxn ang="0">
                    <a:pos x="T21" y="T23"/>
                  </a:cxn>
                  <a:cxn ang="0">
                    <a:pos x="T25" y="T27"/>
                  </a:cxn>
                </a:cxnLst>
                <a:rect l="0" t="0" r="r" b="b"/>
                <a:pathLst>
                  <a:path w="72" h="56">
                    <a:moveTo>
                      <a:pt x="71" y="44"/>
                    </a:moveTo>
                    <a:lnTo>
                      <a:pt x="70" y="44"/>
                    </a:lnTo>
                    <a:lnTo>
                      <a:pt x="68" y="47"/>
                    </a:lnTo>
                    <a:lnTo>
                      <a:pt x="65" y="48"/>
                    </a:lnTo>
                    <a:lnTo>
                      <a:pt x="61" y="49"/>
                    </a:lnTo>
                    <a:lnTo>
                      <a:pt x="70" y="49"/>
                    </a:lnTo>
                    <a:lnTo>
                      <a:pt x="71"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74" name="Freeform 5670">
                <a:extLst>
                  <a:ext uri="{FF2B5EF4-FFF2-40B4-BE49-F238E27FC236}">
                    <a16:creationId xmlns:a16="http://schemas.microsoft.com/office/drawing/2014/main" id="{ECAF1601-369A-6655-561A-5742A56F76DE}"/>
                  </a:ext>
                </a:extLst>
              </p:cNvPr>
              <p:cNvSpPr>
                <a:spLocks/>
              </p:cNvSpPr>
              <p:nvPr/>
            </p:nvSpPr>
            <p:spPr bwMode="auto">
              <a:xfrm>
                <a:off x="6923" y="6082"/>
                <a:ext cx="72" cy="56"/>
              </a:xfrm>
              <a:custGeom>
                <a:avLst/>
                <a:gdLst>
                  <a:gd name="T0" fmla="+- 0 6980 6923"/>
                  <a:gd name="T1" fmla="*/ T0 w 72"/>
                  <a:gd name="T2" fmla="+- 0 6082 6082"/>
                  <a:gd name="T3" fmla="*/ 6082 h 56"/>
                  <a:gd name="T4" fmla="+- 0 6972 6923"/>
                  <a:gd name="T5" fmla="*/ T4 w 72"/>
                  <a:gd name="T6" fmla="+- 0 6082 6082"/>
                  <a:gd name="T7" fmla="*/ 6082 h 56"/>
                  <a:gd name="T8" fmla="+- 0 6969 6923"/>
                  <a:gd name="T9" fmla="*/ T8 w 72"/>
                  <a:gd name="T10" fmla="+- 0 6083 6082"/>
                  <a:gd name="T11" fmla="*/ 6083 h 56"/>
                  <a:gd name="T12" fmla="+- 0 6963 6923"/>
                  <a:gd name="T13" fmla="*/ T12 w 72"/>
                  <a:gd name="T14" fmla="+- 0 6089 6082"/>
                  <a:gd name="T15" fmla="*/ 6089 h 56"/>
                  <a:gd name="T16" fmla="+- 0 6961 6923"/>
                  <a:gd name="T17" fmla="*/ T16 w 72"/>
                  <a:gd name="T18" fmla="+- 0 6092 6082"/>
                  <a:gd name="T19" fmla="*/ 6092 h 56"/>
                  <a:gd name="T20" fmla="+- 0 6961 6923"/>
                  <a:gd name="T21" fmla="*/ T20 w 72"/>
                  <a:gd name="T22" fmla="+- 0 6097 6082"/>
                  <a:gd name="T23" fmla="*/ 6097 h 56"/>
                  <a:gd name="T24" fmla="+- 0 6962 6923"/>
                  <a:gd name="T25" fmla="*/ T24 w 72"/>
                  <a:gd name="T26" fmla="+- 0 6097 6082"/>
                  <a:gd name="T27" fmla="*/ 6097 h 56"/>
                  <a:gd name="T28" fmla="+- 0 6963 6923"/>
                  <a:gd name="T29" fmla="*/ T28 w 72"/>
                  <a:gd name="T30" fmla="+- 0 6094 6082"/>
                  <a:gd name="T31" fmla="*/ 6094 h 56"/>
                  <a:gd name="T32" fmla="+- 0 6965 6923"/>
                  <a:gd name="T33" fmla="*/ T32 w 72"/>
                  <a:gd name="T34" fmla="+- 0 6092 6082"/>
                  <a:gd name="T35" fmla="*/ 6092 h 56"/>
                  <a:gd name="T36" fmla="+- 0 6967 6923"/>
                  <a:gd name="T37" fmla="*/ T36 w 72"/>
                  <a:gd name="T38" fmla="+- 0 6090 6082"/>
                  <a:gd name="T39" fmla="*/ 6090 h 56"/>
                  <a:gd name="T40" fmla="+- 0 6969 6923"/>
                  <a:gd name="T41" fmla="*/ T40 w 72"/>
                  <a:gd name="T42" fmla="+- 0 6089 6082"/>
                  <a:gd name="T43" fmla="*/ 6089 h 56"/>
                  <a:gd name="T44" fmla="+- 0 6971 6923"/>
                  <a:gd name="T45" fmla="*/ T44 w 72"/>
                  <a:gd name="T46" fmla="+- 0 6088 6082"/>
                  <a:gd name="T47" fmla="*/ 6088 h 56"/>
                  <a:gd name="T48" fmla="+- 0 6989 6923"/>
                  <a:gd name="T49" fmla="*/ T48 w 72"/>
                  <a:gd name="T50" fmla="+- 0 6088 6082"/>
                  <a:gd name="T51" fmla="*/ 6088 h 56"/>
                  <a:gd name="T52" fmla="+- 0 6984 6923"/>
                  <a:gd name="T53" fmla="*/ T52 w 72"/>
                  <a:gd name="T54" fmla="+- 0 6084 6082"/>
                  <a:gd name="T55" fmla="*/ 6084 h 56"/>
                  <a:gd name="T56" fmla="+- 0 6980 6923"/>
                  <a:gd name="T57" fmla="*/ T56 w 72"/>
                  <a:gd name="T58" fmla="+- 0 6082 6082"/>
                  <a:gd name="T59"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2" h="56">
                    <a:moveTo>
                      <a:pt x="57" y="0"/>
                    </a:moveTo>
                    <a:lnTo>
                      <a:pt x="49" y="0"/>
                    </a:lnTo>
                    <a:lnTo>
                      <a:pt x="46" y="1"/>
                    </a:lnTo>
                    <a:lnTo>
                      <a:pt x="40" y="7"/>
                    </a:lnTo>
                    <a:lnTo>
                      <a:pt x="38" y="10"/>
                    </a:lnTo>
                    <a:lnTo>
                      <a:pt x="38" y="15"/>
                    </a:lnTo>
                    <a:lnTo>
                      <a:pt x="39" y="15"/>
                    </a:lnTo>
                    <a:lnTo>
                      <a:pt x="40" y="12"/>
                    </a:lnTo>
                    <a:lnTo>
                      <a:pt x="42" y="10"/>
                    </a:lnTo>
                    <a:lnTo>
                      <a:pt x="44" y="8"/>
                    </a:lnTo>
                    <a:lnTo>
                      <a:pt x="46" y="7"/>
                    </a:lnTo>
                    <a:lnTo>
                      <a:pt x="48" y="6"/>
                    </a:lnTo>
                    <a:lnTo>
                      <a:pt x="66" y="6"/>
                    </a:lnTo>
                    <a:lnTo>
                      <a:pt x="61" y="2"/>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2" name="Group 431">
              <a:extLst>
                <a:ext uri="{FF2B5EF4-FFF2-40B4-BE49-F238E27FC236}">
                  <a16:creationId xmlns:a16="http://schemas.microsoft.com/office/drawing/2014/main" id="{449D51D7-A6C4-C2D3-45C2-41F87D2D9154}"/>
                </a:ext>
              </a:extLst>
            </p:cNvPr>
            <p:cNvGrpSpPr>
              <a:grpSpLocks/>
            </p:cNvGrpSpPr>
            <p:nvPr/>
          </p:nvGrpSpPr>
          <p:grpSpPr bwMode="auto">
            <a:xfrm>
              <a:off x="7380" y="6082"/>
              <a:ext cx="70" cy="56"/>
              <a:chOff x="7380" y="6082"/>
              <a:chExt cx="70" cy="56"/>
            </a:xfrm>
          </p:grpSpPr>
          <p:sp>
            <p:nvSpPr>
              <p:cNvPr id="764" name="Freeform 5672">
                <a:extLst>
                  <a:ext uri="{FF2B5EF4-FFF2-40B4-BE49-F238E27FC236}">
                    <a16:creationId xmlns:a16="http://schemas.microsoft.com/office/drawing/2014/main" id="{DE05252B-3C33-B564-AAAF-967F0CC7E68E}"/>
                  </a:ext>
                </a:extLst>
              </p:cNvPr>
              <p:cNvSpPr>
                <a:spLocks/>
              </p:cNvSpPr>
              <p:nvPr/>
            </p:nvSpPr>
            <p:spPr bwMode="auto">
              <a:xfrm>
                <a:off x="7380" y="6082"/>
                <a:ext cx="70" cy="56"/>
              </a:xfrm>
              <a:custGeom>
                <a:avLst/>
                <a:gdLst>
                  <a:gd name="T0" fmla="+- 0 7383 7380"/>
                  <a:gd name="T1" fmla="*/ T0 w 70"/>
                  <a:gd name="T2" fmla="+- 0 6130 6082"/>
                  <a:gd name="T3" fmla="*/ 6130 h 56"/>
                  <a:gd name="T4" fmla="+- 0 7380 7380"/>
                  <a:gd name="T5" fmla="*/ T4 w 70"/>
                  <a:gd name="T6" fmla="+- 0 6131 6082"/>
                  <a:gd name="T7" fmla="*/ 6131 h 56"/>
                  <a:gd name="T8" fmla="+- 0 7380 7380"/>
                  <a:gd name="T9" fmla="*/ T8 w 70"/>
                  <a:gd name="T10" fmla="+- 0 6133 6082"/>
                  <a:gd name="T11" fmla="*/ 6133 h 56"/>
                  <a:gd name="T12" fmla="+- 0 7381 7380"/>
                  <a:gd name="T13" fmla="*/ T12 w 70"/>
                  <a:gd name="T14" fmla="+- 0 6136 6082"/>
                  <a:gd name="T15" fmla="*/ 6136 h 56"/>
                  <a:gd name="T16" fmla="+- 0 7383 7380"/>
                  <a:gd name="T17" fmla="*/ T16 w 70"/>
                  <a:gd name="T18" fmla="+- 0 6137 6082"/>
                  <a:gd name="T19" fmla="*/ 6137 h 56"/>
                  <a:gd name="T20" fmla="+- 0 7385 7380"/>
                  <a:gd name="T21" fmla="*/ T20 w 70"/>
                  <a:gd name="T22" fmla="+- 0 6137 6082"/>
                  <a:gd name="T23" fmla="*/ 6137 h 56"/>
                  <a:gd name="T24" fmla="+- 0 7396 7380"/>
                  <a:gd name="T25" fmla="*/ T24 w 70"/>
                  <a:gd name="T26" fmla="+- 0 6137 6082"/>
                  <a:gd name="T27" fmla="*/ 6137 h 56"/>
                  <a:gd name="T28" fmla="+- 0 7402 7380"/>
                  <a:gd name="T29" fmla="*/ T28 w 70"/>
                  <a:gd name="T30" fmla="+- 0 6135 6082"/>
                  <a:gd name="T31" fmla="*/ 6135 h 56"/>
                  <a:gd name="T32" fmla="+- 0 7403 7380"/>
                  <a:gd name="T33" fmla="*/ T32 w 70"/>
                  <a:gd name="T34" fmla="+- 0 6134 6082"/>
                  <a:gd name="T35" fmla="*/ 6134 h 56"/>
                  <a:gd name="T36" fmla="+- 0 7394 7380"/>
                  <a:gd name="T37" fmla="*/ T36 w 70"/>
                  <a:gd name="T38" fmla="+- 0 6134 6082"/>
                  <a:gd name="T39" fmla="*/ 6134 h 56"/>
                  <a:gd name="T40" fmla="+- 0 7391 7380"/>
                  <a:gd name="T41" fmla="*/ T40 w 70"/>
                  <a:gd name="T42" fmla="+- 0 6134 6082"/>
                  <a:gd name="T43" fmla="*/ 6134 h 56"/>
                  <a:gd name="T44" fmla="+- 0 7385 7380"/>
                  <a:gd name="T45" fmla="*/ T44 w 70"/>
                  <a:gd name="T46" fmla="+- 0 6131 6082"/>
                  <a:gd name="T47" fmla="*/ 6131 h 56"/>
                  <a:gd name="T48" fmla="+- 0 7383 7380"/>
                  <a:gd name="T49" fmla="*/ T48 w 70"/>
                  <a:gd name="T50" fmla="+- 0 6130 6082"/>
                  <a:gd name="T51" fmla="*/ 6130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70" h="56">
                    <a:moveTo>
                      <a:pt x="3" y="48"/>
                    </a:moveTo>
                    <a:lnTo>
                      <a:pt x="0" y="49"/>
                    </a:lnTo>
                    <a:lnTo>
                      <a:pt x="0" y="51"/>
                    </a:lnTo>
                    <a:lnTo>
                      <a:pt x="1" y="54"/>
                    </a:lnTo>
                    <a:lnTo>
                      <a:pt x="3" y="55"/>
                    </a:lnTo>
                    <a:lnTo>
                      <a:pt x="5" y="55"/>
                    </a:lnTo>
                    <a:lnTo>
                      <a:pt x="16" y="55"/>
                    </a:lnTo>
                    <a:lnTo>
                      <a:pt x="22" y="53"/>
                    </a:lnTo>
                    <a:lnTo>
                      <a:pt x="23" y="52"/>
                    </a:lnTo>
                    <a:lnTo>
                      <a:pt x="14" y="52"/>
                    </a:lnTo>
                    <a:lnTo>
                      <a:pt x="11" y="52"/>
                    </a:lnTo>
                    <a:lnTo>
                      <a:pt x="5" y="49"/>
                    </a:lnTo>
                    <a:lnTo>
                      <a:pt x="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5" name="Freeform 5673">
                <a:extLst>
                  <a:ext uri="{FF2B5EF4-FFF2-40B4-BE49-F238E27FC236}">
                    <a16:creationId xmlns:a16="http://schemas.microsoft.com/office/drawing/2014/main" id="{82F39584-0785-578E-3AB0-54D29A829C8A}"/>
                  </a:ext>
                </a:extLst>
              </p:cNvPr>
              <p:cNvSpPr>
                <a:spLocks/>
              </p:cNvSpPr>
              <p:nvPr/>
            </p:nvSpPr>
            <p:spPr bwMode="auto">
              <a:xfrm>
                <a:off x="7380" y="6082"/>
                <a:ext cx="70" cy="56"/>
              </a:xfrm>
              <a:custGeom>
                <a:avLst/>
                <a:gdLst>
                  <a:gd name="T0" fmla="+- 0 7406 7380"/>
                  <a:gd name="T1" fmla="*/ T0 w 70"/>
                  <a:gd name="T2" fmla="+- 0 6087 6082"/>
                  <a:gd name="T3" fmla="*/ 6087 h 56"/>
                  <a:gd name="T4" fmla="+- 0 7394 7380"/>
                  <a:gd name="T5" fmla="*/ T4 w 70"/>
                  <a:gd name="T6" fmla="+- 0 6087 6082"/>
                  <a:gd name="T7" fmla="*/ 6087 h 56"/>
                  <a:gd name="T8" fmla="+- 0 7396 7380"/>
                  <a:gd name="T9" fmla="*/ T8 w 70"/>
                  <a:gd name="T10" fmla="+- 0 6088 6082"/>
                  <a:gd name="T11" fmla="*/ 6088 h 56"/>
                  <a:gd name="T12" fmla="+- 0 7400 7380"/>
                  <a:gd name="T13" fmla="*/ T12 w 70"/>
                  <a:gd name="T14" fmla="+- 0 6092 6082"/>
                  <a:gd name="T15" fmla="*/ 6092 h 56"/>
                  <a:gd name="T16" fmla="+- 0 7401 7380"/>
                  <a:gd name="T17" fmla="*/ T16 w 70"/>
                  <a:gd name="T18" fmla="+- 0 6093 6082"/>
                  <a:gd name="T19" fmla="*/ 6093 h 56"/>
                  <a:gd name="T20" fmla="+- 0 7401 7380"/>
                  <a:gd name="T21" fmla="*/ T20 w 70"/>
                  <a:gd name="T22" fmla="+- 0 6099 6082"/>
                  <a:gd name="T23" fmla="*/ 6099 h 56"/>
                  <a:gd name="T24" fmla="+- 0 7400 7380"/>
                  <a:gd name="T25" fmla="*/ T24 w 70"/>
                  <a:gd name="T26" fmla="+- 0 6100 6082"/>
                  <a:gd name="T27" fmla="*/ 6100 h 56"/>
                  <a:gd name="T28" fmla="+- 0 7389 7380"/>
                  <a:gd name="T29" fmla="*/ T28 w 70"/>
                  <a:gd name="T30" fmla="+- 0 6109 6082"/>
                  <a:gd name="T31" fmla="*/ 6109 h 56"/>
                  <a:gd name="T32" fmla="+- 0 7389 7380"/>
                  <a:gd name="T33" fmla="*/ T32 w 70"/>
                  <a:gd name="T34" fmla="+- 0 6110 6082"/>
                  <a:gd name="T35" fmla="*/ 6110 h 56"/>
                  <a:gd name="T36" fmla="+- 0 7392 7380"/>
                  <a:gd name="T37" fmla="*/ T36 w 70"/>
                  <a:gd name="T38" fmla="+- 0 6110 6082"/>
                  <a:gd name="T39" fmla="*/ 6110 h 56"/>
                  <a:gd name="T40" fmla="+- 0 7394 7380"/>
                  <a:gd name="T41" fmla="*/ T40 w 70"/>
                  <a:gd name="T42" fmla="+- 0 6110 6082"/>
                  <a:gd name="T43" fmla="*/ 6110 h 56"/>
                  <a:gd name="T44" fmla="+- 0 7404 7380"/>
                  <a:gd name="T45" fmla="*/ T44 w 70"/>
                  <a:gd name="T46" fmla="+- 0 6122 6082"/>
                  <a:gd name="T47" fmla="*/ 6122 h 56"/>
                  <a:gd name="T48" fmla="+- 0 7404 7380"/>
                  <a:gd name="T49" fmla="*/ T48 w 70"/>
                  <a:gd name="T50" fmla="+- 0 6126 6082"/>
                  <a:gd name="T51" fmla="*/ 6126 h 56"/>
                  <a:gd name="T52" fmla="+- 0 7403 7380"/>
                  <a:gd name="T53" fmla="*/ T52 w 70"/>
                  <a:gd name="T54" fmla="+- 0 6129 6082"/>
                  <a:gd name="T55" fmla="*/ 6129 h 56"/>
                  <a:gd name="T56" fmla="+- 0 7401 7380"/>
                  <a:gd name="T57" fmla="*/ T56 w 70"/>
                  <a:gd name="T58" fmla="+- 0 6131 6082"/>
                  <a:gd name="T59" fmla="*/ 6131 h 56"/>
                  <a:gd name="T60" fmla="+- 0 7399 7380"/>
                  <a:gd name="T61" fmla="*/ T60 w 70"/>
                  <a:gd name="T62" fmla="+- 0 6133 6082"/>
                  <a:gd name="T63" fmla="*/ 6133 h 56"/>
                  <a:gd name="T64" fmla="+- 0 7397 7380"/>
                  <a:gd name="T65" fmla="*/ T64 w 70"/>
                  <a:gd name="T66" fmla="+- 0 6134 6082"/>
                  <a:gd name="T67" fmla="*/ 6134 h 56"/>
                  <a:gd name="T68" fmla="+- 0 7403 7380"/>
                  <a:gd name="T69" fmla="*/ T68 w 70"/>
                  <a:gd name="T70" fmla="+- 0 6134 6082"/>
                  <a:gd name="T71" fmla="*/ 6134 h 56"/>
                  <a:gd name="T72" fmla="+- 0 7408 7380"/>
                  <a:gd name="T73" fmla="*/ T72 w 70"/>
                  <a:gd name="T74" fmla="+- 0 6127 6082"/>
                  <a:gd name="T75" fmla="*/ 6127 h 56"/>
                  <a:gd name="T76" fmla="+- 0 7410 7380"/>
                  <a:gd name="T77" fmla="*/ T76 w 70"/>
                  <a:gd name="T78" fmla="+- 0 6123 6082"/>
                  <a:gd name="T79" fmla="*/ 6123 h 56"/>
                  <a:gd name="T80" fmla="+- 0 7410 7380"/>
                  <a:gd name="T81" fmla="*/ T80 w 70"/>
                  <a:gd name="T82" fmla="+- 0 6116 6082"/>
                  <a:gd name="T83" fmla="*/ 6116 h 56"/>
                  <a:gd name="T84" fmla="+- 0 7409 7380"/>
                  <a:gd name="T85" fmla="*/ T84 w 70"/>
                  <a:gd name="T86" fmla="+- 0 6113 6082"/>
                  <a:gd name="T87" fmla="*/ 6113 h 56"/>
                  <a:gd name="T88" fmla="+- 0 7406 7380"/>
                  <a:gd name="T89" fmla="*/ T88 w 70"/>
                  <a:gd name="T90" fmla="+- 0 6108 6082"/>
                  <a:gd name="T91" fmla="*/ 6108 h 56"/>
                  <a:gd name="T92" fmla="+- 0 7403 7380"/>
                  <a:gd name="T93" fmla="*/ T92 w 70"/>
                  <a:gd name="T94" fmla="+- 0 6106 6082"/>
                  <a:gd name="T95" fmla="*/ 6106 h 56"/>
                  <a:gd name="T96" fmla="+- 0 7400 7380"/>
                  <a:gd name="T97" fmla="*/ T96 w 70"/>
                  <a:gd name="T98" fmla="+- 0 6105 6082"/>
                  <a:gd name="T99" fmla="*/ 6105 h 56"/>
                  <a:gd name="T100" fmla="+- 0 7405 7380"/>
                  <a:gd name="T101" fmla="*/ T100 w 70"/>
                  <a:gd name="T102" fmla="+- 0 6101 6082"/>
                  <a:gd name="T103" fmla="*/ 6101 h 56"/>
                  <a:gd name="T104" fmla="+- 0 7407 7380"/>
                  <a:gd name="T105" fmla="*/ T104 w 70"/>
                  <a:gd name="T106" fmla="+- 0 6097 6082"/>
                  <a:gd name="T107" fmla="*/ 6097 h 56"/>
                  <a:gd name="T108" fmla="+- 0 7407 7380"/>
                  <a:gd name="T109" fmla="*/ T108 w 70"/>
                  <a:gd name="T110" fmla="+- 0 6091 6082"/>
                  <a:gd name="T111" fmla="*/ 6091 h 56"/>
                  <a:gd name="T112" fmla="+- 0 7406 7380"/>
                  <a:gd name="T113" fmla="*/ T112 w 70"/>
                  <a:gd name="T114" fmla="+- 0 6088 6082"/>
                  <a:gd name="T115" fmla="*/ 6088 h 56"/>
                  <a:gd name="T116" fmla="+- 0 7406 7380"/>
                  <a:gd name="T117" fmla="*/ T116 w 70"/>
                  <a:gd name="T118" fmla="+- 0 6087 6082"/>
                  <a:gd name="T119" fmla="*/ 608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70" h="56">
                    <a:moveTo>
                      <a:pt x="26" y="5"/>
                    </a:moveTo>
                    <a:lnTo>
                      <a:pt x="14" y="5"/>
                    </a:lnTo>
                    <a:lnTo>
                      <a:pt x="16" y="6"/>
                    </a:lnTo>
                    <a:lnTo>
                      <a:pt x="20" y="10"/>
                    </a:lnTo>
                    <a:lnTo>
                      <a:pt x="21" y="11"/>
                    </a:lnTo>
                    <a:lnTo>
                      <a:pt x="21" y="17"/>
                    </a:lnTo>
                    <a:lnTo>
                      <a:pt x="20" y="18"/>
                    </a:lnTo>
                    <a:lnTo>
                      <a:pt x="9" y="27"/>
                    </a:lnTo>
                    <a:lnTo>
                      <a:pt x="9" y="28"/>
                    </a:lnTo>
                    <a:lnTo>
                      <a:pt x="12" y="28"/>
                    </a:lnTo>
                    <a:lnTo>
                      <a:pt x="14" y="28"/>
                    </a:lnTo>
                    <a:lnTo>
                      <a:pt x="24" y="40"/>
                    </a:lnTo>
                    <a:lnTo>
                      <a:pt x="24" y="44"/>
                    </a:lnTo>
                    <a:lnTo>
                      <a:pt x="23" y="47"/>
                    </a:lnTo>
                    <a:lnTo>
                      <a:pt x="21" y="49"/>
                    </a:lnTo>
                    <a:lnTo>
                      <a:pt x="19" y="51"/>
                    </a:lnTo>
                    <a:lnTo>
                      <a:pt x="17" y="52"/>
                    </a:lnTo>
                    <a:lnTo>
                      <a:pt x="23" y="52"/>
                    </a:lnTo>
                    <a:lnTo>
                      <a:pt x="28" y="45"/>
                    </a:lnTo>
                    <a:lnTo>
                      <a:pt x="30" y="41"/>
                    </a:lnTo>
                    <a:lnTo>
                      <a:pt x="30" y="34"/>
                    </a:lnTo>
                    <a:lnTo>
                      <a:pt x="29" y="31"/>
                    </a:lnTo>
                    <a:lnTo>
                      <a:pt x="26" y="26"/>
                    </a:lnTo>
                    <a:lnTo>
                      <a:pt x="23" y="24"/>
                    </a:lnTo>
                    <a:lnTo>
                      <a:pt x="20" y="23"/>
                    </a:lnTo>
                    <a:lnTo>
                      <a:pt x="25" y="19"/>
                    </a:lnTo>
                    <a:lnTo>
                      <a:pt x="27" y="15"/>
                    </a:lnTo>
                    <a:lnTo>
                      <a:pt x="27" y="9"/>
                    </a:lnTo>
                    <a:lnTo>
                      <a:pt x="26" y="6"/>
                    </a:lnTo>
                    <a:lnTo>
                      <a:pt x="2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6" name="Freeform 5674">
                <a:extLst>
                  <a:ext uri="{FF2B5EF4-FFF2-40B4-BE49-F238E27FC236}">
                    <a16:creationId xmlns:a16="http://schemas.microsoft.com/office/drawing/2014/main" id="{A45F3334-79FC-8E87-9E66-CCCC39F25EA6}"/>
                  </a:ext>
                </a:extLst>
              </p:cNvPr>
              <p:cNvSpPr>
                <a:spLocks/>
              </p:cNvSpPr>
              <p:nvPr/>
            </p:nvSpPr>
            <p:spPr bwMode="auto">
              <a:xfrm>
                <a:off x="7380" y="6082"/>
                <a:ext cx="70" cy="56"/>
              </a:xfrm>
              <a:custGeom>
                <a:avLst/>
                <a:gdLst>
                  <a:gd name="T0" fmla="+- 0 7399 7380"/>
                  <a:gd name="T1" fmla="*/ T0 w 70"/>
                  <a:gd name="T2" fmla="+- 0 6082 6082"/>
                  <a:gd name="T3" fmla="*/ 6082 h 56"/>
                  <a:gd name="T4" fmla="+- 0 7391 7380"/>
                  <a:gd name="T5" fmla="*/ T4 w 70"/>
                  <a:gd name="T6" fmla="+- 0 6082 6082"/>
                  <a:gd name="T7" fmla="*/ 6082 h 56"/>
                  <a:gd name="T8" fmla="+- 0 7388 7380"/>
                  <a:gd name="T9" fmla="*/ T8 w 70"/>
                  <a:gd name="T10" fmla="+- 0 6083 6082"/>
                  <a:gd name="T11" fmla="*/ 6083 h 56"/>
                  <a:gd name="T12" fmla="+- 0 7384 7380"/>
                  <a:gd name="T13" fmla="*/ T12 w 70"/>
                  <a:gd name="T14" fmla="+- 0 6087 6082"/>
                  <a:gd name="T15" fmla="*/ 6087 h 56"/>
                  <a:gd name="T16" fmla="+- 0 7382 7380"/>
                  <a:gd name="T17" fmla="*/ T16 w 70"/>
                  <a:gd name="T18" fmla="+- 0 6090 6082"/>
                  <a:gd name="T19" fmla="*/ 6090 h 56"/>
                  <a:gd name="T20" fmla="+- 0 7380 7380"/>
                  <a:gd name="T21" fmla="*/ T20 w 70"/>
                  <a:gd name="T22" fmla="+- 0 6093 6082"/>
                  <a:gd name="T23" fmla="*/ 6093 h 56"/>
                  <a:gd name="T24" fmla="+- 0 7382 7380"/>
                  <a:gd name="T25" fmla="*/ T24 w 70"/>
                  <a:gd name="T26" fmla="+- 0 6094 6082"/>
                  <a:gd name="T27" fmla="*/ 6094 h 56"/>
                  <a:gd name="T28" fmla="+- 0 7384 7380"/>
                  <a:gd name="T29" fmla="*/ T28 w 70"/>
                  <a:gd name="T30" fmla="+- 0 6090 6082"/>
                  <a:gd name="T31" fmla="*/ 6090 h 56"/>
                  <a:gd name="T32" fmla="+- 0 7388 7380"/>
                  <a:gd name="T33" fmla="*/ T32 w 70"/>
                  <a:gd name="T34" fmla="+- 0 6087 6082"/>
                  <a:gd name="T35" fmla="*/ 6087 h 56"/>
                  <a:gd name="T36" fmla="+- 0 7406 7380"/>
                  <a:gd name="T37" fmla="*/ T36 w 70"/>
                  <a:gd name="T38" fmla="+- 0 6087 6082"/>
                  <a:gd name="T39" fmla="*/ 6087 h 56"/>
                  <a:gd name="T40" fmla="+- 0 7402 7380"/>
                  <a:gd name="T41" fmla="*/ T40 w 70"/>
                  <a:gd name="T42" fmla="+- 0 6084 6082"/>
                  <a:gd name="T43" fmla="*/ 6084 h 56"/>
                  <a:gd name="T44" fmla="+- 0 7399 7380"/>
                  <a:gd name="T45" fmla="*/ T44 w 70"/>
                  <a:gd name="T46" fmla="+- 0 6082 6082"/>
                  <a:gd name="T47"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70" h="56">
                    <a:moveTo>
                      <a:pt x="19" y="0"/>
                    </a:moveTo>
                    <a:lnTo>
                      <a:pt x="11" y="0"/>
                    </a:lnTo>
                    <a:lnTo>
                      <a:pt x="8" y="1"/>
                    </a:lnTo>
                    <a:lnTo>
                      <a:pt x="4" y="5"/>
                    </a:lnTo>
                    <a:lnTo>
                      <a:pt x="2" y="8"/>
                    </a:lnTo>
                    <a:lnTo>
                      <a:pt x="0" y="11"/>
                    </a:lnTo>
                    <a:lnTo>
                      <a:pt x="2" y="12"/>
                    </a:lnTo>
                    <a:lnTo>
                      <a:pt x="4" y="8"/>
                    </a:lnTo>
                    <a:lnTo>
                      <a:pt x="8" y="5"/>
                    </a:lnTo>
                    <a:lnTo>
                      <a:pt x="26" y="5"/>
                    </a:lnTo>
                    <a:lnTo>
                      <a:pt x="22" y="2"/>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7" name="Freeform 5675">
                <a:extLst>
                  <a:ext uri="{FF2B5EF4-FFF2-40B4-BE49-F238E27FC236}">
                    <a16:creationId xmlns:a16="http://schemas.microsoft.com/office/drawing/2014/main" id="{79866560-EEB4-94E2-18F5-BC8D45C4FC10}"/>
                  </a:ext>
                </a:extLst>
              </p:cNvPr>
              <p:cNvSpPr>
                <a:spLocks/>
              </p:cNvSpPr>
              <p:nvPr/>
            </p:nvSpPr>
            <p:spPr bwMode="auto">
              <a:xfrm>
                <a:off x="7380" y="6082"/>
                <a:ext cx="70" cy="56"/>
              </a:xfrm>
              <a:custGeom>
                <a:avLst/>
                <a:gdLst>
                  <a:gd name="T0" fmla="+- 0 7438 7380"/>
                  <a:gd name="T1" fmla="*/ T0 w 70"/>
                  <a:gd name="T2" fmla="+- 0 6082 6082"/>
                  <a:gd name="T3" fmla="*/ 6082 h 56"/>
                  <a:gd name="T4" fmla="+- 0 7430 7380"/>
                  <a:gd name="T5" fmla="*/ T4 w 70"/>
                  <a:gd name="T6" fmla="+- 0 6082 6082"/>
                  <a:gd name="T7" fmla="*/ 6082 h 56"/>
                  <a:gd name="T8" fmla="+- 0 7426 7380"/>
                  <a:gd name="T9" fmla="*/ T8 w 70"/>
                  <a:gd name="T10" fmla="+- 0 6083 6082"/>
                  <a:gd name="T11" fmla="*/ 6083 h 56"/>
                  <a:gd name="T12" fmla="+- 0 7421 7380"/>
                  <a:gd name="T13" fmla="*/ T12 w 70"/>
                  <a:gd name="T14" fmla="+- 0 6088 6082"/>
                  <a:gd name="T15" fmla="*/ 6088 h 56"/>
                  <a:gd name="T16" fmla="+- 0 7420 7380"/>
                  <a:gd name="T17" fmla="*/ T16 w 70"/>
                  <a:gd name="T18" fmla="+- 0 6091 6082"/>
                  <a:gd name="T19" fmla="*/ 6091 h 56"/>
                  <a:gd name="T20" fmla="+- 0 7419 7380"/>
                  <a:gd name="T21" fmla="*/ T20 w 70"/>
                  <a:gd name="T22" fmla="+- 0 6098 6082"/>
                  <a:gd name="T23" fmla="*/ 6098 h 56"/>
                  <a:gd name="T24" fmla="+- 0 7420 7380"/>
                  <a:gd name="T25" fmla="*/ T24 w 70"/>
                  <a:gd name="T26" fmla="+- 0 6099 6082"/>
                  <a:gd name="T27" fmla="*/ 6099 h 56"/>
                  <a:gd name="T28" fmla="+- 0 7422 7380"/>
                  <a:gd name="T29" fmla="*/ T28 w 70"/>
                  <a:gd name="T30" fmla="+- 0 6103 6082"/>
                  <a:gd name="T31" fmla="*/ 6103 h 56"/>
                  <a:gd name="T32" fmla="+- 0 7425 7380"/>
                  <a:gd name="T33" fmla="*/ T32 w 70"/>
                  <a:gd name="T34" fmla="+- 0 6106 6082"/>
                  <a:gd name="T35" fmla="*/ 6106 h 56"/>
                  <a:gd name="T36" fmla="+- 0 7429 7380"/>
                  <a:gd name="T37" fmla="*/ T36 w 70"/>
                  <a:gd name="T38" fmla="+- 0 6110 6082"/>
                  <a:gd name="T39" fmla="*/ 6110 h 56"/>
                  <a:gd name="T40" fmla="+- 0 7425 7380"/>
                  <a:gd name="T41" fmla="*/ T40 w 70"/>
                  <a:gd name="T42" fmla="+- 0 6112 6082"/>
                  <a:gd name="T43" fmla="*/ 6112 h 56"/>
                  <a:gd name="T44" fmla="+- 0 7423 7380"/>
                  <a:gd name="T45" fmla="*/ T44 w 70"/>
                  <a:gd name="T46" fmla="+- 0 6115 6082"/>
                  <a:gd name="T47" fmla="*/ 6115 h 56"/>
                  <a:gd name="T48" fmla="+- 0 7420 7380"/>
                  <a:gd name="T49" fmla="*/ T48 w 70"/>
                  <a:gd name="T50" fmla="+- 0 6120 6082"/>
                  <a:gd name="T51" fmla="*/ 6120 h 56"/>
                  <a:gd name="T52" fmla="+- 0 7419 7380"/>
                  <a:gd name="T53" fmla="*/ T52 w 70"/>
                  <a:gd name="T54" fmla="+- 0 6122 6082"/>
                  <a:gd name="T55" fmla="*/ 6122 h 56"/>
                  <a:gd name="T56" fmla="+- 0 7419 7380"/>
                  <a:gd name="T57" fmla="*/ T56 w 70"/>
                  <a:gd name="T58" fmla="+- 0 6128 6082"/>
                  <a:gd name="T59" fmla="*/ 6128 h 56"/>
                  <a:gd name="T60" fmla="+- 0 7420 7380"/>
                  <a:gd name="T61" fmla="*/ T60 w 70"/>
                  <a:gd name="T62" fmla="+- 0 6130 6082"/>
                  <a:gd name="T63" fmla="*/ 6130 h 56"/>
                  <a:gd name="T64" fmla="+- 0 7425 7380"/>
                  <a:gd name="T65" fmla="*/ T64 w 70"/>
                  <a:gd name="T66" fmla="+- 0 6136 6082"/>
                  <a:gd name="T67" fmla="*/ 6136 h 56"/>
                  <a:gd name="T68" fmla="+- 0 7429 7380"/>
                  <a:gd name="T69" fmla="*/ T68 w 70"/>
                  <a:gd name="T70" fmla="+- 0 6137 6082"/>
                  <a:gd name="T71" fmla="*/ 6137 h 56"/>
                  <a:gd name="T72" fmla="+- 0 7439 7380"/>
                  <a:gd name="T73" fmla="*/ T72 w 70"/>
                  <a:gd name="T74" fmla="+- 0 6137 6082"/>
                  <a:gd name="T75" fmla="*/ 6137 h 56"/>
                  <a:gd name="T76" fmla="+- 0 7442 7380"/>
                  <a:gd name="T77" fmla="*/ T76 w 70"/>
                  <a:gd name="T78" fmla="+- 0 6136 6082"/>
                  <a:gd name="T79" fmla="*/ 6136 h 56"/>
                  <a:gd name="T80" fmla="+- 0 7443 7380"/>
                  <a:gd name="T81" fmla="*/ T80 w 70"/>
                  <a:gd name="T82" fmla="+- 0 6135 6082"/>
                  <a:gd name="T83" fmla="*/ 6135 h 56"/>
                  <a:gd name="T84" fmla="+- 0 7432 7380"/>
                  <a:gd name="T85" fmla="*/ T84 w 70"/>
                  <a:gd name="T86" fmla="+- 0 6135 6082"/>
                  <a:gd name="T87" fmla="*/ 6135 h 56"/>
                  <a:gd name="T88" fmla="+- 0 7429 7380"/>
                  <a:gd name="T89" fmla="*/ T88 w 70"/>
                  <a:gd name="T90" fmla="+- 0 6134 6082"/>
                  <a:gd name="T91" fmla="*/ 6134 h 56"/>
                  <a:gd name="T92" fmla="+- 0 7426 7380"/>
                  <a:gd name="T93" fmla="*/ T92 w 70"/>
                  <a:gd name="T94" fmla="+- 0 6130 6082"/>
                  <a:gd name="T95" fmla="*/ 6130 h 56"/>
                  <a:gd name="T96" fmla="+- 0 7425 7380"/>
                  <a:gd name="T97" fmla="*/ T96 w 70"/>
                  <a:gd name="T98" fmla="+- 0 6128 6082"/>
                  <a:gd name="T99" fmla="*/ 6128 h 56"/>
                  <a:gd name="T100" fmla="+- 0 7425 7380"/>
                  <a:gd name="T101" fmla="*/ T100 w 70"/>
                  <a:gd name="T102" fmla="+- 0 6121 6082"/>
                  <a:gd name="T103" fmla="*/ 6121 h 56"/>
                  <a:gd name="T104" fmla="+- 0 7425 7380"/>
                  <a:gd name="T105" fmla="*/ T104 w 70"/>
                  <a:gd name="T106" fmla="+- 0 6119 6082"/>
                  <a:gd name="T107" fmla="*/ 6119 h 56"/>
                  <a:gd name="T108" fmla="+- 0 7427 7380"/>
                  <a:gd name="T109" fmla="*/ T108 w 70"/>
                  <a:gd name="T110" fmla="+- 0 6115 6082"/>
                  <a:gd name="T111" fmla="*/ 6115 h 56"/>
                  <a:gd name="T112" fmla="+- 0 7429 7380"/>
                  <a:gd name="T113" fmla="*/ T112 w 70"/>
                  <a:gd name="T114" fmla="+- 0 6113 6082"/>
                  <a:gd name="T115" fmla="*/ 6113 h 56"/>
                  <a:gd name="T116" fmla="+- 0 7431 7380"/>
                  <a:gd name="T117" fmla="*/ T116 w 70"/>
                  <a:gd name="T118" fmla="+- 0 6111 6082"/>
                  <a:gd name="T119" fmla="*/ 6111 h 56"/>
                  <a:gd name="T120" fmla="+- 0 7443 7380"/>
                  <a:gd name="T121" fmla="*/ T120 w 70"/>
                  <a:gd name="T122" fmla="+- 0 6111 6082"/>
                  <a:gd name="T123" fmla="*/ 6111 h 56"/>
                  <a:gd name="T124" fmla="+- 0 7442 7380"/>
                  <a:gd name="T125" fmla="*/ T124 w 70"/>
                  <a:gd name="T126" fmla="+- 0 6111 6082"/>
                  <a:gd name="T127" fmla="*/ 6111 h 56"/>
                  <a:gd name="T128" fmla="+- 0 7437 7380"/>
                  <a:gd name="T129" fmla="*/ T128 w 70"/>
                  <a:gd name="T130" fmla="+- 0 6107 6082"/>
                  <a:gd name="T131" fmla="*/ 6107 h 56"/>
                  <a:gd name="T132" fmla="+- 0 7440 7380"/>
                  <a:gd name="T133" fmla="*/ T132 w 70"/>
                  <a:gd name="T134" fmla="+- 0 6105 6082"/>
                  <a:gd name="T135" fmla="*/ 6105 h 56"/>
                  <a:gd name="T136" fmla="+- 0 7435 7380"/>
                  <a:gd name="T137" fmla="*/ T136 w 70"/>
                  <a:gd name="T138" fmla="+- 0 6105 6082"/>
                  <a:gd name="T139" fmla="*/ 6105 h 56"/>
                  <a:gd name="T140" fmla="+- 0 7429 7380"/>
                  <a:gd name="T141" fmla="*/ T140 w 70"/>
                  <a:gd name="T142" fmla="+- 0 6100 6082"/>
                  <a:gd name="T143" fmla="*/ 6100 h 56"/>
                  <a:gd name="T144" fmla="+- 0 7426 7380"/>
                  <a:gd name="T145" fmla="*/ T144 w 70"/>
                  <a:gd name="T146" fmla="+- 0 6096 6082"/>
                  <a:gd name="T147" fmla="*/ 6096 h 56"/>
                  <a:gd name="T148" fmla="+- 0 7425 7380"/>
                  <a:gd name="T149" fmla="*/ T148 w 70"/>
                  <a:gd name="T150" fmla="+- 0 6092 6082"/>
                  <a:gd name="T151" fmla="*/ 6092 h 56"/>
                  <a:gd name="T152" fmla="+- 0 7425 7380"/>
                  <a:gd name="T153" fmla="*/ T152 w 70"/>
                  <a:gd name="T154" fmla="+- 0 6090 6082"/>
                  <a:gd name="T155" fmla="*/ 6090 h 56"/>
                  <a:gd name="T156" fmla="+- 0 7426 7380"/>
                  <a:gd name="T157" fmla="*/ T156 w 70"/>
                  <a:gd name="T158" fmla="+- 0 6088 6082"/>
                  <a:gd name="T159" fmla="*/ 6088 h 56"/>
                  <a:gd name="T160" fmla="+- 0 7429 7380"/>
                  <a:gd name="T161" fmla="*/ T160 w 70"/>
                  <a:gd name="T162" fmla="+- 0 6085 6082"/>
                  <a:gd name="T163" fmla="*/ 6085 h 56"/>
                  <a:gd name="T164" fmla="+- 0 7431 7380"/>
                  <a:gd name="T165" fmla="*/ T164 w 70"/>
                  <a:gd name="T166" fmla="+- 0 6084 6082"/>
                  <a:gd name="T167" fmla="*/ 6084 h 56"/>
                  <a:gd name="T168" fmla="+- 0 7443 7380"/>
                  <a:gd name="T169" fmla="*/ T168 w 70"/>
                  <a:gd name="T170" fmla="+- 0 6084 6082"/>
                  <a:gd name="T171" fmla="*/ 6084 h 56"/>
                  <a:gd name="T172" fmla="+- 0 7442 7380"/>
                  <a:gd name="T173" fmla="*/ T172 w 70"/>
                  <a:gd name="T174" fmla="+- 0 6083 6082"/>
                  <a:gd name="T175" fmla="*/ 6083 h 56"/>
                  <a:gd name="T176" fmla="+- 0 7438 7380"/>
                  <a:gd name="T177" fmla="*/ T176 w 70"/>
                  <a:gd name="T178" fmla="+- 0 6082 6082"/>
                  <a:gd name="T179"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70" h="56">
                    <a:moveTo>
                      <a:pt x="58" y="0"/>
                    </a:moveTo>
                    <a:lnTo>
                      <a:pt x="50" y="0"/>
                    </a:lnTo>
                    <a:lnTo>
                      <a:pt x="46" y="1"/>
                    </a:lnTo>
                    <a:lnTo>
                      <a:pt x="41" y="6"/>
                    </a:lnTo>
                    <a:lnTo>
                      <a:pt x="40" y="9"/>
                    </a:lnTo>
                    <a:lnTo>
                      <a:pt x="39" y="16"/>
                    </a:lnTo>
                    <a:lnTo>
                      <a:pt x="40" y="17"/>
                    </a:lnTo>
                    <a:lnTo>
                      <a:pt x="42" y="21"/>
                    </a:lnTo>
                    <a:lnTo>
                      <a:pt x="45" y="24"/>
                    </a:lnTo>
                    <a:lnTo>
                      <a:pt x="49" y="28"/>
                    </a:lnTo>
                    <a:lnTo>
                      <a:pt x="45" y="30"/>
                    </a:lnTo>
                    <a:lnTo>
                      <a:pt x="43" y="33"/>
                    </a:lnTo>
                    <a:lnTo>
                      <a:pt x="40" y="38"/>
                    </a:lnTo>
                    <a:lnTo>
                      <a:pt x="39" y="40"/>
                    </a:lnTo>
                    <a:lnTo>
                      <a:pt x="39" y="46"/>
                    </a:lnTo>
                    <a:lnTo>
                      <a:pt x="40" y="48"/>
                    </a:lnTo>
                    <a:lnTo>
                      <a:pt x="45" y="54"/>
                    </a:lnTo>
                    <a:lnTo>
                      <a:pt x="49" y="55"/>
                    </a:lnTo>
                    <a:lnTo>
                      <a:pt x="59" y="55"/>
                    </a:lnTo>
                    <a:lnTo>
                      <a:pt x="62" y="54"/>
                    </a:lnTo>
                    <a:lnTo>
                      <a:pt x="63" y="53"/>
                    </a:lnTo>
                    <a:lnTo>
                      <a:pt x="52" y="53"/>
                    </a:lnTo>
                    <a:lnTo>
                      <a:pt x="49" y="52"/>
                    </a:lnTo>
                    <a:lnTo>
                      <a:pt x="46" y="48"/>
                    </a:lnTo>
                    <a:lnTo>
                      <a:pt x="45" y="46"/>
                    </a:lnTo>
                    <a:lnTo>
                      <a:pt x="45" y="39"/>
                    </a:lnTo>
                    <a:lnTo>
                      <a:pt x="45" y="37"/>
                    </a:lnTo>
                    <a:lnTo>
                      <a:pt x="47" y="33"/>
                    </a:lnTo>
                    <a:lnTo>
                      <a:pt x="49" y="31"/>
                    </a:lnTo>
                    <a:lnTo>
                      <a:pt x="51" y="29"/>
                    </a:lnTo>
                    <a:lnTo>
                      <a:pt x="63" y="29"/>
                    </a:lnTo>
                    <a:lnTo>
                      <a:pt x="62" y="29"/>
                    </a:lnTo>
                    <a:lnTo>
                      <a:pt x="57" y="25"/>
                    </a:lnTo>
                    <a:lnTo>
                      <a:pt x="60" y="23"/>
                    </a:lnTo>
                    <a:lnTo>
                      <a:pt x="55" y="23"/>
                    </a:lnTo>
                    <a:lnTo>
                      <a:pt x="49" y="18"/>
                    </a:lnTo>
                    <a:lnTo>
                      <a:pt x="46" y="14"/>
                    </a:lnTo>
                    <a:lnTo>
                      <a:pt x="45" y="10"/>
                    </a:lnTo>
                    <a:lnTo>
                      <a:pt x="45" y="8"/>
                    </a:lnTo>
                    <a:lnTo>
                      <a:pt x="46" y="6"/>
                    </a:lnTo>
                    <a:lnTo>
                      <a:pt x="49" y="3"/>
                    </a:lnTo>
                    <a:lnTo>
                      <a:pt x="51" y="2"/>
                    </a:lnTo>
                    <a:lnTo>
                      <a:pt x="63" y="2"/>
                    </a:lnTo>
                    <a:lnTo>
                      <a:pt x="62" y="1"/>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8" name="Freeform 5676">
                <a:extLst>
                  <a:ext uri="{FF2B5EF4-FFF2-40B4-BE49-F238E27FC236}">
                    <a16:creationId xmlns:a16="http://schemas.microsoft.com/office/drawing/2014/main" id="{1C4A137B-3D95-4BD6-898F-ED2F25B437EF}"/>
                  </a:ext>
                </a:extLst>
              </p:cNvPr>
              <p:cNvSpPr>
                <a:spLocks/>
              </p:cNvSpPr>
              <p:nvPr/>
            </p:nvSpPr>
            <p:spPr bwMode="auto">
              <a:xfrm>
                <a:off x="7380" y="6082"/>
                <a:ext cx="70" cy="56"/>
              </a:xfrm>
              <a:custGeom>
                <a:avLst/>
                <a:gdLst>
                  <a:gd name="T0" fmla="+- 0 7443 7380"/>
                  <a:gd name="T1" fmla="*/ T0 w 70"/>
                  <a:gd name="T2" fmla="+- 0 6111 6082"/>
                  <a:gd name="T3" fmla="*/ 6111 h 56"/>
                  <a:gd name="T4" fmla="+- 0 7431 7380"/>
                  <a:gd name="T5" fmla="*/ T4 w 70"/>
                  <a:gd name="T6" fmla="+- 0 6111 6082"/>
                  <a:gd name="T7" fmla="*/ 6111 h 56"/>
                  <a:gd name="T8" fmla="+- 0 7437 7380"/>
                  <a:gd name="T9" fmla="*/ T8 w 70"/>
                  <a:gd name="T10" fmla="+- 0 6116 6082"/>
                  <a:gd name="T11" fmla="*/ 6116 h 56"/>
                  <a:gd name="T12" fmla="+- 0 7441 7380"/>
                  <a:gd name="T13" fmla="*/ T12 w 70"/>
                  <a:gd name="T14" fmla="+- 0 6119 6082"/>
                  <a:gd name="T15" fmla="*/ 6119 h 56"/>
                  <a:gd name="T16" fmla="+- 0 7443 7380"/>
                  <a:gd name="T17" fmla="*/ T16 w 70"/>
                  <a:gd name="T18" fmla="+- 0 6124 6082"/>
                  <a:gd name="T19" fmla="*/ 6124 h 56"/>
                  <a:gd name="T20" fmla="+- 0 7444 7380"/>
                  <a:gd name="T21" fmla="*/ T20 w 70"/>
                  <a:gd name="T22" fmla="+- 0 6125 6082"/>
                  <a:gd name="T23" fmla="*/ 6125 h 56"/>
                  <a:gd name="T24" fmla="+- 0 7444 7380"/>
                  <a:gd name="T25" fmla="*/ T24 w 70"/>
                  <a:gd name="T26" fmla="+- 0 6129 6082"/>
                  <a:gd name="T27" fmla="*/ 6129 h 56"/>
                  <a:gd name="T28" fmla="+- 0 7443 7380"/>
                  <a:gd name="T29" fmla="*/ T28 w 70"/>
                  <a:gd name="T30" fmla="+- 0 6131 6082"/>
                  <a:gd name="T31" fmla="*/ 6131 h 56"/>
                  <a:gd name="T32" fmla="+- 0 7440 7380"/>
                  <a:gd name="T33" fmla="*/ T32 w 70"/>
                  <a:gd name="T34" fmla="+- 0 6135 6082"/>
                  <a:gd name="T35" fmla="*/ 6135 h 56"/>
                  <a:gd name="T36" fmla="+- 0 7437 7380"/>
                  <a:gd name="T37" fmla="*/ T36 w 70"/>
                  <a:gd name="T38" fmla="+- 0 6135 6082"/>
                  <a:gd name="T39" fmla="*/ 6135 h 56"/>
                  <a:gd name="T40" fmla="+- 0 7443 7380"/>
                  <a:gd name="T41" fmla="*/ T40 w 70"/>
                  <a:gd name="T42" fmla="+- 0 6135 6082"/>
                  <a:gd name="T43" fmla="*/ 6135 h 56"/>
                  <a:gd name="T44" fmla="+- 0 7445 7380"/>
                  <a:gd name="T45" fmla="*/ T44 w 70"/>
                  <a:gd name="T46" fmla="+- 0 6133 6082"/>
                  <a:gd name="T47" fmla="*/ 6133 h 56"/>
                  <a:gd name="T48" fmla="+- 0 7448 7380"/>
                  <a:gd name="T49" fmla="*/ T48 w 70"/>
                  <a:gd name="T50" fmla="+- 0 6131 6082"/>
                  <a:gd name="T51" fmla="*/ 6131 h 56"/>
                  <a:gd name="T52" fmla="+- 0 7449 7380"/>
                  <a:gd name="T53" fmla="*/ T52 w 70"/>
                  <a:gd name="T54" fmla="+- 0 6128 6082"/>
                  <a:gd name="T55" fmla="*/ 6128 h 56"/>
                  <a:gd name="T56" fmla="+- 0 7449 7380"/>
                  <a:gd name="T57" fmla="*/ T56 w 70"/>
                  <a:gd name="T58" fmla="+- 0 6121 6082"/>
                  <a:gd name="T59" fmla="*/ 6121 h 56"/>
                  <a:gd name="T60" fmla="+- 0 7448 7380"/>
                  <a:gd name="T61" fmla="*/ T60 w 70"/>
                  <a:gd name="T62" fmla="+- 0 6118 6082"/>
                  <a:gd name="T63" fmla="*/ 6118 h 56"/>
                  <a:gd name="T64" fmla="+- 0 7445 7380"/>
                  <a:gd name="T65" fmla="*/ T64 w 70"/>
                  <a:gd name="T66" fmla="+- 0 6113 6082"/>
                  <a:gd name="T67" fmla="*/ 6113 h 56"/>
                  <a:gd name="T68" fmla="+- 0 7443 7380"/>
                  <a:gd name="T69" fmla="*/ T68 w 70"/>
                  <a:gd name="T70" fmla="+- 0 6111 6082"/>
                  <a:gd name="T71" fmla="*/ 6111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70" h="56">
                    <a:moveTo>
                      <a:pt x="63" y="29"/>
                    </a:moveTo>
                    <a:lnTo>
                      <a:pt x="51" y="29"/>
                    </a:lnTo>
                    <a:lnTo>
                      <a:pt x="57" y="34"/>
                    </a:lnTo>
                    <a:lnTo>
                      <a:pt x="61" y="37"/>
                    </a:lnTo>
                    <a:lnTo>
                      <a:pt x="63" y="42"/>
                    </a:lnTo>
                    <a:lnTo>
                      <a:pt x="64" y="43"/>
                    </a:lnTo>
                    <a:lnTo>
                      <a:pt x="64" y="47"/>
                    </a:lnTo>
                    <a:lnTo>
                      <a:pt x="63" y="49"/>
                    </a:lnTo>
                    <a:lnTo>
                      <a:pt x="60" y="53"/>
                    </a:lnTo>
                    <a:lnTo>
                      <a:pt x="57" y="53"/>
                    </a:lnTo>
                    <a:lnTo>
                      <a:pt x="63" y="53"/>
                    </a:lnTo>
                    <a:lnTo>
                      <a:pt x="65" y="51"/>
                    </a:lnTo>
                    <a:lnTo>
                      <a:pt x="68" y="49"/>
                    </a:lnTo>
                    <a:lnTo>
                      <a:pt x="69" y="46"/>
                    </a:lnTo>
                    <a:lnTo>
                      <a:pt x="69" y="39"/>
                    </a:lnTo>
                    <a:lnTo>
                      <a:pt x="68" y="36"/>
                    </a:lnTo>
                    <a:lnTo>
                      <a:pt x="65" y="31"/>
                    </a:lnTo>
                    <a:lnTo>
                      <a:pt x="63"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9" name="Freeform 5677">
                <a:extLst>
                  <a:ext uri="{FF2B5EF4-FFF2-40B4-BE49-F238E27FC236}">
                    <a16:creationId xmlns:a16="http://schemas.microsoft.com/office/drawing/2014/main" id="{2DD5079F-94C0-408C-7BD0-91DC693588B2}"/>
                  </a:ext>
                </a:extLst>
              </p:cNvPr>
              <p:cNvSpPr>
                <a:spLocks/>
              </p:cNvSpPr>
              <p:nvPr/>
            </p:nvSpPr>
            <p:spPr bwMode="auto">
              <a:xfrm>
                <a:off x="7380" y="6082"/>
                <a:ext cx="70" cy="56"/>
              </a:xfrm>
              <a:custGeom>
                <a:avLst/>
                <a:gdLst>
                  <a:gd name="T0" fmla="+- 0 7443 7380"/>
                  <a:gd name="T1" fmla="*/ T0 w 70"/>
                  <a:gd name="T2" fmla="+- 0 6084 6082"/>
                  <a:gd name="T3" fmla="*/ 6084 h 56"/>
                  <a:gd name="T4" fmla="+- 0 7437 7380"/>
                  <a:gd name="T5" fmla="*/ T4 w 70"/>
                  <a:gd name="T6" fmla="+- 0 6084 6082"/>
                  <a:gd name="T7" fmla="*/ 6084 h 56"/>
                  <a:gd name="T8" fmla="+- 0 7439 7380"/>
                  <a:gd name="T9" fmla="*/ T8 w 70"/>
                  <a:gd name="T10" fmla="+- 0 6085 6082"/>
                  <a:gd name="T11" fmla="*/ 6085 h 56"/>
                  <a:gd name="T12" fmla="+- 0 7442 7380"/>
                  <a:gd name="T13" fmla="*/ T12 w 70"/>
                  <a:gd name="T14" fmla="+- 0 6088 6082"/>
                  <a:gd name="T15" fmla="*/ 6088 h 56"/>
                  <a:gd name="T16" fmla="+- 0 7443 7380"/>
                  <a:gd name="T17" fmla="*/ T16 w 70"/>
                  <a:gd name="T18" fmla="+- 0 6090 6082"/>
                  <a:gd name="T19" fmla="*/ 6090 h 56"/>
                  <a:gd name="T20" fmla="+- 0 7443 7380"/>
                  <a:gd name="T21" fmla="*/ T20 w 70"/>
                  <a:gd name="T22" fmla="+- 0 6096 6082"/>
                  <a:gd name="T23" fmla="*/ 6096 h 56"/>
                  <a:gd name="T24" fmla="+- 0 7442 7380"/>
                  <a:gd name="T25" fmla="*/ T24 w 70"/>
                  <a:gd name="T26" fmla="+- 0 6097 6082"/>
                  <a:gd name="T27" fmla="*/ 6097 h 56"/>
                  <a:gd name="T28" fmla="+- 0 7441 7380"/>
                  <a:gd name="T29" fmla="*/ T28 w 70"/>
                  <a:gd name="T30" fmla="+- 0 6100 6082"/>
                  <a:gd name="T31" fmla="*/ 6100 h 56"/>
                  <a:gd name="T32" fmla="+- 0 7439 7380"/>
                  <a:gd name="T33" fmla="*/ T32 w 70"/>
                  <a:gd name="T34" fmla="+- 0 6103 6082"/>
                  <a:gd name="T35" fmla="*/ 6103 h 56"/>
                  <a:gd name="T36" fmla="+- 0 7435 7380"/>
                  <a:gd name="T37" fmla="*/ T36 w 70"/>
                  <a:gd name="T38" fmla="+- 0 6105 6082"/>
                  <a:gd name="T39" fmla="*/ 6105 h 56"/>
                  <a:gd name="T40" fmla="+- 0 7440 7380"/>
                  <a:gd name="T41" fmla="*/ T40 w 70"/>
                  <a:gd name="T42" fmla="+- 0 6105 6082"/>
                  <a:gd name="T43" fmla="*/ 6105 h 56"/>
                  <a:gd name="T44" fmla="+- 0 7442 7380"/>
                  <a:gd name="T45" fmla="*/ T44 w 70"/>
                  <a:gd name="T46" fmla="+- 0 6104 6082"/>
                  <a:gd name="T47" fmla="*/ 6104 h 56"/>
                  <a:gd name="T48" fmla="+- 0 7445 7380"/>
                  <a:gd name="T49" fmla="*/ T48 w 70"/>
                  <a:gd name="T50" fmla="+- 0 6102 6082"/>
                  <a:gd name="T51" fmla="*/ 6102 h 56"/>
                  <a:gd name="T52" fmla="+- 0 7448 7380"/>
                  <a:gd name="T53" fmla="*/ T52 w 70"/>
                  <a:gd name="T54" fmla="+- 0 6098 6082"/>
                  <a:gd name="T55" fmla="*/ 6098 h 56"/>
                  <a:gd name="T56" fmla="+- 0 7448 7380"/>
                  <a:gd name="T57" fmla="*/ T56 w 70"/>
                  <a:gd name="T58" fmla="+- 0 6096 6082"/>
                  <a:gd name="T59" fmla="*/ 6096 h 56"/>
                  <a:gd name="T60" fmla="+- 0 7448 7380"/>
                  <a:gd name="T61" fmla="*/ T60 w 70"/>
                  <a:gd name="T62" fmla="+- 0 6090 6082"/>
                  <a:gd name="T63" fmla="*/ 6090 h 56"/>
                  <a:gd name="T64" fmla="+- 0 7447 7380"/>
                  <a:gd name="T65" fmla="*/ T64 w 70"/>
                  <a:gd name="T66" fmla="+- 0 6088 6082"/>
                  <a:gd name="T67" fmla="*/ 6088 h 56"/>
                  <a:gd name="T68" fmla="+- 0 7443 7380"/>
                  <a:gd name="T69" fmla="*/ T68 w 70"/>
                  <a:gd name="T70" fmla="+- 0 6084 6082"/>
                  <a:gd name="T71" fmla="*/ 608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70" h="56">
                    <a:moveTo>
                      <a:pt x="63" y="2"/>
                    </a:moveTo>
                    <a:lnTo>
                      <a:pt x="57" y="2"/>
                    </a:lnTo>
                    <a:lnTo>
                      <a:pt x="59" y="3"/>
                    </a:lnTo>
                    <a:lnTo>
                      <a:pt x="62" y="6"/>
                    </a:lnTo>
                    <a:lnTo>
                      <a:pt x="63" y="8"/>
                    </a:lnTo>
                    <a:lnTo>
                      <a:pt x="63" y="14"/>
                    </a:lnTo>
                    <a:lnTo>
                      <a:pt x="62" y="15"/>
                    </a:lnTo>
                    <a:lnTo>
                      <a:pt x="61" y="18"/>
                    </a:lnTo>
                    <a:lnTo>
                      <a:pt x="59" y="21"/>
                    </a:lnTo>
                    <a:lnTo>
                      <a:pt x="55" y="23"/>
                    </a:lnTo>
                    <a:lnTo>
                      <a:pt x="60" y="23"/>
                    </a:lnTo>
                    <a:lnTo>
                      <a:pt x="62" y="22"/>
                    </a:lnTo>
                    <a:lnTo>
                      <a:pt x="65" y="20"/>
                    </a:lnTo>
                    <a:lnTo>
                      <a:pt x="68" y="16"/>
                    </a:lnTo>
                    <a:lnTo>
                      <a:pt x="68" y="14"/>
                    </a:lnTo>
                    <a:lnTo>
                      <a:pt x="68" y="8"/>
                    </a:lnTo>
                    <a:lnTo>
                      <a:pt x="67" y="6"/>
                    </a:lnTo>
                    <a:lnTo>
                      <a:pt x="6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3" name="Group 432">
              <a:extLst>
                <a:ext uri="{FF2B5EF4-FFF2-40B4-BE49-F238E27FC236}">
                  <a16:creationId xmlns:a16="http://schemas.microsoft.com/office/drawing/2014/main" id="{E1EF34FD-9ECA-EEE5-84B0-7B101309377F}"/>
                </a:ext>
              </a:extLst>
            </p:cNvPr>
            <p:cNvGrpSpPr>
              <a:grpSpLocks/>
            </p:cNvGrpSpPr>
            <p:nvPr/>
          </p:nvGrpSpPr>
          <p:grpSpPr bwMode="auto">
            <a:xfrm>
              <a:off x="7842" y="6082"/>
              <a:ext cx="65" cy="56"/>
              <a:chOff x="7842" y="6082"/>
              <a:chExt cx="65" cy="56"/>
            </a:xfrm>
          </p:grpSpPr>
          <p:sp>
            <p:nvSpPr>
              <p:cNvPr id="760" name="Freeform 5679">
                <a:extLst>
                  <a:ext uri="{FF2B5EF4-FFF2-40B4-BE49-F238E27FC236}">
                    <a16:creationId xmlns:a16="http://schemas.microsoft.com/office/drawing/2014/main" id="{49904696-7628-5FFB-F34E-421E39B47F60}"/>
                  </a:ext>
                </a:extLst>
              </p:cNvPr>
              <p:cNvSpPr>
                <a:spLocks/>
              </p:cNvSpPr>
              <p:nvPr/>
            </p:nvSpPr>
            <p:spPr bwMode="auto">
              <a:xfrm>
                <a:off x="7842" y="6082"/>
                <a:ext cx="65" cy="56"/>
              </a:xfrm>
              <a:custGeom>
                <a:avLst/>
                <a:gdLst>
                  <a:gd name="T0" fmla="+- 0 7856 7842"/>
                  <a:gd name="T1" fmla="*/ T0 w 65"/>
                  <a:gd name="T2" fmla="+- 0 6088 6082"/>
                  <a:gd name="T3" fmla="*/ 6088 h 56"/>
                  <a:gd name="T4" fmla="+- 0 7847 7842"/>
                  <a:gd name="T5" fmla="*/ T4 w 65"/>
                  <a:gd name="T6" fmla="+- 0 6088 6082"/>
                  <a:gd name="T7" fmla="*/ 6088 h 56"/>
                  <a:gd name="T8" fmla="+- 0 7849 7842"/>
                  <a:gd name="T9" fmla="*/ T8 w 65"/>
                  <a:gd name="T10" fmla="+- 0 6089 6082"/>
                  <a:gd name="T11" fmla="*/ 6089 h 56"/>
                  <a:gd name="T12" fmla="+- 0 7850 7842"/>
                  <a:gd name="T13" fmla="*/ T12 w 65"/>
                  <a:gd name="T14" fmla="+- 0 6091 6082"/>
                  <a:gd name="T15" fmla="*/ 6091 h 56"/>
                  <a:gd name="T16" fmla="+- 0 7850 7842"/>
                  <a:gd name="T17" fmla="*/ T16 w 65"/>
                  <a:gd name="T18" fmla="+- 0 6092 6082"/>
                  <a:gd name="T19" fmla="*/ 6092 h 56"/>
                  <a:gd name="T20" fmla="+- 0 7850 7842"/>
                  <a:gd name="T21" fmla="*/ T20 w 65"/>
                  <a:gd name="T22" fmla="+- 0 6132 6082"/>
                  <a:gd name="T23" fmla="*/ 6132 h 56"/>
                  <a:gd name="T24" fmla="+- 0 7843 7842"/>
                  <a:gd name="T25" fmla="*/ T24 w 65"/>
                  <a:gd name="T26" fmla="+- 0 6135 6082"/>
                  <a:gd name="T27" fmla="*/ 6135 h 56"/>
                  <a:gd name="T28" fmla="+- 0 7843 7842"/>
                  <a:gd name="T29" fmla="*/ T28 w 65"/>
                  <a:gd name="T30" fmla="+- 0 6137 6082"/>
                  <a:gd name="T31" fmla="*/ 6137 h 56"/>
                  <a:gd name="T32" fmla="+- 0 7863 7842"/>
                  <a:gd name="T33" fmla="*/ T32 w 65"/>
                  <a:gd name="T34" fmla="+- 0 6137 6082"/>
                  <a:gd name="T35" fmla="*/ 6137 h 56"/>
                  <a:gd name="T36" fmla="+- 0 7863 7842"/>
                  <a:gd name="T37" fmla="*/ T36 w 65"/>
                  <a:gd name="T38" fmla="+- 0 6135 6082"/>
                  <a:gd name="T39" fmla="*/ 6135 h 56"/>
                  <a:gd name="T40" fmla="+- 0 7861 7842"/>
                  <a:gd name="T41" fmla="*/ T40 w 65"/>
                  <a:gd name="T42" fmla="+- 0 6135 6082"/>
                  <a:gd name="T43" fmla="*/ 6135 h 56"/>
                  <a:gd name="T44" fmla="+- 0 7859 7842"/>
                  <a:gd name="T45" fmla="*/ T44 w 65"/>
                  <a:gd name="T46" fmla="+- 0 6135 6082"/>
                  <a:gd name="T47" fmla="*/ 6135 h 56"/>
                  <a:gd name="T48" fmla="+- 0 7858 7842"/>
                  <a:gd name="T49" fmla="*/ T48 w 65"/>
                  <a:gd name="T50" fmla="+- 0 6134 6082"/>
                  <a:gd name="T51" fmla="*/ 6134 h 56"/>
                  <a:gd name="T52" fmla="+- 0 7857 7842"/>
                  <a:gd name="T53" fmla="*/ T52 w 65"/>
                  <a:gd name="T54" fmla="+- 0 6133 6082"/>
                  <a:gd name="T55" fmla="*/ 6133 h 56"/>
                  <a:gd name="T56" fmla="+- 0 7857 7842"/>
                  <a:gd name="T57" fmla="*/ T56 w 65"/>
                  <a:gd name="T58" fmla="+- 0 6132 6082"/>
                  <a:gd name="T59" fmla="*/ 6132 h 56"/>
                  <a:gd name="T60" fmla="+- 0 7856 7842"/>
                  <a:gd name="T61" fmla="*/ T60 w 65"/>
                  <a:gd name="T62" fmla="+- 0 6088 6082"/>
                  <a:gd name="T63" fmla="*/ 6088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5" h="56">
                    <a:moveTo>
                      <a:pt x="14" y="6"/>
                    </a:moveTo>
                    <a:lnTo>
                      <a:pt x="5" y="6"/>
                    </a:lnTo>
                    <a:lnTo>
                      <a:pt x="7" y="7"/>
                    </a:lnTo>
                    <a:lnTo>
                      <a:pt x="8" y="9"/>
                    </a:lnTo>
                    <a:lnTo>
                      <a:pt x="8" y="10"/>
                    </a:lnTo>
                    <a:lnTo>
                      <a:pt x="8" y="50"/>
                    </a:lnTo>
                    <a:lnTo>
                      <a:pt x="1" y="53"/>
                    </a:lnTo>
                    <a:lnTo>
                      <a:pt x="1" y="55"/>
                    </a:lnTo>
                    <a:lnTo>
                      <a:pt x="21" y="55"/>
                    </a:lnTo>
                    <a:lnTo>
                      <a:pt x="21" y="53"/>
                    </a:lnTo>
                    <a:lnTo>
                      <a:pt x="19" y="53"/>
                    </a:lnTo>
                    <a:lnTo>
                      <a:pt x="17" y="53"/>
                    </a:lnTo>
                    <a:lnTo>
                      <a:pt x="16" y="52"/>
                    </a:lnTo>
                    <a:lnTo>
                      <a:pt x="15" y="51"/>
                    </a:lnTo>
                    <a:lnTo>
                      <a:pt x="15"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1" name="Freeform 5680">
                <a:extLst>
                  <a:ext uri="{FF2B5EF4-FFF2-40B4-BE49-F238E27FC236}">
                    <a16:creationId xmlns:a16="http://schemas.microsoft.com/office/drawing/2014/main" id="{B1D53CC9-50B6-EE45-E0F0-F278645EDBA1}"/>
                  </a:ext>
                </a:extLst>
              </p:cNvPr>
              <p:cNvSpPr>
                <a:spLocks/>
              </p:cNvSpPr>
              <p:nvPr/>
            </p:nvSpPr>
            <p:spPr bwMode="auto">
              <a:xfrm>
                <a:off x="7842" y="6082"/>
                <a:ext cx="65" cy="56"/>
              </a:xfrm>
              <a:custGeom>
                <a:avLst/>
                <a:gdLst>
                  <a:gd name="T0" fmla="+- 0 7856 7842"/>
                  <a:gd name="T1" fmla="*/ T0 w 65"/>
                  <a:gd name="T2" fmla="+- 0 6082 6082"/>
                  <a:gd name="T3" fmla="*/ 6082 h 56"/>
                  <a:gd name="T4" fmla="+- 0 7855 7842"/>
                  <a:gd name="T5" fmla="*/ T4 w 65"/>
                  <a:gd name="T6" fmla="+- 0 6082 6082"/>
                  <a:gd name="T7" fmla="*/ 6082 h 56"/>
                  <a:gd name="T8" fmla="+- 0 7842 7842"/>
                  <a:gd name="T9" fmla="*/ T8 w 65"/>
                  <a:gd name="T10" fmla="+- 0 6088 6082"/>
                  <a:gd name="T11" fmla="*/ 6088 h 56"/>
                  <a:gd name="T12" fmla="+- 0 7843 7842"/>
                  <a:gd name="T13" fmla="*/ T12 w 65"/>
                  <a:gd name="T14" fmla="+- 0 6090 6082"/>
                  <a:gd name="T15" fmla="*/ 6090 h 56"/>
                  <a:gd name="T16" fmla="+- 0 7847 7842"/>
                  <a:gd name="T17" fmla="*/ T16 w 65"/>
                  <a:gd name="T18" fmla="+- 0 6088 6082"/>
                  <a:gd name="T19" fmla="*/ 6088 h 56"/>
                  <a:gd name="T20" fmla="+- 0 7856 7842"/>
                  <a:gd name="T21" fmla="*/ T20 w 65"/>
                  <a:gd name="T22" fmla="+- 0 6088 6082"/>
                  <a:gd name="T23" fmla="*/ 6088 h 56"/>
                  <a:gd name="T24" fmla="+- 0 7856 7842"/>
                  <a:gd name="T25" fmla="*/ T24 w 65"/>
                  <a:gd name="T26" fmla="+- 0 6082 6082"/>
                  <a:gd name="T27" fmla="*/ 6082 h 56"/>
                </a:gdLst>
                <a:ahLst/>
                <a:cxnLst>
                  <a:cxn ang="0">
                    <a:pos x="T1" y="T3"/>
                  </a:cxn>
                  <a:cxn ang="0">
                    <a:pos x="T5" y="T7"/>
                  </a:cxn>
                  <a:cxn ang="0">
                    <a:pos x="T9" y="T11"/>
                  </a:cxn>
                  <a:cxn ang="0">
                    <a:pos x="T13" y="T15"/>
                  </a:cxn>
                  <a:cxn ang="0">
                    <a:pos x="T17" y="T19"/>
                  </a:cxn>
                  <a:cxn ang="0">
                    <a:pos x="T21" y="T23"/>
                  </a:cxn>
                  <a:cxn ang="0">
                    <a:pos x="T25" y="T27"/>
                  </a:cxn>
                </a:cxnLst>
                <a:rect l="0" t="0" r="r" b="b"/>
                <a:pathLst>
                  <a:path w="65" h="56">
                    <a:moveTo>
                      <a:pt x="14" y="0"/>
                    </a:moveTo>
                    <a:lnTo>
                      <a:pt x="13" y="0"/>
                    </a:lnTo>
                    <a:lnTo>
                      <a:pt x="0" y="6"/>
                    </a:lnTo>
                    <a:lnTo>
                      <a:pt x="1" y="8"/>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2" name="Freeform 5681">
                <a:extLst>
                  <a:ext uri="{FF2B5EF4-FFF2-40B4-BE49-F238E27FC236}">
                    <a16:creationId xmlns:a16="http://schemas.microsoft.com/office/drawing/2014/main" id="{BC0B7870-9C8F-E59D-C42F-919F96245792}"/>
                  </a:ext>
                </a:extLst>
              </p:cNvPr>
              <p:cNvSpPr>
                <a:spLocks/>
              </p:cNvSpPr>
              <p:nvPr/>
            </p:nvSpPr>
            <p:spPr bwMode="auto">
              <a:xfrm>
                <a:off x="7842" y="6082"/>
                <a:ext cx="65" cy="56"/>
              </a:xfrm>
              <a:custGeom>
                <a:avLst/>
                <a:gdLst>
                  <a:gd name="T0" fmla="+- 0 7905 7842"/>
                  <a:gd name="T1" fmla="*/ T0 w 65"/>
                  <a:gd name="T2" fmla="+- 0 6090 6082"/>
                  <a:gd name="T3" fmla="*/ 6090 h 56"/>
                  <a:gd name="T4" fmla="+- 0 7901 7842"/>
                  <a:gd name="T5" fmla="*/ T4 w 65"/>
                  <a:gd name="T6" fmla="+- 0 6090 6082"/>
                  <a:gd name="T7" fmla="*/ 6090 h 56"/>
                  <a:gd name="T8" fmla="+- 0 7885 7842"/>
                  <a:gd name="T9" fmla="*/ T8 w 65"/>
                  <a:gd name="T10" fmla="+- 0 6138 6082"/>
                  <a:gd name="T11" fmla="*/ 6138 h 56"/>
                  <a:gd name="T12" fmla="+- 0 7889 7842"/>
                  <a:gd name="T13" fmla="*/ T12 w 65"/>
                  <a:gd name="T14" fmla="+- 0 6138 6082"/>
                  <a:gd name="T15" fmla="*/ 6138 h 56"/>
                  <a:gd name="T16" fmla="+- 0 7905 7842"/>
                  <a:gd name="T17" fmla="*/ T16 w 65"/>
                  <a:gd name="T18" fmla="+- 0 6090 6082"/>
                  <a:gd name="T19" fmla="*/ 6090 h 56"/>
                </a:gdLst>
                <a:ahLst/>
                <a:cxnLst>
                  <a:cxn ang="0">
                    <a:pos x="T1" y="T3"/>
                  </a:cxn>
                  <a:cxn ang="0">
                    <a:pos x="T5" y="T7"/>
                  </a:cxn>
                  <a:cxn ang="0">
                    <a:pos x="T9" y="T11"/>
                  </a:cxn>
                  <a:cxn ang="0">
                    <a:pos x="T13" y="T15"/>
                  </a:cxn>
                  <a:cxn ang="0">
                    <a:pos x="T17" y="T19"/>
                  </a:cxn>
                </a:cxnLst>
                <a:rect l="0" t="0" r="r" b="b"/>
                <a:pathLst>
                  <a:path w="65" h="56">
                    <a:moveTo>
                      <a:pt x="63" y="8"/>
                    </a:moveTo>
                    <a:lnTo>
                      <a:pt x="59" y="8"/>
                    </a:lnTo>
                    <a:lnTo>
                      <a:pt x="43" y="56"/>
                    </a:lnTo>
                    <a:lnTo>
                      <a:pt x="47" y="56"/>
                    </a:lnTo>
                    <a:lnTo>
                      <a:pt x="6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63" name="Freeform 5682">
                <a:extLst>
                  <a:ext uri="{FF2B5EF4-FFF2-40B4-BE49-F238E27FC236}">
                    <a16:creationId xmlns:a16="http://schemas.microsoft.com/office/drawing/2014/main" id="{ECCF2E3C-0029-E991-2EC4-45C36BC86BFE}"/>
                  </a:ext>
                </a:extLst>
              </p:cNvPr>
              <p:cNvSpPr>
                <a:spLocks/>
              </p:cNvSpPr>
              <p:nvPr/>
            </p:nvSpPr>
            <p:spPr bwMode="auto">
              <a:xfrm>
                <a:off x="7842" y="6082"/>
                <a:ext cx="65" cy="56"/>
              </a:xfrm>
              <a:custGeom>
                <a:avLst/>
                <a:gdLst>
                  <a:gd name="T0" fmla="+- 0 7907 7842"/>
                  <a:gd name="T1" fmla="*/ T0 w 65"/>
                  <a:gd name="T2" fmla="+- 0 6083 6082"/>
                  <a:gd name="T3" fmla="*/ 6083 h 56"/>
                  <a:gd name="T4" fmla="+- 0 7878 7842"/>
                  <a:gd name="T5" fmla="*/ T4 w 65"/>
                  <a:gd name="T6" fmla="+- 0 6083 6082"/>
                  <a:gd name="T7" fmla="*/ 6083 h 56"/>
                  <a:gd name="T8" fmla="+- 0 7873 7842"/>
                  <a:gd name="T9" fmla="*/ T8 w 65"/>
                  <a:gd name="T10" fmla="+- 0 6096 6082"/>
                  <a:gd name="T11" fmla="*/ 6096 h 56"/>
                  <a:gd name="T12" fmla="+- 0 7874 7842"/>
                  <a:gd name="T13" fmla="*/ T12 w 65"/>
                  <a:gd name="T14" fmla="+- 0 6096 6082"/>
                  <a:gd name="T15" fmla="*/ 6096 h 56"/>
                  <a:gd name="T16" fmla="+- 0 7876 7842"/>
                  <a:gd name="T17" fmla="*/ T16 w 65"/>
                  <a:gd name="T18" fmla="+- 0 6094 6082"/>
                  <a:gd name="T19" fmla="*/ 6094 h 56"/>
                  <a:gd name="T20" fmla="+- 0 7877 7842"/>
                  <a:gd name="T21" fmla="*/ T20 w 65"/>
                  <a:gd name="T22" fmla="+- 0 6092 6082"/>
                  <a:gd name="T23" fmla="*/ 6092 h 56"/>
                  <a:gd name="T24" fmla="+- 0 7881 7842"/>
                  <a:gd name="T25" fmla="*/ T24 w 65"/>
                  <a:gd name="T26" fmla="+- 0 6090 6082"/>
                  <a:gd name="T27" fmla="*/ 6090 h 56"/>
                  <a:gd name="T28" fmla="+- 0 7883 7842"/>
                  <a:gd name="T29" fmla="*/ T28 w 65"/>
                  <a:gd name="T30" fmla="+- 0 6090 6082"/>
                  <a:gd name="T31" fmla="*/ 6090 h 56"/>
                  <a:gd name="T32" fmla="+- 0 7905 7842"/>
                  <a:gd name="T33" fmla="*/ T32 w 65"/>
                  <a:gd name="T34" fmla="+- 0 6090 6082"/>
                  <a:gd name="T35" fmla="*/ 6090 h 56"/>
                  <a:gd name="T36" fmla="+- 0 7907 7842"/>
                  <a:gd name="T37" fmla="*/ T36 w 65"/>
                  <a:gd name="T38" fmla="+- 0 6085 6082"/>
                  <a:gd name="T39" fmla="*/ 6085 h 56"/>
                  <a:gd name="T40" fmla="+- 0 7907 7842"/>
                  <a:gd name="T41" fmla="*/ T40 w 65"/>
                  <a:gd name="T42" fmla="+- 0 6083 6082"/>
                  <a:gd name="T43" fmla="*/ 60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65" h="56">
                    <a:moveTo>
                      <a:pt x="65" y="1"/>
                    </a:moveTo>
                    <a:lnTo>
                      <a:pt x="36" y="1"/>
                    </a:lnTo>
                    <a:lnTo>
                      <a:pt x="31" y="14"/>
                    </a:lnTo>
                    <a:lnTo>
                      <a:pt x="32" y="14"/>
                    </a:lnTo>
                    <a:lnTo>
                      <a:pt x="34" y="12"/>
                    </a:lnTo>
                    <a:lnTo>
                      <a:pt x="35" y="10"/>
                    </a:lnTo>
                    <a:lnTo>
                      <a:pt x="39" y="8"/>
                    </a:lnTo>
                    <a:lnTo>
                      <a:pt x="41" y="8"/>
                    </a:lnTo>
                    <a:lnTo>
                      <a:pt x="63" y="8"/>
                    </a:lnTo>
                    <a:lnTo>
                      <a:pt x="65" y="3"/>
                    </a:lnTo>
                    <a:lnTo>
                      <a:pt x="6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4" name="Group 433">
              <a:extLst>
                <a:ext uri="{FF2B5EF4-FFF2-40B4-BE49-F238E27FC236}">
                  <a16:creationId xmlns:a16="http://schemas.microsoft.com/office/drawing/2014/main" id="{074A4035-1184-E99D-5370-B9A1AAAF306A}"/>
                </a:ext>
              </a:extLst>
            </p:cNvPr>
            <p:cNvGrpSpPr>
              <a:grpSpLocks/>
            </p:cNvGrpSpPr>
            <p:nvPr/>
          </p:nvGrpSpPr>
          <p:grpSpPr bwMode="auto">
            <a:xfrm>
              <a:off x="8329" y="6083"/>
              <a:ext cx="34" cy="55"/>
              <a:chOff x="8329" y="6083"/>
              <a:chExt cx="34" cy="55"/>
            </a:xfrm>
          </p:grpSpPr>
          <p:sp>
            <p:nvSpPr>
              <p:cNvPr id="758" name="Freeform 5684">
                <a:extLst>
                  <a:ext uri="{FF2B5EF4-FFF2-40B4-BE49-F238E27FC236}">
                    <a16:creationId xmlns:a16="http://schemas.microsoft.com/office/drawing/2014/main" id="{87BEF7C8-64FE-F1C0-6155-B58B4564766F}"/>
                  </a:ext>
                </a:extLst>
              </p:cNvPr>
              <p:cNvSpPr>
                <a:spLocks/>
              </p:cNvSpPr>
              <p:nvPr/>
            </p:nvSpPr>
            <p:spPr bwMode="auto">
              <a:xfrm>
                <a:off x="8329" y="6083"/>
                <a:ext cx="34" cy="55"/>
              </a:xfrm>
              <a:custGeom>
                <a:avLst/>
                <a:gdLst>
                  <a:gd name="T0" fmla="+- 0 8361 8329"/>
                  <a:gd name="T1" fmla="*/ T0 w 34"/>
                  <a:gd name="T2" fmla="+- 0 6090 6083"/>
                  <a:gd name="T3" fmla="*/ 6090 h 55"/>
                  <a:gd name="T4" fmla="+- 0 8357 8329"/>
                  <a:gd name="T5" fmla="*/ T4 w 34"/>
                  <a:gd name="T6" fmla="+- 0 6090 6083"/>
                  <a:gd name="T7" fmla="*/ 6090 h 55"/>
                  <a:gd name="T8" fmla="+- 0 8341 8329"/>
                  <a:gd name="T9" fmla="*/ T8 w 34"/>
                  <a:gd name="T10" fmla="+- 0 6138 6083"/>
                  <a:gd name="T11" fmla="*/ 6138 h 55"/>
                  <a:gd name="T12" fmla="+- 0 8345 8329"/>
                  <a:gd name="T13" fmla="*/ T12 w 34"/>
                  <a:gd name="T14" fmla="+- 0 6138 6083"/>
                  <a:gd name="T15" fmla="*/ 6138 h 55"/>
                  <a:gd name="T16" fmla="+- 0 8361 8329"/>
                  <a:gd name="T17" fmla="*/ T16 w 34"/>
                  <a:gd name="T18" fmla="+- 0 6090 6083"/>
                  <a:gd name="T19" fmla="*/ 6090 h 55"/>
                </a:gdLst>
                <a:ahLst/>
                <a:cxnLst>
                  <a:cxn ang="0">
                    <a:pos x="T1" y="T3"/>
                  </a:cxn>
                  <a:cxn ang="0">
                    <a:pos x="T5" y="T7"/>
                  </a:cxn>
                  <a:cxn ang="0">
                    <a:pos x="T9" y="T11"/>
                  </a:cxn>
                  <a:cxn ang="0">
                    <a:pos x="T13" y="T15"/>
                  </a:cxn>
                  <a:cxn ang="0">
                    <a:pos x="T17" y="T19"/>
                  </a:cxn>
                </a:cxnLst>
                <a:rect l="0" t="0" r="r" b="b"/>
                <a:pathLst>
                  <a:path w="34" h="55">
                    <a:moveTo>
                      <a:pt x="32" y="7"/>
                    </a:moveTo>
                    <a:lnTo>
                      <a:pt x="28" y="7"/>
                    </a:lnTo>
                    <a:lnTo>
                      <a:pt x="12" y="55"/>
                    </a:lnTo>
                    <a:lnTo>
                      <a:pt x="16" y="55"/>
                    </a:lnTo>
                    <a:lnTo>
                      <a:pt x="3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59" name="Freeform 5685">
                <a:extLst>
                  <a:ext uri="{FF2B5EF4-FFF2-40B4-BE49-F238E27FC236}">
                    <a16:creationId xmlns:a16="http://schemas.microsoft.com/office/drawing/2014/main" id="{F5383651-DEFA-A49D-C037-863C89DD04CC}"/>
                  </a:ext>
                </a:extLst>
              </p:cNvPr>
              <p:cNvSpPr>
                <a:spLocks/>
              </p:cNvSpPr>
              <p:nvPr/>
            </p:nvSpPr>
            <p:spPr bwMode="auto">
              <a:xfrm>
                <a:off x="8329" y="6083"/>
                <a:ext cx="34" cy="55"/>
              </a:xfrm>
              <a:custGeom>
                <a:avLst/>
                <a:gdLst>
                  <a:gd name="T0" fmla="+- 0 8363 8329"/>
                  <a:gd name="T1" fmla="*/ T0 w 34"/>
                  <a:gd name="T2" fmla="+- 0 6083 6083"/>
                  <a:gd name="T3" fmla="*/ 6083 h 55"/>
                  <a:gd name="T4" fmla="+- 0 8335 8329"/>
                  <a:gd name="T5" fmla="*/ T4 w 34"/>
                  <a:gd name="T6" fmla="+- 0 6083 6083"/>
                  <a:gd name="T7" fmla="*/ 6083 h 55"/>
                  <a:gd name="T8" fmla="+- 0 8329 8329"/>
                  <a:gd name="T9" fmla="*/ T8 w 34"/>
                  <a:gd name="T10" fmla="+- 0 6096 6083"/>
                  <a:gd name="T11" fmla="*/ 6096 h 55"/>
                  <a:gd name="T12" fmla="+- 0 8331 8329"/>
                  <a:gd name="T13" fmla="*/ T12 w 34"/>
                  <a:gd name="T14" fmla="+- 0 6096 6083"/>
                  <a:gd name="T15" fmla="*/ 6096 h 55"/>
                  <a:gd name="T16" fmla="+- 0 8332 8329"/>
                  <a:gd name="T17" fmla="*/ T16 w 34"/>
                  <a:gd name="T18" fmla="+- 0 6094 6083"/>
                  <a:gd name="T19" fmla="*/ 6094 h 55"/>
                  <a:gd name="T20" fmla="+- 0 8334 8329"/>
                  <a:gd name="T21" fmla="*/ T20 w 34"/>
                  <a:gd name="T22" fmla="+- 0 6092 6083"/>
                  <a:gd name="T23" fmla="*/ 6092 h 55"/>
                  <a:gd name="T24" fmla="+- 0 8337 8329"/>
                  <a:gd name="T25" fmla="*/ T24 w 34"/>
                  <a:gd name="T26" fmla="+- 0 6090 6083"/>
                  <a:gd name="T27" fmla="*/ 6090 h 55"/>
                  <a:gd name="T28" fmla="+- 0 8339 8329"/>
                  <a:gd name="T29" fmla="*/ T28 w 34"/>
                  <a:gd name="T30" fmla="+- 0 6090 6083"/>
                  <a:gd name="T31" fmla="*/ 6090 h 55"/>
                  <a:gd name="T32" fmla="+- 0 8361 8329"/>
                  <a:gd name="T33" fmla="*/ T32 w 34"/>
                  <a:gd name="T34" fmla="+- 0 6090 6083"/>
                  <a:gd name="T35" fmla="*/ 6090 h 55"/>
                  <a:gd name="T36" fmla="+- 0 8363 8329"/>
                  <a:gd name="T37" fmla="*/ T36 w 34"/>
                  <a:gd name="T38" fmla="+- 0 6085 6083"/>
                  <a:gd name="T39" fmla="*/ 6085 h 55"/>
                  <a:gd name="T40" fmla="+- 0 8363 8329"/>
                  <a:gd name="T41" fmla="*/ T40 w 34"/>
                  <a:gd name="T42" fmla="+- 0 6083 6083"/>
                  <a:gd name="T43" fmla="*/ 608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34" h="55">
                    <a:moveTo>
                      <a:pt x="34" y="0"/>
                    </a:moveTo>
                    <a:lnTo>
                      <a:pt x="6" y="0"/>
                    </a:lnTo>
                    <a:lnTo>
                      <a:pt x="0" y="13"/>
                    </a:lnTo>
                    <a:lnTo>
                      <a:pt x="2" y="13"/>
                    </a:lnTo>
                    <a:lnTo>
                      <a:pt x="3" y="11"/>
                    </a:lnTo>
                    <a:lnTo>
                      <a:pt x="5" y="9"/>
                    </a:lnTo>
                    <a:lnTo>
                      <a:pt x="8" y="7"/>
                    </a:lnTo>
                    <a:lnTo>
                      <a:pt x="10" y="7"/>
                    </a:lnTo>
                    <a:lnTo>
                      <a:pt x="32" y="7"/>
                    </a:lnTo>
                    <a:lnTo>
                      <a:pt x="34" y="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5" name="Group 434">
              <a:extLst>
                <a:ext uri="{FF2B5EF4-FFF2-40B4-BE49-F238E27FC236}">
                  <a16:creationId xmlns:a16="http://schemas.microsoft.com/office/drawing/2014/main" id="{0A32ACBA-2C41-29BA-9234-533113C1ED88}"/>
                </a:ext>
              </a:extLst>
            </p:cNvPr>
            <p:cNvGrpSpPr>
              <a:grpSpLocks/>
            </p:cNvGrpSpPr>
            <p:nvPr/>
          </p:nvGrpSpPr>
          <p:grpSpPr bwMode="auto">
            <a:xfrm>
              <a:off x="8786" y="6082"/>
              <a:ext cx="35" cy="56"/>
              <a:chOff x="8786" y="6082"/>
              <a:chExt cx="35" cy="56"/>
            </a:xfrm>
          </p:grpSpPr>
          <p:sp>
            <p:nvSpPr>
              <p:cNvPr id="756" name="Freeform 5687">
                <a:extLst>
                  <a:ext uri="{FF2B5EF4-FFF2-40B4-BE49-F238E27FC236}">
                    <a16:creationId xmlns:a16="http://schemas.microsoft.com/office/drawing/2014/main" id="{062FF3EB-9145-A083-0F51-B5EA69E97BED}"/>
                  </a:ext>
                </a:extLst>
              </p:cNvPr>
              <p:cNvSpPr>
                <a:spLocks/>
              </p:cNvSpPr>
              <p:nvPr/>
            </p:nvSpPr>
            <p:spPr bwMode="auto">
              <a:xfrm>
                <a:off x="8786" y="6082"/>
                <a:ext cx="35" cy="56"/>
              </a:xfrm>
              <a:custGeom>
                <a:avLst/>
                <a:gdLst>
                  <a:gd name="T0" fmla="+- 0 8807 8786"/>
                  <a:gd name="T1" fmla="*/ T0 w 35"/>
                  <a:gd name="T2" fmla="+- 0 6082 6082"/>
                  <a:gd name="T3" fmla="*/ 6082 h 56"/>
                  <a:gd name="T4" fmla="+- 0 8801 8786"/>
                  <a:gd name="T5" fmla="*/ T4 w 35"/>
                  <a:gd name="T6" fmla="+- 0 6082 6082"/>
                  <a:gd name="T7" fmla="*/ 6082 h 56"/>
                  <a:gd name="T8" fmla="+- 0 8798 8786"/>
                  <a:gd name="T9" fmla="*/ T8 w 35"/>
                  <a:gd name="T10" fmla="+- 0 6083 6082"/>
                  <a:gd name="T11" fmla="*/ 6083 h 56"/>
                  <a:gd name="T12" fmla="+- 0 8793 8786"/>
                  <a:gd name="T13" fmla="*/ T12 w 35"/>
                  <a:gd name="T14" fmla="+- 0 6087 6082"/>
                  <a:gd name="T15" fmla="*/ 6087 h 56"/>
                  <a:gd name="T16" fmla="+- 0 8790 8786"/>
                  <a:gd name="T17" fmla="*/ T16 w 35"/>
                  <a:gd name="T18" fmla="+- 0 6090 6082"/>
                  <a:gd name="T19" fmla="*/ 6090 h 56"/>
                  <a:gd name="T20" fmla="+- 0 8787 8786"/>
                  <a:gd name="T21" fmla="*/ T20 w 35"/>
                  <a:gd name="T22" fmla="+- 0 6099 6082"/>
                  <a:gd name="T23" fmla="*/ 6099 h 56"/>
                  <a:gd name="T24" fmla="+- 0 8786 8786"/>
                  <a:gd name="T25" fmla="*/ T24 w 35"/>
                  <a:gd name="T26" fmla="+- 0 6104 6082"/>
                  <a:gd name="T27" fmla="*/ 6104 h 56"/>
                  <a:gd name="T28" fmla="+- 0 8786 8786"/>
                  <a:gd name="T29" fmla="*/ T28 w 35"/>
                  <a:gd name="T30" fmla="+- 0 6117 6082"/>
                  <a:gd name="T31" fmla="*/ 6117 h 56"/>
                  <a:gd name="T32" fmla="+- 0 8787 8786"/>
                  <a:gd name="T33" fmla="*/ T32 w 35"/>
                  <a:gd name="T34" fmla="+- 0 6123 6082"/>
                  <a:gd name="T35" fmla="*/ 6123 h 56"/>
                  <a:gd name="T36" fmla="+- 0 8793 8786"/>
                  <a:gd name="T37" fmla="*/ T36 w 35"/>
                  <a:gd name="T38" fmla="+- 0 6134 6082"/>
                  <a:gd name="T39" fmla="*/ 6134 h 56"/>
                  <a:gd name="T40" fmla="+- 0 8798 8786"/>
                  <a:gd name="T41" fmla="*/ T40 w 35"/>
                  <a:gd name="T42" fmla="+- 0 6137 6082"/>
                  <a:gd name="T43" fmla="*/ 6137 h 56"/>
                  <a:gd name="T44" fmla="+- 0 8805 8786"/>
                  <a:gd name="T45" fmla="*/ T44 w 35"/>
                  <a:gd name="T46" fmla="+- 0 6137 6082"/>
                  <a:gd name="T47" fmla="*/ 6137 h 56"/>
                  <a:gd name="T48" fmla="+- 0 8808 8786"/>
                  <a:gd name="T49" fmla="*/ T48 w 35"/>
                  <a:gd name="T50" fmla="+- 0 6136 6082"/>
                  <a:gd name="T51" fmla="*/ 6136 h 56"/>
                  <a:gd name="T52" fmla="+- 0 8810 8786"/>
                  <a:gd name="T53" fmla="*/ T52 w 35"/>
                  <a:gd name="T54" fmla="+- 0 6135 6082"/>
                  <a:gd name="T55" fmla="*/ 6135 h 56"/>
                  <a:gd name="T56" fmla="+- 0 8800 8786"/>
                  <a:gd name="T57" fmla="*/ T56 w 35"/>
                  <a:gd name="T58" fmla="+- 0 6135 6082"/>
                  <a:gd name="T59" fmla="*/ 6135 h 56"/>
                  <a:gd name="T60" fmla="+- 0 8798 8786"/>
                  <a:gd name="T61" fmla="*/ T60 w 35"/>
                  <a:gd name="T62" fmla="+- 0 6133 6082"/>
                  <a:gd name="T63" fmla="*/ 6133 h 56"/>
                  <a:gd name="T64" fmla="+- 0 8794 8786"/>
                  <a:gd name="T65" fmla="*/ T64 w 35"/>
                  <a:gd name="T66" fmla="+- 0 6125 6082"/>
                  <a:gd name="T67" fmla="*/ 6125 h 56"/>
                  <a:gd name="T68" fmla="+- 0 8794 8786"/>
                  <a:gd name="T69" fmla="*/ T68 w 35"/>
                  <a:gd name="T70" fmla="+- 0 6119 6082"/>
                  <a:gd name="T71" fmla="*/ 6119 h 56"/>
                  <a:gd name="T72" fmla="+- 0 8794 8786"/>
                  <a:gd name="T73" fmla="*/ T72 w 35"/>
                  <a:gd name="T74" fmla="+- 0 6104 6082"/>
                  <a:gd name="T75" fmla="*/ 6104 h 56"/>
                  <a:gd name="T76" fmla="+- 0 8803 8786"/>
                  <a:gd name="T77" fmla="*/ T76 w 35"/>
                  <a:gd name="T78" fmla="+- 0 6085 6082"/>
                  <a:gd name="T79" fmla="*/ 6085 h 56"/>
                  <a:gd name="T80" fmla="+- 0 8811 8786"/>
                  <a:gd name="T81" fmla="*/ T80 w 35"/>
                  <a:gd name="T82" fmla="+- 0 6085 6082"/>
                  <a:gd name="T83" fmla="*/ 6085 h 56"/>
                  <a:gd name="T84" fmla="+- 0 8811 8786"/>
                  <a:gd name="T85" fmla="*/ T84 w 35"/>
                  <a:gd name="T86" fmla="+- 0 6084 6082"/>
                  <a:gd name="T87" fmla="*/ 6084 h 56"/>
                  <a:gd name="T88" fmla="+- 0 8807 8786"/>
                  <a:gd name="T89" fmla="*/ T88 w 35"/>
                  <a:gd name="T90" fmla="+- 0 6082 6082"/>
                  <a:gd name="T91" fmla="*/ 608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57" name="Freeform 5688">
                <a:extLst>
                  <a:ext uri="{FF2B5EF4-FFF2-40B4-BE49-F238E27FC236}">
                    <a16:creationId xmlns:a16="http://schemas.microsoft.com/office/drawing/2014/main" id="{F8204F58-E35A-4AB0-341C-EABD7922B5A8}"/>
                  </a:ext>
                </a:extLst>
              </p:cNvPr>
              <p:cNvSpPr>
                <a:spLocks/>
              </p:cNvSpPr>
              <p:nvPr/>
            </p:nvSpPr>
            <p:spPr bwMode="auto">
              <a:xfrm>
                <a:off x="8786" y="6082"/>
                <a:ext cx="35" cy="56"/>
              </a:xfrm>
              <a:custGeom>
                <a:avLst/>
                <a:gdLst>
                  <a:gd name="T0" fmla="+- 0 8811 8786"/>
                  <a:gd name="T1" fmla="*/ T0 w 35"/>
                  <a:gd name="T2" fmla="+- 0 6085 6082"/>
                  <a:gd name="T3" fmla="*/ 6085 h 56"/>
                  <a:gd name="T4" fmla="+- 0 8803 8786"/>
                  <a:gd name="T5" fmla="*/ T4 w 35"/>
                  <a:gd name="T6" fmla="+- 0 6085 6082"/>
                  <a:gd name="T7" fmla="*/ 6085 h 56"/>
                  <a:gd name="T8" fmla="+- 0 8807 8786"/>
                  <a:gd name="T9" fmla="*/ T8 w 35"/>
                  <a:gd name="T10" fmla="+- 0 6086 6082"/>
                  <a:gd name="T11" fmla="*/ 6086 h 56"/>
                  <a:gd name="T12" fmla="+- 0 8809 8786"/>
                  <a:gd name="T13" fmla="*/ T12 w 35"/>
                  <a:gd name="T14" fmla="+- 0 6087 6082"/>
                  <a:gd name="T15" fmla="*/ 6087 h 56"/>
                  <a:gd name="T16" fmla="+- 0 8810 8786"/>
                  <a:gd name="T17" fmla="*/ T16 w 35"/>
                  <a:gd name="T18" fmla="+- 0 6089 6082"/>
                  <a:gd name="T19" fmla="*/ 6089 h 56"/>
                  <a:gd name="T20" fmla="+- 0 8812 8786"/>
                  <a:gd name="T21" fmla="*/ T20 w 35"/>
                  <a:gd name="T22" fmla="+- 0 6096 6082"/>
                  <a:gd name="T23" fmla="*/ 6096 h 56"/>
                  <a:gd name="T24" fmla="+- 0 8812 8786"/>
                  <a:gd name="T25" fmla="*/ T24 w 35"/>
                  <a:gd name="T26" fmla="+- 0 6099 6082"/>
                  <a:gd name="T27" fmla="*/ 6099 h 56"/>
                  <a:gd name="T28" fmla="+- 0 8812 8786"/>
                  <a:gd name="T29" fmla="*/ T28 w 35"/>
                  <a:gd name="T30" fmla="+- 0 6117 6082"/>
                  <a:gd name="T31" fmla="*/ 6117 h 56"/>
                  <a:gd name="T32" fmla="+- 0 8812 8786"/>
                  <a:gd name="T33" fmla="*/ T32 w 35"/>
                  <a:gd name="T34" fmla="+- 0 6122 6082"/>
                  <a:gd name="T35" fmla="*/ 6122 h 56"/>
                  <a:gd name="T36" fmla="+- 0 8810 8786"/>
                  <a:gd name="T37" fmla="*/ T36 w 35"/>
                  <a:gd name="T38" fmla="+- 0 6130 6082"/>
                  <a:gd name="T39" fmla="*/ 6130 h 56"/>
                  <a:gd name="T40" fmla="+- 0 8809 8786"/>
                  <a:gd name="T41" fmla="*/ T40 w 35"/>
                  <a:gd name="T42" fmla="+- 0 6132 6082"/>
                  <a:gd name="T43" fmla="*/ 6132 h 56"/>
                  <a:gd name="T44" fmla="+- 0 8807 8786"/>
                  <a:gd name="T45" fmla="*/ T44 w 35"/>
                  <a:gd name="T46" fmla="+- 0 6133 6082"/>
                  <a:gd name="T47" fmla="*/ 6133 h 56"/>
                  <a:gd name="T48" fmla="+- 0 8803 8786"/>
                  <a:gd name="T49" fmla="*/ T48 w 35"/>
                  <a:gd name="T50" fmla="+- 0 6135 6082"/>
                  <a:gd name="T51" fmla="*/ 6135 h 56"/>
                  <a:gd name="T52" fmla="+- 0 8810 8786"/>
                  <a:gd name="T53" fmla="*/ T52 w 35"/>
                  <a:gd name="T54" fmla="+- 0 6135 6082"/>
                  <a:gd name="T55" fmla="*/ 6135 h 56"/>
                  <a:gd name="T56" fmla="+- 0 8820 8786"/>
                  <a:gd name="T57" fmla="*/ T56 w 35"/>
                  <a:gd name="T58" fmla="+- 0 6101 6082"/>
                  <a:gd name="T59" fmla="*/ 6101 h 56"/>
                  <a:gd name="T60" fmla="+- 0 8818 8786"/>
                  <a:gd name="T61" fmla="*/ T60 w 35"/>
                  <a:gd name="T62" fmla="+- 0 6094 6082"/>
                  <a:gd name="T63" fmla="*/ 6094 h 56"/>
                  <a:gd name="T64" fmla="+- 0 8811 8786"/>
                  <a:gd name="T65" fmla="*/ T64 w 35"/>
                  <a:gd name="T66" fmla="+- 0 6085 6082"/>
                  <a:gd name="T67" fmla="*/ 608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6" name="Group 435">
              <a:extLst>
                <a:ext uri="{FF2B5EF4-FFF2-40B4-BE49-F238E27FC236}">
                  <a16:creationId xmlns:a16="http://schemas.microsoft.com/office/drawing/2014/main" id="{EF90567B-E8AA-3C9B-AA08-9CAE5E94B1A4}"/>
                </a:ext>
              </a:extLst>
            </p:cNvPr>
            <p:cNvGrpSpPr>
              <a:grpSpLocks/>
            </p:cNvGrpSpPr>
            <p:nvPr/>
          </p:nvGrpSpPr>
          <p:grpSpPr bwMode="auto">
            <a:xfrm>
              <a:off x="215" y="6082"/>
              <a:ext cx="9062" cy="335"/>
              <a:chOff x="215" y="6082"/>
              <a:chExt cx="9062" cy="335"/>
            </a:xfrm>
          </p:grpSpPr>
          <p:sp>
            <p:nvSpPr>
              <p:cNvPr id="752" name="Freeform 5690">
                <a:extLst>
                  <a:ext uri="{FF2B5EF4-FFF2-40B4-BE49-F238E27FC236}">
                    <a16:creationId xmlns:a16="http://schemas.microsoft.com/office/drawing/2014/main" id="{FCB2A608-371E-ADA3-0C70-6F8E67A0669F}"/>
                  </a:ext>
                </a:extLst>
              </p:cNvPr>
              <p:cNvSpPr>
                <a:spLocks/>
              </p:cNvSpPr>
              <p:nvPr/>
            </p:nvSpPr>
            <p:spPr bwMode="auto">
              <a:xfrm>
                <a:off x="9241" y="6082"/>
                <a:ext cx="36" cy="55"/>
              </a:xfrm>
              <a:custGeom>
                <a:avLst/>
                <a:gdLst>
                  <a:gd name="T0" fmla="+- 0 9270 9241"/>
                  <a:gd name="T1" fmla="*/ T0 w 36"/>
                  <a:gd name="T2" fmla="+- 0 6088 6082"/>
                  <a:gd name="T3" fmla="*/ 6088 h 55"/>
                  <a:gd name="T4" fmla="+- 0 9258 9241"/>
                  <a:gd name="T5" fmla="*/ T4 w 36"/>
                  <a:gd name="T6" fmla="+- 0 6088 6082"/>
                  <a:gd name="T7" fmla="*/ 6088 h 55"/>
                  <a:gd name="T8" fmla="+- 0 9261 9241"/>
                  <a:gd name="T9" fmla="*/ T8 w 36"/>
                  <a:gd name="T10" fmla="+- 0 6089 6082"/>
                  <a:gd name="T11" fmla="*/ 6089 h 55"/>
                  <a:gd name="T12" fmla="+- 0 9265 9241"/>
                  <a:gd name="T13" fmla="*/ T12 w 36"/>
                  <a:gd name="T14" fmla="+- 0 6094 6082"/>
                  <a:gd name="T15" fmla="*/ 6094 h 55"/>
                  <a:gd name="T16" fmla="+- 0 9266 9241"/>
                  <a:gd name="T17" fmla="*/ T16 w 36"/>
                  <a:gd name="T18" fmla="+- 0 6096 6082"/>
                  <a:gd name="T19" fmla="*/ 6096 h 55"/>
                  <a:gd name="T20" fmla="+- 0 9266 9241"/>
                  <a:gd name="T21" fmla="*/ T20 w 36"/>
                  <a:gd name="T22" fmla="+- 0 6104 6082"/>
                  <a:gd name="T23" fmla="*/ 6104 h 55"/>
                  <a:gd name="T24" fmla="+- 0 9264 9241"/>
                  <a:gd name="T25" fmla="*/ T24 w 36"/>
                  <a:gd name="T26" fmla="+- 0 6109 6082"/>
                  <a:gd name="T27" fmla="*/ 6109 h 55"/>
                  <a:gd name="T28" fmla="+- 0 9257 9241"/>
                  <a:gd name="T29" fmla="*/ T28 w 36"/>
                  <a:gd name="T30" fmla="+- 0 6120 6082"/>
                  <a:gd name="T31" fmla="*/ 6120 h 55"/>
                  <a:gd name="T32" fmla="+- 0 9250 9241"/>
                  <a:gd name="T33" fmla="*/ T32 w 36"/>
                  <a:gd name="T34" fmla="+- 0 6127 6082"/>
                  <a:gd name="T35" fmla="*/ 6127 h 55"/>
                  <a:gd name="T36" fmla="+- 0 9241 9241"/>
                  <a:gd name="T37" fmla="*/ T36 w 36"/>
                  <a:gd name="T38" fmla="+- 0 6135 6082"/>
                  <a:gd name="T39" fmla="*/ 6135 h 55"/>
                  <a:gd name="T40" fmla="+- 0 9241 9241"/>
                  <a:gd name="T41" fmla="*/ T40 w 36"/>
                  <a:gd name="T42" fmla="+- 0 6137 6082"/>
                  <a:gd name="T43" fmla="*/ 6137 h 55"/>
                  <a:gd name="T44" fmla="+- 0 9272 9241"/>
                  <a:gd name="T45" fmla="*/ T44 w 36"/>
                  <a:gd name="T46" fmla="+- 0 6137 6082"/>
                  <a:gd name="T47" fmla="*/ 6137 h 55"/>
                  <a:gd name="T48" fmla="+- 0 9274 9241"/>
                  <a:gd name="T49" fmla="*/ T48 w 36"/>
                  <a:gd name="T50" fmla="+- 0 6131 6082"/>
                  <a:gd name="T51" fmla="*/ 6131 h 55"/>
                  <a:gd name="T52" fmla="+- 0 9249 9241"/>
                  <a:gd name="T53" fmla="*/ T52 w 36"/>
                  <a:gd name="T54" fmla="+- 0 6131 6082"/>
                  <a:gd name="T55" fmla="*/ 6131 h 55"/>
                  <a:gd name="T56" fmla="+- 0 9251 9241"/>
                  <a:gd name="T57" fmla="*/ T56 w 36"/>
                  <a:gd name="T58" fmla="+- 0 6129 6082"/>
                  <a:gd name="T59" fmla="*/ 6129 h 55"/>
                  <a:gd name="T60" fmla="+- 0 9273 9241"/>
                  <a:gd name="T61" fmla="*/ T60 w 36"/>
                  <a:gd name="T62" fmla="+- 0 6099 6082"/>
                  <a:gd name="T63" fmla="*/ 6099 h 55"/>
                  <a:gd name="T64" fmla="+- 0 9273 9241"/>
                  <a:gd name="T65" fmla="*/ T64 w 36"/>
                  <a:gd name="T66" fmla="+- 0 6092 6082"/>
                  <a:gd name="T67" fmla="*/ 6092 h 55"/>
                  <a:gd name="T68" fmla="+- 0 9271 9241"/>
                  <a:gd name="T69" fmla="*/ T68 w 36"/>
                  <a:gd name="T70" fmla="+- 0 6089 6082"/>
                  <a:gd name="T71" fmla="*/ 6089 h 55"/>
                  <a:gd name="T72" fmla="+- 0 9270 9241"/>
                  <a:gd name="T73" fmla="*/ T72 w 36"/>
                  <a:gd name="T74" fmla="+- 0 6088 6082"/>
                  <a:gd name="T75" fmla="*/ 6088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7" y="6"/>
                    </a:lnTo>
                    <a:lnTo>
                      <a:pt x="20" y="7"/>
                    </a:lnTo>
                    <a:lnTo>
                      <a:pt x="24" y="12"/>
                    </a:lnTo>
                    <a:lnTo>
                      <a:pt x="25" y="14"/>
                    </a:lnTo>
                    <a:lnTo>
                      <a:pt x="25" y="22"/>
                    </a:lnTo>
                    <a:lnTo>
                      <a:pt x="23" y="27"/>
                    </a:lnTo>
                    <a:lnTo>
                      <a:pt x="16" y="38"/>
                    </a:lnTo>
                    <a:lnTo>
                      <a:pt x="9" y="45"/>
                    </a:lnTo>
                    <a:lnTo>
                      <a:pt x="0" y="53"/>
                    </a:lnTo>
                    <a:lnTo>
                      <a:pt x="0" y="55"/>
                    </a:lnTo>
                    <a:lnTo>
                      <a:pt x="31" y="55"/>
                    </a:lnTo>
                    <a:lnTo>
                      <a:pt x="33" y="49"/>
                    </a:lnTo>
                    <a:lnTo>
                      <a:pt x="8" y="49"/>
                    </a:lnTo>
                    <a:lnTo>
                      <a:pt x="10" y="47"/>
                    </a:lnTo>
                    <a:lnTo>
                      <a:pt x="32" y="17"/>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53" name="Freeform 5691">
                <a:extLst>
                  <a:ext uri="{FF2B5EF4-FFF2-40B4-BE49-F238E27FC236}">
                    <a16:creationId xmlns:a16="http://schemas.microsoft.com/office/drawing/2014/main" id="{8589E269-A53C-4E71-E872-1722CB8B4319}"/>
                  </a:ext>
                </a:extLst>
              </p:cNvPr>
              <p:cNvSpPr>
                <a:spLocks/>
              </p:cNvSpPr>
              <p:nvPr/>
            </p:nvSpPr>
            <p:spPr bwMode="auto">
              <a:xfrm>
                <a:off x="9241" y="6082"/>
                <a:ext cx="36" cy="55"/>
              </a:xfrm>
              <a:custGeom>
                <a:avLst/>
                <a:gdLst>
                  <a:gd name="T0" fmla="+- 0 9276 9241"/>
                  <a:gd name="T1" fmla="*/ T0 w 36"/>
                  <a:gd name="T2" fmla="+- 0 6126 6082"/>
                  <a:gd name="T3" fmla="*/ 6126 h 55"/>
                  <a:gd name="T4" fmla="+- 0 9275 9241"/>
                  <a:gd name="T5" fmla="*/ T4 w 36"/>
                  <a:gd name="T6" fmla="+- 0 6126 6082"/>
                  <a:gd name="T7" fmla="*/ 6126 h 55"/>
                  <a:gd name="T8" fmla="+- 0 9272 9241"/>
                  <a:gd name="T9" fmla="*/ T8 w 36"/>
                  <a:gd name="T10" fmla="+- 0 6129 6082"/>
                  <a:gd name="T11" fmla="*/ 6129 h 55"/>
                  <a:gd name="T12" fmla="+- 0 9269 9241"/>
                  <a:gd name="T13" fmla="*/ T12 w 36"/>
                  <a:gd name="T14" fmla="+- 0 6130 6082"/>
                  <a:gd name="T15" fmla="*/ 6130 h 55"/>
                  <a:gd name="T16" fmla="+- 0 9266 9241"/>
                  <a:gd name="T17" fmla="*/ T16 w 36"/>
                  <a:gd name="T18" fmla="+- 0 6131 6082"/>
                  <a:gd name="T19" fmla="*/ 6131 h 55"/>
                  <a:gd name="T20" fmla="+- 0 9274 9241"/>
                  <a:gd name="T21" fmla="*/ T20 w 36"/>
                  <a:gd name="T22" fmla="+- 0 6131 6082"/>
                  <a:gd name="T23" fmla="*/ 6131 h 55"/>
                  <a:gd name="T24" fmla="+- 0 9276 9241"/>
                  <a:gd name="T25" fmla="*/ T24 w 36"/>
                  <a:gd name="T26" fmla="+- 0 6126 6082"/>
                  <a:gd name="T27" fmla="*/ 6126 h 55"/>
                </a:gdLst>
                <a:ahLst/>
                <a:cxnLst>
                  <a:cxn ang="0">
                    <a:pos x="T1" y="T3"/>
                  </a:cxn>
                  <a:cxn ang="0">
                    <a:pos x="T5" y="T7"/>
                  </a:cxn>
                  <a:cxn ang="0">
                    <a:pos x="T9" y="T11"/>
                  </a:cxn>
                  <a:cxn ang="0">
                    <a:pos x="T13" y="T15"/>
                  </a:cxn>
                  <a:cxn ang="0">
                    <a:pos x="T17" y="T19"/>
                  </a:cxn>
                  <a:cxn ang="0">
                    <a:pos x="T21" y="T23"/>
                  </a:cxn>
                  <a:cxn ang="0">
                    <a:pos x="T25" y="T27"/>
                  </a:cxn>
                </a:cxnLst>
                <a:rect l="0" t="0" r="r" b="b"/>
                <a:pathLst>
                  <a:path w="36" h="55">
                    <a:moveTo>
                      <a:pt x="35" y="44"/>
                    </a:moveTo>
                    <a:lnTo>
                      <a:pt x="34" y="44"/>
                    </a:lnTo>
                    <a:lnTo>
                      <a:pt x="31" y="47"/>
                    </a:lnTo>
                    <a:lnTo>
                      <a:pt x="28" y="48"/>
                    </a:lnTo>
                    <a:lnTo>
                      <a:pt x="25" y="49"/>
                    </a:lnTo>
                    <a:lnTo>
                      <a:pt x="33" y="49"/>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54" name="Freeform 5692">
                <a:extLst>
                  <a:ext uri="{FF2B5EF4-FFF2-40B4-BE49-F238E27FC236}">
                    <a16:creationId xmlns:a16="http://schemas.microsoft.com/office/drawing/2014/main" id="{63933925-A4C9-B8FD-E32D-5B8AF1F3E264}"/>
                  </a:ext>
                </a:extLst>
              </p:cNvPr>
              <p:cNvSpPr>
                <a:spLocks/>
              </p:cNvSpPr>
              <p:nvPr/>
            </p:nvSpPr>
            <p:spPr bwMode="auto">
              <a:xfrm>
                <a:off x="9241" y="6082"/>
                <a:ext cx="36" cy="55"/>
              </a:xfrm>
              <a:custGeom>
                <a:avLst/>
                <a:gdLst>
                  <a:gd name="T0" fmla="+- 0 9262 9241"/>
                  <a:gd name="T1" fmla="*/ T0 w 36"/>
                  <a:gd name="T2" fmla="+- 0 6082 6082"/>
                  <a:gd name="T3" fmla="*/ 6082 h 55"/>
                  <a:gd name="T4" fmla="+- 0 9254 9241"/>
                  <a:gd name="T5" fmla="*/ T4 w 36"/>
                  <a:gd name="T6" fmla="+- 0 6082 6082"/>
                  <a:gd name="T7" fmla="*/ 6082 h 55"/>
                  <a:gd name="T8" fmla="+- 0 9250 9241"/>
                  <a:gd name="T9" fmla="*/ T8 w 36"/>
                  <a:gd name="T10" fmla="+- 0 6083 6082"/>
                  <a:gd name="T11" fmla="*/ 6083 h 55"/>
                  <a:gd name="T12" fmla="+- 0 9245 9241"/>
                  <a:gd name="T13" fmla="*/ T12 w 36"/>
                  <a:gd name="T14" fmla="+- 0 6089 6082"/>
                  <a:gd name="T15" fmla="*/ 6089 h 55"/>
                  <a:gd name="T16" fmla="+- 0 9243 9241"/>
                  <a:gd name="T17" fmla="*/ T16 w 36"/>
                  <a:gd name="T18" fmla="+- 0 6092 6082"/>
                  <a:gd name="T19" fmla="*/ 6092 h 55"/>
                  <a:gd name="T20" fmla="+- 0 9242 9241"/>
                  <a:gd name="T21" fmla="*/ T20 w 36"/>
                  <a:gd name="T22" fmla="+- 0 6097 6082"/>
                  <a:gd name="T23" fmla="*/ 6097 h 55"/>
                  <a:gd name="T24" fmla="+- 0 9244 9241"/>
                  <a:gd name="T25" fmla="*/ T24 w 36"/>
                  <a:gd name="T26" fmla="+- 0 6097 6082"/>
                  <a:gd name="T27" fmla="*/ 6097 h 55"/>
                  <a:gd name="T28" fmla="+- 0 9245 9241"/>
                  <a:gd name="T29" fmla="*/ T28 w 36"/>
                  <a:gd name="T30" fmla="+- 0 6094 6082"/>
                  <a:gd name="T31" fmla="*/ 6094 h 55"/>
                  <a:gd name="T32" fmla="+- 0 9246 9241"/>
                  <a:gd name="T33" fmla="*/ T32 w 36"/>
                  <a:gd name="T34" fmla="+- 0 6092 6082"/>
                  <a:gd name="T35" fmla="*/ 6092 h 55"/>
                  <a:gd name="T36" fmla="+- 0 9251 9241"/>
                  <a:gd name="T37" fmla="*/ T36 w 36"/>
                  <a:gd name="T38" fmla="+- 0 6089 6082"/>
                  <a:gd name="T39" fmla="*/ 6089 h 55"/>
                  <a:gd name="T40" fmla="+- 0 9253 9241"/>
                  <a:gd name="T41" fmla="*/ T40 w 36"/>
                  <a:gd name="T42" fmla="+- 0 6088 6082"/>
                  <a:gd name="T43" fmla="*/ 6088 h 55"/>
                  <a:gd name="T44" fmla="+- 0 9270 9241"/>
                  <a:gd name="T45" fmla="*/ T44 w 36"/>
                  <a:gd name="T46" fmla="+- 0 6088 6082"/>
                  <a:gd name="T47" fmla="*/ 6088 h 55"/>
                  <a:gd name="T48" fmla="+- 0 9266 9241"/>
                  <a:gd name="T49" fmla="*/ T48 w 36"/>
                  <a:gd name="T50" fmla="+- 0 6084 6082"/>
                  <a:gd name="T51" fmla="*/ 6084 h 55"/>
                  <a:gd name="T52" fmla="+- 0 9262 9241"/>
                  <a:gd name="T53" fmla="*/ T52 w 36"/>
                  <a:gd name="T54" fmla="+- 0 6082 6082"/>
                  <a:gd name="T55" fmla="*/ 608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7"/>
                    </a:lnTo>
                    <a:lnTo>
                      <a:pt x="2" y="10"/>
                    </a:lnTo>
                    <a:lnTo>
                      <a:pt x="1" y="15"/>
                    </a:lnTo>
                    <a:lnTo>
                      <a:pt x="3" y="15"/>
                    </a:lnTo>
                    <a:lnTo>
                      <a:pt x="4" y="12"/>
                    </a:lnTo>
                    <a:lnTo>
                      <a:pt x="5" y="10"/>
                    </a:lnTo>
                    <a:lnTo>
                      <a:pt x="10" y="7"/>
                    </a:lnTo>
                    <a:lnTo>
                      <a:pt x="12" y="6"/>
                    </a:lnTo>
                    <a:lnTo>
                      <a:pt x="29" y="6"/>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755" name="Picture 754">
                <a:extLst>
                  <a:ext uri="{FF2B5EF4-FFF2-40B4-BE49-F238E27FC236}">
                    <a16:creationId xmlns:a16="http://schemas.microsoft.com/office/drawing/2014/main" id="{338C83D8-1BE1-619C-A0CA-2CB213723A4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5" y="6345"/>
                <a:ext cx="380"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7" name="Group 436">
              <a:extLst>
                <a:ext uri="{FF2B5EF4-FFF2-40B4-BE49-F238E27FC236}">
                  <a16:creationId xmlns:a16="http://schemas.microsoft.com/office/drawing/2014/main" id="{BAF44318-B5AC-97FC-E6D4-012DB948DAE3}"/>
                </a:ext>
              </a:extLst>
            </p:cNvPr>
            <p:cNvGrpSpPr>
              <a:grpSpLocks/>
            </p:cNvGrpSpPr>
            <p:nvPr/>
          </p:nvGrpSpPr>
          <p:grpSpPr bwMode="auto">
            <a:xfrm>
              <a:off x="1028" y="6522"/>
              <a:ext cx="35" cy="56"/>
              <a:chOff x="1028" y="6522"/>
              <a:chExt cx="35" cy="56"/>
            </a:xfrm>
          </p:grpSpPr>
          <p:sp>
            <p:nvSpPr>
              <p:cNvPr id="750" name="Freeform 5695">
                <a:extLst>
                  <a:ext uri="{FF2B5EF4-FFF2-40B4-BE49-F238E27FC236}">
                    <a16:creationId xmlns:a16="http://schemas.microsoft.com/office/drawing/2014/main" id="{849EF709-81A8-8208-A05C-AD98411DF19F}"/>
                  </a:ext>
                </a:extLst>
              </p:cNvPr>
              <p:cNvSpPr>
                <a:spLocks/>
              </p:cNvSpPr>
              <p:nvPr/>
            </p:nvSpPr>
            <p:spPr bwMode="auto">
              <a:xfrm>
                <a:off x="1028" y="6522"/>
                <a:ext cx="35" cy="56"/>
              </a:xfrm>
              <a:custGeom>
                <a:avLst/>
                <a:gdLst>
                  <a:gd name="T0" fmla="+- 0 1050 1028"/>
                  <a:gd name="T1" fmla="*/ T0 w 35"/>
                  <a:gd name="T2" fmla="+- 0 6522 6522"/>
                  <a:gd name="T3" fmla="*/ 6522 h 56"/>
                  <a:gd name="T4" fmla="+- 0 1043 1028"/>
                  <a:gd name="T5" fmla="*/ T4 w 35"/>
                  <a:gd name="T6" fmla="+- 0 6522 6522"/>
                  <a:gd name="T7" fmla="*/ 6522 h 56"/>
                  <a:gd name="T8" fmla="+- 0 1041 1028"/>
                  <a:gd name="T9" fmla="*/ T8 w 35"/>
                  <a:gd name="T10" fmla="+- 0 6523 6522"/>
                  <a:gd name="T11" fmla="*/ 6523 h 56"/>
                  <a:gd name="T12" fmla="+- 0 1035 1028"/>
                  <a:gd name="T13" fmla="*/ T12 w 35"/>
                  <a:gd name="T14" fmla="+- 0 6527 6522"/>
                  <a:gd name="T15" fmla="*/ 6527 h 56"/>
                  <a:gd name="T16" fmla="+- 0 1033 1028"/>
                  <a:gd name="T17" fmla="*/ T16 w 35"/>
                  <a:gd name="T18" fmla="+- 0 6530 6522"/>
                  <a:gd name="T19" fmla="*/ 6530 h 56"/>
                  <a:gd name="T20" fmla="+- 0 1029 1028"/>
                  <a:gd name="T21" fmla="*/ T20 w 35"/>
                  <a:gd name="T22" fmla="+- 0 6539 6522"/>
                  <a:gd name="T23" fmla="*/ 6539 h 56"/>
                  <a:gd name="T24" fmla="+- 0 1028 1028"/>
                  <a:gd name="T25" fmla="*/ T24 w 35"/>
                  <a:gd name="T26" fmla="+- 0 6544 6522"/>
                  <a:gd name="T27" fmla="*/ 6544 h 56"/>
                  <a:gd name="T28" fmla="+- 0 1028 1028"/>
                  <a:gd name="T29" fmla="*/ T28 w 35"/>
                  <a:gd name="T30" fmla="+- 0 6557 6522"/>
                  <a:gd name="T31" fmla="*/ 6557 h 56"/>
                  <a:gd name="T32" fmla="+- 0 1030 1028"/>
                  <a:gd name="T33" fmla="*/ T32 w 35"/>
                  <a:gd name="T34" fmla="+- 0 6564 6522"/>
                  <a:gd name="T35" fmla="*/ 6564 h 56"/>
                  <a:gd name="T36" fmla="+- 0 1036 1028"/>
                  <a:gd name="T37" fmla="*/ T36 w 35"/>
                  <a:gd name="T38" fmla="+- 0 6575 6522"/>
                  <a:gd name="T39" fmla="*/ 6575 h 56"/>
                  <a:gd name="T40" fmla="+- 0 1040 1028"/>
                  <a:gd name="T41" fmla="*/ T40 w 35"/>
                  <a:gd name="T42" fmla="+- 0 6578 6522"/>
                  <a:gd name="T43" fmla="*/ 6578 h 56"/>
                  <a:gd name="T44" fmla="+- 0 1048 1028"/>
                  <a:gd name="T45" fmla="*/ T44 w 35"/>
                  <a:gd name="T46" fmla="+- 0 6578 6522"/>
                  <a:gd name="T47" fmla="*/ 6578 h 56"/>
                  <a:gd name="T48" fmla="+- 0 1050 1028"/>
                  <a:gd name="T49" fmla="*/ T48 w 35"/>
                  <a:gd name="T50" fmla="+- 0 6577 6522"/>
                  <a:gd name="T51" fmla="*/ 6577 h 56"/>
                  <a:gd name="T52" fmla="+- 0 1053 1028"/>
                  <a:gd name="T53" fmla="*/ T52 w 35"/>
                  <a:gd name="T54" fmla="+- 0 6575 6522"/>
                  <a:gd name="T55" fmla="*/ 6575 h 56"/>
                  <a:gd name="T56" fmla="+- 0 1042 1028"/>
                  <a:gd name="T57" fmla="*/ T56 w 35"/>
                  <a:gd name="T58" fmla="+- 0 6575 6522"/>
                  <a:gd name="T59" fmla="*/ 6575 h 56"/>
                  <a:gd name="T60" fmla="+- 0 1040 1028"/>
                  <a:gd name="T61" fmla="*/ T60 w 35"/>
                  <a:gd name="T62" fmla="+- 0 6573 6522"/>
                  <a:gd name="T63" fmla="*/ 6573 h 56"/>
                  <a:gd name="T64" fmla="+- 0 1039 1028"/>
                  <a:gd name="T65" fmla="*/ T64 w 35"/>
                  <a:gd name="T66" fmla="+- 0 6569 6522"/>
                  <a:gd name="T67" fmla="*/ 6569 h 56"/>
                  <a:gd name="T68" fmla="+- 0 1037 1028"/>
                  <a:gd name="T69" fmla="*/ T68 w 35"/>
                  <a:gd name="T70" fmla="+- 0 6565 6522"/>
                  <a:gd name="T71" fmla="*/ 6565 h 56"/>
                  <a:gd name="T72" fmla="+- 0 1036 1028"/>
                  <a:gd name="T73" fmla="*/ T72 w 35"/>
                  <a:gd name="T74" fmla="+- 0 6559 6522"/>
                  <a:gd name="T75" fmla="*/ 6559 h 56"/>
                  <a:gd name="T76" fmla="+- 0 1046 1028"/>
                  <a:gd name="T77" fmla="*/ T76 w 35"/>
                  <a:gd name="T78" fmla="+- 0 6525 6522"/>
                  <a:gd name="T79" fmla="*/ 6525 h 56"/>
                  <a:gd name="T80" fmla="+- 0 1054 1028"/>
                  <a:gd name="T81" fmla="*/ T80 w 35"/>
                  <a:gd name="T82" fmla="+- 0 6525 6522"/>
                  <a:gd name="T83" fmla="*/ 6525 h 56"/>
                  <a:gd name="T84" fmla="+- 0 1053 1028"/>
                  <a:gd name="T85" fmla="*/ T84 w 35"/>
                  <a:gd name="T86" fmla="+- 0 6524 6522"/>
                  <a:gd name="T87" fmla="*/ 6524 h 56"/>
                  <a:gd name="T88" fmla="+- 0 1050 1028"/>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51" name="Freeform 5696">
                <a:extLst>
                  <a:ext uri="{FF2B5EF4-FFF2-40B4-BE49-F238E27FC236}">
                    <a16:creationId xmlns:a16="http://schemas.microsoft.com/office/drawing/2014/main" id="{B4C1A446-44A6-CFD8-2F87-3BF4F1C1275C}"/>
                  </a:ext>
                </a:extLst>
              </p:cNvPr>
              <p:cNvSpPr>
                <a:spLocks/>
              </p:cNvSpPr>
              <p:nvPr/>
            </p:nvSpPr>
            <p:spPr bwMode="auto">
              <a:xfrm>
                <a:off x="1028" y="6522"/>
                <a:ext cx="35" cy="56"/>
              </a:xfrm>
              <a:custGeom>
                <a:avLst/>
                <a:gdLst>
                  <a:gd name="T0" fmla="+- 0 1054 1028"/>
                  <a:gd name="T1" fmla="*/ T0 w 35"/>
                  <a:gd name="T2" fmla="+- 0 6525 6522"/>
                  <a:gd name="T3" fmla="*/ 6525 h 56"/>
                  <a:gd name="T4" fmla="+- 0 1046 1028"/>
                  <a:gd name="T5" fmla="*/ T4 w 35"/>
                  <a:gd name="T6" fmla="+- 0 6525 6522"/>
                  <a:gd name="T7" fmla="*/ 6525 h 56"/>
                  <a:gd name="T8" fmla="+- 0 1050 1028"/>
                  <a:gd name="T9" fmla="*/ T8 w 35"/>
                  <a:gd name="T10" fmla="+- 0 6526 6522"/>
                  <a:gd name="T11" fmla="*/ 6526 h 56"/>
                  <a:gd name="T12" fmla="+- 0 1051 1028"/>
                  <a:gd name="T13" fmla="*/ T12 w 35"/>
                  <a:gd name="T14" fmla="+- 0 6527 6522"/>
                  <a:gd name="T15" fmla="*/ 6527 h 56"/>
                  <a:gd name="T16" fmla="+- 0 1052 1028"/>
                  <a:gd name="T17" fmla="*/ T16 w 35"/>
                  <a:gd name="T18" fmla="+- 0 6530 6522"/>
                  <a:gd name="T19" fmla="*/ 6530 h 56"/>
                  <a:gd name="T20" fmla="+- 0 1054 1028"/>
                  <a:gd name="T21" fmla="*/ T20 w 35"/>
                  <a:gd name="T22" fmla="+- 0 6537 6522"/>
                  <a:gd name="T23" fmla="*/ 6537 h 56"/>
                  <a:gd name="T24" fmla="+- 0 1055 1028"/>
                  <a:gd name="T25" fmla="*/ T24 w 35"/>
                  <a:gd name="T26" fmla="+- 0 6539 6522"/>
                  <a:gd name="T27" fmla="*/ 6539 h 56"/>
                  <a:gd name="T28" fmla="+- 0 1055 1028"/>
                  <a:gd name="T29" fmla="*/ T28 w 35"/>
                  <a:gd name="T30" fmla="+- 0 6557 6522"/>
                  <a:gd name="T31" fmla="*/ 6557 h 56"/>
                  <a:gd name="T32" fmla="+- 0 1054 1028"/>
                  <a:gd name="T33" fmla="*/ T32 w 35"/>
                  <a:gd name="T34" fmla="+- 0 6562 6522"/>
                  <a:gd name="T35" fmla="*/ 6562 h 56"/>
                  <a:gd name="T36" fmla="+- 0 1052 1028"/>
                  <a:gd name="T37" fmla="*/ T36 w 35"/>
                  <a:gd name="T38" fmla="+- 0 6570 6522"/>
                  <a:gd name="T39" fmla="*/ 6570 h 56"/>
                  <a:gd name="T40" fmla="+- 0 1051 1028"/>
                  <a:gd name="T41" fmla="*/ T40 w 35"/>
                  <a:gd name="T42" fmla="+- 0 6572 6522"/>
                  <a:gd name="T43" fmla="*/ 6572 h 56"/>
                  <a:gd name="T44" fmla="+- 0 1050 1028"/>
                  <a:gd name="T45" fmla="*/ T44 w 35"/>
                  <a:gd name="T46" fmla="+- 0 6573 6522"/>
                  <a:gd name="T47" fmla="*/ 6573 h 56"/>
                  <a:gd name="T48" fmla="+- 0 1045 1028"/>
                  <a:gd name="T49" fmla="*/ T48 w 35"/>
                  <a:gd name="T50" fmla="+- 0 6575 6522"/>
                  <a:gd name="T51" fmla="*/ 6575 h 56"/>
                  <a:gd name="T52" fmla="+- 0 1053 1028"/>
                  <a:gd name="T53" fmla="*/ T52 w 35"/>
                  <a:gd name="T54" fmla="+- 0 6575 6522"/>
                  <a:gd name="T55" fmla="*/ 6575 h 56"/>
                  <a:gd name="T56" fmla="+- 0 1063 1028"/>
                  <a:gd name="T57" fmla="*/ T56 w 35"/>
                  <a:gd name="T58" fmla="+- 0 6541 6522"/>
                  <a:gd name="T59" fmla="*/ 6541 h 56"/>
                  <a:gd name="T60" fmla="+- 0 1061 1028"/>
                  <a:gd name="T61" fmla="*/ T60 w 35"/>
                  <a:gd name="T62" fmla="+- 0 6534 6522"/>
                  <a:gd name="T63" fmla="*/ 6534 h 56"/>
                  <a:gd name="T64" fmla="+- 0 1054 1028"/>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8" name="Group 437">
              <a:extLst>
                <a:ext uri="{FF2B5EF4-FFF2-40B4-BE49-F238E27FC236}">
                  <a16:creationId xmlns:a16="http://schemas.microsoft.com/office/drawing/2014/main" id="{AA66B529-F626-2A33-1ABF-9480DE575F2A}"/>
                </a:ext>
              </a:extLst>
            </p:cNvPr>
            <p:cNvGrpSpPr>
              <a:grpSpLocks/>
            </p:cNvGrpSpPr>
            <p:nvPr/>
          </p:nvGrpSpPr>
          <p:grpSpPr bwMode="auto">
            <a:xfrm>
              <a:off x="1485" y="6522"/>
              <a:ext cx="35" cy="56"/>
              <a:chOff x="1485" y="6522"/>
              <a:chExt cx="35" cy="56"/>
            </a:xfrm>
          </p:grpSpPr>
          <p:sp>
            <p:nvSpPr>
              <p:cNvPr id="748" name="Freeform 5698">
                <a:extLst>
                  <a:ext uri="{FF2B5EF4-FFF2-40B4-BE49-F238E27FC236}">
                    <a16:creationId xmlns:a16="http://schemas.microsoft.com/office/drawing/2014/main" id="{B4B41C4F-FE41-0F58-08A6-D943621997A0}"/>
                  </a:ext>
                </a:extLst>
              </p:cNvPr>
              <p:cNvSpPr>
                <a:spLocks/>
              </p:cNvSpPr>
              <p:nvPr/>
            </p:nvSpPr>
            <p:spPr bwMode="auto">
              <a:xfrm>
                <a:off x="1485" y="6522"/>
                <a:ext cx="35" cy="56"/>
              </a:xfrm>
              <a:custGeom>
                <a:avLst/>
                <a:gdLst>
                  <a:gd name="T0" fmla="+- 0 1506 1485"/>
                  <a:gd name="T1" fmla="*/ T0 w 35"/>
                  <a:gd name="T2" fmla="+- 0 6522 6522"/>
                  <a:gd name="T3" fmla="*/ 6522 h 56"/>
                  <a:gd name="T4" fmla="+- 0 1500 1485"/>
                  <a:gd name="T5" fmla="*/ T4 w 35"/>
                  <a:gd name="T6" fmla="+- 0 6522 6522"/>
                  <a:gd name="T7" fmla="*/ 6522 h 56"/>
                  <a:gd name="T8" fmla="+- 0 1497 1485"/>
                  <a:gd name="T9" fmla="*/ T8 w 35"/>
                  <a:gd name="T10" fmla="+- 0 6523 6522"/>
                  <a:gd name="T11" fmla="*/ 6523 h 56"/>
                  <a:gd name="T12" fmla="+- 0 1495 1485"/>
                  <a:gd name="T13" fmla="*/ T12 w 35"/>
                  <a:gd name="T14" fmla="+- 0 6525 6522"/>
                  <a:gd name="T15" fmla="*/ 6525 h 56"/>
                  <a:gd name="T16" fmla="+- 0 1492 1485"/>
                  <a:gd name="T17" fmla="*/ T16 w 35"/>
                  <a:gd name="T18" fmla="+- 0 6527 6522"/>
                  <a:gd name="T19" fmla="*/ 6527 h 56"/>
                  <a:gd name="T20" fmla="+- 0 1489 1485"/>
                  <a:gd name="T21" fmla="*/ T20 w 35"/>
                  <a:gd name="T22" fmla="+- 0 6530 6522"/>
                  <a:gd name="T23" fmla="*/ 6530 h 56"/>
                  <a:gd name="T24" fmla="+- 0 1486 1485"/>
                  <a:gd name="T25" fmla="*/ T24 w 35"/>
                  <a:gd name="T26" fmla="+- 0 6539 6522"/>
                  <a:gd name="T27" fmla="*/ 6539 h 56"/>
                  <a:gd name="T28" fmla="+- 0 1485 1485"/>
                  <a:gd name="T29" fmla="*/ T28 w 35"/>
                  <a:gd name="T30" fmla="+- 0 6544 6522"/>
                  <a:gd name="T31" fmla="*/ 6544 h 56"/>
                  <a:gd name="T32" fmla="+- 0 1485 1485"/>
                  <a:gd name="T33" fmla="*/ T32 w 35"/>
                  <a:gd name="T34" fmla="+- 0 6557 6522"/>
                  <a:gd name="T35" fmla="*/ 6557 h 56"/>
                  <a:gd name="T36" fmla="+- 0 1486 1485"/>
                  <a:gd name="T37" fmla="*/ T36 w 35"/>
                  <a:gd name="T38" fmla="+- 0 6564 6522"/>
                  <a:gd name="T39" fmla="*/ 6564 h 56"/>
                  <a:gd name="T40" fmla="+- 0 1492 1485"/>
                  <a:gd name="T41" fmla="*/ T40 w 35"/>
                  <a:gd name="T42" fmla="+- 0 6575 6522"/>
                  <a:gd name="T43" fmla="*/ 6575 h 56"/>
                  <a:gd name="T44" fmla="+- 0 1497 1485"/>
                  <a:gd name="T45" fmla="*/ T44 w 35"/>
                  <a:gd name="T46" fmla="+- 0 6578 6522"/>
                  <a:gd name="T47" fmla="*/ 6578 h 56"/>
                  <a:gd name="T48" fmla="+- 0 1504 1485"/>
                  <a:gd name="T49" fmla="*/ T48 w 35"/>
                  <a:gd name="T50" fmla="+- 0 6578 6522"/>
                  <a:gd name="T51" fmla="*/ 6578 h 56"/>
                  <a:gd name="T52" fmla="+- 0 1507 1485"/>
                  <a:gd name="T53" fmla="*/ T52 w 35"/>
                  <a:gd name="T54" fmla="+- 0 6577 6522"/>
                  <a:gd name="T55" fmla="*/ 6577 h 56"/>
                  <a:gd name="T56" fmla="+- 0 1509 1485"/>
                  <a:gd name="T57" fmla="*/ T56 w 35"/>
                  <a:gd name="T58" fmla="+- 0 6575 6522"/>
                  <a:gd name="T59" fmla="*/ 6575 h 56"/>
                  <a:gd name="T60" fmla="+- 0 1499 1485"/>
                  <a:gd name="T61" fmla="*/ T60 w 35"/>
                  <a:gd name="T62" fmla="+- 0 6575 6522"/>
                  <a:gd name="T63" fmla="*/ 6575 h 56"/>
                  <a:gd name="T64" fmla="+- 0 1497 1485"/>
                  <a:gd name="T65" fmla="*/ T64 w 35"/>
                  <a:gd name="T66" fmla="+- 0 6573 6522"/>
                  <a:gd name="T67" fmla="*/ 6573 h 56"/>
                  <a:gd name="T68" fmla="+- 0 1493 1485"/>
                  <a:gd name="T69" fmla="*/ T68 w 35"/>
                  <a:gd name="T70" fmla="+- 0 6565 6522"/>
                  <a:gd name="T71" fmla="*/ 6565 h 56"/>
                  <a:gd name="T72" fmla="+- 0 1492 1485"/>
                  <a:gd name="T73" fmla="*/ T72 w 35"/>
                  <a:gd name="T74" fmla="+- 0 6559 6522"/>
                  <a:gd name="T75" fmla="*/ 6559 h 56"/>
                  <a:gd name="T76" fmla="+- 0 1493 1485"/>
                  <a:gd name="T77" fmla="*/ T76 w 35"/>
                  <a:gd name="T78" fmla="+- 0 6544 6522"/>
                  <a:gd name="T79" fmla="*/ 6544 h 56"/>
                  <a:gd name="T80" fmla="+- 0 1502 1485"/>
                  <a:gd name="T81" fmla="*/ T80 w 35"/>
                  <a:gd name="T82" fmla="+- 0 6525 6522"/>
                  <a:gd name="T83" fmla="*/ 6525 h 56"/>
                  <a:gd name="T84" fmla="+- 0 1510 1485"/>
                  <a:gd name="T85" fmla="*/ T84 w 35"/>
                  <a:gd name="T86" fmla="+- 0 6525 6522"/>
                  <a:gd name="T87" fmla="*/ 6525 h 56"/>
                  <a:gd name="T88" fmla="+- 0 1510 1485"/>
                  <a:gd name="T89" fmla="*/ T88 w 35"/>
                  <a:gd name="T90" fmla="+- 0 6524 6522"/>
                  <a:gd name="T91" fmla="*/ 6524 h 56"/>
                  <a:gd name="T92" fmla="+- 0 1506 1485"/>
                  <a:gd name="T93" fmla="*/ T92 w 35"/>
                  <a:gd name="T94" fmla="+- 0 6522 6522"/>
                  <a:gd name="T95"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49" name="Freeform 5699">
                <a:extLst>
                  <a:ext uri="{FF2B5EF4-FFF2-40B4-BE49-F238E27FC236}">
                    <a16:creationId xmlns:a16="http://schemas.microsoft.com/office/drawing/2014/main" id="{7446DA0E-E26E-559C-92BB-F69D3CBC3C2E}"/>
                  </a:ext>
                </a:extLst>
              </p:cNvPr>
              <p:cNvSpPr>
                <a:spLocks/>
              </p:cNvSpPr>
              <p:nvPr/>
            </p:nvSpPr>
            <p:spPr bwMode="auto">
              <a:xfrm>
                <a:off x="1485" y="6522"/>
                <a:ext cx="35" cy="56"/>
              </a:xfrm>
              <a:custGeom>
                <a:avLst/>
                <a:gdLst>
                  <a:gd name="T0" fmla="+- 0 1510 1485"/>
                  <a:gd name="T1" fmla="*/ T0 w 35"/>
                  <a:gd name="T2" fmla="+- 0 6525 6522"/>
                  <a:gd name="T3" fmla="*/ 6525 h 56"/>
                  <a:gd name="T4" fmla="+- 0 1502 1485"/>
                  <a:gd name="T5" fmla="*/ T4 w 35"/>
                  <a:gd name="T6" fmla="+- 0 6525 6522"/>
                  <a:gd name="T7" fmla="*/ 6525 h 56"/>
                  <a:gd name="T8" fmla="+- 0 1506 1485"/>
                  <a:gd name="T9" fmla="*/ T8 w 35"/>
                  <a:gd name="T10" fmla="+- 0 6526 6522"/>
                  <a:gd name="T11" fmla="*/ 6526 h 56"/>
                  <a:gd name="T12" fmla="+- 0 1507 1485"/>
                  <a:gd name="T13" fmla="*/ T12 w 35"/>
                  <a:gd name="T14" fmla="+- 0 6527 6522"/>
                  <a:gd name="T15" fmla="*/ 6527 h 56"/>
                  <a:gd name="T16" fmla="+- 0 1509 1485"/>
                  <a:gd name="T17" fmla="*/ T16 w 35"/>
                  <a:gd name="T18" fmla="+- 0 6530 6522"/>
                  <a:gd name="T19" fmla="*/ 6530 h 56"/>
                  <a:gd name="T20" fmla="+- 0 1511 1485"/>
                  <a:gd name="T21" fmla="*/ T20 w 35"/>
                  <a:gd name="T22" fmla="+- 0 6537 6522"/>
                  <a:gd name="T23" fmla="*/ 6537 h 56"/>
                  <a:gd name="T24" fmla="+- 0 1511 1485"/>
                  <a:gd name="T25" fmla="*/ T24 w 35"/>
                  <a:gd name="T26" fmla="+- 0 6539 6522"/>
                  <a:gd name="T27" fmla="*/ 6539 h 56"/>
                  <a:gd name="T28" fmla="+- 0 1511 1485"/>
                  <a:gd name="T29" fmla="*/ T28 w 35"/>
                  <a:gd name="T30" fmla="+- 0 6557 6522"/>
                  <a:gd name="T31" fmla="*/ 6557 h 56"/>
                  <a:gd name="T32" fmla="+- 0 1511 1485"/>
                  <a:gd name="T33" fmla="*/ T32 w 35"/>
                  <a:gd name="T34" fmla="+- 0 6562 6522"/>
                  <a:gd name="T35" fmla="*/ 6562 h 56"/>
                  <a:gd name="T36" fmla="+- 0 1509 1485"/>
                  <a:gd name="T37" fmla="*/ T36 w 35"/>
                  <a:gd name="T38" fmla="+- 0 6570 6522"/>
                  <a:gd name="T39" fmla="*/ 6570 h 56"/>
                  <a:gd name="T40" fmla="+- 0 1508 1485"/>
                  <a:gd name="T41" fmla="*/ T40 w 35"/>
                  <a:gd name="T42" fmla="+- 0 6572 6522"/>
                  <a:gd name="T43" fmla="*/ 6572 h 56"/>
                  <a:gd name="T44" fmla="+- 0 1506 1485"/>
                  <a:gd name="T45" fmla="*/ T44 w 35"/>
                  <a:gd name="T46" fmla="+- 0 6573 6522"/>
                  <a:gd name="T47" fmla="*/ 6573 h 56"/>
                  <a:gd name="T48" fmla="+- 0 1502 1485"/>
                  <a:gd name="T49" fmla="*/ T48 w 35"/>
                  <a:gd name="T50" fmla="+- 0 6575 6522"/>
                  <a:gd name="T51" fmla="*/ 6575 h 56"/>
                  <a:gd name="T52" fmla="+- 0 1509 1485"/>
                  <a:gd name="T53" fmla="*/ T52 w 35"/>
                  <a:gd name="T54" fmla="+- 0 6575 6522"/>
                  <a:gd name="T55" fmla="*/ 6575 h 56"/>
                  <a:gd name="T56" fmla="+- 0 1519 1485"/>
                  <a:gd name="T57" fmla="*/ T56 w 35"/>
                  <a:gd name="T58" fmla="+- 0 6541 6522"/>
                  <a:gd name="T59" fmla="*/ 6541 h 56"/>
                  <a:gd name="T60" fmla="+- 0 1517 1485"/>
                  <a:gd name="T61" fmla="*/ T60 w 35"/>
                  <a:gd name="T62" fmla="+- 0 6534 6522"/>
                  <a:gd name="T63" fmla="*/ 6534 h 56"/>
                  <a:gd name="T64" fmla="+- 0 1510 1485"/>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39" name="Group 438">
              <a:extLst>
                <a:ext uri="{FF2B5EF4-FFF2-40B4-BE49-F238E27FC236}">
                  <a16:creationId xmlns:a16="http://schemas.microsoft.com/office/drawing/2014/main" id="{C3BAAE80-4E58-755E-419B-0F0C626B5539}"/>
                </a:ext>
              </a:extLst>
            </p:cNvPr>
            <p:cNvGrpSpPr>
              <a:grpSpLocks/>
            </p:cNvGrpSpPr>
            <p:nvPr/>
          </p:nvGrpSpPr>
          <p:grpSpPr bwMode="auto">
            <a:xfrm>
              <a:off x="1941" y="6522"/>
              <a:ext cx="35" cy="56"/>
              <a:chOff x="1941" y="6522"/>
              <a:chExt cx="35" cy="56"/>
            </a:xfrm>
          </p:grpSpPr>
          <p:sp>
            <p:nvSpPr>
              <p:cNvPr id="746" name="Freeform 5701">
                <a:extLst>
                  <a:ext uri="{FF2B5EF4-FFF2-40B4-BE49-F238E27FC236}">
                    <a16:creationId xmlns:a16="http://schemas.microsoft.com/office/drawing/2014/main" id="{81BED1F4-9E01-1345-D1F9-12BF19615132}"/>
                  </a:ext>
                </a:extLst>
              </p:cNvPr>
              <p:cNvSpPr>
                <a:spLocks/>
              </p:cNvSpPr>
              <p:nvPr/>
            </p:nvSpPr>
            <p:spPr bwMode="auto">
              <a:xfrm>
                <a:off x="1941" y="6522"/>
                <a:ext cx="35" cy="56"/>
              </a:xfrm>
              <a:custGeom>
                <a:avLst/>
                <a:gdLst>
                  <a:gd name="T0" fmla="+- 0 1962 1941"/>
                  <a:gd name="T1" fmla="*/ T0 w 35"/>
                  <a:gd name="T2" fmla="+- 0 6522 6522"/>
                  <a:gd name="T3" fmla="*/ 6522 h 56"/>
                  <a:gd name="T4" fmla="+- 0 1956 1941"/>
                  <a:gd name="T5" fmla="*/ T4 w 35"/>
                  <a:gd name="T6" fmla="+- 0 6522 6522"/>
                  <a:gd name="T7" fmla="*/ 6522 h 56"/>
                  <a:gd name="T8" fmla="+- 0 1953 1941"/>
                  <a:gd name="T9" fmla="*/ T8 w 35"/>
                  <a:gd name="T10" fmla="+- 0 6523 6522"/>
                  <a:gd name="T11" fmla="*/ 6523 h 56"/>
                  <a:gd name="T12" fmla="+- 0 1948 1941"/>
                  <a:gd name="T13" fmla="*/ T12 w 35"/>
                  <a:gd name="T14" fmla="+- 0 6527 6522"/>
                  <a:gd name="T15" fmla="*/ 6527 h 56"/>
                  <a:gd name="T16" fmla="+- 0 1945 1941"/>
                  <a:gd name="T17" fmla="*/ T16 w 35"/>
                  <a:gd name="T18" fmla="+- 0 6530 6522"/>
                  <a:gd name="T19" fmla="*/ 6530 h 56"/>
                  <a:gd name="T20" fmla="+- 0 1942 1941"/>
                  <a:gd name="T21" fmla="*/ T20 w 35"/>
                  <a:gd name="T22" fmla="+- 0 6539 6522"/>
                  <a:gd name="T23" fmla="*/ 6539 h 56"/>
                  <a:gd name="T24" fmla="+- 0 1941 1941"/>
                  <a:gd name="T25" fmla="*/ T24 w 35"/>
                  <a:gd name="T26" fmla="+- 0 6544 6522"/>
                  <a:gd name="T27" fmla="*/ 6544 h 56"/>
                  <a:gd name="T28" fmla="+- 0 1941 1941"/>
                  <a:gd name="T29" fmla="*/ T28 w 35"/>
                  <a:gd name="T30" fmla="+- 0 6557 6522"/>
                  <a:gd name="T31" fmla="*/ 6557 h 56"/>
                  <a:gd name="T32" fmla="+- 0 1942 1941"/>
                  <a:gd name="T33" fmla="*/ T32 w 35"/>
                  <a:gd name="T34" fmla="+- 0 6564 6522"/>
                  <a:gd name="T35" fmla="*/ 6564 h 56"/>
                  <a:gd name="T36" fmla="+- 0 1949 1941"/>
                  <a:gd name="T37" fmla="*/ T36 w 35"/>
                  <a:gd name="T38" fmla="+- 0 6575 6522"/>
                  <a:gd name="T39" fmla="*/ 6575 h 56"/>
                  <a:gd name="T40" fmla="+- 0 1953 1941"/>
                  <a:gd name="T41" fmla="*/ T40 w 35"/>
                  <a:gd name="T42" fmla="+- 0 6578 6522"/>
                  <a:gd name="T43" fmla="*/ 6578 h 56"/>
                  <a:gd name="T44" fmla="+- 0 1960 1941"/>
                  <a:gd name="T45" fmla="*/ T44 w 35"/>
                  <a:gd name="T46" fmla="+- 0 6578 6522"/>
                  <a:gd name="T47" fmla="*/ 6578 h 56"/>
                  <a:gd name="T48" fmla="+- 0 1963 1941"/>
                  <a:gd name="T49" fmla="*/ T48 w 35"/>
                  <a:gd name="T50" fmla="+- 0 6577 6522"/>
                  <a:gd name="T51" fmla="*/ 6577 h 56"/>
                  <a:gd name="T52" fmla="+- 0 1965 1941"/>
                  <a:gd name="T53" fmla="*/ T52 w 35"/>
                  <a:gd name="T54" fmla="+- 0 6575 6522"/>
                  <a:gd name="T55" fmla="*/ 6575 h 56"/>
                  <a:gd name="T56" fmla="+- 0 1955 1941"/>
                  <a:gd name="T57" fmla="*/ T56 w 35"/>
                  <a:gd name="T58" fmla="+- 0 6575 6522"/>
                  <a:gd name="T59" fmla="*/ 6575 h 56"/>
                  <a:gd name="T60" fmla="+- 0 1953 1941"/>
                  <a:gd name="T61" fmla="*/ T60 w 35"/>
                  <a:gd name="T62" fmla="+- 0 6573 6522"/>
                  <a:gd name="T63" fmla="*/ 6573 h 56"/>
                  <a:gd name="T64" fmla="+- 0 1951 1941"/>
                  <a:gd name="T65" fmla="*/ T64 w 35"/>
                  <a:gd name="T66" fmla="+- 0 6569 6522"/>
                  <a:gd name="T67" fmla="*/ 6569 h 56"/>
                  <a:gd name="T68" fmla="+- 0 1950 1941"/>
                  <a:gd name="T69" fmla="*/ T68 w 35"/>
                  <a:gd name="T70" fmla="+- 0 6565 6522"/>
                  <a:gd name="T71" fmla="*/ 6565 h 56"/>
                  <a:gd name="T72" fmla="+- 0 1949 1941"/>
                  <a:gd name="T73" fmla="*/ T72 w 35"/>
                  <a:gd name="T74" fmla="+- 0 6559 6522"/>
                  <a:gd name="T75" fmla="*/ 6559 h 56"/>
                  <a:gd name="T76" fmla="+- 0 1958 1941"/>
                  <a:gd name="T77" fmla="*/ T76 w 35"/>
                  <a:gd name="T78" fmla="+- 0 6525 6522"/>
                  <a:gd name="T79" fmla="*/ 6525 h 56"/>
                  <a:gd name="T80" fmla="+- 0 1966 1941"/>
                  <a:gd name="T81" fmla="*/ T80 w 35"/>
                  <a:gd name="T82" fmla="+- 0 6525 6522"/>
                  <a:gd name="T83" fmla="*/ 6525 h 56"/>
                  <a:gd name="T84" fmla="+- 0 1966 1941"/>
                  <a:gd name="T85" fmla="*/ T84 w 35"/>
                  <a:gd name="T86" fmla="+- 0 6524 6522"/>
                  <a:gd name="T87" fmla="*/ 6524 h 56"/>
                  <a:gd name="T88" fmla="+- 0 1962 1941"/>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2"/>
                    </a:lnTo>
                    <a:lnTo>
                      <a:pt x="8" y="53"/>
                    </a:lnTo>
                    <a:lnTo>
                      <a:pt x="12" y="56"/>
                    </a:lnTo>
                    <a:lnTo>
                      <a:pt x="19" y="56"/>
                    </a:lnTo>
                    <a:lnTo>
                      <a:pt x="22" y="55"/>
                    </a:lnTo>
                    <a:lnTo>
                      <a:pt x="24" y="53"/>
                    </a:lnTo>
                    <a:lnTo>
                      <a:pt x="14" y="53"/>
                    </a:lnTo>
                    <a:lnTo>
                      <a:pt x="12" y="51"/>
                    </a:lnTo>
                    <a:lnTo>
                      <a:pt x="10" y="47"/>
                    </a:lnTo>
                    <a:lnTo>
                      <a:pt x="9" y="43"/>
                    </a:lnTo>
                    <a:lnTo>
                      <a:pt x="8"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47" name="Freeform 5702">
                <a:extLst>
                  <a:ext uri="{FF2B5EF4-FFF2-40B4-BE49-F238E27FC236}">
                    <a16:creationId xmlns:a16="http://schemas.microsoft.com/office/drawing/2014/main" id="{53532924-F665-F760-EB2D-E609BBDB53DB}"/>
                  </a:ext>
                </a:extLst>
              </p:cNvPr>
              <p:cNvSpPr>
                <a:spLocks/>
              </p:cNvSpPr>
              <p:nvPr/>
            </p:nvSpPr>
            <p:spPr bwMode="auto">
              <a:xfrm>
                <a:off x="1941" y="6522"/>
                <a:ext cx="35" cy="56"/>
              </a:xfrm>
              <a:custGeom>
                <a:avLst/>
                <a:gdLst>
                  <a:gd name="T0" fmla="+- 0 1966 1941"/>
                  <a:gd name="T1" fmla="*/ T0 w 35"/>
                  <a:gd name="T2" fmla="+- 0 6525 6522"/>
                  <a:gd name="T3" fmla="*/ 6525 h 56"/>
                  <a:gd name="T4" fmla="+- 0 1958 1941"/>
                  <a:gd name="T5" fmla="*/ T4 w 35"/>
                  <a:gd name="T6" fmla="+- 0 6525 6522"/>
                  <a:gd name="T7" fmla="*/ 6525 h 56"/>
                  <a:gd name="T8" fmla="+- 0 1962 1941"/>
                  <a:gd name="T9" fmla="*/ T8 w 35"/>
                  <a:gd name="T10" fmla="+- 0 6526 6522"/>
                  <a:gd name="T11" fmla="*/ 6526 h 56"/>
                  <a:gd name="T12" fmla="+- 0 1964 1941"/>
                  <a:gd name="T13" fmla="*/ T12 w 35"/>
                  <a:gd name="T14" fmla="+- 0 6527 6522"/>
                  <a:gd name="T15" fmla="*/ 6527 h 56"/>
                  <a:gd name="T16" fmla="+- 0 1965 1941"/>
                  <a:gd name="T17" fmla="*/ T16 w 35"/>
                  <a:gd name="T18" fmla="+- 0 6530 6522"/>
                  <a:gd name="T19" fmla="*/ 6530 h 56"/>
                  <a:gd name="T20" fmla="+- 0 1967 1941"/>
                  <a:gd name="T21" fmla="*/ T20 w 35"/>
                  <a:gd name="T22" fmla="+- 0 6537 6522"/>
                  <a:gd name="T23" fmla="*/ 6537 h 56"/>
                  <a:gd name="T24" fmla="+- 0 1967 1941"/>
                  <a:gd name="T25" fmla="*/ T24 w 35"/>
                  <a:gd name="T26" fmla="+- 0 6539 6522"/>
                  <a:gd name="T27" fmla="*/ 6539 h 56"/>
                  <a:gd name="T28" fmla="+- 0 1968 1941"/>
                  <a:gd name="T29" fmla="*/ T28 w 35"/>
                  <a:gd name="T30" fmla="+- 0 6557 6522"/>
                  <a:gd name="T31" fmla="*/ 6557 h 56"/>
                  <a:gd name="T32" fmla="+- 0 1967 1941"/>
                  <a:gd name="T33" fmla="*/ T32 w 35"/>
                  <a:gd name="T34" fmla="+- 0 6562 6522"/>
                  <a:gd name="T35" fmla="*/ 6562 h 56"/>
                  <a:gd name="T36" fmla="+- 0 1965 1941"/>
                  <a:gd name="T37" fmla="*/ T36 w 35"/>
                  <a:gd name="T38" fmla="+- 0 6570 6522"/>
                  <a:gd name="T39" fmla="*/ 6570 h 56"/>
                  <a:gd name="T40" fmla="+- 0 1964 1941"/>
                  <a:gd name="T41" fmla="*/ T40 w 35"/>
                  <a:gd name="T42" fmla="+- 0 6572 6522"/>
                  <a:gd name="T43" fmla="*/ 6572 h 56"/>
                  <a:gd name="T44" fmla="+- 0 1962 1941"/>
                  <a:gd name="T45" fmla="*/ T44 w 35"/>
                  <a:gd name="T46" fmla="+- 0 6573 6522"/>
                  <a:gd name="T47" fmla="*/ 6573 h 56"/>
                  <a:gd name="T48" fmla="+- 0 1958 1941"/>
                  <a:gd name="T49" fmla="*/ T48 w 35"/>
                  <a:gd name="T50" fmla="+- 0 6575 6522"/>
                  <a:gd name="T51" fmla="*/ 6575 h 56"/>
                  <a:gd name="T52" fmla="+- 0 1965 1941"/>
                  <a:gd name="T53" fmla="*/ T52 w 35"/>
                  <a:gd name="T54" fmla="+- 0 6575 6522"/>
                  <a:gd name="T55" fmla="*/ 6575 h 56"/>
                  <a:gd name="T56" fmla="+- 0 1975 1941"/>
                  <a:gd name="T57" fmla="*/ T56 w 35"/>
                  <a:gd name="T58" fmla="+- 0 6541 6522"/>
                  <a:gd name="T59" fmla="*/ 6541 h 56"/>
                  <a:gd name="T60" fmla="+- 0 1973 1941"/>
                  <a:gd name="T61" fmla="*/ T60 w 35"/>
                  <a:gd name="T62" fmla="+- 0 6534 6522"/>
                  <a:gd name="T63" fmla="*/ 6534 h 56"/>
                  <a:gd name="T64" fmla="+- 0 1966 1941"/>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0" name="Group 439">
              <a:extLst>
                <a:ext uri="{FF2B5EF4-FFF2-40B4-BE49-F238E27FC236}">
                  <a16:creationId xmlns:a16="http://schemas.microsoft.com/office/drawing/2014/main" id="{5847E9DD-5288-931B-3905-D028155CE0AF}"/>
                </a:ext>
              </a:extLst>
            </p:cNvPr>
            <p:cNvGrpSpPr>
              <a:grpSpLocks/>
            </p:cNvGrpSpPr>
            <p:nvPr/>
          </p:nvGrpSpPr>
          <p:grpSpPr bwMode="auto">
            <a:xfrm>
              <a:off x="2397" y="6522"/>
              <a:ext cx="35" cy="56"/>
              <a:chOff x="2397" y="6522"/>
              <a:chExt cx="35" cy="56"/>
            </a:xfrm>
          </p:grpSpPr>
          <p:sp>
            <p:nvSpPr>
              <p:cNvPr id="744" name="Freeform 5704">
                <a:extLst>
                  <a:ext uri="{FF2B5EF4-FFF2-40B4-BE49-F238E27FC236}">
                    <a16:creationId xmlns:a16="http://schemas.microsoft.com/office/drawing/2014/main" id="{0E06144E-6797-F3B4-9EE9-DB5074F93360}"/>
                  </a:ext>
                </a:extLst>
              </p:cNvPr>
              <p:cNvSpPr>
                <a:spLocks/>
              </p:cNvSpPr>
              <p:nvPr/>
            </p:nvSpPr>
            <p:spPr bwMode="auto">
              <a:xfrm>
                <a:off x="2397" y="6522"/>
                <a:ext cx="35" cy="56"/>
              </a:xfrm>
              <a:custGeom>
                <a:avLst/>
                <a:gdLst>
                  <a:gd name="T0" fmla="+- 0 2419 2397"/>
                  <a:gd name="T1" fmla="*/ T0 w 35"/>
                  <a:gd name="T2" fmla="+- 0 6522 6522"/>
                  <a:gd name="T3" fmla="*/ 6522 h 56"/>
                  <a:gd name="T4" fmla="+- 0 2412 2397"/>
                  <a:gd name="T5" fmla="*/ T4 w 35"/>
                  <a:gd name="T6" fmla="+- 0 6522 6522"/>
                  <a:gd name="T7" fmla="*/ 6522 h 56"/>
                  <a:gd name="T8" fmla="+- 0 2410 2397"/>
                  <a:gd name="T9" fmla="*/ T8 w 35"/>
                  <a:gd name="T10" fmla="+- 0 6523 6522"/>
                  <a:gd name="T11" fmla="*/ 6523 h 56"/>
                  <a:gd name="T12" fmla="+- 0 2404 2397"/>
                  <a:gd name="T13" fmla="*/ T12 w 35"/>
                  <a:gd name="T14" fmla="+- 0 6527 6522"/>
                  <a:gd name="T15" fmla="*/ 6527 h 56"/>
                  <a:gd name="T16" fmla="+- 0 2402 2397"/>
                  <a:gd name="T17" fmla="*/ T16 w 35"/>
                  <a:gd name="T18" fmla="+- 0 6530 6522"/>
                  <a:gd name="T19" fmla="*/ 6530 h 56"/>
                  <a:gd name="T20" fmla="+- 0 2398 2397"/>
                  <a:gd name="T21" fmla="*/ T20 w 35"/>
                  <a:gd name="T22" fmla="+- 0 6539 6522"/>
                  <a:gd name="T23" fmla="*/ 6539 h 56"/>
                  <a:gd name="T24" fmla="+- 0 2397 2397"/>
                  <a:gd name="T25" fmla="*/ T24 w 35"/>
                  <a:gd name="T26" fmla="+- 0 6544 6522"/>
                  <a:gd name="T27" fmla="*/ 6544 h 56"/>
                  <a:gd name="T28" fmla="+- 0 2397 2397"/>
                  <a:gd name="T29" fmla="*/ T28 w 35"/>
                  <a:gd name="T30" fmla="+- 0 6557 6522"/>
                  <a:gd name="T31" fmla="*/ 6557 h 56"/>
                  <a:gd name="T32" fmla="+- 0 2399 2397"/>
                  <a:gd name="T33" fmla="*/ T32 w 35"/>
                  <a:gd name="T34" fmla="+- 0 6564 6522"/>
                  <a:gd name="T35" fmla="*/ 6564 h 56"/>
                  <a:gd name="T36" fmla="+- 0 2405 2397"/>
                  <a:gd name="T37" fmla="*/ T36 w 35"/>
                  <a:gd name="T38" fmla="+- 0 6575 6522"/>
                  <a:gd name="T39" fmla="*/ 6575 h 56"/>
                  <a:gd name="T40" fmla="+- 0 2409 2397"/>
                  <a:gd name="T41" fmla="*/ T40 w 35"/>
                  <a:gd name="T42" fmla="+- 0 6578 6522"/>
                  <a:gd name="T43" fmla="*/ 6578 h 56"/>
                  <a:gd name="T44" fmla="+- 0 2417 2397"/>
                  <a:gd name="T45" fmla="*/ T44 w 35"/>
                  <a:gd name="T46" fmla="+- 0 6578 6522"/>
                  <a:gd name="T47" fmla="*/ 6578 h 56"/>
                  <a:gd name="T48" fmla="+- 0 2420 2397"/>
                  <a:gd name="T49" fmla="*/ T48 w 35"/>
                  <a:gd name="T50" fmla="+- 0 6577 6522"/>
                  <a:gd name="T51" fmla="*/ 6577 h 56"/>
                  <a:gd name="T52" fmla="+- 0 2422 2397"/>
                  <a:gd name="T53" fmla="*/ T52 w 35"/>
                  <a:gd name="T54" fmla="+- 0 6575 6522"/>
                  <a:gd name="T55" fmla="*/ 6575 h 56"/>
                  <a:gd name="T56" fmla="+- 0 2411 2397"/>
                  <a:gd name="T57" fmla="*/ T56 w 35"/>
                  <a:gd name="T58" fmla="+- 0 6575 6522"/>
                  <a:gd name="T59" fmla="*/ 6575 h 56"/>
                  <a:gd name="T60" fmla="+- 0 2409 2397"/>
                  <a:gd name="T61" fmla="*/ T60 w 35"/>
                  <a:gd name="T62" fmla="+- 0 6573 6522"/>
                  <a:gd name="T63" fmla="*/ 6573 h 56"/>
                  <a:gd name="T64" fmla="+- 0 2406 2397"/>
                  <a:gd name="T65" fmla="*/ T64 w 35"/>
                  <a:gd name="T66" fmla="+- 0 6565 6522"/>
                  <a:gd name="T67" fmla="*/ 6565 h 56"/>
                  <a:gd name="T68" fmla="+- 0 2405 2397"/>
                  <a:gd name="T69" fmla="*/ T68 w 35"/>
                  <a:gd name="T70" fmla="+- 0 6559 6522"/>
                  <a:gd name="T71" fmla="*/ 6559 h 56"/>
                  <a:gd name="T72" fmla="+- 0 2405 2397"/>
                  <a:gd name="T73" fmla="*/ T72 w 35"/>
                  <a:gd name="T74" fmla="+- 0 6544 6522"/>
                  <a:gd name="T75" fmla="*/ 6544 h 56"/>
                  <a:gd name="T76" fmla="+- 0 2415 2397"/>
                  <a:gd name="T77" fmla="*/ T76 w 35"/>
                  <a:gd name="T78" fmla="+- 0 6525 6522"/>
                  <a:gd name="T79" fmla="*/ 6525 h 56"/>
                  <a:gd name="T80" fmla="+- 0 2423 2397"/>
                  <a:gd name="T81" fmla="*/ T80 w 35"/>
                  <a:gd name="T82" fmla="+- 0 6525 6522"/>
                  <a:gd name="T83" fmla="*/ 6525 h 56"/>
                  <a:gd name="T84" fmla="+- 0 2422 2397"/>
                  <a:gd name="T85" fmla="*/ T84 w 35"/>
                  <a:gd name="T86" fmla="+- 0 6524 6522"/>
                  <a:gd name="T87" fmla="*/ 6524 h 56"/>
                  <a:gd name="T88" fmla="+- 0 2419 2397"/>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45" name="Freeform 5705">
                <a:extLst>
                  <a:ext uri="{FF2B5EF4-FFF2-40B4-BE49-F238E27FC236}">
                    <a16:creationId xmlns:a16="http://schemas.microsoft.com/office/drawing/2014/main" id="{FBDF5030-E2EA-E1EC-3B5E-DB26C9171A2E}"/>
                  </a:ext>
                </a:extLst>
              </p:cNvPr>
              <p:cNvSpPr>
                <a:spLocks/>
              </p:cNvSpPr>
              <p:nvPr/>
            </p:nvSpPr>
            <p:spPr bwMode="auto">
              <a:xfrm>
                <a:off x="2397" y="6522"/>
                <a:ext cx="35" cy="56"/>
              </a:xfrm>
              <a:custGeom>
                <a:avLst/>
                <a:gdLst>
                  <a:gd name="T0" fmla="+- 0 2423 2397"/>
                  <a:gd name="T1" fmla="*/ T0 w 35"/>
                  <a:gd name="T2" fmla="+- 0 6525 6522"/>
                  <a:gd name="T3" fmla="*/ 6525 h 56"/>
                  <a:gd name="T4" fmla="+- 0 2415 2397"/>
                  <a:gd name="T5" fmla="*/ T4 w 35"/>
                  <a:gd name="T6" fmla="+- 0 6525 6522"/>
                  <a:gd name="T7" fmla="*/ 6525 h 56"/>
                  <a:gd name="T8" fmla="+- 0 2419 2397"/>
                  <a:gd name="T9" fmla="*/ T8 w 35"/>
                  <a:gd name="T10" fmla="+- 0 6526 6522"/>
                  <a:gd name="T11" fmla="*/ 6526 h 56"/>
                  <a:gd name="T12" fmla="+- 0 2420 2397"/>
                  <a:gd name="T13" fmla="*/ T12 w 35"/>
                  <a:gd name="T14" fmla="+- 0 6527 6522"/>
                  <a:gd name="T15" fmla="*/ 6527 h 56"/>
                  <a:gd name="T16" fmla="+- 0 2421 2397"/>
                  <a:gd name="T17" fmla="*/ T16 w 35"/>
                  <a:gd name="T18" fmla="+- 0 6530 6522"/>
                  <a:gd name="T19" fmla="*/ 6530 h 56"/>
                  <a:gd name="T20" fmla="+- 0 2423 2397"/>
                  <a:gd name="T21" fmla="*/ T20 w 35"/>
                  <a:gd name="T22" fmla="+- 0 6537 6522"/>
                  <a:gd name="T23" fmla="*/ 6537 h 56"/>
                  <a:gd name="T24" fmla="+- 0 2424 2397"/>
                  <a:gd name="T25" fmla="*/ T24 w 35"/>
                  <a:gd name="T26" fmla="+- 0 6539 6522"/>
                  <a:gd name="T27" fmla="*/ 6539 h 56"/>
                  <a:gd name="T28" fmla="+- 0 2424 2397"/>
                  <a:gd name="T29" fmla="*/ T28 w 35"/>
                  <a:gd name="T30" fmla="+- 0 6557 6522"/>
                  <a:gd name="T31" fmla="*/ 6557 h 56"/>
                  <a:gd name="T32" fmla="+- 0 2424 2397"/>
                  <a:gd name="T33" fmla="*/ T32 w 35"/>
                  <a:gd name="T34" fmla="+- 0 6562 6522"/>
                  <a:gd name="T35" fmla="*/ 6562 h 56"/>
                  <a:gd name="T36" fmla="+- 0 2422 2397"/>
                  <a:gd name="T37" fmla="*/ T36 w 35"/>
                  <a:gd name="T38" fmla="+- 0 6570 6522"/>
                  <a:gd name="T39" fmla="*/ 6570 h 56"/>
                  <a:gd name="T40" fmla="+- 0 2420 2397"/>
                  <a:gd name="T41" fmla="*/ T40 w 35"/>
                  <a:gd name="T42" fmla="+- 0 6572 6522"/>
                  <a:gd name="T43" fmla="*/ 6572 h 56"/>
                  <a:gd name="T44" fmla="+- 0 2419 2397"/>
                  <a:gd name="T45" fmla="*/ T44 w 35"/>
                  <a:gd name="T46" fmla="+- 0 6573 6522"/>
                  <a:gd name="T47" fmla="*/ 6573 h 56"/>
                  <a:gd name="T48" fmla="+- 0 2414 2397"/>
                  <a:gd name="T49" fmla="*/ T48 w 35"/>
                  <a:gd name="T50" fmla="+- 0 6575 6522"/>
                  <a:gd name="T51" fmla="*/ 6575 h 56"/>
                  <a:gd name="T52" fmla="+- 0 2422 2397"/>
                  <a:gd name="T53" fmla="*/ T52 w 35"/>
                  <a:gd name="T54" fmla="+- 0 6575 6522"/>
                  <a:gd name="T55" fmla="*/ 6575 h 56"/>
                  <a:gd name="T56" fmla="+- 0 2432 2397"/>
                  <a:gd name="T57" fmla="*/ T56 w 35"/>
                  <a:gd name="T58" fmla="+- 0 6541 6522"/>
                  <a:gd name="T59" fmla="*/ 6541 h 56"/>
                  <a:gd name="T60" fmla="+- 0 2430 2397"/>
                  <a:gd name="T61" fmla="*/ T60 w 35"/>
                  <a:gd name="T62" fmla="+- 0 6534 6522"/>
                  <a:gd name="T63" fmla="*/ 6534 h 56"/>
                  <a:gd name="T64" fmla="+- 0 2423 2397"/>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6"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1" name="Group 440">
              <a:extLst>
                <a:ext uri="{FF2B5EF4-FFF2-40B4-BE49-F238E27FC236}">
                  <a16:creationId xmlns:a16="http://schemas.microsoft.com/office/drawing/2014/main" id="{0C9C8062-78BB-D9FA-B93D-020C3D3576B7}"/>
                </a:ext>
              </a:extLst>
            </p:cNvPr>
            <p:cNvGrpSpPr>
              <a:grpSpLocks/>
            </p:cNvGrpSpPr>
            <p:nvPr/>
          </p:nvGrpSpPr>
          <p:grpSpPr bwMode="auto">
            <a:xfrm>
              <a:off x="2854" y="6522"/>
              <a:ext cx="35" cy="56"/>
              <a:chOff x="2854" y="6522"/>
              <a:chExt cx="35" cy="56"/>
            </a:xfrm>
          </p:grpSpPr>
          <p:sp>
            <p:nvSpPr>
              <p:cNvPr id="742" name="Freeform 5707">
                <a:extLst>
                  <a:ext uri="{FF2B5EF4-FFF2-40B4-BE49-F238E27FC236}">
                    <a16:creationId xmlns:a16="http://schemas.microsoft.com/office/drawing/2014/main" id="{5A7BFDEB-259C-484F-36AD-194E96073CCE}"/>
                  </a:ext>
                </a:extLst>
              </p:cNvPr>
              <p:cNvSpPr>
                <a:spLocks/>
              </p:cNvSpPr>
              <p:nvPr/>
            </p:nvSpPr>
            <p:spPr bwMode="auto">
              <a:xfrm>
                <a:off x="2854" y="6522"/>
                <a:ext cx="35" cy="56"/>
              </a:xfrm>
              <a:custGeom>
                <a:avLst/>
                <a:gdLst>
                  <a:gd name="T0" fmla="+- 0 2875 2854"/>
                  <a:gd name="T1" fmla="*/ T0 w 35"/>
                  <a:gd name="T2" fmla="+- 0 6522 6522"/>
                  <a:gd name="T3" fmla="*/ 6522 h 56"/>
                  <a:gd name="T4" fmla="+- 0 2868 2854"/>
                  <a:gd name="T5" fmla="*/ T4 w 35"/>
                  <a:gd name="T6" fmla="+- 0 6522 6522"/>
                  <a:gd name="T7" fmla="*/ 6522 h 56"/>
                  <a:gd name="T8" fmla="+- 0 2866 2854"/>
                  <a:gd name="T9" fmla="*/ T8 w 35"/>
                  <a:gd name="T10" fmla="+- 0 6523 6522"/>
                  <a:gd name="T11" fmla="*/ 6523 h 56"/>
                  <a:gd name="T12" fmla="+- 0 2861 2854"/>
                  <a:gd name="T13" fmla="*/ T12 w 35"/>
                  <a:gd name="T14" fmla="+- 0 6527 6522"/>
                  <a:gd name="T15" fmla="*/ 6527 h 56"/>
                  <a:gd name="T16" fmla="+- 0 2858 2854"/>
                  <a:gd name="T17" fmla="*/ T16 w 35"/>
                  <a:gd name="T18" fmla="+- 0 6530 6522"/>
                  <a:gd name="T19" fmla="*/ 6530 h 56"/>
                  <a:gd name="T20" fmla="+- 0 2855 2854"/>
                  <a:gd name="T21" fmla="*/ T20 w 35"/>
                  <a:gd name="T22" fmla="+- 0 6539 6522"/>
                  <a:gd name="T23" fmla="*/ 6539 h 56"/>
                  <a:gd name="T24" fmla="+- 0 2854 2854"/>
                  <a:gd name="T25" fmla="*/ T24 w 35"/>
                  <a:gd name="T26" fmla="+- 0 6544 6522"/>
                  <a:gd name="T27" fmla="*/ 6544 h 56"/>
                  <a:gd name="T28" fmla="+- 0 2854 2854"/>
                  <a:gd name="T29" fmla="*/ T28 w 35"/>
                  <a:gd name="T30" fmla="+- 0 6557 6522"/>
                  <a:gd name="T31" fmla="*/ 6557 h 56"/>
                  <a:gd name="T32" fmla="+- 0 2855 2854"/>
                  <a:gd name="T33" fmla="*/ T32 w 35"/>
                  <a:gd name="T34" fmla="+- 0 6564 6522"/>
                  <a:gd name="T35" fmla="*/ 6564 h 56"/>
                  <a:gd name="T36" fmla="+- 0 2861 2854"/>
                  <a:gd name="T37" fmla="*/ T36 w 35"/>
                  <a:gd name="T38" fmla="+- 0 6575 6522"/>
                  <a:gd name="T39" fmla="*/ 6575 h 56"/>
                  <a:gd name="T40" fmla="+- 0 2866 2854"/>
                  <a:gd name="T41" fmla="*/ T40 w 35"/>
                  <a:gd name="T42" fmla="+- 0 6578 6522"/>
                  <a:gd name="T43" fmla="*/ 6578 h 56"/>
                  <a:gd name="T44" fmla="+- 0 2873 2854"/>
                  <a:gd name="T45" fmla="*/ T44 w 35"/>
                  <a:gd name="T46" fmla="+- 0 6578 6522"/>
                  <a:gd name="T47" fmla="*/ 6578 h 56"/>
                  <a:gd name="T48" fmla="+- 0 2876 2854"/>
                  <a:gd name="T49" fmla="*/ T48 w 35"/>
                  <a:gd name="T50" fmla="+- 0 6577 6522"/>
                  <a:gd name="T51" fmla="*/ 6577 h 56"/>
                  <a:gd name="T52" fmla="+- 0 2878 2854"/>
                  <a:gd name="T53" fmla="*/ T52 w 35"/>
                  <a:gd name="T54" fmla="+- 0 6575 6522"/>
                  <a:gd name="T55" fmla="*/ 6575 h 56"/>
                  <a:gd name="T56" fmla="+- 0 2868 2854"/>
                  <a:gd name="T57" fmla="*/ T56 w 35"/>
                  <a:gd name="T58" fmla="+- 0 6575 6522"/>
                  <a:gd name="T59" fmla="*/ 6575 h 56"/>
                  <a:gd name="T60" fmla="+- 0 2866 2854"/>
                  <a:gd name="T61" fmla="*/ T60 w 35"/>
                  <a:gd name="T62" fmla="+- 0 6573 6522"/>
                  <a:gd name="T63" fmla="*/ 6573 h 56"/>
                  <a:gd name="T64" fmla="+- 0 2864 2854"/>
                  <a:gd name="T65" fmla="*/ T64 w 35"/>
                  <a:gd name="T66" fmla="+- 0 6569 6522"/>
                  <a:gd name="T67" fmla="*/ 6569 h 56"/>
                  <a:gd name="T68" fmla="+- 0 2862 2854"/>
                  <a:gd name="T69" fmla="*/ T68 w 35"/>
                  <a:gd name="T70" fmla="+- 0 6565 6522"/>
                  <a:gd name="T71" fmla="*/ 6565 h 56"/>
                  <a:gd name="T72" fmla="+- 0 2861 2854"/>
                  <a:gd name="T73" fmla="*/ T72 w 35"/>
                  <a:gd name="T74" fmla="+- 0 6559 6522"/>
                  <a:gd name="T75" fmla="*/ 6559 h 56"/>
                  <a:gd name="T76" fmla="+- 0 2871 2854"/>
                  <a:gd name="T77" fmla="*/ T76 w 35"/>
                  <a:gd name="T78" fmla="+- 0 6525 6522"/>
                  <a:gd name="T79" fmla="*/ 6525 h 56"/>
                  <a:gd name="T80" fmla="+- 0 2879 2854"/>
                  <a:gd name="T81" fmla="*/ T80 w 35"/>
                  <a:gd name="T82" fmla="+- 0 6525 6522"/>
                  <a:gd name="T83" fmla="*/ 6525 h 56"/>
                  <a:gd name="T84" fmla="+- 0 2879 2854"/>
                  <a:gd name="T85" fmla="*/ T84 w 35"/>
                  <a:gd name="T86" fmla="+- 0 6524 6522"/>
                  <a:gd name="T87" fmla="*/ 6524 h 56"/>
                  <a:gd name="T88" fmla="+- 0 2875 2854"/>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43" name="Freeform 5708">
                <a:extLst>
                  <a:ext uri="{FF2B5EF4-FFF2-40B4-BE49-F238E27FC236}">
                    <a16:creationId xmlns:a16="http://schemas.microsoft.com/office/drawing/2014/main" id="{9AD9EE8A-BE22-EE3B-C4AF-98BA7EB415F3}"/>
                  </a:ext>
                </a:extLst>
              </p:cNvPr>
              <p:cNvSpPr>
                <a:spLocks/>
              </p:cNvSpPr>
              <p:nvPr/>
            </p:nvSpPr>
            <p:spPr bwMode="auto">
              <a:xfrm>
                <a:off x="2854" y="6522"/>
                <a:ext cx="35" cy="56"/>
              </a:xfrm>
              <a:custGeom>
                <a:avLst/>
                <a:gdLst>
                  <a:gd name="T0" fmla="+- 0 2879 2854"/>
                  <a:gd name="T1" fmla="*/ T0 w 35"/>
                  <a:gd name="T2" fmla="+- 0 6525 6522"/>
                  <a:gd name="T3" fmla="*/ 6525 h 56"/>
                  <a:gd name="T4" fmla="+- 0 2871 2854"/>
                  <a:gd name="T5" fmla="*/ T4 w 35"/>
                  <a:gd name="T6" fmla="+- 0 6525 6522"/>
                  <a:gd name="T7" fmla="*/ 6525 h 56"/>
                  <a:gd name="T8" fmla="+- 0 2875 2854"/>
                  <a:gd name="T9" fmla="*/ T8 w 35"/>
                  <a:gd name="T10" fmla="+- 0 6526 6522"/>
                  <a:gd name="T11" fmla="*/ 6526 h 56"/>
                  <a:gd name="T12" fmla="+- 0 2876 2854"/>
                  <a:gd name="T13" fmla="*/ T12 w 35"/>
                  <a:gd name="T14" fmla="+- 0 6527 6522"/>
                  <a:gd name="T15" fmla="*/ 6527 h 56"/>
                  <a:gd name="T16" fmla="+- 0 2878 2854"/>
                  <a:gd name="T17" fmla="*/ T16 w 35"/>
                  <a:gd name="T18" fmla="+- 0 6530 6522"/>
                  <a:gd name="T19" fmla="*/ 6530 h 56"/>
                  <a:gd name="T20" fmla="+- 0 2880 2854"/>
                  <a:gd name="T21" fmla="*/ T20 w 35"/>
                  <a:gd name="T22" fmla="+- 0 6537 6522"/>
                  <a:gd name="T23" fmla="*/ 6537 h 56"/>
                  <a:gd name="T24" fmla="+- 0 2880 2854"/>
                  <a:gd name="T25" fmla="*/ T24 w 35"/>
                  <a:gd name="T26" fmla="+- 0 6539 6522"/>
                  <a:gd name="T27" fmla="*/ 6539 h 56"/>
                  <a:gd name="T28" fmla="+- 0 2880 2854"/>
                  <a:gd name="T29" fmla="*/ T28 w 35"/>
                  <a:gd name="T30" fmla="+- 0 6557 6522"/>
                  <a:gd name="T31" fmla="*/ 6557 h 56"/>
                  <a:gd name="T32" fmla="+- 0 2880 2854"/>
                  <a:gd name="T33" fmla="*/ T32 w 35"/>
                  <a:gd name="T34" fmla="+- 0 6562 6522"/>
                  <a:gd name="T35" fmla="*/ 6562 h 56"/>
                  <a:gd name="T36" fmla="+- 0 2878 2854"/>
                  <a:gd name="T37" fmla="*/ T36 w 35"/>
                  <a:gd name="T38" fmla="+- 0 6570 6522"/>
                  <a:gd name="T39" fmla="*/ 6570 h 56"/>
                  <a:gd name="T40" fmla="+- 0 2877 2854"/>
                  <a:gd name="T41" fmla="*/ T40 w 35"/>
                  <a:gd name="T42" fmla="+- 0 6572 6522"/>
                  <a:gd name="T43" fmla="*/ 6572 h 56"/>
                  <a:gd name="T44" fmla="+- 0 2875 2854"/>
                  <a:gd name="T45" fmla="*/ T44 w 35"/>
                  <a:gd name="T46" fmla="+- 0 6573 6522"/>
                  <a:gd name="T47" fmla="*/ 6573 h 56"/>
                  <a:gd name="T48" fmla="+- 0 2871 2854"/>
                  <a:gd name="T49" fmla="*/ T48 w 35"/>
                  <a:gd name="T50" fmla="+- 0 6575 6522"/>
                  <a:gd name="T51" fmla="*/ 6575 h 56"/>
                  <a:gd name="T52" fmla="+- 0 2878 2854"/>
                  <a:gd name="T53" fmla="*/ T52 w 35"/>
                  <a:gd name="T54" fmla="+- 0 6575 6522"/>
                  <a:gd name="T55" fmla="*/ 6575 h 56"/>
                  <a:gd name="T56" fmla="+- 0 2888 2854"/>
                  <a:gd name="T57" fmla="*/ T56 w 35"/>
                  <a:gd name="T58" fmla="+- 0 6541 6522"/>
                  <a:gd name="T59" fmla="*/ 6541 h 56"/>
                  <a:gd name="T60" fmla="+- 0 2886 2854"/>
                  <a:gd name="T61" fmla="*/ T60 w 35"/>
                  <a:gd name="T62" fmla="+- 0 6534 6522"/>
                  <a:gd name="T63" fmla="*/ 6534 h 56"/>
                  <a:gd name="T64" fmla="+- 0 2879 2854"/>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2" name="Group 441">
              <a:extLst>
                <a:ext uri="{FF2B5EF4-FFF2-40B4-BE49-F238E27FC236}">
                  <a16:creationId xmlns:a16="http://schemas.microsoft.com/office/drawing/2014/main" id="{05096E20-0ADF-3F5B-4046-5319A3098FA1}"/>
                </a:ext>
              </a:extLst>
            </p:cNvPr>
            <p:cNvGrpSpPr>
              <a:grpSpLocks/>
            </p:cNvGrpSpPr>
            <p:nvPr/>
          </p:nvGrpSpPr>
          <p:grpSpPr bwMode="auto">
            <a:xfrm>
              <a:off x="3310" y="6522"/>
              <a:ext cx="35" cy="56"/>
              <a:chOff x="3310" y="6522"/>
              <a:chExt cx="35" cy="56"/>
            </a:xfrm>
          </p:grpSpPr>
          <p:sp>
            <p:nvSpPr>
              <p:cNvPr id="740" name="Freeform 5710">
                <a:extLst>
                  <a:ext uri="{FF2B5EF4-FFF2-40B4-BE49-F238E27FC236}">
                    <a16:creationId xmlns:a16="http://schemas.microsoft.com/office/drawing/2014/main" id="{7E53D7CC-5E95-D59B-547C-B8DA95323731}"/>
                  </a:ext>
                </a:extLst>
              </p:cNvPr>
              <p:cNvSpPr>
                <a:spLocks/>
              </p:cNvSpPr>
              <p:nvPr/>
            </p:nvSpPr>
            <p:spPr bwMode="auto">
              <a:xfrm>
                <a:off x="3310" y="6522"/>
                <a:ext cx="35" cy="56"/>
              </a:xfrm>
              <a:custGeom>
                <a:avLst/>
                <a:gdLst>
                  <a:gd name="T0" fmla="+- 0 3331 3310"/>
                  <a:gd name="T1" fmla="*/ T0 w 35"/>
                  <a:gd name="T2" fmla="+- 0 6522 6522"/>
                  <a:gd name="T3" fmla="*/ 6522 h 56"/>
                  <a:gd name="T4" fmla="+- 0 3325 3310"/>
                  <a:gd name="T5" fmla="*/ T4 w 35"/>
                  <a:gd name="T6" fmla="+- 0 6522 6522"/>
                  <a:gd name="T7" fmla="*/ 6522 h 56"/>
                  <a:gd name="T8" fmla="+- 0 3322 3310"/>
                  <a:gd name="T9" fmla="*/ T8 w 35"/>
                  <a:gd name="T10" fmla="+- 0 6523 6522"/>
                  <a:gd name="T11" fmla="*/ 6523 h 56"/>
                  <a:gd name="T12" fmla="+- 0 3317 3310"/>
                  <a:gd name="T13" fmla="*/ T12 w 35"/>
                  <a:gd name="T14" fmla="+- 0 6527 6522"/>
                  <a:gd name="T15" fmla="*/ 6527 h 56"/>
                  <a:gd name="T16" fmla="+- 0 3315 3310"/>
                  <a:gd name="T17" fmla="*/ T16 w 35"/>
                  <a:gd name="T18" fmla="+- 0 6530 6522"/>
                  <a:gd name="T19" fmla="*/ 6530 h 56"/>
                  <a:gd name="T20" fmla="+- 0 3311 3310"/>
                  <a:gd name="T21" fmla="*/ T20 w 35"/>
                  <a:gd name="T22" fmla="+- 0 6539 6522"/>
                  <a:gd name="T23" fmla="*/ 6539 h 56"/>
                  <a:gd name="T24" fmla="+- 0 3310 3310"/>
                  <a:gd name="T25" fmla="*/ T24 w 35"/>
                  <a:gd name="T26" fmla="+- 0 6544 6522"/>
                  <a:gd name="T27" fmla="*/ 6544 h 56"/>
                  <a:gd name="T28" fmla="+- 0 3310 3310"/>
                  <a:gd name="T29" fmla="*/ T28 w 35"/>
                  <a:gd name="T30" fmla="+- 0 6557 6522"/>
                  <a:gd name="T31" fmla="*/ 6557 h 56"/>
                  <a:gd name="T32" fmla="+- 0 3311 3310"/>
                  <a:gd name="T33" fmla="*/ T32 w 35"/>
                  <a:gd name="T34" fmla="+- 0 6564 6522"/>
                  <a:gd name="T35" fmla="*/ 6564 h 56"/>
                  <a:gd name="T36" fmla="+- 0 3318 3310"/>
                  <a:gd name="T37" fmla="*/ T36 w 35"/>
                  <a:gd name="T38" fmla="+- 0 6575 6522"/>
                  <a:gd name="T39" fmla="*/ 6575 h 56"/>
                  <a:gd name="T40" fmla="+- 0 3322 3310"/>
                  <a:gd name="T41" fmla="*/ T40 w 35"/>
                  <a:gd name="T42" fmla="+- 0 6578 6522"/>
                  <a:gd name="T43" fmla="*/ 6578 h 56"/>
                  <a:gd name="T44" fmla="+- 0 3330 3310"/>
                  <a:gd name="T45" fmla="*/ T44 w 35"/>
                  <a:gd name="T46" fmla="+- 0 6578 6522"/>
                  <a:gd name="T47" fmla="*/ 6578 h 56"/>
                  <a:gd name="T48" fmla="+- 0 3332 3310"/>
                  <a:gd name="T49" fmla="*/ T48 w 35"/>
                  <a:gd name="T50" fmla="+- 0 6577 6522"/>
                  <a:gd name="T51" fmla="*/ 6577 h 56"/>
                  <a:gd name="T52" fmla="+- 0 3334 3310"/>
                  <a:gd name="T53" fmla="*/ T52 w 35"/>
                  <a:gd name="T54" fmla="+- 0 6575 6522"/>
                  <a:gd name="T55" fmla="*/ 6575 h 56"/>
                  <a:gd name="T56" fmla="+- 0 3324 3310"/>
                  <a:gd name="T57" fmla="*/ T56 w 35"/>
                  <a:gd name="T58" fmla="+- 0 6575 6522"/>
                  <a:gd name="T59" fmla="*/ 6575 h 56"/>
                  <a:gd name="T60" fmla="+- 0 3322 3310"/>
                  <a:gd name="T61" fmla="*/ T60 w 35"/>
                  <a:gd name="T62" fmla="+- 0 6573 6522"/>
                  <a:gd name="T63" fmla="*/ 6573 h 56"/>
                  <a:gd name="T64" fmla="+- 0 3320 3310"/>
                  <a:gd name="T65" fmla="*/ T64 w 35"/>
                  <a:gd name="T66" fmla="+- 0 6569 6522"/>
                  <a:gd name="T67" fmla="*/ 6569 h 56"/>
                  <a:gd name="T68" fmla="+- 0 3319 3310"/>
                  <a:gd name="T69" fmla="*/ T68 w 35"/>
                  <a:gd name="T70" fmla="+- 0 6565 6522"/>
                  <a:gd name="T71" fmla="*/ 6565 h 56"/>
                  <a:gd name="T72" fmla="+- 0 3318 3310"/>
                  <a:gd name="T73" fmla="*/ T72 w 35"/>
                  <a:gd name="T74" fmla="+- 0 6559 6522"/>
                  <a:gd name="T75" fmla="*/ 6559 h 56"/>
                  <a:gd name="T76" fmla="+- 0 3327 3310"/>
                  <a:gd name="T77" fmla="*/ T76 w 35"/>
                  <a:gd name="T78" fmla="+- 0 6525 6522"/>
                  <a:gd name="T79" fmla="*/ 6525 h 56"/>
                  <a:gd name="T80" fmla="+- 0 3336 3310"/>
                  <a:gd name="T81" fmla="*/ T80 w 35"/>
                  <a:gd name="T82" fmla="+- 0 6525 6522"/>
                  <a:gd name="T83" fmla="*/ 6525 h 56"/>
                  <a:gd name="T84" fmla="+- 0 3335 3310"/>
                  <a:gd name="T85" fmla="*/ T84 w 35"/>
                  <a:gd name="T86" fmla="+- 0 6524 6522"/>
                  <a:gd name="T87" fmla="*/ 6524 h 56"/>
                  <a:gd name="T88" fmla="+- 0 3331 3310"/>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2"/>
                    </a:lnTo>
                    <a:lnTo>
                      <a:pt x="8" y="53"/>
                    </a:lnTo>
                    <a:lnTo>
                      <a:pt x="12" y="56"/>
                    </a:lnTo>
                    <a:lnTo>
                      <a:pt x="20" y="56"/>
                    </a:lnTo>
                    <a:lnTo>
                      <a:pt x="22" y="55"/>
                    </a:lnTo>
                    <a:lnTo>
                      <a:pt x="24" y="53"/>
                    </a:lnTo>
                    <a:lnTo>
                      <a:pt x="14" y="53"/>
                    </a:lnTo>
                    <a:lnTo>
                      <a:pt x="12" y="51"/>
                    </a:lnTo>
                    <a:lnTo>
                      <a:pt x="10" y="47"/>
                    </a:lnTo>
                    <a:lnTo>
                      <a:pt x="9" y="43"/>
                    </a:lnTo>
                    <a:lnTo>
                      <a:pt x="8" y="37"/>
                    </a:lnTo>
                    <a:lnTo>
                      <a:pt x="17"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41" name="Freeform 5711">
                <a:extLst>
                  <a:ext uri="{FF2B5EF4-FFF2-40B4-BE49-F238E27FC236}">
                    <a16:creationId xmlns:a16="http://schemas.microsoft.com/office/drawing/2014/main" id="{EB76DE08-6F75-20A7-443A-CE032FD05EAB}"/>
                  </a:ext>
                </a:extLst>
              </p:cNvPr>
              <p:cNvSpPr>
                <a:spLocks/>
              </p:cNvSpPr>
              <p:nvPr/>
            </p:nvSpPr>
            <p:spPr bwMode="auto">
              <a:xfrm>
                <a:off x="3310" y="6522"/>
                <a:ext cx="35" cy="56"/>
              </a:xfrm>
              <a:custGeom>
                <a:avLst/>
                <a:gdLst>
                  <a:gd name="T0" fmla="+- 0 3336 3310"/>
                  <a:gd name="T1" fmla="*/ T0 w 35"/>
                  <a:gd name="T2" fmla="+- 0 6525 6522"/>
                  <a:gd name="T3" fmla="*/ 6525 h 56"/>
                  <a:gd name="T4" fmla="+- 0 3327 3310"/>
                  <a:gd name="T5" fmla="*/ T4 w 35"/>
                  <a:gd name="T6" fmla="+- 0 6525 6522"/>
                  <a:gd name="T7" fmla="*/ 6525 h 56"/>
                  <a:gd name="T8" fmla="+- 0 3331 3310"/>
                  <a:gd name="T9" fmla="*/ T8 w 35"/>
                  <a:gd name="T10" fmla="+- 0 6526 6522"/>
                  <a:gd name="T11" fmla="*/ 6526 h 56"/>
                  <a:gd name="T12" fmla="+- 0 3333 3310"/>
                  <a:gd name="T13" fmla="*/ T12 w 35"/>
                  <a:gd name="T14" fmla="+- 0 6527 6522"/>
                  <a:gd name="T15" fmla="*/ 6527 h 56"/>
                  <a:gd name="T16" fmla="+- 0 3334 3310"/>
                  <a:gd name="T17" fmla="*/ T16 w 35"/>
                  <a:gd name="T18" fmla="+- 0 6530 6522"/>
                  <a:gd name="T19" fmla="*/ 6530 h 56"/>
                  <a:gd name="T20" fmla="+- 0 3336 3310"/>
                  <a:gd name="T21" fmla="*/ T20 w 35"/>
                  <a:gd name="T22" fmla="+- 0 6537 6522"/>
                  <a:gd name="T23" fmla="*/ 6537 h 56"/>
                  <a:gd name="T24" fmla="+- 0 3336 3310"/>
                  <a:gd name="T25" fmla="*/ T24 w 35"/>
                  <a:gd name="T26" fmla="+- 0 6539 6522"/>
                  <a:gd name="T27" fmla="*/ 6539 h 56"/>
                  <a:gd name="T28" fmla="+- 0 3337 3310"/>
                  <a:gd name="T29" fmla="*/ T28 w 35"/>
                  <a:gd name="T30" fmla="+- 0 6557 6522"/>
                  <a:gd name="T31" fmla="*/ 6557 h 56"/>
                  <a:gd name="T32" fmla="+- 0 3336 3310"/>
                  <a:gd name="T33" fmla="*/ T32 w 35"/>
                  <a:gd name="T34" fmla="+- 0 6562 6522"/>
                  <a:gd name="T35" fmla="*/ 6562 h 56"/>
                  <a:gd name="T36" fmla="+- 0 3334 3310"/>
                  <a:gd name="T37" fmla="*/ T36 w 35"/>
                  <a:gd name="T38" fmla="+- 0 6570 6522"/>
                  <a:gd name="T39" fmla="*/ 6570 h 56"/>
                  <a:gd name="T40" fmla="+- 0 3333 3310"/>
                  <a:gd name="T41" fmla="*/ T40 w 35"/>
                  <a:gd name="T42" fmla="+- 0 6572 6522"/>
                  <a:gd name="T43" fmla="*/ 6572 h 56"/>
                  <a:gd name="T44" fmla="+- 0 3332 3310"/>
                  <a:gd name="T45" fmla="*/ T44 w 35"/>
                  <a:gd name="T46" fmla="+- 0 6573 6522"/>
                  <a:gd name="T47" fmla="*/ 6573 h 56"/>
                  <a:gd name="T48" fmla="+- 0 3327 3310"/>
                  <a:gd name="T49" fmla="*/ T48 w 35"/>
                  <a:gd name="T50" fmla="+- 0 6575 6522"/>
                  <a:gd name="T51" fmla="*/ 6575 h 56"/>
                  <a:gd name="T52" fmla="+- 0 3334 3310"/>
                  <a:gd name="T53" fmla="*/ T52 w 35"/>
                  <a:gd name="T54" fmla="+- 0 6575 6522"/>
                  <a:gd name="T55" fmla="*/ 6575 h 56"/>
                  <a:gd name="T56" fmla="+- 0 3344 3310"/>
                  <a:gd name="T57" fmla="*/ T56 w 35"/>
                  <a:gd name="T58" fmla="+- 0 6541 6522"/>
                  <a:gd name="T59" fmla="*/ 6541 h 56"/>
                  <a:gd name="T60" fmla="+- 0 3342 3310"/>
                  <a:gd name="T61" fmla="*/ T60 w 35"/>
                  <a:gd name="T62" fmla="+- 0 6534 6522"/>
                  <a:gd name="T63" fmla="*/ 6534 h 56"/>
                  <a:gd name="T64" fmla="+- 0 3336 3310"/>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6" y="17"/>
                    </a:lnTo>
                    <a:lnTo>
                      <a:pt x="27" y="35"/>
                    </a:lnTo>
                    <a:lnTo>
                      <a:pt x="26" y="40"/>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3" name="Group 442">
              <a:extLst>
                <a:ext uri="{FF2B5EF4-FFF2-40B4-BE49-F238E27FC236}">
                  <a16:creationId xmlns:a16="http://schemas.microsoft.com/office/drawing/2014/main" id="{85D9A4C7-B08D-41B1-52CC-844A78AC42EF}"/>
                </a:ext>
              </a:extLst>
            </p:cNvPr>
            <p:cNvGrpSpPr>
              <a:grpSpLocks/>
            </p:cNvGrpSpPr>
            <p:nvPr/>
          </p:nvGrpSpPr>
          <p:grpSpPr bwMode="auto">
            <a:xfrm>
              <a:off x="3766" y="6522"/>
              <a:ext cx="35" cy="56"/>
              <a:chOff x="3766" y="6522"/>
              <a:chExt cx="35" cy="56"/>
            </a:xfrm>
          </p:grpSpPr>
          <p:sp>
            <p:nvSpPr>
              <p:cNvPr id="738" name="Freeform 5713">
                <a:extLst>
                  <a:ext uri="{FF2B5EF4-FFF2-40B4-BE49-F238E27FC236}">
                    <a16:creationId xmlns:a16="http://schemas.microsoft.com/office/drawing/2014/main" id="{2283DD9B-4ACB-155B-628F-F1EB1F5EFC87}"/>
                  </a:ext>
                </a:extLst>
              </p:cNvPr>
              <p:cNvSpPr>
                <a:spLocks/>
              </p:cNvSpPr>
              <p:nvPr/>
            </p:nvSpPr>
            <p:spPr bwMode="auto">
              <a:xfrm>
                <a:off x="3766" y="6522"/>
                <a:ext cx="35" cy="56"/>
              </a:xfrm>
              <a:custGeom>
                <a:avLst/>
                <a:gdLst>
                  <a:gd name="T0" fmla="+- 0 3788 3766"/>
                  <a:gd name="T1" fmla="*/ T0 w 35"/>
                  <a:gd name="T2" fmla="+- 0 6522 6522"/>
                  <a:gd name="T3" fmla="*/ 6522 h 56"/>
                  <a:gd name="T4" fmla="+- 0 3781 3766"/>
                  <a:gd name="T5" fmla="*/ T4 w 35"/>
                  <a:gd name="T6" fmla="+- 0 6522 6522"/>
                  <a:gd name="T7" fmla="*/ 6522 h 56"/>
                  <a:gd name="T8" fmla="+- 0 3779 3766"/>
                  <a:gd name="T9" fmla="*/ T8 w 35"/>
                  <a:gd name="T10" fmla="+- 0 6523 6522"/>
                  <a:gd name="T11" fmla="*/ 6523 h 56"/>
                  <a:gd name="T12" fmla="+- 0 3773 3766"/>
                  <a:gd name="T13" fmla="*/ T12 w 35"/>
                  <a:gd name="T14" fmla="+- 0 6527 6522"/>
                  <a:gd name="T15" fmla="*/ 6527 h 56"/>
                  <a:gd name="T16" fmla="+- 0 3771 3766"/>
                  <a:gd name="T17" fmla="*/ T16 w 35"/>
                  <a:gd name="T18" fmla="+- 0 6530 6522"/>
                  <a:gd name="T19" fmla="*/ 6530 h 56"/>
                  <a:gd name="T20" fmla="+- 0 3767 3766"/>
                  <a:gd name="T21" fmla="*/ T20 w 35"/>
                  <a:gd name="T22" fmla="+- 0 6539 6522"/>
                  <a:gd name="T23" fmla="*/ 6539 h 56"/>
                  <a:gd name="T24" fmla="+- 0 3766 3766"/>
                  <a:gd name="T25" fmla="*/ T24 w 35"/>
                  <a:gd name="T26" fmla="+- 0 6544 6522"/>
                  <a:gd name="T27" fmla="*/ 6544 h 56"/>
                  <a:gd name="T28" fmla="+- 0 3766 3766"/>
                  <a:gd name="T29" fmla="*/ T28 w 35"/>
                  <a:gd name="T30" fmla="+- 0 6557 6522"/>
                  <a:gd name="T31" fmla="*/ 6557 h 56"/>
                  <a:gd name="T32" fmla="+- 0 3768 3766"/>
                  <a:gd name="T33" fmla="*/ T32 w 35"/>
                  <a:gd name="T34" fmla="+- 0 6564 6522"/>
                  <a:gd name="T35" fmla="*/ 6564 h 56"/>
                  <a:gd name="T36" fmla="+- 0 3774 3766"/>
                  <a:gd name="T37" fmla="*/ T36 w 35"/>
                  <a:gd name="T38" fmla="+- 0 6575 6522"/>
                  <a:gd name="T39" fmla="*/ 6575 h 56"/>
                  <a:gd name="T40" fmla="+- 0 3778 3766"/>
                  <a:gd name="T41" fmla="*/ T40 w 35"/>
                  <a:gd name="T42" fmla="+- 0 6578 6522"/>
                  <a:gd name="T43" fmla="*/ 6578 h 56"/>
                  <a:gd name="T44" fmla="+- 0 3786 3766"/>
                  <a:gd name="T45" fmla="*/ T44 w 35"/>
                  <a:gd name="T46" fmla="+- 0 6578 6522"/>
                  <a:gd name="T47" fmla="*/ 6578 h 56"/>
                  <a:gd name="T48" fmla="+- 0 3788 3766"/>
                  <a:gd name="T49" fmla="*/ T48 w 35"/>
                  <a:gd name="T50" fmla="+- 0 6577 6522"/>
                  <a:gd name="T51" fmla="*/ 6577 h 56"/>
                  <a:gd name="T52" fmla="+- 0 3791 3766"/>
                  <a:gd name="T53" fmla="*/ T52 w 35"/>
                  <a:gd name="T54" fmla="+- 0 6575 6522"/>
                  <a:gd name="T55" fmla="*/ 6575 h 56"/>
                  <a:gd name="T56" fmla="+- 0 3780 3766"/>
                  <a:gd name="T57" fmla="*/ T56 w 35"/>
                  <a:gd name="T58" fmla="+- 0 6575 6522"/>
                  <a:gd name="T59" fmla="*/ 6575 h 56"/>
                  <a:gd name="T60" fmla="+- 0 3778 3766"/>
                  <a:gd name="T61" fmla="*/ T60 w 35"/>
                  <a:gd name="T62" fmla="+- 0 6573 6522"/>
                  <a:gd name="T63" fmla="*/ 6573 h 56"/>
                  <a:gd name="T64" fmla="+- 0 3777 3766"/>
                  <a:gd name="T65" fmla="*/ T64 w 35"/>
                  <a:gd name="T66" fmla="+- 0 6569 6522"/>
                  <a:gd name="T67" fmla="*/ 6569 h 56"/>
                  <a:gd name="T68" fmla="+- 0 3775 3766"/>
                  <a:gd name="T69" fmla="*/ T68 w 35"/>
                  <a:gd name="T70" fmla="+- 0 6565 6522"/>
                  <a:gd name="T71" fmla="*/ 6565 h 56"/>
                  <a:gd name="T72" fmla="+- 0 3774 3766"/>
                  <a:gd name="T73" fmla="*/ T72 w 35"/>
                  <a:gd name="T74" fmla="+- 0 6559 6522"/>
                  <a:gd name="T75" fmla="*/ 6559 h 56"/>
                  <a:gd name="T76" fmla="+- 0 3784 3766"/>
                  <a:gd name="T77" fmla="*/ T76 w 35"/>
                  <a:gd name="T78" fmla="+- 0 6525 6522"/>
                  <a:gd name="T79" fmla="*/ 6525 h 56"/>
                  <a:gd name="T80" fmla="+- 0 3792 3766"/>
                  <a:gd name="T81" fmla="*/ T80 w 35"/>
                  <a:gd name="T82" fmla="+- 0 6525 6522"/>
                  <a:gd name="T83" fmla="*/ 6525 h 56"/>
                  <a:gd name="T84" fmla="+- 0 3791 3766"/>
                  <a:gd name="T85" fmla="*/ T84 w 35"/>
                  <a:gd name="T86" fmla="+- 0 6524 6522"/>
                  <a:gd name="T87" fmla="*/ 6524 h 56"/>
                  <a:gd name="T88" fmla="+- 0 3788 3766"/>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39" name="Freeform 5714">
                <a:extLst>
                  <a:ext uri="{FF2B5EF4-FFF2-40B4-BE49-F238E27FC236}">
                    <a16:creationId xmlns:a16="http://schemas.microsoft.com/office/drawing/2014/main" id="{CC51FBFA-54FB-BB86-E862-3CF676889973}"/>
                  </a:ext>
                </a:extLst>
              </p:cNvPr>
              <p:cNvSpPr>
                <a:spLocks/>
              </p:cNvSpPr>
              <p:nvPr/>
            </p:nvSpPr>
            <p:spPr bwMode="auto">
              <a:xfrm>
                <a:off x="3766" y="6522"/>
                <a:ext cx="35" cy="56"/>
              </a:xfrm>
              <a:custGeom>
                <a:avLst/>
                <a:gdLst>
                  <a:gd name="T0" fmla="+- 0 3792 3766"/>
                  <a:gd name="T1" fmla="*/ T0 w 35"/>
                  <a:gd name="T2" fmla="+- 0 6525 6522"/>
                  <a:gd name="T3" fmla="*/ 6525 h 56"/>
                  <a:gd name="T4" fmla="+- 0 3784 3766"/>
                  <a:gd name="T5" fmla="*/ T4 w 35"/>
                  <a:gd name="T6" fmla="+- 0 6525 6522"/>
                  <a:gd name="T7" fmla="*/ 6525 h 56"/>
                  <a:gd name="T8" fmla="+- 0 3787 3766"/>
                  <a:gd name="T9" fmla="*/ T8 w 35"/>
                  <a:gd name="T10" fmla="+- 0 6526 6522"/>
                  <a:gd name="T11" fmla="*/ 6526 h 56"/>
                  <a:gd name="T12" fmla="+- 0 3789 3766"/>
                  <a:gd name="T13" fmla="*/ T12 w 35"/>
                  <a:gd name="T14" fmla="+- 0 6527 6522"/>
                  <a:gd name="T15" fmla="*/ 6527 h 56"/>
                  <a:gd name="T16" fmla="+- 0 3790 3766"/>
                  <a:gd name="T17" fmla="*/ T16 w 35"/>
                  <a:gd name="T18" fmla="+- 0 6530 6522"/>
                  <a:gd name="T19" fmla="*/ 6530 h 56"/>
                  <a:gd name="T20" fmla="+- 0 3792 3766"/>
                  <a:gd name="T21" fmla="*/ T20 w 35"/>
                  <a:gd name="T22" fmla="+- 0 6537 6522"/>
                  <a:gd name="T23" fmla="*/ 6537 h 56"/>
                  <a:gd name="T24" fmla="+- 0 3793 3766"/>
                  <a:gd name="T25" fmla="*/ T24 w 35"/>
                  <a:gd name="T26" fmla="+- 0 6539 6522"/>
                  <a:gd name="T27" fmla="*/ 6539 h 56"/>
                  <a:gd name="T28" fmla="+- 0 3793 3766"/>
                  <a:gd name="T29" fmla="*/ T28 w 35"/>
                  <a:gd name="T30" fmla="+- 0 6557 6522"/>
                  <a:gd name="T31" fmla="*/ 6557 h 56"/>
                  <a:gd name="T32" fmla="+- 0 3792 3766"/>
                  <a:gd name="T33" fmla="*/ T32 w 35"/>
                  <a:gd name="T34" fmla="+- 0 6562 6522"/>
                  <a:gd name="T35" fmla="*/ 6562 h 56"/>
                  <a:gd name="T36" fmla="+- 0 3790 3766"/>
                  <a:gd name="T37" fmla="*/ T36 w 35"/>
                  <a:gd name="T38" fmla="+- 0 6570 6522"/>
                  <a:gd name="T39" fmla="*/ 6570 h 56"/>
                  <a:gd name="T40" fmla="+- 0 3789 3766"/>
                  <a:gd name="T41" fmla="*/ T40 w 35"/>
                  <a:gd name="T42" fmla="+- 0 6572 6522"/>
                  <a:gd name="T43" fmla="*/ 6572 h 56"/>
                  <a:gd name="T44" fmla="+- 0 3788 3766"/>
                  <a:gd name="T45" fmla="*/ T44 w 35"/>
                  <a:gd name="T46" fmla="+- 0 6573 6522"/>
                  <a:gd name="T47" fmla="*/ 6573 h 56"/>
                  <a:gd name="T48" fmla="+- 0 3783 3766"/>
                  <a:gd name="T49" fmla="*/ T48 w 35"/>
                  <a:gd name="T50" fmla="+- 0 6575 6522"/>
                  <a:gd name="T51" fmla="*/ 6575 h 56"/>
                  <a:gd name="T52" fmla="+- 0 3791 3766"/>
                  <a:gd name="T53" fmla="*/ T52 w 35"/>
                  <a:gd name="T54" fmla="+- 0 6575 6522"/>
                  <a:gd name="T55" fmla="*/ 6575 h 56"/>
                  <a:gd name="T56" fmla="+- 0 3801 3766"/>
                  <a:gd name="T57" fmla="*/ T56 w 35"/>
                  <a:gd name="T58" fmla="+- 0 6541 6522"/>
                  <a:gd name="T59" fmla="*/ 6541 h 56"/>
                  <a:gd name="T60" fmla="+- 0 3799 3766"/>
                  <a:gd name="T61" fmla="*/ T60 w 35"/>
                  <a:gd name="T62" fmla="+- 0 6534 6522"/>
                  <a:gd name="T63" fmla="*/ 6534 h 56"/>
                  <a:gd name="T64" fmla="+- 0 3792 3766"/>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4" name="Group 443">
              <a:extLst>
                <a:ext uri="{FF2B5EF4-FFF2-40B4-BE49-F238E27FC236}">
                  <a16:creationId xmlns:a16="http://schemas.microsoft.com/office/drawing/2014/main" id="{971F5993-4D0F-413C-3FD8-413A2151A447}"/>
                </a:ext>
              </a:extLst>
            </p:cNvPr>
            <p:cNvGrpSpPr>
              <a:grpSpLocks/>
            </p:cNvGrpSpPr>
            <p:nvPr/>
          </p:nvGrpSpPr>
          <p:grpSpPr bwMode="auto">
            <a:xfrm>
              <a:off x="4223" y="6522"/>
              <a:ext cx="35" cy="56"/>
              <a:chOff x="4223" y="6522"/>
              <a:chExt cx="35" cy="56"/>
            </a:xfrm>
          </p:grpSpPr>
          <p:sp>
            <p:nvSpPr>
              <p:cNvPr id="736" name="Freeform 5716">
                <a:extLst>
                  <a:ext uri="{FF2B5EF4-FFF2-40B4-BE49-F238E27FC236}">
                    <a16:creationId xmlns:a16="http://schemas.microsoft.com/office/drawing/2014/main" id="{DA8D7F4B-5735-A8FD-B8A1-FA256C220895}"/>
                  </a:ext>
                </a:extLst>
              </p:cNvPr>
              <p:cNvSpPr>
                <a:spLocks/>
              </p:cNvSpPr>
              <p:nvPr/>
            </p:nvSpPr>
            <p:spPr bwMode="auto">
              <a:xfrm>
                <a:off x="4223" y="6522"/>
                <a:ext cx="35" cy="56"/>
              </a:xfrm>
              <a:custGeom>
                <a:avLst/>
                <a:gdLst>
                  <a:gd name="T0" fmla="+- 0 4244 4223"/>
                  <a:gd name="T1" fmla="*/ T0 w 35"/>
                  <a:gd name="T2" fmla="+- 0 6522 6522"/>
                  <a:gd name="T3" fmla="*/ 6522 h 56"/>
                  <a:gd name="T4" fmla="+- 0 4237 4223"/>
                  <a:gd name="T5" fmla="*/ T4 w 35"/>
                  <a:gd name="T6" fmla="+- 0 6522 6522"/>
                  <a:gd name="T7" fmla="*/ 6522 h 56"/>
                  <a:gd name="T8" fmla="+- 0 4235 4223"/>
                  <a:gd name="T9" fmla="*/ T8 w 35"/>
                  <a:gd name="T10" fmla="+- 0 6523 6522"/>
                  <a:gd name="T11" fmla="*/ 6523 h 56"/>
                  <a:gd name="T12" fmla="+- 0 4230 4223"/>
                  <a:gd name="T13" fmla="*/ T12 w 35"/>
                  <a:gd name="T14" fmla="+- 0 6527 6522"/>
                  <a:gd name="T15" fmla="*/ 6527 h 56"/>
                  <a:gd name="T16" fmla="+- 0 4227 4223"/>
                  <a:gd name="T17" fmla="*/ T16 w 35"/>
                  <a:gd name="T18" fmla="+- 0 6530 6522"/>
                  <a:gd name="T19" fmla="*/ 6530 h 56"/>
                  <a:gd name="T20" fmla="+- 0 4223 4223"/>
                  <a:gd name="T21" fmla="*/ T20 w 35"/>
                  <a:gd name="T22" fmla="+- 0 6539 6522"/>
                  <a:gd name="T23" fmla="*/ 6539 h 56"/>
                  <a:gd name="T24" fmla="+- 0 4223 4223"/>
                  <a:gd name="T25" fmla="*/ T24 w 35"/>
                  <a:gd name="T26" fmla="+- 0 6544 6522"/>
                  <a:gd name="T27" fmla="*/ 6544 h 56"/>
                  <a:gd name="T28" fmla="+- 0 4223 4223"/>
                  <a:gd name="T29" fmla="*/ T28 w 35"/>
                  <a:gd name="T30" fmla="+- 0 6557 6522"/>
                  <a:gd name="T31" fmla="*/ 6557 h 56"/>
                  <a:gd name="T32" fmla="+- 0 4224 4223"/>
                  <a:gd name="T33" fmla="*/ T32 w 35"/>
                  <a:gd name="T34" fmla="+- 0 6564 6522"/>
                  <a:gd name="T35" fmla="*/ 6564 h 56"/>
                  <a:gd name="T36" fmla="+- 0 4230 4223"/>
                  <a:gd name="T37" fmla="*/ T36 w 35"/>
                  <a:gd name="T38" fmla="+- 0 6575 6522"/>
                  <a:gd name="T39" fmla="*/ 6575 h 56"/>
                  <a:gd name="T40" fmla="+- 0 4234 4223"/>
                  <a:gd name="T41" fmla="*/ T40 w 35"/>
                  <a:gd name="T42" fmla="+- 0 6578 6522"/>
                  <a:gd name="T43" fmla="*/ 6578 h 56"/>
                  <a:gd name="T44" fmla="+- 0 4242 4223"/>
                  <a:gd name="T45" fmla="*/ T44 w 35"/>
                  <a:gd name="T46" fmla="+- 0 6578 6522"/>
                  <a:gd name="T47" fmla="*/ 6578 h 56"/>
                  <a:gd name="T48" fmla="+- 0 4245 4223"/>
                  <a:gd name="T49" fmla="*/ T48 w 35"/>
                  <a:gd name="T50" fmla="+- 0 6577 6522"/>
                  <a:gd name="T51" fmla="*/ 6577 h 56"/>
                  <a:gd name="T52" fmla="+- 0 4247 4223"/>
                  <a:gd name="T53" fmla="*/ T52 w 35"/>
                  <a:gd name="T54" fmla="+- 0 6575 6522"/>
                  <a:gd name="T55" fmla="*/ 6575 h 56"/>
                  <a:gd name="T56" fmla="+- 0 4237 4223"/>
                  <a:gd name="T57" fmla="*/ T56 w 35"/>
                  <a:gd name="T58" fmla="+- 0 6575 6522"/>
                  <a:gd name="T59" fmla="*/ 6575 h 56"/>
                  <a:gd name="T60" fmla="+- 0 4234 4223"/>
                  <a:gd name="T61" fmla="*/ T60 w 35"/>
                  <a:gd name="T62" fmla="+- 0 6573 6522"/>
                  <a:gd name="T63" fmla="*/ 6573 h 56"/>
                  <a:gd name="T64" fmla="+- 0 4233 4223"/>
                  <a:gd name="T65" fmla="*/ T64 w 35"/>
                  <a:gd name="T66" fmla="+- 0 6569 6522"/>
                  <a:gd name="T67" fmla="*/ 6569 h 56"/>
                  <a:gd name="T68" fmla="+- 0 4231 4223"/>
                  <a:gd name="T69" fmla="*/ T68 w 35"/>
                  <a:gd name="T70" fmla="+- 0 6565 6522"/>
                  <a:gd name="T71" fmla="*/ 6565 h 56"/>
                  <a:gd name="T72" fmla="+- 0 4230 4223"/>
                  <a:gd name="T73" fmla="*/ T72 w 35"/>
                  <a:gd name="T74" fmla="+- 0 6559 6522"/>
                  <a:gd name="T75" fmla="*/ 6559 h 56"/>
                  <a:gd name="T76" fmla="+- 0 4240 4223"/>
                  <a:gd name="T77" fmla="*/ T76 w 35"/>
                  <a:gd name="T78" fmla="+- 0 6525 6522"/>
                  <a:gd name="T79" fmla="*/ 6525 h 56"/>
                  <a:gd name="T80" fmla="+- 0 4248 4223"/>
                  <a:gd name="T81" fmla="*/ T80 w 35"/>
                  <a:gd name="T82" fmla="+- 0 6525 6522"/>
                  <a:gd name="T83" fmla="*/ 6525 h 56"/>
                  <a:gd name="T84" fmla="+- 0 4248 4223"/>
                  <a:gd name="T85" fmla="*/ T84 w 35"/>
                  <a:gd name="T86" fmla="+- 0 6524 6522"/>
                  <a:gd name="T87" fmla="*/ 6524 h 56"/>
                  <a:gd name="T88" fmla="+- 0 4244 4223"/>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37" name="Freeform 5717">
                <a:extLst>
                  <a:ext uri="{FF2B5EF4-FFF2-40B4-BE49-F238E27FC236}">
                    <a16:creationId xmlns:a16="http://schemas.microsoft.com/office/drawing/2014/main" id="{F7D97529-0798-BE53-7B37-DC3FD36D3A74}"/>
                  </a:ext>
                </a:extLst>
              </p:cNvPr>
              <p:cNvSpPr>
                <a:spLocks/>
              </p:cNvSpPr>
              <p:nvPr/>
            </p:nvSpPr>
            <p:spPr bwMode="auto">
              <a:xfrm>
                <a:off x="4223" y="6522"/>
                <a:ext cx="35" cy="56"/>
              </a:xfrm>
              <a:custGeom>
                <a:avLst/>
                <a:gdLst>
                  <a:gd name="T0" fmla="+- 0 4248 4223"/>
                  <a:gd name="T1" fmla="*/ T0 w 35"/>
                  <a:gd name="T2" fmla="+- 0 6525 6522"/>
                  <a:gd name="T3" fmla="*/ 6525 h 56"/>
                  <a:gd name="T4" fmla="+- 0 4240 4223"/>
                  <a:gd name="T5" fmla="*/ T4 w 35"/>
                  <a:gd name="T6" fmla="+- 0 6525 6522"/>
                  <a:gd name="T7" fmla="*/ 6525 h 56"/>
                  <a:gd name="T8" fmla="+- 0 4244 4223"/>
                  <a:gd name="T9" fmla="*/ T8 w 35"/>
                  <a:gd name="T10" fmla="+- 0 6526 6522"/>
                  <a:gd name="T11" fmla="*/ 6526 h 56"/>
                  <a:gd name="T12" fmla="+- 0 4245 4223"/>
                  <a:gd name="T13" fmla="*/ T12 w 35"/>
                  <a:gd name="T14" fmla="+- 0 6527 6522"/>
                  <a:gd name="T15" fmla="*/ 6527 h 56"/>
                  <a:gd name="T16" fmla="+- 0 4246 4223"/>
                  <a:gd name="T17" fmla="*/ T16 w 35"/>
                  <a:gd name="T18" fmla="+- 0 6530 6522"/>
                  <a:gd name="T19" fmla="*/ 6530 h 56"/>
                  <a:gd name="T20" fmla="+- 0 4249 4223"/>
                  <a:gd name="T21" fmla="*/ T20 w 35"/>
                  <a:gd name="T22" fmla="+- 0 6537 6522"/>
                  <a:gd name="T23" fmla="*/ 6537 h 56"/>
                  <a:gd name="T24" fmla="+- 0 4249 4223"/>
                  <a:gd name="T25" fmla="*/ T24 w 35"/>
                  <a:gd name="T26" fmla="+- 0 6539 6522"/>
                  <a:gd name="T27" fmla="*/ 6539 h 56"/>
                  <a:gd name="T28" fmla="+- 0 4249 4223"/>
                  <a:gd name="T29" fmla="*/ T28 w 35"/>
                  <a:gd name="T30" fmla="+- 0 6557 6522"/>
                  <a:gd name="T31" fmla="*/ 6557 h 56"/>
                  <a:gd name="T32" fmla="+- 0 4249 4223"/>
                  <a:gd name="T33" fmla="*/ T32 w 35"/>
                  <a:gd name="T34" fmla="+- 0 6562 6522"/>
                  <a:gd name="T35" fmla="*/ 6562 h 56"/>
                  <a:gd name="T36" fmla="+- 0 4247 4223"/>
                  <a:gd name="T37" fmla="*/ T36 w 35"/>
                  <a:gd name="T38" fmla="+- 0 6570 6522"/>
                  <a:gd name="T39" fmla="*/ 6570 h 56"/>
                  <a:gd name="T40" fmla="+- 0 4246 4223"/>
                  <a:gd name="T41" fmla="*/ T40 w 35"/>
                  <a:gd name="T42" fmla="+- 0 6572 6522"/>
                  <a:gd name="T43" fmla="*/ 6572 h 56"/>
                  <a:gd name="T44" fmla="+- 0 4244 4223"/>
                  <a:gd name="T45" fmla="*/ T44 w 35"/>
                  <a:gd name="T46" fmla="+- 0 6573 6522"/>
                  <a:gd name="T47" fmla="*/ 6573 h 56"/>
                  <a:gd name="T48" fmla="+- 0 4240 4223"/>
                  <a:gd name="T49" fmla="*/ T48 w 35"/>
                  <a:gd name="T50" fmla="+- 0 6575 6522"/>
                  <a:gd name="T51" fmla="*/ 6575 h 56"/>
                  <a:gd name="T52" fmla="+- 0 4247 4223"/>
                  <a:gd name="T53" fmla="*/ T52 w 35"/>
                  <a:gd name="T54" fmla="+- 0 6575 6522"/>
                  <a:gd name="T55" fmla="*/ 6575 h 56"/>
                  <a:gd name="T56" fmla="+- 0 4257 4223"/>
                  <a:gd name="T57" fmla="*/ T56 w 35"/>
                  <a:gd name="T58" fmla="+- 0 6541 6522"/>
                  <a:gd name="T59" fmla="*/ 6541 h 56"/>
                  <a:gd name="T60" fmla="+- 0 4255 4223"/>
                  <a:gd name="T61" fmla="*/ T60 w 35"/>
                  <a:gd name="T62" fmla="+- 0 6534 6522"/>
                  <a:gd name="T63" fmla="*/ 6534 h 56"/>
                  <a:gd name="T64" fmla="+- 0 4248 4223"/>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5" name="Group 444">
              <a:extLst>
                <a:ext uri="{FF2B5EF4-FFF2-40B4-BE49-F238E27FC236}">
                  <a16:creationId xmlns:a16="http://schemas.microsoft.com/office/drawing/2014/main" id="{F2746D80-4ADE-0224-E1C9-A852C6138861}"/>
                </a:ext>
              </a:extLst>
            </p:cNvPr>
            <p:cNvGrpSpPr>
              <a:grpSpLocks/>
            </p:cNvGrpSpPr>
            <p:nvPr/>
          </p:nvGrpSpPr>
          <p:grpSpPr bwMode="auto">
            <a:xfrm>
              <a:off x="4679" y="6522"/>
              <a:ext cx="35" cy="56"/>
              <a:chOff x="4679" y="6522"/>
              <a:chExt cx="35" cy="56"/>
            </a:xfrm>
          </p:grpSpPr>
          <p:sp>
            <p:nvSpPr>
              <p:cNvPr id="734" name="Freeform 5719">
                <a:extLst>
                  <a:ext uri="{FF2B5EF4-FFF2-40B4-BE49-F238E27FC236}">
                    <a16:creationId xmlns:a16="http://schemas.microsoft.com/office/drawing/2014/main" id="{8CBD6B9C-0D8B-4EA2-9FCD-6503FF79D4AE}"/>
                  </a:ext>
                </a:extLst>
              </p:cNvPr>
              <p:cNvSpPr>
                <a:spLocks/>
              </p:cNvSpPr>
              <p:nvPr/>
            </p:nvSpPr>
            <p:spPr bwMode="auto">
              <a:xfrm>
                <a:off x="4679" y="6522"/>
                <a:ext cx="35" cy="56"/>
              </a:xfrm>
              <a:custGeom>
                <a:avLst/>
                <a:gdLst>
                  <a:gd name="T0" fmla="+- 0 4700 4679"/>
                  <a:gd name="T1" fmla="*/ T0 w 35"/>
                  <a:gd name="T2" fmla="+- 0 6522 6522"/>
                  <a:gd name="T3" fmla="*/ 6522 h 56"/>
                  <a:gd name="T4" fmla="+- 0 4694 4679"/>
                  <a:gd name="T5" fmla="*/ T4 w 35"/>
                  <a:gd name="T6" fmla="+- 0 6522 6522"/>
                  <a:gd name="T7" fmla="*/ 6522 h 56"/>
                  <a:gd name="T8" fmla="+- 0 4691 4679"/>
                  <a:gd name="T9" fmla="*/ T8 w 35"/>
                  <a:gd name="T10" fmla="+- 0 6523 6522"/>
                  <a:gd name="T11" fmla="*/ 6523 h 56"/>
                  <a:gd name="T12" fmla="+- 0 4686 4679"/>
                  <a:gd name="T13" fmla="*/ T12 w 35"/>
                  <a:gd name="T14" fmla="+- 0 6527 6522"/>
                  <a:gd name="T15" fmla="*/ 6527 h 56"/>
                  <a:gd name="T16" fmla="+- 0 4684 4679"/>
                  <a:gd name="T17" fmla="*/ T16 w 35"/>
                  <a:gd name="T18" fmla="+- 0 6530 6522"/>
                  <a:gd name="T19" fmla="*/ 6530 h 56"/>
                  <a:gd name="T20" fmla="+- 0 4680 4679"/>
                  <a:gd name="T21" fmla="*/ T20 w 35"/>
                  <a:gd name="T22" fmla="+- 0 6539 6522"/>
                  <a:gd name="T23" fmla="*/ 6539 h 56"/>
                  <a:gd name="T24" fmla="+- 0 4679 4679"/>
                  <a:gd name="T25" fmla="*/ T24 w 35"/>
                  <a:gd name="T26" fmla="+- 0 6544 6522"/>
                  <a:gd name="T27" fmla="*/ 6544 h 56"/>
                  <a:gd name="T28" fmla="+- 0 4679 4679"/>
                  <a:gd name="T29" fmla="*/ T28 w 35"/>
                  <a:gd name="T30" fmla="+- 0 6557 6522"/>
                  <a:gd name="T31" fmla="*/ 6557 h 56"/>
                  <a:gd name="T32" fmla="+- 0 4680 4679"/>
                  <a:gd name="T33" fmla="*/ T32 w 35"/>
                  <a:gd name="T34" fmla="+- 0 6564 6522"/>
                  <a:gd name="T35" fmla="*/ 6564 h 56"/>
                  <a:gd name="T36" fmla="+- 0 4687 4679"/>
                  <a:gd name="T37" fmla="*/ T36 w 35"/>
                  <a:gd name="T38" fmla="+- 0 6575 6522"/>
                  <a:gd name="T39" fmla="*/ 6575 h 56"/>
                  <a:gd name="T40" fmla="+- 0 4691 4679"/>
                  <a:gd name="T41" fmla="*/ T40 w 35"/>
                  <a:gd name="T42" fmla="+- 0 6578 6522"/>
                  <a:gd name="T43" fmla="*/ 6578 h 56"/>
                  <a:gd name="T44" fmla="+- 0 4698 4679"/>
                  <a:gd name="T45" fmla="*/ T44 w 35"/>
                  <a:gd name="T46" fmla="+- 0 6578 6522"/>
                  <a:gd name="T47" fmla="*/ 6578 h 56"/>
                  <a:gd name="T48" fmla="+- 0 4701 4679"/>
                  <a:gd name="T49" fmla="*/ T48 w 35"/>
                  <a:gd name="T50" fmla="+- 0 6577 6522"/>
                  <a:gd name="T51" fmla="*/ 6577 h 56"/>
                  <a:gd name="T52" fmla="+- 0 4703 4679"/>
                  <a:gd name="T53" fmla="*/ T52 w 35"/>
                  <a:gd name="T54" fmla="+- 0 6575 6522"/>
                  <a:gd name="T55" fmla="*/ 6575 h 56"/>
                  <a:gd name="T56" fmla="+- 0 4693 4679"/>
                  <a:gd name="T57" fmla="*/ T56 w 35"/>
                  <a:gd name="T58" fmla="+- 0 6575 6522"/>
                  <a:gd name="T59" fmla="*/ 6575 h 56"/>
                  <a:gd name="T60" fmla="+- 0 4691 4679"/>
                  <a:gd name="T61" fmla="*/ T60 w 35"/>
                  <a:gd name="T62" fmla="+- 0 6573 6522"/>
                  <a:gd name="T63" fmla="*/ 6573 h 56"/>
                  <a:gd name="T64" fmla="+- 0 4688 4679"/>
                  <a:gd name="T65" fmla="*/ T64 w 35"/>
                  <a:gd name="T66" fmla="+- 0 6565 6522"/>
                  <a:gd name="T67" fmla="*/ 6565 h 56"/>
                  <a:gd name="T68" fmla="+- 0 4687 4679"/>
                  <a:gd name="T69" fmla="*/ T68 w 35"/>
                  <a:gd name="T70" fmla="+- 0 6559 6522"/>
                  <a:gd name="T71" fmla="*/ 6559 h 56"/>
                  <a:gd name="T72" fmla="+- 0 4687 4679"/>
                  <a:gd name="T73" fmla="*/ T72 w 35"/>
                  <a:gd name="T74" fmla="+- 0 6544 6522"/>
                  <a:gd name="T75" fmla="*/ 6544 h 56"/>
                  <a:gd name="T76" fmla="+- 0 4696 4679"/>
                  <a:gd name="T77" fmla="*/ T76 w 35"/>
                  <a:gd name="T78" fmla="+- 0 6525 6522"/>
                  <a:gd name="T79" fmla="*/ 6525 h 56"/>
                  <a:gd name="T80" fmla="+- 0 4704 4679"/>
                  <a:gd name="T81" fmla="*/ T80 w 35"/>
                  <a:gd name="T82" fmla="+- 0 6525 6522"/>
                  <a:gd name="T83" fmla="*/ 6525 h 56"/>
                  <a:gd name="T84" fmla="+- 0 4704 4679"/>
                  <a:gd name="T85" fmla="*/ T84 w 35"/>
                  <a:gd name="T86" fmla="+- 0 6524 6522"/>
                  <a:gd name="T87" fmla="*/ 6524 h 56"/>
                  <a:gd name="T88" fmla="+- 0 4700 4679"/>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35" name="Freeform 5720">
                <a:extLst>
                  <a:ext uri="{FF2B5EF4-FFF2-40B4-BE49-F238E27FC236}">
                    <a16:creationId xmlns:a16="http://schemas.microsoft.com/office/drawing/2014/main" id="{1D24AA0F-D088-EBA9-E569-2C1944A3ECE9}"/>
                  </a:ext>
                </a:extLst>
              </p:cNvPr>
              <p:cNvSpPr>
                <a:spLocks/>
              </p:cNvSpPr>
              <p:nvPr/>
            </p:nvSpPr>
            <p:spPr bwMode="auto">
              <a:xfrm>
                <a:off x="4679" y="6522"/>
                <a:ext cx="35" cy="56"/>
              </a:xfrm>
              <a:custGeom>
                <a:avLst/>
                <a:gdLst>
                  <a:gd name="T0" fmla="+- 0 4704 4679"/>
                  <a:gd name="T1" fmla="*/ T0 w 35"/>
                  <a:gd name="T2" fmla="+- 0 6525 6522"/>
                  <a:gd name="T3" fmla="*/ 6525 h 56"/>
                  <a:gd name="T4" fmla="+- 0 4696 4679"/>
                  <a:gd name="T5" fmla="*/ T4 w 35"/>
                  <a:gd name="T6" fmla="+- 0 6525 6522"/>
                  <a:gd name="T7" fmla="*/ 6525 h 56"/>
                  <a:gd name="T8" fmla="+- 0 4700 4679"/>
                  <a:gd name="T9" fmla="*/ T8 w 35"/>
                  <a:gd name="T10" fmla="+- 0 6526 6522"/>
                  <a:gd name="T11" fmla="*/ 6526 h 56"/>
                  <a:gd name="T12" fmla="+- 0 4702 4679"/>
                  <a:gd name="T13" fmla="*/ T12 w 35"/>
                  <a:gd name="T14" fmla="+- 0 6527 6522"/>
                  <a:gd name="T15" fmla="*/ 6527 h 56"/>
                  <a:gd name="T16" fmla="+- 0 4703 4679"/>
                  <a:gd name="T17" fmla="*/ T16 w 35"/>
                  <a:gd name="T18" fmla="+- 0 6530 6522"/>
                  <a:gd name="T19" fmla="*/ 6530 h 56"/>
                  <a:gd name="T20" fmla="+- 0 4705 4679"/>
                  <a:gd name="T21" fmla="*/ T20 w 35"/>
                  <a:gd name="T22" fmla="+- 0 6537 6522"/>
                  <a:gd name="T23" fmla="*/ 6537 h 56"/>
                  <a:gd name="T24" fmla="+- 0 4705 4679"/>
                  <a:gd name="T25" fmla="*/ T24 w 35"/>
                  <a:gd name="T26" fmla="+- 0 6539 6522"/>
                  <a:gd name="T27" fmla="*/ 6539 h 56"/>
                  <a:gd name="T28" fmla="+- 0 4706 4679"/>
                  <a:gd name="T29" fmla="*/ T28 w 35"/>
                  <a:gd name="T30" fmla="+- 0 6557 6522"/>
                  <a:gd name="T31" fmla="*/ 6557 h 56"/>
                  <a:gd name="T32" fmla="+- 0 4705 4679"/>
                  <a:gd name="T33" fmla="*/ T32 w 35"/>
                  <a:gd name="T34" fmla="+- 0 6562 6522"/>
                  <a:gd name="T35" fmla="*/ 6562 h 56"/>
                  <a:gd name="T36" fmla="+- 0 4703 4679"/>
                  <a:gd name="T37" fmla="*/ T36 w 35"/>
                  <a:gd name="T38" fmla="+- 0 6570 6522"/>
                  <a:gd name="T39" fmla="*/ 6570 h 56"/>
                  <a:gd name="T40" fmla="+- 0 4702 4679"/>
                  <a:gd name="T41" fmla="*/ T40 w 35"/>
                  <a:gd name="T42" fmla="+- 0 6572 6522"/>
                  <a:gd name="T43" fmla="*/ 6572 h 56"/>
                  <a:gd name="T44" fmla="+- 0 4700 4679"/>
                  <a:gd name="T45" fmla="*/ T44 w 35"/>
                  <a:gd name="T46" fmla="+- 0 6573 6522"/>
                  <a:gd name="T47" fmla="*/ 6573 h 56"/>
                  <a:gd name="T48" fmla="+- 0 4696 4679"/>
                  <a:gd name="T49" fmla="*/ T48 w 35"/>
                  <a:gd name="T50" fmla="+- 0 6575 6522"/>
                  <a:gd name="T51" fmla="*/ 6575 h 56"/>
                  <a:gd name="T52" fmla="+- 0 4703 4679"/>
                  <a:gd name="T53" fmla="*/ T52 w 35"/>
                  <a:gd name="T54" fmla="+- 0 6575 6522"/>
                  <a:gd name="T55" fmla="*/ 6575 h 56"/>
                  <a:gd name="T56" fmla="+- 0 4713 4679"/>
                  <a:gd name="T57" fmla="*/ T56 w 35"/>
                  <a:gd name="T58" fmla="+- 0 6541 6522"/>
                  <a:gd name="T59" fmla="*/ 6541 h 56"/>
                  <a:gd name="T60" fmla="+- 0 4711 4679"/>
                  <a:gd name="T61" fmla="*/ T60 w 35"/>
                  <a:gd name="T62" fmla="+- 0 6534 6522"/>
                  <a:gd name="T63" fmla="*/ 6534 h 56"/>
                  <a:gd name="T64" fmla="+- 0 4704 4679"/>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7"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6" name="Group 445">
              <a:extLst>
                <a:ext uri="{FF2B5EF4-FFF2-40B4-BE49-F238E27FC236}">
                  <a16:creationId xmlns:a16="http://schemas.microsoft.com/office/drawing/2014/main" id="{7D7C4D81-8724-4934-38CD-8E80EB1F57DC}"/>
                </a:ext>
              </a:extLst>
            </p:cNvPr>
            <p:cNvGrpSpPr>
              <a:grpSpLocks/>
            </p:cNvGrpSpPr>
            <p:nvPr/>
          </p:nvGrpSpPr>
          <p:grpSpPr bwMode="auto">
            <a:xfrm>
              <a:off x="5135" y="6522"/>
              <a:ext cx="35" cy="56"/>
              <a:chOff x="5135" y="6522"/>
              <a:chExt cx="35" cy="56"/>
            </a:xfrm>
          </p:grpSpPr>
          <p:sp>
            <p:nvSpPr>
              <p:cNvPr id="732" name="Freeform 5722">
                <a:extLst>
                  <a:ext uri="{FF2B5EF4-FFF2-40B4-BE49-F238E27FC236}">
                    <a16:creationId xmlns:a16="http://schemas.microsoft.com/office/drawing/2014/main" id="{687D7D9C-386A-BCD3-B24D-D1430AB3C258}"/>
                  </a:ext>
                </a:extLst>
              </p:cNvPr>
              <p:cNvSpPr>
                <a:spLocks/>
              </p:cNvSpPr>
              <p:nvPr/>
            </p:nvSpPr>
            <p:spPr bwMode="auto">
              <a:xfrm>
                <a:off x="5135" y="6522"/>
                <a:ext cx="35" cy="56"/>
              </a:xfrm>
              <a:custGeom>
                <a:avLst/>
                <a:gdLst>
                  <a:gd name="T0" fmla="+- 0 5157 5135"/>
                  <a:gd name="T1" fmla="*/ T0 w 35"/>
                  <a:gd name="T2" fmla="+- 0 6522 6522"/>
                  <a:gd name="T3" fmla="*/ 6522 h 56"/>
                  <a:gd name="T4" fmla="+- 0 5150 5135"/>
                  <a:gd name="T5" fmla="*/ T4 w 35"/>
                  <a:gd name="T6" fmla="+- 0 6522 6522"/>
                  <a:gd name="T7" fmla="*/ 6522 h 56"/>
                  <a:gd name="T8" fmla="+- 0 5148 5135"/>
                  <a:gd name="T9" fmla="*/ T8 w 35"/>
                  <a:gd name="T10" fmla="+- 0 6523 6522"/>
                  <a:gd name="T11" fmla="*/ 6523 h 56"/>
                  <a:gd name="T12" fmla="+- 0 5142 5135"/>
                  <a:gd name="T13" fmla="*/ T12 w 35"/>
                  <a:gd name="T14" fmla="+- 0 6527 6522"/>
                  <a:gd name="T15" fmla="*/ 6527 h 56"/>
                  <a:gd name="T16" fmla="+- 0 5140 5135"/>
                  <a:gd name="T17" fmla="*/ T16 w 35"/>
                  <a:gd name="T18" fmla="+- 0 6530 6522"/>
                  <a:gd name="T19" fmla="*/ 6530 h 56"/>
                  <a:gd name="T20" fmla="+- 0 5136 5135"/>
                  <a:gd name="T21" fmla="*/ T20 w 35"/>
                  <a:gd name="T22" fmla="+- 0 6539 6522"/>
                  <a:gd name="T23" fmla="*/ 6539 h 56"/>
                  <a:gd name="T24" fmla="+- 0 5135 5135"/>
                  <a:gd name="T25" fmla="*/ T24 w 35"/>
                  <a:gd name="T26" fmla="+- 0 6544 6522"/>
                  <a:gd name="T27" fmla="*/ 6544 h 56"/>
                  <a:gd name="T28" fmla="+- 0 5135 5135"/>
                  <a:gd name="T29" fmla="*/ T28 w 35"/>
                  <a:gd name="T30" fmla="+- 0 6557 6522"/>
                  <a:gd name="T31" fmla="*/ 6557 h 56"/>
                  <a:gd name="T32" fmla="+- 0 5137 5135"/>
                  <a:gd name="T33" fmla="*/ T32 w 35"/>
                  <a:gd name="T34" fmla="+- 0 6564 6522"/>
                  <a:gd name="T35" fmla="*/ 6564 h 56"/>
                  <a:gd name="T36" fmla="+- 0 5143 5135"/>
                  <a:gd name="T37" fmla="*/ T36 w 35"/>
                  <a:gd name="T38" fmla="+- 0 6575 6522"/>
                  <a:gd name="T39" fmla="*/ 6575 h 56"/>
                  <a:gd name="T40" fmla="+- 0 5147 5135"/>
                  <a:gd name="T41" fmla="*/ T40 w 35"/>
                  <a:gd name="T42" fmla="+- 0 6578 6522"/>
                  <a:gd name="T43" fmla="*/ 6578 h 56"/>
                  <a:gd name="T44" fmla="+- 0 5155 5135"/>
                  <a:gd name="T45" fmla="*/ T44 w 35"/>
                  <a:gd name="T46" fmla="+- 0 6578 6522"/>
                  <a:gd name="T47" fmla="*/ 6578 h 56"/>
                  <a:gd name="T48" fmla="+- 0 5157 5135"/>
                  <a:gd name="T49" fmla="*/ T48 w 35"/>
                  <a:gd name="T50" fmla="+- 0 6577 6522"/>
                  <a:gd name="T51" fmla="*/ 6577 h 56"/>
                  <a:gd name="T52" fmla="+- 0 5159 5135"/>
                  <a:gd name="T53" fmla="*/ T52 w 35"/>
                  <a:gd name="T54" fmla="+- 0 6575 6522"/>
                  <a:gd name="T55" fmla="*/ 6575 h 56"/>
                  <a:gd name="T56" fmla="+- 0 5149 5135"/>
                  <a:gd name="T57" fmla="*/ T56 w 35"/>
                  <a:gd name="T58" fmla="+- 0 6575 6522"/>
                  <a:gd name="T59" fmla="*/ 6575 h 56"/>
                  <a:gd name="T60" fmla="+- 0 5147 5135"/>
                  <a:gd name="T61" fmla="*/ T60 w 35"/>
                  <a:gd name="T62" fmla="+- 0 6573 6522"/>
                  <a:gd name="T63" fmla="*/ 6573 h 56"/>
                  <a:gd name="T64" fmla="+- 0 5146 5135"/>
                  <a:gd name="T65" fmla="*/ T64 w 35"/>
                  <a:gd name="T66" fmla="+- 0 6569 6522"/>
                  <a:gd name="T67" fmla="*/ 6569 h 56"/>
                  <a:gd name="T68" fmla="+- 0 5144 5135"/>
                  <a:gd name="T69" fmla="*/ T68 w 35"/>
                  <a:gd name="T70" fmla="+- 0 6565 6522"/>
                  <a:gd name="T71" fmla="*/ 6565 h 56"/>
                  <a:gd name="T72" fmla="+- 0 5143 5135"/>
                  <a:gd name="T73" fmla="*/ T72 w 35"/>
                  <a:gd name="T74" fmla="+- 0 6559 6522"/>
                  <a:gd name="T75" fmla="*/ 6559 h 56"/>
                  <a:gd name="T76" fmla="+- 0 5152 5135"/>
                  <a:gd name="T77" fmla="*/ T76 w 35"/>
                  <a:gd name="T78" fmla="+- 0 6525 6522"/>
                  <a:gd name="T79" fmla="*/ 6525 h 56"/>
                  <a:gd name="T80" fmla="+- 0 5161 5135"/>
                  <a:gd name="T81" fmla="*/ T80 w 35"/>
                  <a:gd name="T82" fmla="+- 0 6525 6522"/>
                  <a:gd name="T83" fmla="*/ 6525 h 56"/>
                  <a:gd name="T84" fmla="+- 0 5160 5135"/>
                  <a:gd name="T85" fmla="*/ T84 w 35"/>
                  <a:gd name="T86" fmla="+- 0 6524 6522"/>
                  <a:gd name="T87" fmla="*/ 6524 h 56"/>
                  <a:gd name="T88" fmla="+- 0 5157 5135"/>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33" name="Freeform 5723">
                <a:extLst>
                  <a:ext uri="{FF2B5EF4-FFF2-40B4-BE49-F238E27FC236}">
                    <a16:creationId xmlns:a16="http://schemas.microsoft.com/office/drawing/2014/main" id="{8BC25376-176A-028D-685F-6C10ADA3F066}"/>
                  </a:ext>
                </a:extLst>
              </p:cNvPr>
              <p:cNvSpPr>
                <a:spLocks/>
              </p:cNvSpPr>
              <p:nvPr/>
            </p:nvSpPr>
            <p:spPr bwMode="auto">
              <a:xfrm>
                <a:off x="5135" y="6522"/>
                <a:ext cx="35" cy="56"/>
              </a:xfrm>
              <a:custGeom>
                <a:avLst/>
                <a:gdLst>
                  <a:gd name="T0" fmla="+- 0 5161 5135"/>
                  <a:gd name="T1" fmla="*/ T0 w 35"/>
                  <a:gd name="T2" fmla="+- 0 6525 6522"/>
                  <a:gd name="T3" fmla="*/ 6525 h 56"/>
                  <a:gd name="T4" fmla="+- 0 5152 5135"/>
                  <a:gd name="T5" fmla="*/ T4 w 35"/>
                  <a:gd name="T6" fmla="+- 0 6525 6522"/>
                  <a:gd name="T7" fmla="*/ 6525 h 56"/>
                  <a:gd name="T8" fmla="+- 0 5156 5135"/>
                  <a:gd name="T9" fmla="*/ T8 w 35"/>
                  <a:gd name="T10" fmla="+- 0 6526 6522"/>
                  <a:gd name="T11" fmla="*/ 6526 h 56"/>
                  <a:gd name="T12" fmla="+- 0 5158 5135"/>
                  <a:gd name="T13" fmla="*/ T12 w 35"/>
                  <a:gd name="T14" fmla="+- 0 6527 6522"/>
                  <a:gd name="T15" fmla="*/ 6527 h 56"/>
                  <a:gd name="T16" fmla="+- 0 5159 5135"/>
                  <a:gd name="T17" fmla="*/ T16 w 35"/>
                  <a:gd name="T18" fmla="+- 0 6530 6522"/>
                  <a:gd name="T19" fmla="*/ 6530 h 56"/>
                  <a:gd name="T20" fmla="+- 0 5161 5135"/>
                  <a:gd name="T21" fmla="*/ T20 w 35"/>
                  <a:gd name="T22" fmla="+- 0 6537 6522"/>
                  <a:gd name="T23" fmla="*/ 6537 h 56"/>
                  <a:gd name="T24" fmla="+- 0 5162 5135"/>
                  <a:gd name="T25" fmla="*/ T24 w 35"/>
                  <a:gd name="T26" fmla="+- 0 6539 6522"/>
                  <a:gd name="T27" fmla="*/ 6539 h 56"/>
                  <a:gd name="T28" fmla="+- 0 5162 5135"/>
                  <a:gd name="T29" fmla="*/ T28 w 35"/>
                  <a:gd name="T30" fmla="+- 0 6557 6522"/>
                  <a:gd name="T31" fmla="*/ 6557 h 56"/>
                  <a:gd name="T32" fmla="+- 0 5161 5135"/>
                  <a:gd name="T33" fmla="*/ T32 w 35"/>
                  <a:gd name="T34" fmla="+- 0 6562 6522"/>
                  <a:gd name="T35" fmla="*/ 6562 h 56"/>
                  <a:gd name="T36" fmla="+- 0 5159 5135"/>
                  <a:gd name="T37" fmla="*/ T36 w 35"/>
                  <a:gd name="T38" fmla="+- 0 6570 6522"/>
                  <a:gd name="T39" fmla="*/ 6570 h 56"/>
                  <a:gd name="T40" fmla="+- 0 5158 5135"/>
                  <a:gd name="T41" fmla="*/ T40 w 35"/>
                  <a:gd name="T42" fmla="+- 0 6572 6522"/>
                  <a:gd name="T43" fmla="*/ 6572 h 56"/>
                  <a:gd name="T44" fmla="+- 0 5157 5135"/>
                  <a:gd name="T45" fmla="*/ T44 w 35"/>
                  <a:gd name="T46" fmla="+- 0 6573 6522"/>
                  <a:gd name="T47" fmla="*/ 6573 h 56"/>
                  <a:gd name="T48" fmla="+- 0 5152 5135"/>
                  <a:gd name="T49" fmla="*/ T48 w 35"/>
                  <a:gd name="T50" fmla="+- 0 6575 6522"/>
                  <a:gd name="T51" fmla="*/ 6575 h 56"/>
                  <a:gd name="T52" fmla="+- 0 5159 5135"/>
                  <a:gd name="T53" fmla="*/ T52 w 35"/>
                  <a:gd name="T54" fmla="+- 0 6575 6522"/>
                  <a:gd name="T55" fmla="*/ 6575 h 56"/>
                  <a:gd name="T56" fmla="+- 0 5170 5135"/>
                  <a:gd name="T57" fmla="*/ T56 w 35"/>
                  <a:gd name="T58" fmla="+- 0 6541 6522"/>
                  <a:gd name="T59" fmla="*/ 6541 h 56"/>
                  <a:gd name="T60" fmla="+- 0 5168 5135"/>
                  <a:gd name="T61" fmla="*/ T60 w 35"/>
                  <a:gd name="T62" fmla="+- 0 6534 6522"/>
                  <a:gd name="T63" fmla="*/ 6534 h 56"/>
                  <a:gd name="T64" fmla="+- 0 5161 5135"/>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7" name="Group 446">
              <a:extLst>
                <a:ext uri="{FF2B5EF4-FFF2-40B4-BE49-F238E27FC236}">
                  <a16:creationId xmlns:a16="http://schemas.microsoft.com/office/drawing/2014/main" id="{5388958C-939F-7C97-08B5-72C5ED44376F}"/>
                </a:ext>
              </a:extLst>
            </p:cNvPr>
            <p:cNvGrpSpPr>
              <a:grpSpLocks/>
            </p:cNvGrpSpPr>
            <p:nvPr/>
          </p:nvGrpSpPr>
          <p:grpSpPr bwMode="auto">
            <a:xfrm>
              <a:off x="5592" y="6522"/>
              <a:ext cx="35" cy="56"/>
              <a:chOff x="5592" y="6522"/>
              <a:chExt cx="35" cy="56"/>
            </a:xfrm>
          </p:grpSpPr>
          <p:sp>
            <p:nvSpPr>
              <p:cNvPr id="730" name="Freeform 5725">
                <a:extLst>
                  <a:ext uri="{FF2B5EF4-FFF2-40B4-BE49-F238E27FC236}">
                    <a16:creationId xmlns:a16="http://schemas.microsoft.com/office/drawing/2014/main" id="{49705CFE-BD04-275A-D7D1-30B7DCF7E6FB}"/>
                  </a:ext>
                </a:extLst>
              </p:cNvPr>
              <p:cNvSpPr>
                <a:spLocks/>
              </p:cNvSpPr>
              <p:nvPr/>
            </p:nvSpPr>
            <p:spPr bwMode="auto">
              <a:xfrm>
                <a:off x="5592" y="6522"/>
                <a:ext cx="35" cy="56"/>
              </a:xfrm>
              <a:custGeom>
                <a:avLst/>
                <a:gdLst>
                  <a:gd name="T0" fmla="+- 0 5613 5592"/>
                  <a:gd name="T1" fmla="*/ T0 w 35"/>
                  <a:gd name="T2" fmla="+- 0 6522 6522"/>
                  <a:gd name="T3" fmla="*/ 6522 h 56"/>
                  <a:gd name="T4" fmla="+- 0 5606 5592"/>
                  <a:gd name="T5" fmla="*/ T4 w 35"/>
                  <a:gd name="T6" fmla="+- 0 6522 6522"/>
                  <a:gd name="T7" fmla="*/ 6522 h 56"/>
                  <a:gd name="T8" fmla="+- 0 5604 5592"/>
                  <a:gd name="T9" fmla="*/ T8 w 35"/>
                  <a:gd name="T10" fmla="+- 0 6523 6522"/>
                  <a:gd name="T11" fmla="*/ 6523 h 56"/>
                  <a:gd name="T12" fmla="+- 0 5602 5592"/>
                  <a:gd name="T13" fmla="*/ T12 w 35"/>
                  <a:gd name="T14" fmla="+- 0 6525 6522"/>
                  <a:gd name="T15" fmla="*/ 6525 h 56"/>
                  <a:gd name="T16" fmla="+- 0 5599 5592"/>
                  <a:gd name="T17" fmla="*/ T16 w 35"/>
                  <a:gd name="T18" fmla="+- 0 6527 6522"/>
                  <a:gd name="T19" fmla="*/ 6527 h 56"/>
                  <a:gd name="T20" fmla="+- 0 5596 5592"/>
                  <a:gd name="T21" fmla="*/ T20 w 35"/>
                  <a:gd name="T22" fmla="+- 0 6530 6522"/>
                  <a:gd name="T23" fmla="*/ 6530 h 56"/>
                  <a:gd name="T24" fmla="+- 0 5592 5592"/>
                  <a:gd name="T25" fmla="*/ T24 w 35"/>
                  <a:gd name="T26" fmla="+- 0 6539 6522"/>
                  <a:gd name="T27" fmla="*/ 6539 h 56"/>
                  <a:gd name="T28" fmla="+- 0 5592 5592"/>
                  <a:gd name="T29" fmla="*/ T28 w 35"/>
                  <a:gd name="T30" fmla="+- 0 6544 6522"/>
                  <a:gd name="T31" fmla="*/ 6544 h 56"/>
                  <a:gd name="T32" fmla="+- 0 5592 5592"/>
                  <a:gd name="T33" fmla="*/ T32 w 35"/>
                  <a:gd name="T34" fmla="+- 0 6557 6522"/>
                  <a:gd name="T35" fmla="*/ 6557 h 56"/>
                  <a:gd name="T36" fmla="+- 0 5593 5592"/>
                  <a:gd name="T37" fmla="*/ T36 w 35"/>
                  <a:gd name="T38" fmla="+- 0 6564 6522"/>
                  <a:gd name="T39" fmla="*/ 6564 h 56"/>
                  <a:gd name="T40" fmla="+- 0 5599 5592"/>
                  <a:gd name="T41" fmla="*/ T40 w 35"/>
                  <a:gd name="T42" fmla="+- 0 6575 6522"/>
                  <a:gd name="T43" fmla="*/ 6575 h 56"/>
                  <a:gd name="T44" fmla="+- 0 5603 5592"/>
                  <a:gd name="T45" fmla="*/ T44 w 35"/>
                  <a:gd name="T46" fmla="+- 0 6578 6522"/>
                  <a:gd name="T47" fmla="*/ 6578 h 56"/>
                  <a:gd name="T48" fmla="+- 0 5611 5592"/>
                  <a:gd name="T49" fmla="*/ T48 w 35"/>
                  <a:gd name="T50" fmla="+- 0 6578 6522"/>
                  <a:gd name="T51" fmla="*/ 6578 h 56"/>
                  <a:gd name="T52" fmla="+- 0 5614 5592"/>
                  <a:gd name="T53" fmla="*/ T52 w 35"/>
                  <a:gd name="T54" fmla="+- 0 6577 6522"/>
                  <a:gd name="T55" fmla="*/ 6577 h 56"/>
                  <a:gd name="T56" fmla="+- 0 5616 5592"/>
                  <a:gd name="T57" fmla="*/ T56 w 35"/>
                  <a:gd name="T58" fmla="+- 0 6575 6522"/>
                  <a:gd name="T59" fmla="*/ 6575 h 56"/>
                  <a:gd name="T60" fmla="+- 0 5606 5592"/>
                  <a:gd name="T61" fmla="*/ T60 w 35"/>
                  <a:gd name="T62" fmla="+- 0 6575 6522"/>
                  <a:gd name="T63" fmla="*/ 6575 h 56"/>
                  <a:gd name="T64" fmla="+- 0 5603 5592"/>
                  <a:gd name="T65" fmla="*/ T64 w 35"/>
                  <a:gd name="T66" fmla="+- 0 6573 6522"/>
                  <a:gd name="T67" fmla="*/ 6573 h 56"/>
                  <a:gd name="T68" fmla="+- 0 5602 5592"/>
                  <a:gd name="T69" fmla="*/ T68 w 35"/>
                  <a:gd name="T70" fmla="+- 0 6569 6522"/>
                  <a:gd name="T71" fmla="*/ 6569 h 56"/>
                  <a:gd name="T72" fmla="+- 0 5600 5592"/>
                  <a:gd name="T73" fmla="*/ T72 w 35"/>
                  <a:gd name="T74" fmla="+- 0 6565 6522"/>
                  <a:gd name="T75" fmla="*/ 6565 h 56"/>
                  <a:gd name="T76" fmla="+- 0 5599 5592"/>
                  <a:gd name="T77" fmla="*/ T76 w 35"/>
                  <a:gd name="T78" fmla="+- 0 6559 6522"/>
                  <a:gd name="T79" fmla="*/ 6559 h 56"/>
                  <a:gd name="T80" fmla="+- 0 5609 5592"/>
                  <a:gd name="T81" fmla="*/ T80 w 35"/>
                  <a:gd name="T82" fmla="+- 0 6525 6522"/>
                  <a:gd name="T83" fmla="*/ 6525 h 56"/>
                  <a:gd name="T84" fmla="+- 0 5617 5592"/>
                  <a:gd name="T85" fmla="*/ T84 w 35"/>
                  <a:gd name="T86" fmla="+- 0 6525 6522"/>
                  <a:gd name="T87" fmla="*/ 6525 h 56"/>
                  <a:gd name="T88" fmla="+- 0 5617 5592"/>
                  <a:gd name="T89" fmla="*/ T88 w 35"/>
                  <a:gd name="T90" fmla="+- 0 6524 6522"/>
                  <a:gd name="T91" fmla="*/ 6524 h 56"/>
                  <a:gd name="T92" fmla="+- 0 5613 5592"/>
                  <a:gd name="T93" fmla="*/ T92 w 35"/>
                  <a:gd name="T94" fmla="+- 0 6522 6522"/>
                  <a:gd name="T95"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5"/>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31" name="Freeform 5726">
                <a:extLst>
                  <a:ext uri="{FF2B5EF4-FFF2-40B4-BE49-F238E27FC236}">
                    <a16:creationId xmlns:a16="http://schemas.microsoft.com/office/drawing/2014/main" id="{FD0BC82D-0FAC-5892-0AC8-BBAFD7C40CA6}"/>
                  </a:ext>
                </a:extLst>
              </p:cNvPr>
              <p:cNvSpPr>
                <a:spLocks/>
              </p:cNvSpPr>
              <p:nvPr/>
            </p:nvSpPr>
            <p:spPr bwMode="auto">
              <a:xfrm>
                <a:off x="5592" y="6522"/>
                <a:ext cx="35" cy="56"/>
              </a:xfrm>
              <a:custGeom>
                <a:avLst/>
                <a:gdLst>
                  <a:gd name="T0" fmla="+- 0 5617 5592"/>
                  <a:gd name="T1" fmla="*/ T0 w 35"/>
                  <a:gd name="T2" fmla="+- 0 6525 6522"/>
                  <a:gd name="T3" fmla="*/ 6525 h 56"/>
                  <a:gd name="T4" fmla="+- 0 5609 5592"/>
                  <a:gd name="T5" fmla="*/ T4 w 35"/>
                  <a:gd name="T6" fmla="+- 0 6525 6522"/>
                  <a:gd name="T7" fmla="*/ 6525 h 56"/>
                  <a:gd name="T8" fmla="+- 0 5613 5592"/>
                  <a:gd name="T9" fmla="*/ T8 w 35"/>
                  <a:gd name="T10" fmla="+- 0 6526 6522"/>
                  <a:gd name="T11" fmla="*/ 6526 h 56"/>
                  <a:gd name="T12" fmla="+- 0 5614 5592"/>
                  <a:gd name="T13" fmla="*/ T12 w 35"/>
                  <a:gd name="T14" fmla="+- 0 6527 6522"/>
                  <a:gd name="T15" fmla="*/ 6527 h 56"/>
                  <a:gd name="T16" fmla="+- 0 5615 5592"/>
                  <a:gd name="T17" fmla="*/ T16 w 35"/>
                  <a:gd name="T18" fmla="+- 0 6530 6522"/>
                  <a:gd name="T19" fmla="*/ 6530 h 56"/>
                  <a:gd name="T20" fmla="+- 0 5618 5592"/>
                  <a:gd name="T21" fmla="*/ T20 w 35"/>
                  <a:gd name="T22" fmla="+- 0 6537 6522"/>
                  <a:gd name="T23" fmla="*/ 6537 h 56"/>
                  <a:gd name="T24" fmla="+- 0 5618 5592"/>
                  <a:gd name="T25" fmla="*/ T24 w 35"/>
                  <a:gd name="T26" fmla="+- 0 6539 6522"/>
                  <a:gd name="T27" fmla="*/ 6539 h 56"/>
                  <a:gd name="T28" fmla="+- 0 5618 5592"/>
                  <a:gd name="T29" fmla="*/ T28 w 35"/>
                  <a:gd name="T30" fmla="+- 0 6557 6522"/>
                  <a:gd name="T31" fmla="*/ 6557 h 56"/>
                  <a:gd name="T32" fmla="+- 0 5618 5592"/>
                  <a:gd name="T33" fmla="*/ T32 w 35"/>
                  <a:gd name="T34" fmla="+- 0 6562 6522"/>
                  <a:gd name="T35" fmla="*/ 6562 h 56"/>
                  <a:gd name="T36" fmla="+- 0 5616 5592"/>
                  <a:gd name="T37" fmla="*/ T36 w 35"/>
                  <a:gd name="T38" fmla="+- 0 6570 6522"/>
                  <a:gd name="T39" fmla="*/ 6570 h 56"/>
                  <a:gd name="T40" fmla="+- 0 5615 5592"/>
                  <a:gd name="T41" fmla="*/ T40 w 35"/>
                  <a:gd name="T42" fmla="+- 0 6572 6522"/>
                  <a:gd name="T43" fmla="*/ 6572 h 56"/>
                  <a:gd name="T44" fmla="+- 0 5613 5592"/>
                  <a:gd name="T45" fmla="*/ T44 w 35"/>
                  <a:gd name="T46" fmla="+- 0 6573 6522"/>
                  <a:gd name="T47" fmla="*/ 6573 h 56"/>
                  <a:gd name="T48" fmla="+- 0 5609 5592"/>
                  <a:gd name="T49" fmla="*/ T48 w 35"/>
                  <a:gd name="T50" fmla="+- 0 6575 6522"/>
                  <a:gd name="T51" fmla="*/ 6575 h 56"/>
                  <a:gd name="T52" fmla="+- 0 5616 5592"/>
                  <a:gd name="T53" fmla="*/ T52 w 35"/>
                  <a:gd name="T54" fmla="+- 0 6575 6522"/>
                  <a:gd name="T55" fmla="*/ 6575 h 56"/>
                  <a:gd name="T56" fmla="+- 0 5626 5592"/>
                  <a:gd name="T57" fmla="*/ T56 w 35"/>
                  <a:gd name="T58" fmla="+- 0 6541 6522"/>
                  <a:gd name="T59" fmla="*/ 6541 h 56"/>
                  <a:gd name="T60" fmla="+- 0 5624 5592"/>
                  <a:gd name="T61" fmla="*/ T60 w 35"/>
                  <a:gd name="T62" fmla="+- 0 6534 6522"/>
                  <a:gd name="T63" fmla="*/ 6534 h 56"/>
                  <a:gd name="T64" fmla="+- 0 5617 5592"/>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8" name="Group 447">
              <a:extLst>
                <a:ext uri="{FF2B5EF4-FFF2-40B4-BE49-F238E27FC236}">
                  <a16:creationId xmlns:a16="http://schemas.microsoft.com/office/drawing/2014/main" id="{894F10E7-5528-441C-03AF-3AAA81A7C88B}"/>
                </a:ext>
              </a:extLst>
            </p:cNvPr>
            <p:cNvGrpSpPr>
              <a:grpSpLocks/>
            </p:cNvGrpSpPr>
            <p:nvPr/>
          </p:nvGrpSpPr>
          <p:grpSpPr bwMode="auto">
            <a:xfrm>
              <a:off x="6054" y="6522"/>
              <a:ext cx="21" cy="55"/>
              <a:chOff x="6054" y="6522"/>
              <a:chExt cx="21" cy="55"/>
            </a:xfrm>
          </p:grpSpPr>
          <p:sp>
            <p:nvSpPr>
              <p:cNvPr id="728" name="Freeform 5728">
                <a:extLst>
                  <a:ext uri="{FF2B5EF4-FFF2-40B4-BE49-F238E27FC236}">
                    <a16:creationId xmlns:a16="http://schemas.microsoft.com/office/drawing/2014/main" id="{7F0FA664-7706-7322-722D-91D7717DBC83}"/>
                  </a:ext>
                </a:extLst>
              </p:cNvPr>
              <p:cNvSpPr>
                <a:spLocks/>
              </p:cNvSpPr>
              <p:nvPr/>
            </p:nvSpPr>
            <p:spPr bwMode="auto">
              <a:xfrm>
                <a:off x="6054" y="6522"/>
                <a:ext cx="21" cy="55"/>
              </a:xfrm>
              <a:custGeom>
                <a:avLst/>
                <a:gdLst>
                  <a:gd name="T0" fmla="+- 0 6069 6054"/>
                  <a:gd name="T1" fmla="*/ T0 w 21"/>
                  <a:gd name="T2" fmla="+- 0 6529 6522"/>
                  <a:gd name="T3" fmla="*/ 6529 h 55"/>
                  <a:gd name="T4" fmla="+- 0 6059 6054"/>
                  <a:gd name="T5" fmla="*/ T4 w 21"/>
                  <a:gd name="T6" fmla="+- 0 6529 6522"/>
                  <a:gd name="T7" fmla="*/ 6529 h 55"/>
                  <a:gd name="T8" fmla="+- 0 6061 6054"/>
                  <a:gd name="T9" fmla="*/ T8 w 21"/>
                  <a:gd name="T10" fmla="+- 0 6529 6522"/>
                  <a:gd name="T11" fmla="*/ 6529 h 55"/>
                  <a:gd name="T12" fmla="+- 0 6062 6054"/>
                  <a:gd name="T13" fmla="*/ T12 w 21"/>
                  <a:gd name="T14" fmla="+- 0 6531 6522"/>
                  <a:gd name="T15" fmla="*/ 6531 h 55"/>
                  <a:gd name="T16" fmla="+- 0 6062 6054"/>
                  <a:gd name="T17" fmla="*/ T16 w 21"/>
                  <a:gd name="T18" fmla="+- 0 6532 6522"/>
                  <a:gd name="T19" fmla="*/ 6532 h 55"/>
                  <a:gd name="T20" fmla="+- 0 6062 6054"/>
                  <a:gd name="T21" fmla="*/ T20 w 21"/>
                  <a:gd name="T22" fmla="+- 0 6572 6522"/>
                  <a:gd name="T23" fmla="*/ 6572 h 55"/>
                  <a:gd name="T24" fmla="+- 0 6062 6054"/>
                  <a:gd name="T25" fmla="*/ T24 w 21"/>
                  <a:gd name="T26" fmla="+- 0 6573 6522"/>
                  <a:gd name="T27" fmla="*/ 6573 h 55"/>
                  <a:gd name="T28" fmla="+- 0 6060 6054"/>
                  <a:gd name="T29" fmla="*/ T28 w 21"/>
                  <a:gd name="T30" fmla="+- 0 6575 6522"/>
                  <a:gd name="T31" fmla="*/ 6575 h 55"/>
                  <a:gd name="T32" fmla="+- 0 6059 6054"/>
                  <a:gd name="T33" fmla="*/ T32 w 21"/>
                  <a:gd name="T34" fmla="+- 0 6575 6522"/>
                  <a:gd name="T35" fmla="*/ 6575 h 55"/>
                  <a:gd name="T36" fmla="+- 0 6058 6054"/>
                  <a:gd name="T37" fmla="*/ T36 w 21"/>
                  <a:gd name="T38" fmla="+- 0 6575 6522"/>
                  <a:gd name="T39" fmla="*/ 6575 h 55"/>
                  <a:gd name="T40" fmla="+- 0 6055 6054"/>
                  <a:gd name="T41" fmla="*/ T40 w 21"/>
                  <a:gd name="T42" fmla="+- 0 6575 6522"/>
                  <a:gd name="T43" fmla="*/ 6575 h 55"/>
                  <a:gd name="T44" fmla="+- 0 6055 6054"/>
                  <a:gd name="T45" fmla="*/ T44 w 21"/>
                  <a:gd name="T46" fmla="+- 0 6577 6522"/>
                  <a:gd name="T47" fmla="*/ 6577 h 55"/>
                  <a:gd name="T48" fmla="+- 0 6075 6054"/>
                  <a:gd name="T49" fmla="*/ T48 w 21"/>
                  <a:gd name="T50" fmla="+- 0 6577 6522"/>
                  <a:gd name="T51" fmla="*/ 6577 h 55"/>
                  <a:gd name="T52" fmla="+- 0 6075 6054"/>
                  <a:gd name="T53" fmla="*/ T52 w 21"/>
                  <a:gd name="T54" fmla="+- 0 6575 6522"/>
                  <a:gd name="T55" fmla="*/ 6575 h 55"/>
                  <a:gd name="T56" fmla="+- 0 6073 6054"/>
                  <a:gd name="T57" fmla="*/ T56 w 21"/>
                  <a:gd name="T58" fmla="+- 0 6575 6522"/>
                  <a:gd name="T59" fmla="*/ 6575 h 55"/>
                  <a:gd name="T60" fmla="+- 0 6071 6054"/>
                  <a:gd name="T61" fmla="*/ T60 w 21"/>
                  <a:gd name="T62" fmla="+- 0 6575 6522"/>
                  <a:gd name="T63" fmla="*/ 6575 h 55"/>
                  <a:gd name="T64" fmla="+- 0 6070 6054"/>
                  <a:gd name="T65" fmla="*/ T64 w 21"/>
                  <a:gd name="T66" fmla="+- 0 6575 6522"/>
                  <a:gd name="T67" fmla="*/ 6575 h 55"/>
                  <a:gd name="T68" fmla="+- 0 6069 6054"/>
                  <a:gd name="T69" fmla="*/ T68 w 21"/>
                  <a:gd name="T70" fmla="+- 0 6573 6522"/>
                  <a:gd name="T71" fmla="*/ 6573 h 55"/>
                  <a:gd name="T72" fmla="+- 0 6069 6054"/>
                  <a:gd name="T73" fmla="*/ T72 w 21"/>
                  <a:gd name="T74" fmla="+- 0 6572 6522"/>
                  <a:gd name="T75" fmla="*/ 6572 h 55"/>
                  <a:gd name="T76" fmla="+- 0 6069 6054"/>
                  <a:gd name="T77" fmla="*/ T76 w 21"/>
                  <a:gd name="T78" fmla="+- 0 6529 6522"/>
                  <a:gd name="T79" fmla="*/ 652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7"/>
                    </a:moveTo>
                    <a:lnTo>
                      <a:pt x="5" y="7"/>
                    </a:lnTo>
                    <a:lnTo>
                      <a:pt x="7" y="7"/>
                    </a:lnTo>
                    <a:lnTo>
                      <a:pt x="8" y="9"/>
                    </a:lnTo>
                    <a:lnTo>
                      <a:pt x="8" y="10"/>
                    </a:lnTo>
                    <a:lnTo>
                      <a:pt x="8" y="50"/>
                    </a:lnTo>
                    <a:lnTo>
                      <a:pt x="8" y="51"/>
                    </a:lnTo>
                    <a:lnTo>
                      <a:pt x="6" y="53"/>
                    </a:lnTo>
                    <a:lnTo>
                      <a:pt x="5" y="53"/>
                    </a:lnTo>
                    <a:lnTo>
                      <a:pt x="4" y="53"/>
                    </a:lnTo>
                    <a:lnTo>
                      <a:pt x="1" y="53"/>
                    </a:lnTo>
                    <a:lnTo>
                      <a:pt x="1" y="55"/>
                    </a:lnTo>
                    <a:lnTo>
                      <a:pt x="21" y="55"/>
                    </a:lnTo>
                    <a:lnTo>
                      <a:pt x="21" y="53"/>
                    </a:lnTo>
                    <a:lnTo>
                      <a:pt x="19" y="53"/>
                    </a:lnTo>
                    <a:lnTo>
                      <a:pt x="17" y="53"/>
                    </a:lnTo>
                    <a:lnTo>
                      <a:pt x="16" y="53"/>
                    </a:lnTo>
                    <a:lnTo>
                      <a:pt x="15" y="51"/>
                    </a:lnTo>
                    <a:lnTo>
                      <a:pt x="15" y="50"/>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9" name="Freeform 5729">
                <a:extLst>
                  <a:ext uri="{FF2B5EF4-FFF2-40B4-BE49-F238E27FC236}">
                    <a16:creationId xmlns:a16="http://schemas.microsoft.com/office/drawing/2014/main" id="{FAC3E935-A54E-DD84-B466-7DB2EC388B53}"/>
                  </a:ext>
                </a:extLst>
              </p:cNvPr>
              <p:cNvSpPr>
                <a:spLocks/>
              </p:cNvSpPr>
              <p:nvPr/>
            </p:nvSpPr>
            <p:spPr bwMode="auto">
              <a:xfrm>
                <a:off x="6054" y="6522"/>
                <a:ext cx="21" cy="55"/>
              </a:xfrm>
              <a:custGeom>
                <a:avLst/>
                <a:gdLst>
                  <a:gd name="T0" fmla="+- 0 6069 6054"/>
                  <a:gd name="T1" fmla="*/ T0 w 21"/>
                  <a:gd name="T2" fmla="+- 0 6522 6522"/>
                  <a:gd name="T3" fmla="*/ 6522 h 55"/>
                  <a:gd name="T4" fmla="+- 0 6067 6054"/>
                  <a:gd name="T5" fmla="*/ T4 w 21"/>
                  <a:gd name="T6" fmla="+- 0 6522 6522"/>
                  <a:gd name="T7" fmla="*/ 6522 h 55"/>
                  <a:gd name="T8" fmla="+- 0 6054 6054"/>
                  <a:gd name="T9" fmla="*/ T8 w 21"/>
                  <a:gd name="T10" fmla="+- 0 6529 6522"/>
                  <a:gd name="T11" fmla="*/ 6529 h 55"/>
                  <a:gd name="T12" fmla="+- 0 6055 6054"/>
                  <a:gd name="T13" fmla="*/ T12 w 21"/>
                  <a:gd name="T14" fmla="+- 0 6530 6522"/>
                  <a:gd name="T15" fmla="*/ 6530 h 55"/>
                  <a:gd name="T16" fmla="+- 0 6059 6054"/>
                  <a:gd name="T17" fmla="*/ T16 w 21"/>
                  <a:gd name="T18" fmla="+- 0 6529 6522"/>
                  <a:gd name="T19" fmla="*/ 6529 h 55"/>
                  <a:gd name="T20" fmla="+- 0 6069 6054"/>
                  <a:gd name="T21" fmla="*/ T20 w 21"/>
                  <a:gd name="T22" fmla="+- 0 6529 6522"/>
                  <a:gd name="T23" fmla="*/ 6529 h 55"/>
                  <a:gd name="T24" fmla="+- 0 6069 6054"/>
                  <a:gd name="T25" fmla="*/ T24 w 21"/>
                  <a:gd name="T26" fmla="+- 0 6522 6522"/>
                  <a:gd name="T27" fmla="*/ 652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7"/>
                    </a:lnTo>
                    <a:lnTo>
                      <a:pt x="1" y="8"/>
                    </a:lnTo>
                    <a:lnTo>
                      <a:pt x="5" y="7"/>
                    </a:lnTo>
                    <a:lnTo>
                      <a:pt x="15" y="7"/>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49" name="Group 448">
              <a:extLst>
                <a:ext uri="{FF2B5EF4-FFF2-40B4-BE49-F238E27FC236}">
                  <a16:creationId xmlns:a16="http://schemas.microsoft.com/office/drawing/2014/main" id="{588B6F7A-11A9-04CA-EB5A-71F27374E6F7}"/>
                </a:ext>
              </a:extLst>
            </p:cNvPr>
            <p:cNvGrpSpPr>
              <a:grpSpLocks/>
            </p:cNvGrpSpPr>
            <p:nvPr/>
          </p:nvGrpSpPr>
          <p:grpSpPr bwMode="auto">
            <a:xfrm>
              <a:off x="6511" y="6522"/>
              <a:ext cx="21" cy="55"/>
              <a:chOff x="6511" y="6522"/>
              <a:chExt cx="21" cy="55"/>
            </a:xfrm>
          </p:grpSpPr>
          <p:sp>
            <p:nvSpPr>
              <p:cNvPr id="726" name="Freeform 5731">
                <a:extLst>
                  <a:ext uri="{FF2B5EF4-FFF2-40B4-BE49-F238E27FC236}">
                    <a16:creationId xmlns:a16="http://schemas.microsoft.com/office/drawing/2014/main" id="{EA865063-F4AF-5685-6528-EC9D8A9D3FB3}"/>
                  </a:ext>
                </a:extLst>
              </p:cNvPr>
              <p:cNvSpPr>
                <a:spLocks/>
              </p:cNvSpPr>
              <p:nvPr/>
            </p:nvSpPr>
            <p:spPr bwMode="auto">
              <a:xfrm>
                <a:off x="6511" y="6522"/>
                <a:ext cx="21" cy="55"/>
              </a:xfrm>
              <a:custGeom>
                <a:avLst/>
                <a:gdLst>
                  <a:gd name="T0" fmla="+- 0 6525 6511"/>
                  <a:gd name="T1" fmla="*/ T0 w 21"/>
                  <a:gd name="T2" fmla="+- 0 6529 6522"/>
                  <a:gd name="T3" fmla="*/ 6529 h 55"/>
                  <a:gd name="T4" fmla="+- 0 6515 6511"/>
                  <a:gd name="T5" fmla="*/ T4 w 21"/>
                  <a:gd name="T6" fmla="+- 0 6529 6522"/>
                  <a:gd name="T7" fmla="*/ 6529 h 55"/>
                  <a:gd name="T8" fmla="+- 0 6517 6511"/>
                  <a:gd name="T9" fmla="*/ T8 w 21"/>
                  <a:gd name="T10" fmla="+- 0 6529 6522"/>
                  <a:gd name="T11" fmla="*/ 6529 h 55"/>
                  <a:gd name="T12" fmla="+- 0 6518 6511"/>
                  <a:gd name="T13" fmla="*/ T12 w 21"/>
                  <a:gd name="T14" fmla="+- 0 6531 6522"/>
                  <a:gd name="T15" fmla="*/ 6531 h 55"/>
                  <a:gd name="T16" fmla="+- 0 6518 6511"/>
                  <a:gd name="T17" fmla="*/ T16 w 21"/>
                  <a:gd name="T18" fmla="+- 0 6532 6522"/>
                  <a:gd name="T19" fmla="*/ 6532 h 55"/>
                  <a:gd name="T20" fmla="+- 0 6518 6511"/>
                  <a:gd name="T21" fmla="*/ T20 w 21"/>
                  <a:gd name="T22" fmla="+- 0 6572 6522"/>
                  <a:gd name="T23" fmla="*/ 6572 h 55"/>
                  <a:gd name="T24" fmla="+- 0 6512 6511"/>
                  <a:gd name="T25" fmla="*/ T24 w 21"/>
                  <a:gd name="T26" fmla="+- 0 6575 6522"/>
                  <a:gd name="T27" fmla="*/ 6575 h 55"/>
                  <a:gd name="T28" fmla="+- 0 6512 6511"/>
                  <a:gd name="T29" fmla="*/ T28 w 21"/>
                  <a:gd name="T30" fmla="+- 0 6577 6522"/>
                  <a:gd name="T31" fmla="*/ 6577 h 55"/>
                  <a:gd name="T32" fmla="+- 0 6532 6511"/>
                  <a:gd name="T33" fmla="*/ T32 w 21"/>
                  <a:gd name="T34" fmla="+- 0 6577 6522"/>
                  <a:gd name="T35" fmla="*/ 6577 h 55"/>
                  <a:gd name="T36" fmla="+- 0 6532 6511"/>
                  <a:gd name="T37" fmla="*/ T36 w 21"/>
                  <a:gd name="T38" fmla="+- 0 6575 6522"/>
                  <a:gd name="T39" fmla="*/ 6575 h 55"/>
                  <a:gd name="T40" fmla="+- 0 6529 6511"/>
                  <a:gd name="T41" fmla="*/ T40 w 21"/>
                  <a:gd name="T42" fmla="+- 0 6575 6522"/>
                  <a:gd name="T43" fmla="*/ 6575 h 55"/>
                  <a:gd name="T44" fmla="+- 0 6528 6511"/>
                  <a:gd name="T45" fmla="*/ T44 w 21"/>
                  <a:gd name="T46" fmla="+- 0 6575 6522"/>
                  <a:gd name="T47" fmla="*/ 6575 h 55"/>
                  <a:gd name="T48" fmla="+- 0 6527 6511"/>
                  <a:gd name="T49" fmla="*/ T48 w 21"/>
                  <a:gd name="T50" fmla="+- 0 6575 6522"/>
                  <a:gd name="T51" fmla="*/ 6575 h 55"/>
                  <a:gd name="T52" fmla="+- 0 6525 6511"/>
                  <a:gd name="T53" fmla="*/ T52 w 21"/>
                  <a:gd name="T54" fmla="+- 0 6573 6522"/>
                  <a:gd name="T55" fmla="*/ 6573 h 55"/>
                  <a:gd name="T56" fmla="+- 0 6525 6511"/>
                  <a:gd name="T57" fmla="*/ T56 w 21"/>
                  <a:gd name="T58" fmla="+- 0 6572 6522"/>
                  <a:gd name="T59" fmla="*/ 6572 h 55"/>
                  <a:gd name="T60" fmla="+- 0 6525 6511"/>
                  <a:gd name="T61" fmla="*/ T60 w 21"/>
                  <a:gd name="T62" fmla="+- 0 6529 6522"/>
                  <a:gd name="T63" fmla="*/ 652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4" y="7"/>
                    </a:lnTo>
                    <a:lnTo>
                      <a:pt x="6" y="7"/>
                    </a:lnTo>
                    <a:lnTo>
                      <a:pt x="7" y="9"/>
                    </a:lnTo>
                    <a:lnTo>
                      <a:pt x="7" y="10"/>
                    </a:lnTo>
                    <a:lnTo>
                      <a:pt x="7" y="50"/>
                    </a:lnTo>
                    <a:lnTo>
                      <a:pt x="1" y="53"/>
                    </a:lnTo>
                    <a:lnTo>
                      <a:pt x="1" y="55"/>
                    </a:lnTo>
                    <a:lnTo>
                      <a:pt x="21" y="55"/>
                    </a:lnTo>
                    <a:lnTo>
                      <a:pt x="21" y="53"/>
                    </a:lnTo>
                    <a:lnTo>
                      <a:pt x="18" y="53"/>
                    </a:lnTo>
                    <a:lnTo>
                      <a:pt x="17" y="53"/>
                    </a:lnTo>
                    <a:lnTo>
                      <a:pt x="16" y="53"/>
                    </a:lnTo>
                    <a:lnTo>
                      <a:pt x="14"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7" name="Freeform 5732">
                <a:extLst>
                  <a:ext uri="{FF2B5EF4-FFF2-40B4-BE49-F238E27FC236}">
                    <a16:creationId xmlns:a16="http://schemas.microsoft.com/office/drawing/2014/main" id="{C4872FB2-D1A7-C92A-35B5-8E9A5A00B626}"/>
                  </a:ext>
                </a:extLst>
              </p:cNvPr>
              <p:cNvSpPr>
                <a:spLocks/>
              </p:cNvSpPr>
              <p:nvPr/>
            </p:nvSpPr>
            <p:spPr bwMode="auto">
              <a:xfrm>
                <a:off x="6511" y="6522"/>
                <a:ext cx="21" cy="55"/>
              </a:xfrm>
              <a:custGeom>
                <a:avLst/>
                <a:gdLst>
                  <a:gd name="T0" fmla="+- 0 6525 6511"/>
                  <a:gd name="T1" fmla="*/ T0 w 21"/>
                  <a:gd name="T2" fmla="+- 0 6522 6522"/>
                  <a:gd name="T3" fmla="*/ 6522 h 55"/>
                  <a:gd name="T4" fmla="+- 0 6524 6511"/>
                  <a:gd name="T5" fmla="*/ T4 w 21"/>
                  <a:gd name="T6" fmla="+- 0 6522 6522"/>
                  <a:gd name="T7" fmla="*/ 6522 h 55"/>
                  <a:gd name="T8" fmla="+- 0 6511 6511"/>
                  <a:gd name="T9" fmla="*/ T8 w 21"/>
                  <a:gd name="T10" fmla="+- 0 6529 6522"/>
                  <a:gd name="T11" fmla="*/ 6529 h 55"/>
                  <a:gd name="T12" fmla="+- 0 6511 6511"/>
                  <a:gd name="T13" fmla="*/ T12 w 21"/>
                  <a:gd name="T14" fmla="+- 0 6530 6522"/>
                  <a:gd name="T15" fmla="*/ 6530 h 55"/>
                  <a:gd name="T16" fmla="+- 0 6515 6511"/>
                  <a:gd name="T17" fmla="*/ T16 w 21"/>
                  <a:gd name="T18" fmla="+- 0 6529 6522"/>
                  <a:gd name="T19" fmla="*/ 6529 h 55"/>
                  <a:gd name="T20" fmla="+- 0 6525 6511"/>
                  <a:gd name="T21" fmla="*/ T20 w 21"/>
                  <a:gd name="T22" fmla="+- 0 6529 6522"/>
                  <a:gd name="T23" fmla="*/ 6529 h 55"/>
                  <a:gd name="T24" fmla="+- 0 6525 6511"/>
                  <a:gd name="T25" fmla="*/ T24 w 21"/>
                  <a:gd name="T26" fmla="+- 0 6522 6522"/>
                  <a:gd name="T27" fmla="*/ 652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0" name="Group 449">
              <a:extLst>
                <a:ext uri="{FF2B5EF4-FFF2-40B4-BE49-F238E27FC236}">
                  <a16:creationId xmlns:a16="http://schemas.microsoft.com/office/drawing/2014/main" id="{4D03769B-0D23-14BD-7580-958EDD6D3F57}"/>
                </a:ext>
              </a:extLst>
            </p:cNvPr>
            <p:cNvGrpSpPr>
              <a:grpSpLocks/>
            </p:cNvGrpSpPr>
            <p:nvPr/>
          </p:nvGrpSpPr>
          <p:grpSpPr bwMode="auto">
            <a:xfrm>
              <a:off x="6967" y="6522"/>
              <a:ext cx="21" cy="55"/>
              <a:chOff x="6967" y="6522"/>
              <a:chExt cx="21" cy="55"/>
            </a:xfrm>
          </p:grpSpPr>
          <p:sp>
            <p:nvSpPr>
              <p:cNvPr id="724" name="Freeform 5734">
                <a:extLst>
                  <a:ext uri="{FF2B5EF4-FFF2-40B4-BE49-F238E27FC236}">
                    <a16:creationId xmlns:a16="http://schemas.microsoft.com/office/drawing/2014/main" id="{AD6B54EF-9BC7-F3F4-7FAB-23C0435ADFB4}"/>
                  </a:ext>
                </a:extLst>
              </p:cNvPr>
              <p:cNvSpPr>
                <a:spLocks/>
              </p:cNvSpPr>
              <p:nvPr/>
            </p:nvSpPr>
            <p:spPr bwMode="auto">
              <a:xfrm>
                <a:off x="6967" y="6522"/>
                <a:ext cx="21" cy="55"/>
              </a:xfrm>
              <a:custGeom>
                <a:avLst/>
                <a:gdLst>
                  <a:gd name="T0" fmla="+- 0 6981 6967"/>
                  <a:gd name="T1" fmla="*/ T0 w 21"/>
                  <a:gd name="T2" fmla="+- 0 6529 6522"/>
                  <a:gd name="T3" fmla="*/ 6529 h 55"/>
                  <a:gd name="T4" fmla="+- 0 6972 6967"/>
                  <a:gd name="T5" fmla="*/ T4 w 21"/>
                  <a:gd name="T6" fmla="+- 0 6529 6522"/>
                  <a:gd name="T7" fmla="*/ 6529 h 55"/>
                  <a:gd name="T8" fmla="+- 0 6973 6967"/>
                  <a:gd name="T9" fmla="*/ T8 w 21"/>
                  <a:gd name="T10" fmla="+- 0 6529 6522"/>
                  <a:gd name="T11" fmla="*/ 6529 h 55"/>
                  <a:gd name="T12" fmla="+- 0 6974 6967"/>
                  <a:gd name="T13" fmla="*/ T12 w 21"/>
                  <a:gd name="T14" fmla="+- 0 6531 6522"/>
                  <a:gd name="T15" fmla="*/ 6531 h 55"/>
                  <a:gd name="T16" fmla="+- 0 6975 6967"/>
                  <a:gd name="T17" fmla="*/ T16 w 21"/>
                  <a:gd name="T18" fmla="+- 0 6532 6522"/>
                  <a:gd name="T19" fmla="*/ 6532 h 55"/>
                  <a:gd name="T20" fmla="+- 0 6975 6967"/>
                  <a:gd name="T21" fmla="*/ T20 w 21"/>
                  <a:gd name="T22" fmla="+- 0 6572 6522"/>
                  <a:gd name="T23" fmla="*/ 6572 h 55"/>
                  <a:gd name="T24" fmla="+- 0 6968 6967"/>
                  <a:gd name="T25" fmla="*/ T24 w 21"/>
                  <a:gd name="T26" fmla="+- 0 6575 6522"/>
                  <a:gd name="T27" fmla="*/ 6575 h 55"/>
                  <a:gd name="T28" fmla="+- 0 6968 6967"/>
                  <a:gd name="T29" fmla="*/ T28 w 21"/>
                  <a:gd name="T30" fmla="+- 0 6577 6522"/>
                  <a:gd name="T31" fmla="*/ 6577 h 55"/>
                  <a:gd name="T32" fmla="+- 0 6988 6967"/>
                  <a:gd name="T33" fmla="*/ T32 w 21"/>
                  <a:gd name="T34" fmla="+- 0 6577 6522"/>
                  <a:gd name="T35" fmla="*/ 6577 h 55"/>
                  <a:gd name="T36" fmla="+- 0 6988 6967"/>
                  <a:gd name="T37" fmla="*/ T36 w 21"/>
                  <a:gd name="T38" fmla="+- 0 6575 6522"/>
                  <a:gd name="T39" fmla="*/ 6575 h 55"/>
                  <a:gd name="T40" fmla="+- 0 6986 6967"/>
                  <a:gd name="T41" fmla="*/ T40 w 21"/>
                  <a:gd name="T42" fmla="+- 0 6575 6522"/>
                  <a:gd name="T43" fmla="*/ 6575 h 55"/>
                  <a:gd name="T44" fmla="+- 0 6984 6967"/>
                  <a:gd name="T45" fmla="*/ T44 w 21"/>
                  <a:gd name="T46" fmla="+- 0 6575 6522"/>
                  <a:gd name="T47" fmla="*/ 6575 h 55"/>
                  <a:gd name="T48" fmla="+- 0 6983 6967"/>
                  <a:gd name="T49" fmla="*/ T48 w 21"/>
                  <a:gd name="T50" fmla="+- 0 6575 6522"/>
                  <a:gd name="T51" fmla="*/ 6575 h 55"/>
                  <a:gd name="T52" fmla="+- 0 6982 6967"/>
                  <a:gd name="T53" fmla="*/ T52 w 21"/>
                  <a:gd name="T54" fmla="+- 0 6573 6522"/>
                  <a:gd name="T55" fmla="*/ 6573 h 55"/>
                  <a:gd name="T56" fmla="+- 0 6981 6967"/>
                  <a:gd name="T57" fmla="*/ T56 w 21"/>
                  <a:gd name="T58" fmla="+- 0 6572 6522"/>
                  <a:gd name="T59" fmla="*/ 6572 h 55"/>
                  <a:gd name="T60" fmla="+- 0 6981 6967"/>
                  <a:gd name="T61" fmla="*/ T60 w 21"/>
                  <a:gd name="T62" fmla="+- 0 6529 6522"/>
                  <a:gd name="T63" fmla="*/ 652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5" y="7"/>
                    </a:lnTo>
                    <a:lnTo>
                      <a:pt x="6" y="7"/>
                    </a:lnTo>
                    <a:lnTo>
                      <a:pt x="7" y="9"/>
                    </a:lnTo>
                    <a:lnTo>
                      <a:pt x="8" y="10"/>
                    </a:lnTo>
                    <a:lnTo>
                      <a:pt x="8" y="50"/>
                    </a:lnTo>
                    <a:lnTo>
                      <a:pt x="1" y="53"/>
                    </a:lnTo>
                    <a:lnTo>
                      <a:pt x="1" y="55"/>
                    </a:lnTo>
                    <a:lnTo>
                      <a:pt x="21" y="55"/>
                    </a:lnTo>
                    <a:lnTo>
                      <a:pt x="21" y="53"/>
                    </a:lnTo>
                    <a:lnTo>
                      <a:pt x="19" y="53"/>
                    </a:lnTo>
                    <a:lnTo>
                      <a:pt x="17" y="53"/>
                    </a:lnTo>
                    <a:lnTo>
                      <a:pt x="16" y="53"/>
                    </a:lnTo>
                    <a:lnTo>
                      <a:pt x="15" y="51"/>
                    </a:lnTo>
                    <a:lnTo>
                      <a:pt x="14" y="5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5" name="Freeform 5735">
                <a:extLst>
                  <a:ext uri="{FF2B5EF4-FFF2-40B4-BE49-F238E27FC236}">
                    <a16:creationId xmlns:a16="http://schemas.microsoft.com/office/drawing/2014/main" id="{C96DE632-9914-56DB-B6E8-C0B954B2EBB1}"/>
                  </a:ext>
                </a:extLst>
              </p:cNvPr>
              <p:cNvSpPr>
                <a:spLocks/>
              </p:cNvSpPr>
              <p:nvPr/>
            </p:nvSpPr>
            <p:spPr bwMode="auto">
              <a:xfrm>
                <a:off x="6967" y="6522"/>
                <a:ext cx="21" cy="55"/>
              </a:xfrm>
              <a:custGeom>
                <a:avLst/>
                <a:gdLst>
                  <a:gd name="T0" fmla="+- 0 6981 6967"/>
                  <a:gd name="T1" fmla="*/ T0 w 21"/>
                  <a:gd name="T2" fmla="+- 0 6522 6522"/>
                  <a:gd name="T3" fmla="*/ 6522 h 55"/>
                  <a:gd name="T4" fmla="+- 0 6980 6967"/>
                  <a:gd name="T5" fmla="*/ T4 w 21"/>
                  <a:gd name="T6" fmla="+- 0 6522 6522"/>
                  <a:gd name="T7" fmla="*/ 6522 h 55"/>
                  <a:gd name="T8" fmla="+- 0 6967 6967"/>
                  <a:gd name="T9" fmla="*/ T8 w 21"/>
                  <a:gd name="T10" fmla="+- 0 6529 6522"/>
                  <a:gd name="T11" fmla="*/ 6529 h 55"/>
                  <a:gd name="T12" fmla="+- 0 6968 6967"/>
                  <a:gd name="T13" fmla="*/ T12 w 21"/>
                  <a:gd name="T14" fmla="+- 0 6530 6522"/>
                  <a:gd name="T15" fmla="*/ 6530 h 55"/>
                  <a:gd name="T16" fmla="+- 0 6972 6967"/>
                  <a:gd name="T17" fmla="*/ T16 w 21"/>
                  <a:gd name="T18" fmla="+- 0 6529 6522"/>
                  <a:gd name="T19" fmla="*/ 6529 h 55"/>
                  <a:gd name="T20" fmla="+- 0 6981 6967"/>
                  <a:gd name="T21" fmla="*/ T20 w 21"/>
                  <a:gd name="T22" fmla="+- 0 6529 6522"/>
                  <a:gd name="T23" fmla="*/ 6529 h 55"/>
                  <a:gd name="T24" fmla="+- 0 6981 6967"/>
                  <a:gd name="T25" fmla="*/ T24 w 21"/>
                  <a:gd name="T26" fmla="+- 0 6522 6522"/>
                  <a:gd name="T27" fmla="*/ 652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1" y="8"/>
                    </a:lnTo>
                    <a:lnTo>
                      <a:pt x="5"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1" name="Group 450">
              <a:extLst>
                <a:ext uri="{FF2B5EF4-FFF2-40B4-BE49-F238E27FC236}">
                  <a16:creationId xmlns:a16="http://schemas.microsoft.com/office/drawing/2014/main" id="{930C3D98-A2E5-E7C1-F848-5426888F41E6}"/>
                </a:ext>
              </a:extLst>
            </p:cNvPr>
            <p:cNvGrpSpPr>
              <a:grpSpLocks/>
            </p:cNvGrpSpPr>
            <p:nvPr/>
          </p:nvGrpSpPr>
          <p:grpSpPr bwMode="auto">
            <a:xfrm>
              <a:off x="7378" y="6522"/>
              <a:ext cx="74" cy="55"/>
              <a:chOff x="7378" y="6522"/>
              <a:chExt cx="74" cy="55"/>
            </a:xfrm>
          </p:grpSpPr>
          <p:sp>
            <p:nvSpPr>
              <p:cNvPr id="718" name="Freeform 5737">
                <a:extLst>
                  <a:ext uri="{FF2B5EF4-FFF2-40B4-BE49-F238E27FC236}">
                    <a16:creationId xmlns:a16="http://schemas.microsoft.com/office/drawing/2014/main" id="{00490CAB-8BAA-99C8-4A83-1ED1880E3A2B}"/>
                  </a:ext>
                </a:extLst>
              </p:cNvPr>
              <p:cNvSpPr>
                <a:spLocks/>
              </p:cNvSpPr>
              <p:nvPr/>
            </p:nvSpPr>
            <p:spPr bwMode="auto">
              <a:xfrm>
                <a:off x="7378" y="6522"/>
                <a:ext cx="74" cy="55"/>
              </a:xfrm>
              <a:custGeom>
                <a:avLst/>
                <a:gdLst>
                  <a:gd name="T0" fmla="+- 0 7407 7378"/>
                  <a:gd name="T1" fmla="*/ T0 w 74"/>
                  <a:gd name="T2" fmla="+- 0 6563 6522"/>
                  <a:gd name="T3" fmla="*/ 6563 h 55"/>
                  <a:gd name="T4" fmla="+- 0 7400 7378"/>
                  <a:gd name="T5" fmla="*/ T4 w 74"/>
                  <a:gd name="T6" fmla="+- 0 6563 6522"/>
                  <a:gd name="T7" fmla="*/ 6563 h 55"/>
                  <a:gd name="T8" fmla="+- 0 7400 7378"/>
                  <a:gd name="T9" fmla="*/ T8 w 74"/>
                  <a:gd name="T10" fmla="+- 0 6577 6522"/>
                  <a:gd name="T11" fmla="*/ 6577 h 55"/>
                  <a:gd name="T12" fmla="+- 0 7407 7378"/>
                  <a:gd name="T13" fmla="*/ T12 w 74"/>
                  <a:gd name="T14" fmla="+- 0 6577 6522"/>
                  <a:gd name="T15" fmla="*/ 6577 h 55"/>
                  <a:gd name="T16" fmla="+- 0 7407 7378"/>
                  <a:gd name="T17" fmla="*/ T16 w 74"/>
                  <a:gd name="T18" fmla="+- 0 6563 6522"/>
                  <a:gd name="T19" fmla="*/ 6563 h 55"/>
                </a:gdLst>
                <a:ahLst/>
                <a:cxnLst>
                  <a:cxn ang="0">
                    <a:pos x="T1" y="T3"/>
                  </a:cxn>
                  <a:cxn ang="0">
                    <a:pos x="T5" y="T7"/>
                  </a:cxn>
                  <a:cxn ang="0">
                    <a:pos x="T9" y="T11"/>
                  </a:cxn>
                  <a:cxn ang="0">
                    <a:pos x="T13" y="T15"/>
                  </a:cxn>
                  <a:cxn ang="0">
                    <a:pos x="T17" y="T19"/>
                  </a:cxn>
                </a:cxnLst>
                <a:rect l="0" t="0" r="r" b="b"/>
                <a:pathLst>
                  <a:path w="74" h="55">
                    <a:moveTo>
                      <a:pt x="29" y="41"/>
                    </a:moveTo>
                    <a:lnTo>
                      <a:pt x="22" y="41"/>
                    </a:lnTo>
                    <a:lnTo>
                      <a:pt x="22" y="55"/>
                    </a:lnTo>
                    <a:lnTo>
                      <a:pt x="29" y="55"/>
                    </a:lnTo>
                    <a:lnTo>
                      <a:pt x="2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19" name="Freeform 5738">
                <a:extLst>
                  <a:ext uri="{FF2B5EF4-FFF2-40B4-BE49-F238E27FC236}">
                    <a16:creationId xmlns:a16="http://schemas.microsoft.com/office/drawing/2014/main" id="{C82E7C5B-185E-1C31-B5F8-9A6073D8842D}"/>
                  </a:ext>
                </a:extLst>
              </p:cNvPr>
              <p:cNvSpPr>
                <a:spLocks/>
              </p:cNvSpPr>
              <p:nvPr/>
            </p:nvSpPr>
            <p:spPr bwMode="auto">
              <a:xfrm>
                <a:off x="7378" y="6522"/>
                <a:ext cx="74" cy="55"/>
              </a:xfrm>
              <a:custGeom>
                <a:avLst/>
                <a:gdLst>
                  <a:gd name="T0" fmla="+- 0 7407 7378"/>
                  <a:gd name="T1" fmla="*/ T0 w 74"/>
                  <a:gd name="T2" fmla="+- 0 6522 6522"/>
                  <a:gd name="T3" fmla="*/ 6522 h 55"/>
                  <a:gd name="T4" fmla="+- 0 7402 7378"/>
                  <a:gd name="T5" fmla="*/ T4 w 74"/>
                  <a:gd name="T6" fmla="+- 0 6522 6522"/>
                  <a:gd name="T7" fmla="*/ 6522 h 55"/>
                  <a:gd name="T8" fmla="+- 0 7378 7378"/>
                  <a:gd name="T9" fmla="*/ T8 w 74"/>
                  <a:gd name="T10" fmla="+- 0 6558 6522"/>
                  <a:gd name="T11" fmla="*/ 6558 h 55"/>
                  <a:gd name="T12" fmla="+- 0 7378 7378"/>
                  <a:gd name="T13" fmla="*/ T12 w 74"/>
                  <a:gd name="T14" fmla="+- 0 6563 6522"/>
                  <a:gd name="T15" fmla="*/ 6563 h 55"/>
                  <a:gd name="T16" fmla="+- 0 7414 7378"/>
                  <a:gd name="T17" fmla="*/ T16 w 74"/>
                  <a:gd name="T18" fmla="+- 0 6563 6522"/>
                  <a:gd name="T19" fmla="*/ 6563 h 55"/>
                  <a:gd name="T20" fmla="+- 0 7414 7378"/>
                  <a:gd name="T21" fmla="*/ T20 w 74"/>
                  <a:gd name="T22" fmla="+- 0 6557 6522"/>
                  <a:gd name="T23" fmla="*/ 6557 h 55"/>
                  <a:gd name="T24" fmla="+- 0 7381 7378"/>
                  <a:gd name="T25" fmla="*/ T24 w 74"/>
                  <a:gd name="T26" fmla="+- 0 6557 6522"/>
                  <a:gd name="T27" fmla="*/ 6557 h 55"/>
                  <a:gd name="T28" fmla="+- 0 7400 7378"/>
                  <a:gd name="T29" fmla="*/ T28 w 74"/>
                  <a:gd name="T30" fmla="+- 0 6531 6522"/>
                  <a:gd name="T31" fmla="*/ 6531 h 55"/>
                  <a:gd name="T32" fmla="+- 0 7407 7378"/>
                  <a:gd name="T33" fmla="*/ T32 w 74"/>
                  <a:gd name="T34" fmla="+- 0 6531 6522"/>
                  <a:gd name="T35" fmla="*/ 6531 h 55"/>
                  <a:gd name="T36" fmla="+- 0 7407 7378"/>
                  <a:gd name="T37" fmla="*/ T36 w 74"/>
                  <a:gd name="T38" fmla="+- 0 6522 6522"/>
                  <a:gd name="T39" fmla="*/ 652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74" h="55">
                    <a:moveTo>
                      <a:pt x="29" y="0"/>
                    </a:moveTo>
                    <a:lnTo>
                      <a:pt x="24" y="0"/>
                    </a:lnTo>
                    <a:lnTo>
                      <a:pt x="0" y="36"/>
                    </a:lnTo>
                    <a:lnTo>
                      <a:pt x="0" y="41"/>
                    </a:lnTo>
                    <a:lnTo>
                      <a:pt x="36" y="41"/>
                    </a:lnTo>
                    <a:lnTo>
                      <a:pt x="36" y="35"/>
                    </a:lnTo>
                    <a:lnTo>
                      <a:pt x="3" y="35"/>
                    </a:lnTo>
                    <a:lnTo>
                      <a:pt x="22" y="9"/>
                    </a:lnTo>
                    <a:lnTo>
                      <a:pt x="29" y="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0" name="Freeform 5739">
                <a:extLst>
                  <a:ext uri="{FF2B5EF4-FFF2-40B4-BE49-F238E27FC236}">
                    <a16:creationId xmlns:a16="http://schemas.microsoft.com/office/drawing/2014/main" id="{C136D76E-0814-BABE-39E2-BE14FE59A447}"/>
                  </a:ext>
                </a:extLst>
              </p:cNvPr>
              <p:cNvSpPr>
                <a:spLocks/>
              </p:cNvSpPr>
              <p:nvPr/>
            </p:nvSpPr>
            <p:spPr bwMode="auto">
              <a:xfrm>
                <a:off x="7378" y="6522"/>
                <a:ext cx="74" cy="55"/>
              </a:xfrm>
              <a:custGeom>
                <a:avLst/>
                <a:gdLst>
                  <a:gd name="T0" fmla="+- 0 7407 7378"/>
                  <a:gd name="T1" fmla="*/ T0 w 74"/>
                  <a:gd name="T2" fmla="+- 0 6531 6522"/>
                  <a:gd name="T3" fmla="*/ 6531 h 55"/>
                  <a:gd name="T4" fmla="+- 0 7400 7378"/>
                  <a:gd name="T5" fmla="*/ T4 w 74"/>
                  <a:gd name="T6" fmla="+- 0 6531 6522"/>
                  <a:gd name="T7" fmla="*/ 6531 h 55"/>
                  <a:gd name="T8" fmla="+- 0 7400 7378"/>
                  <a:gd name="T9" fmla="*/ T8 w 74"/>
                  <a:gd name="T10" fmla="+- 0 6557 6522"/>
                  <a:gd name="T11" fmla="*/ 6557 h 55"/>
                  <a:gd name="T12" fmla="+- 0 7407 7378"/>
                  <a:gd name="T13" fmla="*/ T12 w 74"/>
                  <a:gd name="T14" fmla="+- 0 6557 6522"/>
                  <a:gd name="T15" fmla="*/ 6557 h 55"/>
                  <a:gd name="T16" fmla="+- 0 7407 7378"/>
                  <a:gd name="T17" fmla="*/ T16 w 74"/>
                  <a:gd name="T18" fmla="+- 0 6531 6522"/>
                  <a:gd name="T19" fmla="*/ 6531 h 55"/>
                </a:gdLst>
                <a:ahLst/>
                <a:cxnLst>
                  <a:cxn ang="0">
                    <a:pos x="T1" y="T3"/>
                  </a:cxn>
                  <a:cxn ang="0">
                    <a:pos x="T5" y="T7"/>
                  </a:cxn>
                  <a:cxn ang="0">
                    <a:pos x="T9" y="T11"/>
                  </a:cxn>
                  <a:cxn ang="0">
                    <a:pos x="T13" y="T15"/>
                  </a:cxn>
                  <a:cxn ang="0">
                    <a:pos x="T17" y="T19"/>
                  </a:cxn>
                </a:cxnLst>
                <a:rect l="0" t="0" r="r" b="b"/>
                <a:pathLst>
                  <a:path w="74" h="55">
                    <a:moveTo>
                      <a:pt x="29" y="9"/>
                    </a:moveTo>
                    <a:lnTo>
                      <a:pt x="22" y="9"/>
                    </a:lnTo>
                    <a:lnTo>
                      <a:pt x="22" y="35"/>
                    </a:lnTo>
                    <a:lnTo>
                      <a:pt x="29" y="35"/>
                    </a:lnTo>
                    <a:lnTo>
                      <a:pt x="2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1" name="Freeform 5740">
                <a:extLst>
                  <a:ext uri="{FF2B5EF4-FFF2-40B4-BE49-F238E27FC236}">
                    <a16:creationId xmlns:a16="http://schemas.microsoft.com/office/drawing/2014/main" id="{DC826B08-C387-2175-33AF-05B281BBFA32}"/>
                  </a:ext>
                </a:extLst>
              </p:cNvPr>
              <p:cNvSpPr>
                <a:spLocks/>
              </p:cNvSpPr>
              <p:nvPr/>
            </p:nvSpPr>
            <p:spPr bwMode="auto">
              <a:xfrm>
                <a:off x="7378" y="6522"/>
                <a:ext cx="74" cy="55"/>
              </a:xfrm>
              <a:custGeom>
                <a:avLst/>
                <a:gdLst>
                  <a:gd name="T0" fmla="+- 0 7444 7378"/>
                  <a:gd name="T1" fmla="*/ T0 w 74"/>
                  <a:gd name="T2" fmla="+- 0 6563 6522"/>
                  <a:gd name="T3" fmla="*/ 6563 h 55"/>
                  <a:gd name="T4" fmla="+- 0 7438 7378"/>
                  <a:gd name="T5" fmla="*/ T4 w 74"/>
                  <a:gd name="T6" fmla="+- 0 6563 6522"/>
                  <a:gd name="T7" fmla="*/ 6563 h 55"/>
                  <a:gd name="T8" fmla="+- 0 7438 7378"/>
                  <a:gd name="T9" fmla="*/ T8 w 74"/>
                  <a:gd name="T10" fmla="+- 0 6577 6522"/>
                  <a:gd name="T11" fmla="*/ 6577 h 55"/>
                  <a:gd name="T12" fmla="+- 0 7444 7378"/>
                  <a:gd name="T13" fmla="*/ T12 w 74"/>
                  <a:gd name="T14" fmla="+- 0 6577 6522"/>
                  <a:gd name="T15" fmla="*/ 6577 h 55"/>
                  <a:gd name="T16" fmla="+- 0 7444 7378"/>
                  <a:gd name="T17" fmla="*/ T16 w 74"/>
                  <a:gd name="T18" fmla="+- 0 6563 6522"/>
                  <a:gd name="T19" fmla="*/ 6563 h 55"/>
                </a:gdLst>
                <a:ahLst/>
                <a:cxnLst>
                  <a:cxn ang="0">
                    <a:pos x="T1" y="T3"/>
                  </a:cxn>
                  <a:cxn ang="0">
                    <a:pos x="T5" y="T7"/>
                  </a:cxn>
                  <a:cxn ang="0">
                    <a:pos x="T9" y="T11"/>
                  </a:cxn>
                  <a:cxn ang="0">
                    <a:pos x="T13" y="T15"/>
                  </a:cxn>
                  <a:cxn ang="0">
                    <a:pos x="T17" y="T19"/>
                  </a:cxn>
                </a:cxnLst>
                <a:rect l="0" t="0" r="r" b="b"/>
                <a:pathLst>
                  <a:path w="74" h="55">
                    <a:moveTo>
                      <a:pt x="66" y="41"/>
                    </a:moveTo>
                    <a:lnTo>
                      <a:pt x="60" y="41"/>
                    </a:lnTo>
                    <a:lnTo>
                      <a:pt x="60" y="55"/>
                    </a:lnTo>
                    <a:lnTo>
                      <a:pt x="66" y="55"/>
                    </a:lnTo>
                    <a:lnTo>
                      <a:pt x="66"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2" name="Freeform 5741">
                <a:extLst>
                  <a:ext uri="{FF2B5EF4-FFF2-40B4-BE49-F238E27FC236}">
                    <a16:creationId xmlns:a16="http://schemas.microsoft.com/office/drawing/2014/main" id="{E66CEA58-D890-B897-FA72-F9BFB1871333}"/>
                  </a:ext>
                </a:extLst>
              </p:cNvPr>
              <p:cNvSpPr>
                <a:spLocks/>
              </p:cNvSpPr>
              <p:nvPr/>
            </p:nvSpPr>
            <p:spPr bwMode="auto">
              <a:xfrm>
                <a:off x="7378" y="6522"/>
                <a:ext cx="74" cy="55"/>
              </a:xfrm>
              <a:custGeom>
                <a:avLst/>
                <a:gdLst>
                  <a:gd name="T0" fmla="+- 0 7444 7378"/>
                  <a:gd name="T1" fmla="*/ T0 w 74"/>
                  <a:gd name="T2" fmla="+- 0 6522 6522"/>
                  <a:gd name="T3" fmla="*/ 6522 h 55"/>
                  <a:gd name="T4" fmla="+- 0 7440 7378"/>
                  <a:gd name="T5" fmla="*/ T4 w 74"/>
                  <a:gd name="T6" fmla="+- 0 6522 6522"/>
                  <a:gd name="T7" fmla="*/ 6522 h 55"/>
                  <a:gd name="T8" fmla="+- 0 7415 7378"/>
                  <a:gd name="T9" fmla="*/ T8 w 74"/>
                  <a:gd name="T10" fmla="+- 0 6558 6522"/>
                  <a:gd name="T11" fmla="*/ 6558 h 55"/>
                  <a:gd name="T12" fmla="+- 0 7415 7378"/>
                  <a:gd name="T13" fmla="*/ T12 w 74"/>
                  <a:gd name="T14" fmla="+- 0 6563 6522"/>
                  <a:gd name="T15" fmla="*/ 6563 h 55"/>
                  <a:gd name="T16" fmla="+- 0 7451 7378"/>
                  <a:gd name="T17" fmla="*/ T16 w 74"/>
                  <a:gd name="T18" fmla="+- 0 6563 6522"/>
                  <a:gd name="T19" fmla="*/ 6563 h 55"/>
                  <a:gd name="T20" fmla="+- 0 7451 7378"/>
                  <a:gd name="T21" fmla="*/ T20 w 74"/>
                  <a:gd name="T22" fmla="+- 0 6557 6522"/>
                  <a:gd name="T23" fmla="*/ 6557 h 55"/>
                  <a:gd name="T24" fmla="+- 0 7419 7378"/>
                  <a:gd name="T25" fmla="*/ T24 w 74"/>
                  <a:gd name="T26" fmla="+- 0 6557 6522"/>
                  <a:gd name="T27" fmla="*/ 6557 h 55"/>
                  <a:gd name="T28" fmla="+- 0 7438 7378"/>
                  <a:gd name="T29" fmla="*/ T28 w 74"/>
                  <a:gd name="T30" fmla="+- 0 6531 6522"/>
                  <a:gd name="T31" fmla="*/ 6531 h 55"/>
                  <a:gd name="T32" fmla="+- 0 7444 7378"/>
                  <a:gd name="T33" fmla="*/ T32 w 74"/>
                  <a:gd name="T34" fmla="+- 0 6531 6522"/>
                  <a:gd name="T35" fmla="*/ 6531 h 55"/>
                  <a:gd name="T36" fmla="+- 0 7444 7378"/>
                  <a:gd name="T37" fmla="*/ T36 w 74"/>
                  <a:gd name="T38" fmla="+- 0 6522 6522"/>
                  <a:gd name="T39" fmla="*/ 652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74" h="55">
                    <a:moveTo>
                      <a:pt x="66" y="0"/>
                    </a:moveTo>
                    <a:lnTo>
                      <a:pt x="62" y="0"/>
                    </a:lnTo>
                    <a:lnTo>
                      <a:pt x="37" y="36"/>
                    </a:lnTo>
                    <a:lnTo>
                      <a:pt x="37" y="41"/>
                    </a:lnTo>
                    <a:lnTo>
                      <a:pt x="73" y="41"/>
                    </a:lnTo>
                    <a:lnTo>
                      <a:pt x="73" y="35"/>
                    </a:lnTo>
                    <a:lnTo>
                      <a:pt x="41" y="35"/>
                    </a:lnTo>
                    <a:lnTo>
                      <a:pt x="60" y="9"/>
                    </a:lnTo>
                    <a:lnTo>
                      <a:pt x="66" y="9"/>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23" name="Freeform 5742">
                <a:extLst>
                  <a:ext uri="{FF2B5EF4-FFF2-40B4-BE49-F238E27FC236}">
                    <a16:creationId xmlns:a16="http://schemas.microsoft.com/office/drawing/2014/main" id="{40848D43-43E3-EF8F-AF8F-606DA103207E}"/>
                  </a:ext>
                </a:extLst>
              </p:cNvPr>
              <p:cNvSpPr>
                <a:spLocks/>
              </p:cNvSpPr>
              <p:nvPr/>
            </p:nvSpPr>
            <p:spPr bwMode="auto">
              <a:xfrm>
                <a:off x="7378" y="6522"/>
                <a:ext cx="74" cy="55"/>
              </a:xfrm>
              <a:custGeom>
                <a:avLst/>
                <a:gdLst>
                  <a:gd name="T0" fmla="+- 0 7444 7378"/>
                  <a:gd name="T1" fmla="*/ T0 w 74"/>
                  <a:gd name="T2" fmla="+- 0 6531 6522"/>
                  <a:gd name="T3" fmla="*/ 6531 h 55"/>
                  <a:gd name="T4" fmla="+- 0 7438 7378"/>
                  <a:gd name="T5" fmla="*/ T4 w 74"/>
                  <a:gd name="T6" fmla="+- 0 6531 6522"/>
                  <a:gd name="T7" fmla="*/ 6531 h 55"/>
                  <a:gd name="T8" fmla="+- 0 7438 7378"/>
                  <a:gd name="T9" fmla="*/ T8 w 74"/>
                  <a:gd name="T10" fmla="+- 0 6557 6522"/>
                  <a:gd name="T11" fmla="*/ 6557 h 55"/>
                  <a:gd name="T12" fmla="+- 0 7444 7378"/>
                  <a:gd name="T13" fmla="*/ T12 w 74"/>
                  <a:gd name="T14" fmla="+- 0 6557 6522"/>
                  <a:gd name="T15" fmla="*/ 6557 h 55"/>
                  <a:gd name="T16" fmla="+- 0 7444 7378"/>
                  <a:gd name="T17" fmla="*/ T16 w 74"/>
                  <a:gd name="T18" fmla="+- 0 6531 6522"/>
                  <a:gd name="T19" fmla="*/ 6531 h 55"/>
                </a:gdLst>
                <a:ahLst/>
                <a:cxnLst>
                  <a:cxn ang="0">
                    <a:pos x="T1" y="T3"/>
                  </a:cxn>
                  <a:cxn ang="0">
                    <a:pos x="T5" y="T7"/>
                  </a:cxn>
                  <a:cxn ang="0">
                    <a:pos x="T9" y="T11"/>
                  </a:cxn>
                  <a:cxn ang="0">
                    <a:pos x="T13" y="T15"/>
                  </a:cxn>
                  <a:cxn ang="0">
                    <a:pos x="T17" y="T19"/>
                  </a:cxn>
                </a:cxnLst>
                <a:rect l="0" t="0" r="r" b="b"/>
                <a:pathLst>
                  <a:path w="74" h="55">
                    <a:moveTo>
                      <a:pt x="66" y="9"/>
                    </a:moveTo>
                    <a:lnTo>
                      <a:pt x="60" y="9"/>
                    </a:lnTo>
                    <a:lnTo>
                      <a:pt x="60" y="35"/>
                    </a:lnTo>
                    <a:lnTo>
                      <a:pt x="66" y="35"/>
                    </a:lnTo>
                    <a:lnTo>
                      <a:pt x="6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2" name="Group 451">
              <a:extLst>
                <a:ext uri="{FF2B5EF4-FFF2-40B4-BE49-F238E27FC236}">
                  <a16:creationId xmlns:a16="http://schemas.microsoft.com/office/drawing/2014/main" id="{5C4BFAAC-B1CA-A533-491C-2ED865A9CC92}"/>
                </a:ext>
              </a:extLst>
            </p:cNvPr>
            <p:cNvGrpSpPr>
              <a:grpSpLocks/>
            </p:cNvGrpSpPr>
            <p:nvPr/>
          </p:nvGrpSpPr>
          <p:grpSpPr bwMode="auto">
            <a:xfrm>
              <a:off x="7873" y="6522"/>
              <a:ext cx="35" cy="56"/>
              <a:chOff x="7873" y="6522"/>
              <a:chExt cx="35" cy="56"/>
            </a:xfrm>
          </p:grpSpPr>
          <p:sp>
            <p:nvSpPr>
              <p:cNvPr id="716" name="Freeform 5744">
                <a:extLst>
                  <a:ext uri="{FF2B5EF4-FFF2-40B4-BE49-F238E27FC236}">
                    <a16:creationId xmlns:a16="http://schemas.microsoft.com/office/drawing/2014/main" id="{7F15D65C-B397-F13E-3958-69C2C408B9DF}"/>
                  </a:ext>
                </a:extLst>
              </p:cNvPr>
              <p:cNvSpPr>
                <a:spLocks/>
              </p:cNvSpPr>
              <p:nvPr/>
            </p:nvSpPr>
            <p:spPr bwMode="auto">
              <a:xfrm>
                <a:off x="7873" y="6522"/>
                <a:ext cx="35" cy="56"/>
              </a:xfrm>
              <a:custGeom>
                <a:avLst/>
                <a:gdLst>
                  <a:gd name="T0" fmla="+- 0 7895 7873"/>
                  <a:gd name="T1" fmla="*/ T0 w 35"/>
                  <a:gd name="T2" fmla="+- 0 6522 6522"/>
                  <a:gd name="T3" fmla="*/ 6522 h 56"/>
                  <a:gd name="T4" fmla="+- 0 7888 7873"/>
                  <a:gd name="T5" fmla="*/ T4 w 35"/>
                  <a:gd name="T6" fmla="+- 0 6522 6522"/>
                  <a:gd name="T7" fmla="*/ 6522 h 56"/>
                  <a:gd name="T8" fmla="+- 0 7886 7873"/>
                  <a:gd name="T9" fmla="*/ T8 w 35"/>
                  <a:gd name="T10" fmla="+- 0 6523 6522"/>
                  <a:gd name="T11" fmla="*/ 6523 h 56"/>
                  <a:gd name="T12" fmla="+- 0 7883 7873"/>
                  <a:gd name="T13" fmla="*/ T12 w 35"/>
                  <a:gd name="T14" fmla="+- 0 6525 6522"/>
                  <a:gd name="T15" fmla="*/ 6525 h 56"/>
                  <a:gd name="T16" fmla="+- 0 7880 7873"/>
                  <a:gd name="T17" fmla="*/ T16 w 35"/>
                  <a:gd name="T18" fmla="+- 0 6527 6522"/>
                  <a:gd name="T19" fmla="*/ 6527 h 56"/>
                  <a:gd name="T20" fmla="+- 0 7878 7873"/>
                  <a:gd name="T21" fmla="*/ T20 w 35"/>
                  <a:gd name="T22" fmla="+- 0 6530 6522"/>
                  <a:gd name="T23" fmla="*/ 6530 h 56"/>
                  <a:gd name="T24" fmla="+- 0 7874 7873"/>
                  <a:gd name="T25" fmla="*/ T24 w 35"/>
                  <a:gd name="T26" fmla="+- 0 6539 6522"/>
                  <a:gd name="T27" fmla="*/ 6539 h 56"/>
                  <a:gd name="T28" fmla="+- 0 7873 7873"/>
                  <a:gd name="T29" fmla="*/ T28 w 35"/>
                  <a:gd name="T30" fmla="+- 0 6544 6522"/>
                  <a:gd name="T31" fmla="*/ 6544 h 56"/>
                  <a:gd name="T32" fmla="+- 0 7873 7873"/>
                  <a:gd name="T33" fmla="*/ T32 w 35"/>
                  <a:gd name="T34" fmla="+- 0 6557 6522"/>
                  <a:gd name="T35" fmla="*/ 6557 h 56"/>
                  <a:gd name="T36" fmla="+- 0 7875 7873"/>
                  <a:gd name="T37" fmla="*/ T36 w 35"/>
                  <a:gd name="T38" fmla="+- 0 6564 6522"/>
                  <a:gd name="T39" fmla="*/ 6564 h 56"/>
                  <a:gd name="T40" fmla="+- 0 7881 7873"/>
                  <a:gd name="T41" fmla="*/ T40 w 35"/>
                  <a:gd name="T42" fmla="+- 0 6575 6522"/>
                  <a:gd name="T43" fmla="*/ 6575 h 56"/>
                  <a:gd name="T44" fmla="+- 0 7885 7873"/>
                  <a:gd name="T45" fmla="*/ T44 w 35"/>
                  <a:gd name="T46" fmla="+- 0 6578 6522"/>
                  <a:gd name="T47" fmla="*/ 6578 h 56"/>
                  <a:gd name="T48" fmla="+- 0 7893 7873"/>
                  <a:gd name="T49" fmla="*/ T48 w 35"/>
                  <a:gd name="T50" fmla="+- 0 6578 6522"/>
                  <a:gd name="T51" fmla="*/ 6578 h 56"/>
                  <a:gd name="T52" fmla="+- 0 7895 7873"/>
                  <a:gd name="T53" fmla="*/ T52 w 35"/>
                  <a:gd name="T54" fmla="+- 0 6577 6522"/>
                  <a:gd name="T55" fmla="*/ 6577 h 56"/>
                  <a:gd name="T56" fmla="+- 0 7897 7873"/>
                  <a:gd name="T57" fmla="*/ T56 w 35"/>
                  <a:gd name="T58" fmla="+- 0 6575 6522"/>
                  <a:gd name="T59" fmla="*/ 6575 h 56"/>
                  <a:gd name="T60" fmla="+- 0 7887 7873"/>
                  <a:gd name="T61" fmla="*/ T60 w 35"/>
                  <a:gd name="T62" fmla="+- 0 6575 6522"/>
                  <a:gd name="T63" fmla="*/ 6575 h 56"/>
                  <a:gd name="T64" fmla="+- 0 7885 7873"/>
                  <a:gd name="T65" fmla="*/ T64 w 35"/>
                  <a:gd name="T66" fmla="+- 0 6573 6522"/>
                  <a:gd name="T67" fmla="*/ 6573 h 56"/>
                  <a:gd name="T68" fmla="+- 0 7884 7873"/>
                  <a:gd name="T69" fmla="*/ T68 w 35"/>
                  <a:gd name="T70" fmla="+- 0 6569 6522"/>
                  <a:gd name="T71" fmla="*/ 6569 h 56"/>
                  <a:gd name="T72" fmla="+- 0 7882 7873"/>
                  <a:gd name="T73" fmla="*/ T72 w 35"/>
                  <a:gd name="T74" fmla="+- 0 6565 6522"/>
                  <a:gd name="T75" fmla="*/ 6565 h 56"/>
                  <a:gd name="T76" fmla="+- 0 7881 7873"/>
                  <a:gd name="T77" fmla="*/ T76 w 35"/>
                  <a:gd name="T78" fmla="+- 0 6559 6522"/>
                  <a:gd name="T79" fmla="*/ 6559 h 56"/>
                  <a:gd name="T80" fmla="+- 0 7890 7873"/>
                  <a:gd name="T81" fmla="*/ T80 w 35"/>
                  <a:gd name="T82" fmla="+- 0 6525 6522"/>
                  <a:gd name="T83" fmla="*/ 6525 h 56"/>
                  <a:gd name="T84" fmla="+- 0 7899 7873"/>
                  <a:gd name="T85" fmla="*/ T84 w 35"/>
                  <a:gd name="T86" fmla="+- 0 6525 6522"/>
                  <a:gd name="T87" fmla="*/ 6525 h 56"/>
                  <a:gd name="T88" fmla="+- 0 7898 7873"/>
                  <a:gd name="T89" fmla="*/ T88 w 35"/>
                  <a:gd name="T90" fmla="+- 0 6524 6522"/>
                  <a:gd name="T91" fmla="*/ 6524 h 56"/>
                  <a:gd name="T92" fmla="+- 0 7895 7873"/>
                  <a:gd name="T93" fmla="*/ T92 w 35"/>
                  <a:gd name="T94" fmla="+- 0 6522 6522"/>
                  <a:gd name="T95"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17" name="Freeform 5745">
                <a:extLst>
                  <a:ext uri="{FF2B5EF4-FFF2-40B4-BE49-F238E27FC236}">
                    <a16:creationId xmlns:a16="http://schemas.microsoft.com/office/drawing/2014/main" id="{597202DF-707E-0E86-6F34-9D1B307D20D9}"/>
                  </a:ext>
                </a:extLst>
              </p:cNvPr>
              <p:cNvSpPr>
                <a:spLocks/>
              </p:cNvSpPr>
              <p:nvPr/>
            </p:nvSpPr>
            <p:spPr bwMode="auto">
              <a:xfrm>
                <a:off x="7873" y="6522"/>
                <a:ext cx="35" cy="56"/>
              </a:xfrm>
              <a:custGeom>
                <a:avLst/>
                <a:gdLst>
                  <a:gd name="T0" fmla="+- 0 7899 7873"/>
                  <a:gd name="T1" fmla="*/ T0 w 35"/>
                  <a:gd name="T2" fmla="+- 0 6525 6522"/>
                  <a:gd name="T3" fmla="*/ 6525 h 56"/>
                  <a:gd name="T4" fmla="+- 0 7890 7873"/>
                  <a:gd name="T5" fmla="*/ T4 w 35"/>
                  <a:gd name="T6" fmla="+- 0 6525 6522"/>
                  <a:gd name="T7" fmla="*/ 6525 h 56"/>
                  <a:gd name="T8" fmla="+- 0 7894 7873"/>
                  <a:gd name="T9" fmla="*/ T8 w 35"/>
                  <a:gd name="T10" fmla="+- 0 6526 6522"/>
                  <a:gd name="T11" fmla="*/ 6526 h 56"/>
                  <a:gd name="T12" fmla="+- 0 7896 7873"/>
                  <a:gd name="T13" fmla="*/ T12 w 35"/>
                  <a:gd name="T14" fmla="+- 0 6527 6522"/>
                  <a:gd name="T15" fmla="*/ 6527 h 56"/>
                  <a:gd name="T16" fmla="+- 0 7897 7873"/>
                  <a:gd name="T17" fmla="*/ T16 w 35"/>
                  <a:gd name="T18" fmla="+- 0 6530 6522"/>
                  <a:gd name="T19" fmla="*/ 6530 h 56"/>
                  <a:gd name="T20" fmla="+- 0 7899 7873"/>
                  <a:gd name="T21" fmla="*/ T20 w 35"/>
                  <a:gd name="T22" fmla="+- 0 6537 6522"/>
                  <a:gd name="T23" fmla="*/ 6537 h 56"/>
                  <a:gd name="T24" fmla="+- 0 7900 7873"/>
                  <a:gd name="T25" fmla="*/ T24 w 35"/>
                  <a:gd name="T26" fmla="+- 0 6539 6522"/>
                  <a:gd name="T27" fmla="*/ 6539 h 56"/>
                  <a:gd name="T28" fmla="+- 0 7900 7873"/>
                  <a:gd name="T29" fmla="*/ T28 w 35"/>
                  <a:gd name="T30" fmla="+- 0 6557 6522"/>
                  <a:gd name="T31" fmla="*/ 6557 h 56"/>
                  <a:gd name="T32" fmla="+- 0 7899 7873"/>
                  <a:gd name="T33" fmla="*/ T32 w 35"/>
                  <a:gd name="T34" fmla="+- 0 6562 6522"/>
                  <a:gd name="T35" fmla="*/ 6562 h 56"/>
                  <a:gd name="T36" fmla="+- 0 7897 7873"/>
                  <a:gd name="T37" fmla="*/ T36 w 35"/>
                  <a:gd name="T38" fmla="+- 0 6570 6522"/>
                  <a:gd name="T39" fmla="*/ 6570 h 56"/>
                  <a:gd name="T40" fmla="+- 0 7896 7873"/>
                  <a:gd name="T41" fmla="*/ T40 w 35"/>
                  <a:gd name="T42" fmla="+- 0 6572 6522"/>
                  <a:gd name="T43" fmla="*/ 6572 h 56"/>
                  <a:gd name="T44" fmla="+- 0 7895 7873"/>
                  <a:gd name="T45" fmla="*/ T44 w 35"/>
                  <a:gd name="T46" fmla="+- 0 6573 6522"/>
                  <a:gd name="T47" fmla="*/ 6573 h 56"/>
                  <a:gd name="T48" fmla="+- 0 7890 7873"/>
                  <a:gd name="T49" fmla="*/ T48 w 35"/>
                  <a:gd name="T50" fmla="+- 0 6575 6522"/>
                  <a:gd name="T51" fmla="*/ 6575 h 56"/>
                  <a:gd name="T52" fmla="+- 0 7897 7873"/>
                  <a:gd name="T53" fmla="*/ T52 w 35"/>
                  <a:gd name="T54" fmla="+- 0 6575 6522"/>
                  <a:gd name="T55" fmla="*/ 6575 h 56"/>
                  <a:gd name="T56" fmla="+- 0 7908 7873"/>
                  <a:gd name="T57" fmla="*/ T56 w 35"/>
                  <a:gd name="T58" fmla="+- 0 6541 6522"/>
                  <a:gd name="T59" fmla="*/ 6541 h 56"/>
                  <a:gd name="T60" fmla="+- 0 7906 7873"/>
                  <a:gd name="T61" fmla="*/ T60 w 35"/>
                  <a:gd name="T62" fmla="+- 0 6534 6522"/>
                  <a:gd name="T63" fmla="*/ 6534 h 56"/>
                  <a:gd name="T64" fmla="+- 0 7899 7873"/>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3" name="Group 452">
              <a:extLst>
                <a:ext uri="{FF2B5EF4-FFF2-40B4-BE49-F238E27FC236}">
                  <a16:creationId xmlns:a16="http://schemas.microsoft.com/office/drawing/2014/main" id="{8746C6F6-0DD6-5DEE-9F88-00EE871AA3EE}"/>
                </a:ext>
              </a:extLst>
            </p:cNvPr>
            <p:cNvGrpSpPr>
              <a:grpSpLocks/>
            </p:cNvGrpSpPr>
            <p:nvPr/>
          </p:nvGrpSpPr>
          <p:grpSpPr bwMode="auto">
            <a:xfrm>
              <a:off x="8329" y="6522"/>
              <a:ext cx="35" cy="56"/>
              <a:chOff x="8329" y="6522"/>
              <a:chExt cx="35" cy="56"/>
            </a:xfrm>
          </p:grpSpPr>
          <p:sp>
            <p:nvSpPr>
              <p:cNvPr id="714" name="Freeform 5747">
                <a:extLst>
                  <a:ext uri="{FF2B5EF4-FFF2-40B4-BE49-F238E27FC236}">
                    <a16:creationId xmlns:a16="http://schemas.microsoft.com/office/drawing/2014/main" id="{AD8EFF31-813E-CEE1-EAE5-DCEC6B946091}"/>
                  </a:ext>
                </a:extLst>
              </p:cNvPr>
              <p:cNvSpPr>
                <a:spLocks/>
              </p:cNvSpPr>
              <p:nvPr/>
            </p:nvSpPr>
            <p:spPr bwMode="auto">
              <a:xfrm>
                <a:off x="8329" y="6522"/>
                <a:ext cx="35" cy="56"/>
              </a:xfrm>
              <a:custGeom>
                <a:avLst/>
                <a:gdLst>
                  <a:gd name="T0" fmla="+- 0 8351 8329"/>
                  <a:gd name="T1" fmla="*/ T0 w 35"/>
                  <a:gd name="T2" fmla="+- 0 6522 6522"/>
                  <a:gd name="T3" fmla="*/ 6522 h 56"/>
                  <a:gd name="T4" fmla="+- 0 8344 8329"/>
                  <a:gd name="T5" fmla="*/ T4 w 35"/>
                  <a:gd name="T6" fmla="+- 0 6522 6522"/>
                  <a:gd name="T7" fmla="*/ 6522 h 56"/>
                  <a:gd name="T8" fmla="+- 0 8342 8329"/>
                  <a:gd name="T9" fmla="*/ T8 w 35"/>
                  <a:gd name="T10" fmla="+- 0 6523 6522"/>
                  <a:gd name="T11" fmla="*/ 6523 h 56"/>
                  <a:gd name="T12" fmla="+- 0 8339 8329"/>
                  <a:gd name="T13" fmla="*/ T12 w 35"/>
                  <a:gd name="T14" fmla="+- 0 6525 6522"/>
                  <a:gd name="T15" fmla="*/ 6525 h 56"/>
                  <a:gd name="T16" fmla="+- 0 8336 8329"/>
                  <a:gd name="T17" fmla="*/ T16 w 35"/>
                  <a:gd name="T18" fmla="+- 0 6527 6522"/>
                  <a:gd name="T19" fmla="*/ 6527 h 56"/>
                  <a:gd name="T20" fmla="+- 0 8334 8329"/>
                  <a:gd name="T21" fmla="*/ T20 w 35"/>
                  <a:gd name="T22" fmla="+- 0 6530 6522"/>
                  <a:gd name="T23" fmla="*/ 6530 h 56"/>
                  <a:gd name="T24" fmla="+- 0 8330 8329"/>
                  <a:gd name="T25" fmla="*/ T24 w 35"/>
                  <a:gd name="T26" fmla="+- 0 6539 6522"/>
                  <a:gd name="T27" fmla="*/ 6539 h 56"/>
                  <a:gd name="T28" fmla="+- 0 8329 8329"/>
                  <a:gd name="T29" fmla="*/ T28 w 35"/>
                  <a:gd name="T30" fmla="+- 0 6544 6522"/>
                  <a:gd name="T31" fmla="*/ 6544 h 56"/>
                  <a:gd name="T32" fmla="+- 0 8329 8329"/>
                  <a:gd name="T33" fmla="*/ T32 w 35"/>
                  <a:gd name="T34" fmla="+- 0 6557 6522"/>
                  <a:gd name="T35" fmla="*/ 6557 h 56"/>
                  <a:gd name="T36" fmla="+- 0 8331 8329"/>
                  <a:gd name="T37" fmla="*/ T36 w 35"/>
                  <a:gd name="T38" fmla="+- 0 6564 6522"/>
                  <a:gd name="T39" fmla="*/ 6564 h 56"/>
                  <a:gd name="T40" fmla="+- 0 8337 8329"/>
                  <a:gd name="T41" fmla="*/ T40 w 35"/>
                  <a:gd name="T42" fmla="+- 0 6575 6522"/>
                  <a:gd name="T43" fmla="*/ 6575 h 56"/>
                  <a:gd name="T44" fmla="+- 0 8341 8329"/>
                  <a:gd name="T45" fmla="*/ T44 w 35"/>
                  <a:gd name="T46" fmla="+- 0 6578 6522"/>
                  <a:gd name="T47" fmla="*/ 6578 h 56"/>
                  <a:gd name="T48" fmla="+- 0 8349 8329"/>
                  <a:gd name="T49" fmla="*/ T48 w 35"/>
                  <a:gd name="T50" fmla="+- 0 6578 6522"/>
                  <a:gd name="T51" fmla="*/ 6578 h 56"/>
                  <a:gd name="T52" fmla="+- 0 8352 8329"/>
                  <a:gd name="T53" fmla="*/ T52 w 35"/>
                  <a:gd name="T54" fmla="+- 0 6577 6522"/>
                  <a:gd name="T55" fmla="*/ 6577 h 56"/>
                  <a:gd name="T56" fmla="+- 0 8354 8329"/>
                  <a:gd name="T57" fmla="*/ T56 w 35"/>
                  <a:gd name="T58" fmla="+- 0 6575 6522"/>
                  <a:gd name="T59" fmla="*/ 6575 h 56"/>
                  <a:gd name="T60" fmla="+- 0 8344 8329"/>
                  <a:gd name="T61" fmla="*/ T60 w 35"/>
                  <a:gd name="T62" fmla="+- 0 6575 6522"/>
                  <a:gd name="T63" fmla="*/ 6575 h 56"/>
                  <a:gd name="T64" fmla="+- 0 8341 8329"/>
                  <a:gd name="T65" fmla="*/ T64 w 35"/>
                  <a:gd name="T66" fmla="+- 0 6573 6522"/>
                  <a:gd name="T67" fmla="*/ 6573 h 56"/>
                  <a:gd name="T68" fmla="+- 0 8340 8329"/>
                  <a:gd name="T69" fmla="*/ T68 w 35"/>
                  <a:gd name="T70" fmla="+- 0 6569 6522"/>
                  <a:gd name="T71" fmla="*/ 6569 h 56"/>
                  <a:gd name="T72" fmla="+- 0 8338 8329"/>
                  <a:gd name="T73" fmla="*/ T72 w 35"/>
                  <a:gd name="T74" fmla="+- 0 6565 6522"/>
                  <a:gd name="T75" fmla="*/ 6565 h 56"/>
                  <a:gd name="T76" fmla="+- 0 8337 8329"/>
                  <a:gd name="T77" fmla="*/ T76 w 35"/>
                  <a:gd name="T78" fmla="+- 0 6559 6522"/>
                  <a:gd name="T79" fmla="*/ 6559 h 56"/>
                  <a:gd name="T80" fmla="+- 0 8347 8329"/>
                  <a:gd name="T81" fmla="*/ T80 w 35"/>
                  <a:gd name="T82" fmla="+- 0 6525 6522"/>
                  <a:gd name="T83" fmla="*/ 6525 h 56"/>
                  <a:gd name="T84" fmla="+- 0 8355 8329"/>
                  <a:gd name="T85" fmla="*/ T84 w 35"/>
                  <a:gd name="T86" fmla="+- 0 6525 6522"/>
                  <a:gd name="T87" fmla="*/ 6525 h 56"/>
                  <a:gd name="T88" fmla="+- 0 8355 8329"/>
                  <a:gd name="T89" fmla="*/ T88 w 35"/>
                  <a:gd name="T90" fmla="+- 0 6524 6522"/>
                  <a:gd name="T91" fmla="*/ 6524 h 56"/>
                  <a:gd name="T92" fmla="+- 0 8351 8329"/>
                  <a:gd name="T93" fmla="*/ T92 w 35"/>
                  <a:gd name="T94" fmla="+- 0 6522 6522"/>
                  <a:gd name="T95"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15" name="Freeform 5748">
                <a:extLst>
                  <a:ext uri="{FF2B5EF4-FFF2-40B4-BE49-F238E27FC236}">
                    <a16:creationId xmlns:a16="http://schemas.microsoft.com/office/drawing/2014/main" id="{5C8AD516-4F6E-F3BB-BE5F-ACC3515EC7C1}"/>
                  </a:ext>
                </a:extLst>
              </p:cNvPr>
              <p:cNvSpPr>
                <a:spLocks/>
              </p:cNvSpPr>
              <p:nvPr/>
            </p:nvSpPr>
            <p:spPr bwMode="auto">
              <a:xfrm>
                <a:off x="8329" y="6522"/>
                <a:ext cx="35" cy="56"/>
              </a:xfrm>
              <a:custGeom>
                <a:avLst/>
                <a:gdLst>
                  <a:gd name="T0" fmla="+- 0 8355 8329"/>
                  <a:gd name="T1" fmla="*/ T0 w 35"/>
                  <a:gd name="T2" fmla="+- 0 6525 6522"/>
                  <a:gd name="T3" fmla="*/ 6525 h 56"/>
                  <a:gd name="T4" fmla="+- 0 8347 8329"/>
                  <a:gd name="T5" fmla="*/ T4 w 35"/>
                  <a:gd name="T6" fmla="+- 0 6525 6522"/>
                  <a:gd name="T7" fmla="*/ 6525 h 56"/>
                  <a:gd name="T8" fmla="+- 0 8351 8329"/>
                  <a:gd name="T9" fmla="*/ T8 w 35"/>
                  <a:gd name="T10" fmla="+- 0 6526 6522"/>
                  <a:gd name="T11" fmla="*/ 6526 h 56"/>
                  <a:gd name="T12" fmla="+- 0 8352 8329"/>
                  <a:gd name="T13" fmla="*/ T12 w 35"/>
                  <a:gd name="T14" fmla="+- 0 6527 6522"/>
                  <a:gd name="T15" fmla="*/ 6527 h 56"/>
                  <a:gd name="T16" fmla="+- 0 8353 8329"/>
                  <a:gd name="T17" fmla="*/ T16 w 35"/>
                  <a:gd name="T18" fmla="+- 0 6530 6522"/>
                  <a:gd name="T19" fmla="*/ 6530 h 56"/>
                  <a:gd name="T20" fmla="+- 0 8356 8329"/>
                  <a:gd name="T21" fmla="*/ T20 w 35"/>
                  <a:gd name="T22" fmla="+- 0 6537 6522"/>
                  <a:gd name="T23" fmla="*/ 6537 h 56"/>
                  <a:gd name="T24" fmla="+- 0 8356 8329"/>
                  <a:gd name="T25" fmla="*/ T24 w 35"/>
                  <a:gd name="T26" fmla="+- 0 6539 6522"/>
                  <a:gd name="T27" fmla="*/ 6539 h 56"/>
                  <a:gd name="T28" fmla="+- 0 8356 8329"/>
                  <a:gd name="T29" fmla="*/ T28 w 35"/>
                  <a:gd name="T30" fmla="+- 0 6557 6522"/>
                  <a:gd name="T31" fmla="*/ 6557 h 56"/>
                  <a:gd name="T32" fmla="+- 0 8356 8329"/>
                  <a:gd name="T33" fmla="*/ T32 w 35"/>
                  <a:gd name="T34" fmla="+- 0 6562 6522"/>
                  <a:gd name="T35" fmla="*/ 6562 h 56"/>
                  <a:gd name="T36" fmla="+- 0 8354 8329"/>
                  <a:gd name="T37" fmla="*/ T36 w 35"/>
                  <a:gd name="T38" fmla="+- 0 6570 6522"/>
                  <a:gd name="T39" fmla="*/ 6570 h 56"/>
                  <a:gd name="T40" fmla="+- 0 8352 8329"/>
                  <a:gd name="T41" fmla="*/ T40 w 35"/>
                  <a:gd name="T42" fmla="+- 0 6572 6522"/>
                  <a:gd name="T43" fmla="*/ 6572 h 56"/>
                  <a:gd name="T44" fmla="+- 0 8351 8329"/>
                  <a:gd name="T45" fmla="*/ T44 w 35"/>
                  <a:gd name="T46" fmla="+- 0 6573 6522"/>
                  <a:gd name="T47" fmla="*/ 6573 h 56"/>
                  <a:gd name="T48" fmla="+- 0 8346 8329"/>
                  <a:gd name="T49" fmla="*/ T48 w 35"/>
                  <a:gd name="T50" fmla="+- 0 6575 6522"/>
                  <a:gd name="T51" fmla="*/ 6575 h 56"/>
                  <a:gd name="T52" fmla="+- 0 8354 8329"/>
                  <a:gd name="T53" fmla="*/ T52 w 35"/>
                  <a:gd name="T54" fmla="+- 0 6575 6522"/>
                  <a:gd name="T55" fmla="*/ 6575 h 56"/>
                  <a:gd name="T56" fmla="+- 0 8364 8329"/>
                  <a:gd name="T57" fmla="*/ T56 w 35"/>
                  <a:gd name="T58" fmla="+- 0 6541 6522"/>
                  <a:gd name="T59" fmla="*/ 6541 h 56"/>
                  <a:gd name="T60" fmla="+- 0 8362 8329"/>
                  <a:gd name="T61" fmla="*/ T60 w 35"/>
                  <a:gd name="T62" fmla="+- 0 6534 6522"/>
                  <a:gd name="T63" fmla="*/ 6534 h 56"/>
                  <a:gd name="T64" fmla="+- 0 8355 8329"/>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8"/>
                    </a:lnTo>
                    <a:lnTo>
                      <a:pt x="27" y="15"/>
                    </a:lnTo>
                    <a:lnTo>
                      <a:pt x="27" y="17"/>
                    </a:lnTo>
                    <a:lnTo>
                      <a:pt x="27" y="35"/>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4" name="Group 453">
              <a:extLst>
                <a:ext uri="{FF2B5EF4-FFF2-40B4-BE49-F238E27FC236}">
                  <a16:creationId xmlns:a16="http://schemas.microsoft.com/office/drawing/2014/main" id="{F4054E46-8034-8087-E2B0-5EB2F55F0A67}"/>
                </a:ext>
              </a:extLst>
            </p:cNvPr>
            <p:cNvGrpSpPr>
              <a:grpSpLocks/>
            </p:cNvGrpSpPr>
            <p:nvPr/>
          </p:nvGrpSpPr>
          <p:grpSpPr bwMode="auto">
            <a:xfrm>
              <a:off x="8786" y="6522"/>
              <a:ext cx="35" cy="56"/>
              <a:chOff x="8786" y="6522"/>
              <a:chExt cx="35" cy="56"/>
            </a:xfrm>
          </p:grpSpPr>
          <p:sp>
            <p:nvSpPr>
              <p:cNvPr id="712" name="Freeform 5750">
                <a:extLst>
                  <a:ext uri="{FF2B5EF4-FFF2-40B4-BE49-F238E27FC236}">
                    <a16:creationId xmlns:a16="http://schemas.microsoft.com/office/drawing/2014/main" id="{519394AD-E51C-6187-985F-3CCB3BD4CDEC}"/>
                  </a:ext>
                </a:extLst>
              </p:cNvPr>
              <p:cNvSpPr>
                <a:spLocks/>
              </p:cNvSpPr>
              <p:nvPr/>
            </p:nvSpPr>
            <p:spPr bwMode="auto">
              <a:xfrm>
                <a:off x="8786" y="6522"/>
                <a:ext cx="35" cy="56"/>
              </a:xfrm>
              <a:custGeom>
                <a:avLst/>
                <a:gdLst>
                  <a:gd name="T0" fmla="+- 0 8807 8786"/>
                  <a:gd name="T1" fmla="*/ T0 w 35"/>
                  <a:gd name="T2" fmla="+- 0 6522 6522"/>
                  <a:gd name="T3" fmla="*/ 6522 h 56"/>
                  <a:gd name="T4" fmla="+- 0 8801 8786"/>
                  <a:gd name="T5" fmla="*/ T4 w 35"/>
                  <a:gd name="T6" fmla="+- 0 6522 6522"/>
                  <a:gd name="T7" fmla="*/ 6522 h 56"/>
                  <a:gd name="T8" fmla="+- 0 8798 8786"/>
                  <a:gd name="T9" fmla="*/ T8 w 35"/>
                  <a:gd name="T10" fmla="+- 0 6523 6522"/>
                  <a:gd name="T11" fmla="*/ 6523 h 56"/>
                  <a:gd name="T12" fmla="+- 0 8793 8786"/>
                  <a:gd name="T13" fmla="*/ T12 w 35"/>
                  <a:gd name="T14" fmla="+- 0 6527 6522"/>
                  <a:gd name="T15" fmla="*/ 6527 h 56"/>
                  <a:gd name="T16" fmla="+- 0 8790 8786"/>
                  <a:gd name="T17" fmla="*/ T16 w 35"/>
                  <a:gd name="T18" fmla="+- 0 6530 6522"/>
                  <a:gd name="T19" fmla="*/ 6530 h 56"/>
                  <a:gd name="T20" fmla="+- 0 8787 8786"/>
                  <a:gd name="T21" fmla="*/ T20 w 35"/>
                  <a:gd name="T22" fmla="+- 0 6539 6522"/>
                  <a:gd name="T23" fmla="*/ 6539 h 56"/>
                  <a:gd name="T24" fmla="+- 0 8786 8786"/>
                  <a:gd name="T25" fmla="*/ T24 w 35"/>
                  <a:gd name="T26" fmla="+- 0 6544 6522"/>
                  <a:gd name="T27" fmla="*/ 6544 h 56"/>
                  <a:gd name="T28" fmla="+- 0 8786 8786"/>
                  <a:gd name="T29" fmla="*/ T28 w 35"/>
                  <a:gd name="T30" fmla="+- 0 6557 6522"/>
                  <a:gd name="T31" fmla="*/ 6557 h 56"/>
                  <a:gd name="T32" fmla="+- 0 8787 8786"/>
                  <a:gd name="T33" fmla="*/ T32 w 35"/>
                  <a:gd name="T34" fmla="+- 0 6564 6522"/>
                  <a:gd name="T35" fmla="*/ 6564 h 56"/>
                  <a:gd name="T36" fmla="+- 0 8793 8786"/>
                  <a:gd name="T37" fmla="*/ T36 w 35"/>
                  <a:gd name="T38" fmla="+- 0 6575 6522"/>
                  <a:gd name="T39" fmla="*/ 6575 h 56"/>
                  <a:gd name="T40" fmla="+- 0 8798 8786"/>
                  <a:gd name="T41" fmla="*/ T40 w 35"/>
                  <a:gd name="T42" fmla="+- 0 6578 6522"/>
                  <a:gd name="T43" fmla="*/ 6578 h 56"/>
                  <a:gd name="T44" fmla="+- 0 8805 8786"/>
                  <a:gd name="T45" fmla="*/ T44 w 35"/>
                  <a:gd name="T46" fmla="+- 0 6578 6522"/>
                  <a:gd name="T47" fmla="*/ 6578 h 56"/>
                  <a:gd name="T48" fmla="+- 0 8808 8786"/>
                  <a:gd name="T49" fmla="*/ T48 w 35"/>
                  <a:gd name="T50" fmla="+- 0 6577 6522"/>
                  <a:gd name="T51" fmla="*/ 6577 h 56"/>
                  <a:gd name="T52" fmla="+- 0 8810 8786"/>
                  <a:gd name="T53" fmla="*/ T52 w 35"/>
                  <a:gd name="T54" fmla="+- 0 6575 6522"/>
                  <a:gd name="T55" fmla="*/ 6575 h 56"/>
                  <a:gd name="T56" fmla="+- 0 8800 8786"/>
                  <a:gd name="T57" fmla="*/ T56 w 35"/>
                  <a:gd name="T58" fmla="+- 0 6575 6522"/>
                  <a:gd name="T59" fmla="*/ 6575 h 56"/>
                  <a:gd name="T60" fmla="+- 0 8798 8786"/>
                  <a:gd name="T61" fmla="*/ T60 w 35"/>
                  <a:gd name="T62" fmla="+- 0 6573 6522"/>
                  <a:gd name="T63" fmla="*/ 6573 h 56"/>
                  <a:gd name="T64" fmla="+- 0 8794 8786"/>
                  <a:gd name="T65" fmla="*/ T64 w 35"/>
                  <a:gd name="T66" fmla="+- 0 6565 6522"/>
                  <a:gd name="T67" fmla="*/ 6565 h 56"/>
                  <a:gd name="T68" fmla="+- 0 8794 8786"/>
                  <a:gd name="T69" fmla="*/ T68 w 35"/>
                  <a:gd name="T70" fmla="+- 0 6559 6522"/>
                  <a:gd name="T71" fmla="*/ 6559 h 56"/>
                  <a:gd name="T72" fmla="+- 0 8794 8786"/>
                  <a:gd name="T73" fmla="*/ T72 w 35"/>
                  <a:gd name="T74" fmla="+- 0 6544 6522"/>
                  <a:gd name="T75" fmla="*/ 6544 h 56"/>
                  <a:gd name="T76" fmla="+- 0 8803 8786"/>
                  <a:gd name="T77" fmla="*/ T76 w 35"/>
                  <a:gd name="T78" fmla="+- 0 6525 6522"/>
                  <a:gd name="T79" fmla="*/ 6525 h 56"/>
                  <a:gd name="T80" fmla="+- 0 8811 8786"/>
                  <a:gd name="T81" fmla="*/ T80 w 35"/>
                  <a:gd name="T82" fmla="+- 0 6525 6522"/>
                  <a:gd name="T83" fmla="*/ 6525 h 56"/>
                  <a:gd name="T84" fmla="+- 0 8811 8786"/>
                  <a:gd name="T85" fmla="*/ T84 w 35"/>
                  <a:gd name="T86" fmla="+- 0 6524 6522"/>
                  <a:gd name="T87" fmla="*/ 6524 h 56"/>
                  <a:gd name="T88" fmla="+- 0 8807 8786"/>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2"/>
                    </a:lnTo>
                    <a:lnTo>
                      <a:pt x="7" y="53"/>
                    </a:lnTo>
                    <a:lnTo>
                      <a:pt x="12" y="56"/>
                    </a:lnTo>
                    <a:lnTo>
                      <a:pt x="19" y="56"/>
                    </a:lnTo>
                    <a:lnTo>
                      <a:pt x="22" y="55"/>
                    </a:lnTo>
                    <a:lnTo>
                      <a:pt x="24" y="53"/>
                    </a:lnTo>
                    <a:lnTo>
                      <a:pt x="14" y="53"/>
                    </a:lnTo>
                    <a:lnTo>
                      <a:pt x="12" y="51"/>
                    </a:lnTo>
                    <a:lnTo>
                      <a:pt x="8" y="43"/>
                    </a:lnTo>
                    <a:lnTo>
                      <a:pt x="8" y="37"/>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13" name="Freeform 5751">
                <a:extLst>
                  <a:ext uri="{FF2B5EF4-FFF2-40B4-BE49-F238E27FC236}">
                    <a16:creationId xmlns:a16="http://schemas.microsoft.com/office/drawing/2014/main" id="{342DB645-3269-FC09-75A7-61FAE444B293}"/>
                  </a:ext>
                </a:extLst>
              </p:cNvPr>
              <p:cNvSpPr>
                <a:spLocks/>
              </p:cNvSpPr>
              <p:nvPr/>
            </p:nvSpPr>
            <p:spPr bwMode="auto">
              <a:xfrm>
                <a:off x="8786" y="6522"/>
                <a:ext cx="35" cy="56"/>
              </a:xfrm>
              <a:custGeom>
                <a:avLst/>
                <a:gdLst>
                  <a:gd name="T0" fmla="+- 0 8811 8786"/>
                  <a:gd name="T1" fmla="*/ T0 w 35"/>
                  <a:gd name="T2" fmla="+- 0 6525 6522"/>
                  <a:gd name="T3" fmla="*/ 6525 h 56"/>
                  <a:gd name="T4" fmla="+- 0 8803 8786"/>
                  <a:gd name="T5" fmla="*/ T4 w 35"/>
                  <a:gd name="T6" fmla="+- 0 6525 6522"/>
                  <a:gd name="T7" fmla="*/ 6525 h 56"/>
                  <a:gd name="T8" fmla="+- 0 8807 8786"/>
                  <a:gd name="T9" fmla="*/ T8 w 35"/>
                  <a:gd name="T10" fmla="+- 0 6526 6522"/>
                  <a:gd name="T11" fmla="*/ 6526 h 56"/>
                  <a:gd name="T12" fmla="+- 0 8809 8786"/>
                  <a:gd name="T13" fmla="*/ T12 w 35"/>
                  <a:gd name="T14" fmla="+- 0 6527 6522"/>
                  <a:gd name="T15" fmla="*/ 6527 h 56"/>
                  <a:gd name="T16" fmla="+- 0 8810 8786"/>
                  <a:gd name="T17" fmla="*/ T16 w 35"/>
                  <a:gd name="T18" fmla="+- 0 6530 6522"/>
                  <a:gd name="T19" fmla="*/ 6530 h 56"/>
                  <a:gd name="T20" fmla="+- 0 8812 8786"/>
                  <a:gd name="T21" fmla="*/ T20 w 35"/>
                  <a:gd name="T22" fmla="+- 0 6537 6522"/>
                  <a:gd name="T23" fmla="*/ 6537 h 56"/>
                  <a:gd name="T24" fmla="+- 0 8812 8786"/>
                  <a:gd name="T25" fmla="*/ T24 w 35"/>
                  <a:gd name="T26" fmla="+- 0 6539 6522"/>
                  <a:gd name="T27" fmla="*/ 6539 h 56"/>
                  <a:gd name="T28" fmla="+- 0 8812 8786"/>
                  <a:gd name="T29" fmla="*/ T28 w 35"/>
                  <a:gd name="T30" fmla="+- 0 6557 6522"/>
                  <a:gd name="T31" fmla="*/ 6557 h 56"/>
                  <a:gd name="T32" fmla="+- 0 8812 8786"/>
                  <a:gd name="T33" fmla="*/ T32 w 35"/>
                  <a:gd name="T34" fmla="+- 0 6562 6522"/>
                  <a:gd name="T35" fmla="*/ 6562 h 56"/>
                  <a:gd name="T36" fmla="+- 0 8810 8786"/>
                  <a:gd name="T37" fmla="*/ T36 w 35"/>
                  <a:gd name="T38" fmla="+- 0 6570 6522"/>
                  <a:gd name="T39" fmla="*/ 6570 h 56"/>
                  <a:gd name="T40" fmla="+- 0 8809 8786"/>
                  <a:gd name="T41" fmla="*/ T40 w 35"/>
                  <a:gd name="T42" fmla="+- 0 6572 6522"/>
                  <a:gd name="T43" fmla="*/ 6572 h 56"/>
                  <a:gd name="T44" fmla="+- 0 8807 8786"/>
                  <a:gd name="T45" fmla="*/ T44 w 35"/>
                  <a:gd name="T46" fmla="+- 0 6573 6522"/>
                  <a:gd name="T47" fmla="*/ 6573 h 56"/>
                  <a:gd name="T48" fmla="+- 0 8803 8786"/>
                  <a:gd name="T49" fmla="*/ T48 w 35"/>
                  <a:gd name="T50" fmla="+- 0 6575 6522"/>
                  <a:gd name="T51" fmla="*/ 6575 h 56"/>
                  <a:gd name="T52" fmla="+- 0 8810 8786"/>
                  <a:gd name="T53" fmla="*/ T52 w 35"/>
                  <a:gd name="T54" fmla="+- 0 6575 6522"/>
                  <a:gd name="T55" fmla="*/ 6575 h 56"/>
                  <a:gd name="T56" fmla="+- 0 8820 8786"/>
                  <a:gd name="T57" fmla="*/ T56 w 35"/>
                  <a:gd name="T58" fmla="+- 0 6541 6522"/>
                  <a:gd name="T59" fmla="*/ 6541 h 56"/>
                  <a:gd name="T60" fmla="+- 0 8818 8786"/>
                  <a:gd name="T61" fmla="*/ T60 w 35"/>
                  <a:gd name="T62" fmla="+- 0 6534 6522"/>
                  <a:gd name="T63" fmla="*/ 6534 h 56"/>
                  <a:gd name="T64" fmla="+- 0 8811 8786"/>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8"/>
                    </a:lnTo>
                    <a:lnTo>
                      <a:pt x="26" y="15"/>
                    </a:lnTo>
                    <a:lnTo>
                      <a:pt x="26" y="17"/>
                    </a:lnTo>
                    <a:lnTo>
                      <a:pt x="26" y="35"/>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5" name="Group 454">
              <a:extLst>
                <a:ext uri="{FF2B5EF4-FFF2-40B4-BE49-F238E27FC236}">
                  <a16:creationId xmlns:a16="http://schemas.microsoft.com/office/drawing/2014/main" id="{0EA6C140-D950-A988-CBBD-9EBE6D9644BA}"/>
                </a:ext>
              </a:extLst>
            </p:cNvPr>
            <p:cNvGrpSpPr>
              <a:grpSpLocks/>
            </p:cNvGrpSpPr>
            <p:nvPr/>
          </p:nvGrpSpPr>
          <p:grpSpPr bwMode="auto">
            <a:xfrm>
              <a:off x="105" y="6522"/>
              <a:ext cx="9172" cy="356"/>
              <a:chOff x="105" y="6522"/>
              <a:chExt cx="9172" cy="356"/>
            </a:xfrm>
          </p:grpSpPr>
          <p:sp>
            <p:nvSpPr>
              <p:cNvPr id="709" name="Freeform 5753">
                <a:extLst>
                  <a:ext uri="{FF2B5EF4-FFF2-40B4-BE49-F238E27FC236}">
                    <a16:creationId xmlns:a16="http://schemas.microsoft.com/office/drawing/2014/main" id="{F30E4338-F790-DDA7-5032-FD76300581B6}"/>
                  </a:ext>
                </a:extLst>
              </p:cNvPr>
              <p:cNvSpPr>
                <a:spLocks/>
              </p:cNvSpPr>
              <p:nvPr/>
            </p:nvSpPr>
            <p:spPr bwMode="auto">
              <a:xfrm>
                <a:off x="9242" y="6522"/>
                <a:ext cx="35" cy="56"/>
              </a:xfrm>
              <a:custGeom>
                <a:avLst/>
                <a:gdLst>
                  <a:gd name="T0" fmla="+- 0 9263 9242"/>
                  <a:gd name="T1" fmla="*/ T0 w 35"/>
                  <a:gd name="T2" fmla="+- 0 6522 6522"/>
                  <a:gd name="T3" fmla="*/ 6522 h 56"/>
                  <a:gd name="T4" fmla="+- 0 9257 9242"/>
                  <a:gd name="T5" fmla="*/ T4 w 35"/>
                  <a:gd name="T6" fmla="+- 0 6522 6522"/>
                  <a:gd name="T7" fmla="*/ 6522 h 56"/>
                  <a:gd name="T8" fmla="+- 0 9254 9242"/>
                  <a:gd name="T9" fmla="*/ T8 w 35"/>
                  <a:gd name="T10" fmla="+- 0 6523 6522"/>
                  <a:gd name="T11" fmla="*/ 6523 h 56"/>
                  <a:gd name="T12" fmla="+- 0 9249 9242"/>
                  <a:gd name="T13" fmla="*/ T12 w 35"/>
                  <a:gd name="T14" fmla="+- 0 6527 6522"/>
                  <a:gd name="T15" fmla="*/ 6527 h 56"/>
                  <a:gd name="T16" fmla="+- 0 9247 9242"/>
                  <a:gd name="T17" fmla="*/ T16 w 35"/>
                  <a:gd name="T18" fmla="+- 0 6530 6522"/>
                  <a:gd name="T19" fmla="*/ 6530 h 56"/>
                  <a:gd name="T20" fmla="+- 0 9243 9242"/>
                  <a:gd name="T21" fmla="*/ T20 w 35"/>
                  <a:gd name="T22" fmla="+- 0 6539 6522"/>
                  <a:gd name="T23" fmla="*/ 6539 h 56"/>
                  <a:gd name="T24" fmla="+- 0 9242 9242"/>
                  <a:gd name="T25" fmla="*/ T24 w 35"/>
                  <a:gd name="T26" fmla="+- 0 6544 6522"/>
                  <a:gd name="T27" fmla="*/ 6544 h 56"/>
                  <a:gd name="T28" fmla="+- 0 9242 9242"/>
                  <a:gd name="T29" fmla="*/ T28 w 35"/>
                  <a:gd name="T30" fmla="+- 0 6557 6522"/>
                  <a:gd name="T31" fmla="*/ 6557 h 56"/>
                  <a:gd name="T32" fmla="+- 0 9243 9242"/>
                  <a:gd name="T33" fmla="*/ T32 w 35"/>
                  <a:gd name="T34" fmla="+- 0 6564 6522"/>
                  <a:gd name="T35" fmla="*/ 6564 h 56"/>
                  <a:gd name="T36" fmla="+- 0 9250 9242"/>
                  <a:gd name="T37" fmla="*/ T36 w 35"/>
                  <a:gd name="T38" fmla="+- 0 6575 6522"/>
                  <a:gd name="T39" fmla="*/ 6575 h 56"/>
                  <a:gd name="T40" fmla="+- 0 9254 9242"/>
                  <a:gd name="T41" fmla="*/ T40 w 35"/>
                  <a:gd name="T42" fmla="+- 0 6578 6522"/>
                  <a:gd name="T43" fmla="*/ 6578 h 56"/>
                  <a:gd name="T44" fmla="+- 0 9262 9242"/>
                  <a:gd name="T45" fmla="*/ T44 w 35"/>
                  <a:gd name="T46" fmla="+- 0 6578 6522"/>
                  <a:gd name="T47" fmla="*/ 6578 h 56"/>
                  <a:gd name="T48" fmla="+- 0 9264 9242"/>
                  <a:gd name="T49" fmla="*/ T48 w 35"/>
                  <a:gd name="T50" fmla="+- 0 6577 6522"/>
                  <a:gd name="T51" fmla="*/ 6577 h 56"/>
                  <a:gd name="T52" fmla="+- 0 9266 9242"/>
                  <a:gd name="T53" fmla="*/ T52 w 35"/>
                  <a:gd name="T54" fmla="+- 0 6575 6522"/>
                  <a:gd name="T55" fmla="*/ 6575 h 56"/>
                  <a:gd name="T56" fmla="+- 0 9256 9242"/>
                  <a:gd name="T57" fmla="*/ T56 w 35"/>
                  <a:gd name="T58" fmla="+- 0 6575 6522"/>
                  <a:gd name="T59" fmla="*/ 6575 h 56"/>
                  <a:gd name="T60" fmla="+- 0 9254 9242"/>
                  <a:gd name="T61" fmla="*/ T60 w 35"/>
                  <a:gd name="T62" fmla="+- 0 6573 6522"/>
                  <a:gd name="T63" fmla="*/ 6573 h 56"/>
                  <a:gd name="T64" fmla="+- 0 9251 9242"/>
                  <a:gd name="T65" fmla="*/ T64 w 35"/>
                  <a:gd name="T66" fmla="+- 0 6565 6522"/>
                  <a:gd name="T67" fmla="*/ 6565 h 56"/>
                  <a:gd name="T68" fmla="+- 0 9250 9242"/>
                  <a:gd name="T69" fmla="*/ T68 w 35"/>
                  <a:gd name="T70" fmla="+- 0 6559 6522"/>
                  <a:gd name="T71" fmla="*/ 6559 h 56"/>
                  <a:gd name="T72" fmla="+- 0 9250 9242"/>
                  <a:gd name="T73" fmla="*/ T72 w 35"/>
                  <a:gd name="T74" fmla="+- 0 6544 6522"/>
                  <a:gd name="T75" fmla="*/ 6544 h 56"/>
                  <a:gd name="T76" fmla="+- 0 9259 9242"/>
                  <a:gd name="T77" fmla="*/ T76 w 35"/>
                  <a:gd name="T78" fmla="+- 0 6525 6522"/>
                  <a:gd name="T79" fmla="*/ 6525 h 56"/>
                  <a:gd name="T80" fmla="+- 0 9268 9242"/>
                  <a:gd name="T81" fmla="*/ T80 w 35"/>
                  <a:gd name="T82" fmla="+- 0 6525 6522"/>
                  <a:gd name="T83" fmla="*/ 6525 h 56"/>
                  <a:gd name="T84" fmla="+- 0 9267 9242"/>
                  <a:gd name="T85" fmla="*/ T84 w 35"/>
                  <a:gd name="T86" fmla="+- 0 6524 6522"/>
                  <a:gd name="T87" fmla="*/ 6524 h 56"/>
                  <a:gd name="T88" fmla="+- 0 9263 9242"/>
                  <a:gd name="T89" fmla="*/ T88 w 35"/>
                  <a:gd name="T90" fmla="+- 0 6522 6522"/>
                  <a:gd name="T91" fmla="*/ 652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2"/>
                    </a:lnTo>
                    <a:lnTo>
                      <a:pt x="8" y="53"/>
                    </a:lnTo>
                    <a:lnTo>
                      <a:pt x="12" y="56"/>
                    </a:lnTo>
                    <a:lnTo>
                      <a:pt x="20" y="56"/>
                    </a:lnTo>
                    <a:lnTo>
                      <a:pt x="22" y="55"/>
                    </a:lnTo>
                    <a:lnTo>
                      <a:pt x="24" y="53"/>
                    </a:lnTo>
                    <a:lnTo>
                      <a:pt x="14" y="53"/>
                    </a:lnTo>
                    <a:lnTo>
                      <a:pt x="12" y="51"/>
                    </a:lnTo>
                    <a:lnTo>
                      <a:pt x="9" y="43"/>
                    </a:lnTo>
                    <a:lnTo>
                      <a:pt x="8" y="37"/>
                    </a:lnTo>
                    <a:lnTo>
                      <a:pt x="8" y="22"/>
                    </a:lnTo>
                    <a:lnTo>
                      <a:pt x="17" y="3"/>
                    </a:lnTo>
                    <a:lnTo>
                      <a:pt x="26"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10" name="Freeform 5754">
                <a:extLst>
                  <a:ext uri="{FF2B5EF4-FFF2-40B4-BE49-F238E27FC236}">
                    <a16:creationId xmlns:a16="http://schemas.microsoft.com/office/drawing/2014/main" id="{346C4AA9-3207-1E23-FAC9-A0B89C17CC44}"/>
                  </a:ext>
                </a:extLst>
              </p:cNvPr>
              <p:cNvSpPr>
                <a:spLocks/>
              </p:cNvSpPr>
              <p:nvPr/>
            </p:nvSpPr>
            <p:spPr bwMode="auto">
              <a:xfrm>
                <a:off x="9242" y="6522"/>
                <a:ext cx="35" cy="56"/>
              </a:xfrm>
              <a:custGeom>
                <a:avLst/>
                <a:gdLst>
                  <a:gd name="T0" fmla="+- 0 9268 9242"/>
                  <a:gd name="T1" fmla="*/ T0 w 35"/>
                  <a:gd name="T2" fmla="+- 0 6525 6522"/>
                  <a:gd name="T3" fmla="*/ 6525 h 56"/>
                  <a:gd name="T4" fmla="+- 0 9259 9242"/>
                  <a:gd name="T5" fmla="*/ T4 w 35"/>
                  <a:gd name="T6" fmla="+- 0 6525 6522"/>
                  <a:gd name="T7" fmla="*/ 6525 h 56"/>
                  <a:gd name="T8" fmla="+- 0 9263 9242"/>
                  <a:gd name="T9" fmla="*/ T8 w 35"/>
                  <a:gd name="T10" fmla="+- 0 6526 6522"/>
                  <a:gd name="T11" fmla="*/ 6526 h 56"/>
                  <a:gd name="T12" fmla="+- 0 9265 9242"/>
                  <a:gd name="T13" fmla="*/ T12 w 35"/>
                  <a:gd name="T14" fmla="+- 0 6527 6522"/>
                  <a:gd name="T15" fmla="*/ 6527 h 56"/>
                  <a:gd name="T16" fmla="+- 0 9266 9242"/>
                  <a:gd name="T17" fmla="*/ T16 w 35"/>
                  <a:gd name="T18" fmla="+- 0 6530 6522"/>
                  <a:gd name="T19" fmla="*/ 6530 h 56"/>
                  <a:gd name="T20" fmla="+- 0 9268 9242"/>
                  <a:gd name="T21" fmla="*/ T20 w 35"/>
                  <a:gd name="T22" fmla="+- 0 6537 6522"/>
                  <a:gd name="T23" fmla="*/ 6537 h 56"/>
                  <a:gd name="T24" fmla="+- 0 9268 9242"/>
                  <a:gd name="T25" fmla="*/ T24 w 35"/>
                  <a:gd name="T26" fmla="+- 0 6539 6522"/>
                  <a:gd name="T27" fmla="*/ 6539 h 56"/>
                  <a:gd name="T28" fmla="+- 0 9269 9242"/>
                  <a:gd name="T29" fmla="*/ T28 w 35"/>
                  <a:gd name="T30" fmla="+- 0 6557 6522"/>
                  <a:gd name="T31" fmla="*/ 6557 h 56"/>
                  <a:gd name="T32" fmla="+- 0 9268 9242"/>
                  <a:gd name="T33" fmla="*/ T32 w 35"/>
                  <a:gd name="T34" fmla="+- 0 6562 6522"/>
                  <a:gd name="T35" fmla="*/ 6562 h 56"/>
                  <a:gd name="T36" fmla="+- 0 9266 9242"/>
                  <a:gd name="T37" fmla="*/ T36 w 35"/>
                  <a:gd name="T38" fmla="+- 0 6570 6522"/>
                  <a:gd name="T39" fmla="*/ 6570 h 56"/>
                  <a:gd name="T40" fmla="+- 0 9265 9242"/>
                  <a:gd name="T41" fmla="*/ T40 w 35"/>
                  <a:gd name="T42" fmla="+- 0 6572 6522"/>
                  <a:gd name="T43" fmla="*/ 6572 h 56"/>
                  <a:gd name="T44" fmla="+- 0 9264 9242"/>
                  <a:gd name="T45" fmla="*/ T44 w 35"/>
                  <a:gd name="T46" fmla="+- 0 6573 6522"/>
                  <a:gd name="T47" fmla="*/ 6573 h 56"/>
                  <a:gd name="T48" fmla="+- 0 9259 9242"/>
                  <a:gd name="T49" fmla="*/ T48 w 35"/>
                  <a:gd name="T50" fmla="+- 0 6575 6522"/>
                  <a:gd name="T51" fmla="*/ 6575 h 56"/>
                  <a:gd name="T52" fmla="+- 0 9266 9242"/>
                  <a:gd name="T53" fmla="*/ T52 w 35"/>
                  <a:gd name="T54" fmla="+- 0 6575 6522"/>
                  <a:gd name="T55" fmla="*/ 6575 h 56"/>
                  <a:gd name="T56" fmla="+- 0 9276 9242"/>
                  <a:gd name="T57" fmla="*/ T56 w 35"/>
                  <a:gd name="T58" fmla="+- 0 6541 6522"/>
                  <a:gd name="T59" fmla="*/ 6541 h 56"/>
                  <a:gd name="T60" fmla="+- 0 9274 9242"/>
                  <a:gd name="T61" fmla="*/ T60 w 35"/>
                  <a:gd name="T62" fmla="+- 0 6534 6522"/>
                  <a:gd name="T63" fmla="*/ 6534 h 56"/>
                  <a:gd name="T64" fmla="+- 0 9268 9242"/>
                  <a:gd name="T65" fmla="*/ T64 w 35"/>
                  <a:gd name="T66" fmla="+- 0 6525 6522"/>
                  <a:gd name="T67" fmla="*/ 652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6" y="17"/>
                    </a:lnTo>
                    <a:lnTo>
                      <a:pt x="27" y="35"/>
                    </a:lnTo>
                    <a:lnTo>
                      <a:pt x="26" y="40"/>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711" name="Picture 710">
                <a:extLst>
                  <a:ext uri="{FF2B5EF4-FFF2-40B4-BE49-F238E27FC236}">
                    <a16:creationId xmlns:a16="http://schemas.microsoft.com/office/drawing/2014/main" id="{012433BF-FDD6-B8ED-9616-7C20D612393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5" y="6785"/>
                <a:ext cx="493"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6" name="Group 455">
              <a:extLst>
                <a:ext uri="{FF2B5EF4-FFF2-40B4-BE49-F238E27FC236}">
                  <a16:creationId xmlns:a16="http://schemas.microsoft.com/office/drawing/2014/main" id="{5F0CB69F-C250-C755-8590-7EE6261652D9}"/>
                </a:ext>
              </a:extLst>
            </p:cNvPr>
            <p:cNvGrpSpPr>
              <a:grpSpLocks/>
            </p:cNvGrpSpPr>
            <p:nvPr/>
          </p:nvGrpSpPr>
          <p:grpSpPr bwMode="auto">
            <a:xfrm>
              <a:off x="1035" y="6962"/>
              <a:ext cx="21" cy="55"/>
              <a:chOff x="1035" y="6962"/>
              <a:chExt cx="21" cy="55"/>
            </a:xfrm>
          </p:grpSpPr>
          <p:sp>
            <p:nvSpPr>
              <p:cNvPr id="707" name="Freeform 5757">
                <a:extLst>
                  <a:ext uri="{FF2B5EF4-FFF2-40B4-BE49-F238E27FC236}">
                    <a16:creationId xmlns:a16="http://schemas.microsoft.com/office/drawing/2014/main" id="{9287DB2D-D98D-C00E-5DAA-780B38539D6A}"/>
                  </a:ext>
                </a:extLst>
              </p:cNvPr>
              <p:cNvSpPr>
                <a:spLocks/>
              </p:cNvSpPr>
              <p:nvPr/>
            </p:nvSpPr>
            <p:spPr bwMode="auto">
              <a:xfrm>
                <a:off x="1035" y="6962"/>
                <a:ext cx="21" cy="55"/>
              </a:xfrm>
              <a:custGeom>
                <a:avLst/>
                <a:gdLst>
                  <a:gd name="T0" fmla="+- 0 1049 1035"/>
                  <a:gd name="T1" fmla="*/ T0 w 21"/>
                  <a:gd name="T2" fmla="+- 0 6969 6962"/>
                  <a:gd name="T3" fmla="*/ 6969 h 55"/>
                  <a:gd name="T4" fmla="+- 0 1039 1035"/>
                  <a:gd name="T5" fmla="*/ T4 w 21"/>
                  <a:gd name="T6" fmla="+- 0 6969 6962"/>
                  <a:gd name="T7" fmla="*/ 6969 h 55"/>
                  <a:gd name="T8" fmla="+- 0 1041 1035"/>
                  <a:gd name="T9" fmla="*/ T8 w 21"/>
                  <a:gd name="T10" fmla="+- 0 6969 6962"/>
                  <a:gd name="T11" fmla="*/ 6969 h 55"/>
                  <a:gd name="T12" fmla="+- 0 1042 1035"/>
                  <a:gd name="T13" fmla="*/ T12 w 21"/>
                  <a:gd name="T14" fmla="+- 0 6971 6962"/>
                  <a:gd name="T15" fmla="*/ 6971 h 55"/>
                  <a:gd name="T16" fmla="+- 0 1042 1035"/>
                  <a:gd name="T17" fmla="*/ T16 w 21"/>
                  <a:gd name="T18" fmla="+- 0 6972 6962"/>
                  <a:gd name="T19" fmla="*/ 6972 h 55"/>
                  <a:gd name="T20" fmla="+- 0 1042 1035"/>
                  <a:gd name="T21" fmla="*/ T20 w 21"/>
                  <a:gd name="T22" fmla="+- 0 7013 6962"/>
                  <a:gd name="T23" fmla="*/ 7013 h 55"/>
                  <a:gd name="T24" fmla="+- 0 1042 1035"/>
                  <a:gd name="T25" fmla="*/ T24 w 21"/>
                  <a:gd name="T26" fmla="+- 0 7013 6962"/>
                  <a:gd name="T27" fmla="*/ 7013 h 55"/>
                  <a:gd name="T28" fmla="+- 0 1041 1035"/>
                  <a:gd name="T29" fmla="*/ T28 w 21"/>
                  <a:gd name="T30" fmla="+- 0 7015 6962"/>
                  <a:gd name="T31" fmla="*/ 7015 h 55"/>
                  <a:gd name="T32" fmla="+- 0 1040 1035"/>
                  <a:gd name="T33" fmla="*/ T32 w 21"/>
                  <a:gd name="T34" fmla="+- 0 7015 6962"/>
                  <a:gd name="T35" fmla="*/ 7015 h 55"/>
                  <a:gd name="T36" fmla="+- 0 1038 1035"/>
                  <a:gd name="T37" fmla="*/ T36 w 21"/>
                  <a:gd name="T38" fmla="+- 0 7015 6962"/>
                  <a:gd name="T39" fmla="*/ 7015 h 55"/>
                  <a:gd name="T40" fmla="+- 0 1036 1035"/>
                  <a:gd name="T41" fmla="*/ T40 w 21"/>
                  <a:gd name="T42" fmla="+- 0 7015 6962"/>
                  <a:gd name="T43" fmla="*/ 7015 h 55"/>
                  <a:gd name="T44" fmla="+- 0 1036 1035"/>
                  <a:gd name="T45" fmla="*/ T44 w 21"/>
                  <a:gd name="T46" fmla="+- 0 7017 6962"/>
                  <a:gd name="T47" fmla="*/ 7017 h 55"/>
                  <a:gd name="T48" fmla="+- 0 1056 1035"/>
                  <a:gd name="T49" fmla="*/ T48 w 21"/>
                  <a:gd name="T50" fmla="+- 0 7017 6962"/>
                  <a:gd name="T51" fmla="*/ 7017 h 55"/>
                  <a:gd name="T52" fmla="+- 0 1056 1035"/>
                  <a:gd name="T53" fmla="*/ T52 w 21"/>
                  <a:gd name="T54" fmla="+- 0 7015 6962"/>
                  <a:gd name="T55" fmla="*/ 7015 h 55"/>
                  <a:gd name="T56" fmla="+- 0 1053 1035"/>
                  <a:gd name="T57" fmla="*/ T56 w 21"/>
                  <a:gd name="T58" fmla="+- 0 7015 6962"/>
                  <a:gd name="T59" fmla="*/ 7015 h 55"/>
                  <a:gd name="T60" fmla="+- 0 1052 1035"/>
                  <a:gd name="T61" fmla="*/ T60 w 21"/>
                  <a:gd name="T62" fmla="+- 0 7015 6962"/>
                  <a:gd name="T63" fmla="*/ 7015 h 55"/>
                  <a:gd name="T64" fmla="+- 0 1051 1035"/>
                  <a:gd name="T65" fmla="*/ T64 w 21"/>
                  <a:gd name="T66" fmla="+- 0 7015 6962"/>
                  <a:gd name="T67" fmla="*/ 7015 h 55"/>
                  <a:gd name="T68" fmla="+- 0 1049 1035"/>
                  <a:gd name="T69" fmla="*/ T68 w 21"/>
                  <a:gd name="T70" fmla="+- 0 7013 6962"/>
                  <a:gd name="T71" fmla="*/ 7013 h 55"/>
                  <a:gd name="T72" fmla="+- 0 1049 1035"/>
                  <a:gd name="T73" fmla="*/ T72 w 21"/>
                  <a:gd name="T74" fmla="+- 0 7013 6962"/>
                  <a:gd name="T75" fmla="*/ 7013 h 55"/>
                  <a:gd name="T76" fmla="+- 0 1049 1035"/>
                  <a:gd name="T77" fmla="*/ T76 w 21"/>
                  <a:gd name="T78" fmla="+- 0 6969 6962"/>
                  <a:gd name="T79" fmla="*/ 696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4" y="7"/>
                    </a:moveTo>
                    <a:lnTo>
                      <a:pt x="4" y="7"/>
                    </a:lnTo>
                    <a:lnTo>
                      <a:pt x="6" y="7"/>
                    </a:lnTo>
                    <a:lnTo>
                      <a:pt x="7" y="9"/>
                    </a:lnTo>
                    <a:lnTo>
                      <a:pt x="7" y="10"/>
                    </a:lnTo>
                    <a:lnTo>
                      <a:pt x="7" y="51"/>
                    </a:lnTo>
                    <a:lnTo>
                      <a:pt x="6" y="53"/>
                    </a:lnTo>
                    <a:lnTo>
                      <a:pt x="5" y="53"/>
                    </a:lnTo>
                    <a:lnTo>
                      <a:pt x="3" y="53"/>
                    </a:lnTo>
                    <a:lnTo>
                      <a:pt x="1" y="53"/>
                    </a:lnTo>
                    <a:lnTo>
                      <a:pt x="1" y="55"/>
                    </a:lnTo>
                    <a:lnTo>
                      <a:pt x="21" y="55"/>
                    </a:lnTo>
                    <a:lnTo>
                      <a:pt x="21" y="53"/>
                    </a:lnTo>
                    <a:lnTo>
                      <a:pt x="18" y="53"/>
                    </a:lnTo>
                    <a:lnTo>
                      <a:pt x="17" y="53"/>
                    </a:lnTo>
                    <a:lnTo>
                      <a:pt x="16" y="53"/>
                    </a:lnTo>
                    <a:lnTo>
                      <a:pt x="14" y="51"/>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08" name="Freeform 5758">
                <a:extLst>
                  <a:ext uri="{FF2B5EF4-FFF2-40B4-BE49-F238E27FC236}">
                    <a16:creationId xmlns:a16="http://schemas.microsoft.com/office/drawing/2014/main" id="{3462BAF9-118D-E36D-8526-2140F731073C}"/>
                  </a:ext>
                </a:extLst>
              </p:cNvPr>
              <p:cNvSpPr>
                <a:spLocks/>
              </p:cNvSpPr>
              <p:nvPr/>
            </p:nvSpPr>
            <p:spPr bwMode="auto">
              <a:xfrm>
                <a:off x="1035" y="6962"/>
                <a:ext cx="21" cy="55"/>
              </a:xfrm>
              <a:custGeom>
                <a:avLst/>
                <a:gdLst>
                  <a:gd name="T0" fmla="+- 0 1049 1035"/>
                  <a:gd name="T1" fmla="*/ T0 w 21"/>
                  <a:gd name="T2" fmla="+- 0 6962 6962"/>
                  <a:gd name="T3" fmla="*/ 6962 h 55"/>
                  <a:gd name="T4" fmla="+- 0 1048 1035"/>
                  <a:gd name="T5" fmla="*/ T4 w 21"/>
                  <a:gd name="T6" fmla="+- 0 6962 6962"/>
                  <a:gd name="T7" fmla="*/ 6962 h 55"/>
                  <a:gd name="T8" fmla="+- 0 1035 1035"/>
                  <a:gd name="T9" fmla="*/ T8 w 21"/>
                  <a:gd name="T10" fmla="+- 0 6969 6962"/>
                  <a:gd name="T11" fmla="*/ 6969 h 55"/>
                  <a:gd name="T12" fmla="+- 0 1035 1035"/>
                  <a:gd name="T13" fmla="*/ T12 w 21"/>
                  <a:gd name="T14" fmla="+- 0 6970 6962"/>
                  <a:gd name="T15" fmla="*/ 6970 h 55"/>
                  <a:gd name="T16" fmla="+- 0 1039 1035"/>
                  <a:gd name="T17" fmla="*/ T16 w 21"/>
                  <a:gd name="T18" fmla="+- 0 6969 6962"/>
                  <a:gd name="T19" fmla="*/ 6969 h 55"/>
                  <a:gd name="T20" fmla="+- 0 1049 1035"/>
                  <a:gd name="T21" fmla="*/ T20 w 21"/>
                  <a:gd name="T22" fmla="+- 0 6969 6962"/>
                  <a:gd name="T23" fmla="*/ 6969 h 55"/>
                  <a:gd name="T24" fmla="+- 0 1049 1035"/>
                  <a:gd name="T25" fmla="*/ T24 w 21"/>
                  <a:gd name="T26" fmla="+- 0 6962 6962"/>
                  <a:gd name="T27" fmla="*/ 696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7" name="Group 456">
              <a:extLst>
                <a:ext uri="{FF2B5EF4-FFF2-40B4-BE49-F238E27FC236}">
                  <a16:creationId xmlns:a16="http://schemas.microsoft.com/office/drawing/2014/main" id="{263017FE-8077-B375-2BC7-7AA0CBC08E7B}"/>
                </a:ext>
              </a:extLst>
            </p:cNvPr>
            <p:cNvGrpSpPr>
              <a:grpSpLocks/>
            </p:cNvGrpSpPr>
            <p:nvPr/>
          </p:nvGrpSpPr>
          <p:grpSpPr bwMode="auto">
            <a:xfrm>
              <a:off x="1485" y="6962"/>
              <a:ext cx="35" cy="56"/>
              <a:chOff x="1485" y="6962"/>
              <a:chExt cx="35" cy="56"/>
            </a:xfrm>
          </p:grpSpPr>
          <p:sp>
            <p:nvSpPr>
              <p:cNvPr id="705" name="Freeform 5760">
                <a:extLst>
                  <a:ext uri="{FF2B5EF4-FFF2-40B4-BE49-F238E27FC236}">
                    <a16:creationId xmlns:a16="http://schemas.microsoft.com/office/drawing/2014/main" id="{C2847281-ECD4-27D0-2AB7-BE197E6C6C80}"/>
                  </a:ext>
                </a:extLst>
              </p:cNvPr>
              <p:cNvSpPr>
                <a:spLocks/>
              </p:cNvSpPr>
              <p:nvPr/>
            </p:nvSpPr>
            <p:spPr bwMode="auto">
              <a:xfrm>
                <a:off x="1485" y="6962"/>
                <a:ext cx="35" cy="56"/>
              </a:xfrm>
              <a:custGeom>
                <a:avLst/>
                <a:gdLst>
                  <a:gd name="T0" fmla="+- 0 1506 1485"/>
                  <a:gd name="T1" fmla="*/ T0 w 35"/>
                  <a:gd name="T2" fmla="+- 0 6962 6962"/>
                  <a:gd name="T3" fmla="*/ 6962 h 56"/>
                  <a:gd name="T4" fmla="+- 0 1500 1485"/>
                  <a:gd name="T5" fmla="*/ T4 w 35"/>
                  <a:gd name="T6" fmla="+- 0 6962 6962"/>
                  <a:gd name="T7" fmla="*/ 6962 h 56"/>
                  <a:gd name="T8" fmla="+- 0 1497 1485"/>
                  <a:gd name="T9" fmla="*/ T8 w 35"/>
                  <a:gd name="T10" fmla="+- 0 6963 6962"/>
                  <a:gd name="T11" fmla="*/ 6963 h 56"/>
                  <a:gd name="T12" fmla="+- 0 1495 1485"/>
                  <a:gd name="T13" fmla="*/ T12 w 35"/>
                  <a:gd name="T14" fmla="+- 0 6965 6962"/>
                  <a:gd name="T15" fmla="*/ 6965 h 56"/>
                  <a:gd name="T16" fmla="+- 0 1492 1485"/>
                  <a:gd name="T17" fmla="*/ T16 w 35"/>
                  <a:gd name="T18" fmla="+- 0 6967 6962"/>
                  <a:gd name="T19" fmla="*/ 6967 h 56"/>
                  <a:gd name="T20" fmla="+- 0 1489 1485"/>
                  <a:gd name="T21" fmla="*/ T20 w 35"/>
                  <a:gd name="T22" fmla="+- 0 6970 6962"/>
                  <a:gd name="T23" fmla="*/ 6970 h 56"/>
                  <a:gd name="T24" fmla="+- 0 1486 1485"/>
                  <a:gd name="T25" fmla="*/ T24 w 35"/>
                  <a:gd name="T26" fmla="+- 0 6979 6962"/>
                  <a:gd name="T27" fmla="*/ 6979 h 56"/>
                  <a:gd name="T28" fmla="+- 0 1485 1485"/>
                  <a:gd name="T29" fmla="*/ T28 w 35"/>
                  <a:gd name="T30" fmla="+- 0 6984 6962"/>
                  <a:gd name="T31" fmla="*/ 6984 h 56"/>
                  <a:gd name="T32" fmla="+- 0 1485 1485"/>
                  <a:gd name="T33" fmla="*/ T32 w 35"/>
                  <a:gd name="T34" fmla="+- 0 6998 6962"/>
                  <a:gd name="T35" fmla="*/ 6998 h 56"/>
                  <a:gd name="T36" fmla="+- 0 1486 1485"/>
                  <a:gd name="T37" fmla="*/ T36 w 35"/>
                  <a:gd name="T38" fmla="+- 0 7004 6962"/>
                  <a:gd name="T39" fmla="*/ 7004 h 56"/>
                  <a:gd name="T40" fmla="+- 0 1492 1485"/>
                  <a:gd name="T41" fmla="*/ T40 w 35"/>
                  <a:gd name="T42" fmla="+- 0 7015 6962"/>
                  <a:gd name="T43" fmla="*/ 7015 h 56"/>
                  <a:gd name="T44" fmla="+- 0 1497 1485"/>
                  <a:gd name="T45" fmla="*/ T44 w 35"/>
                  <a:gd name="T46" fmla="+- 0 7018 6962"/>
                  <a:gd name="T47" fmla="*/ 7018 h 56"/>
                  <a:gd name="T48" fmla="+- 0 1504 1485"/>
                  <a:gd name="T49" fmla="*/ T48 w 35"/>
                  <a:gd name="T50" fmla="+- 0 7018 6962"/>
                  <a:gd name="T51" fmla="*/ 7018 h 56"/>
                  <a:gd name="T52" fmla="+- 0 1507 1485"/>
                  <a:gd name="T53" fmla="*/ T52 w 35"/>
                  <a:gd name="T54" fmla="+- 0 7017 6962"/>
                  <a:gd name="T55" fmla="*/ 7017 h 56"/>
                  <a:gd name="T56" fmla="+- 0 1509 1485"/>
                  <a:gd name="T57" fmla="*/ T56 w 35"/>
                  <a:gd name="T58" fmla="+- 0 7015 6962"/>
                  <a:gd name="T59" fmla="*/ 7015 h 56"/>
                  <a:gd name="T60" fmla="+- 0 1499 1485"/>
                  <a:gd name="T61" fmla="*/ T60 w 35"/>
                  <a:gd name="T62" fmla="+- 0 7015 6962"/>
                  <a:gd name="T63" fmla="*/ 7015 h 56"/>
                  <a:gd name="T64" fmla="+- 0 1497 1485"/>
                  <a:gd name="T65" fmla="*/ T64 w 35"/>
                  <a:gd name="T66" fmla="+- 0 7013 6962"/>
                  <a:gd name="T67" fmla="*/ 7013 h 56"/>
                  <a:gd name="T68" fmla="+- 0 1493 1485"/>
                  <a:gd name="T69" fmla="*/ T68 w 35"/>
                  <a:gd name="T70" fmla="+- 0 7005 6962"/>
                  <a:gd name="T71" fmla="*/ 7005 h 56"/>
                  <a:gd name="T72" fmla="+- 0 1492 1485"/>
                  <a:gd name="T73" fmla="*/ T72 w 35"/>
                  <a:gd name="T74" fmla="+- 0 6999 6962"/>
                  <a:gd name="T75" fmla="*/ 6999 h 56"/>
                  <a:gd name="T76" fmla="+- 0 1493 1485"/>
                  <a:gd name="T77" fmla="*/ T76 w 35"/>
                  <a:gd name="T78" fmla="+- 0 6984 6962"/>
                  <a:gd name="T79" fmla="*/ 6984 h 56"/>
                  <a:gd name="T80" fmla="+- 0 1502 1485"/>
                  <a:gd name="T81" fmla="*/ T80 w 35"/>
                  <a:gd name="T82" fmla="+- 0 6965 6962"/>
                  <a:gd name="T83" fmla="*/ 6965 h 56"/>
                  <a:gd name="T84" fmla="+- 0 1510 1485"/>
                  <a:gd name="T85" fmla="*/ T84 w 35"/>
                  <a:gd name="T86" fmla="+- 0 6965 6962"/>
                  <a:gd name="T87" fmla="*/ 6965 h 56"/>
                  <a:gd name="T88" fmla="+- 0 1510 1485"/>
                  <a:gd name="T89" fmla="*/ T88 w 35"/>
                  <a:gd name="T90" fmla="+- 0 6965 6962"/>
                  <a:gd name="T91" fmla="*/ 6965 h 56"/>
                  <a:gd name="T92" fmla="+- 0 1506 1485"/>
                  <a:gd name="T93" fmla="*/ T92 w 35"/>
                  <a:gd name="T94" fmla="+- 0 6962 6962"/>
                  <a:gd name="T95"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8" y="43"/>
                    </a:lnTo>
                    <a:lnTo>
                      <a:pt x="7"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06" name="Freeform 5761">
                <a:extLst>
                  <a:ext uri="{FF2B5EF4-FFF2-40B4-BE49-F238E27FC236}">
                    <a16:creationId xmlns:a16="http://schemas.microsoft.com/office/drawing/2014/main" id="{61CDC516-B742-6206-DC0A-9E1C496FB562}"/>
                  </a:ext>
                </a:extLst>
              </p:cNvPr>
              <p:cNvSpPr>
                <a:spLocks/>
              </p:cNvSpPr>
              <p:nvPr/>
            </p:nvSpPr>
            <p:spPr bwMode="auto">
              <a:xfrm>
                <a:off x="1485" y="6962"/>
                <a:ext cx="35" cy="56"/>
              </a:xfrm>
              <a:custGeom>
                <a:avLst/>
                <a:gdLst>
                  <a:gd name="T0" fmla="+- 0 1510 1485"/>
                  <a:gd name="T1" fmla="*/ T0 w 35"/>
                  <a:gd name="T2" fmla="+- 0 6965 6962"/>
                  <a:gd name="T3" fmla="*/ 6965 h 56"/>
                  <a:gd name="T4" fmla="+- 0 1502 1485"/>
                  <a:gd name="T5" fmla="*/ T4 w 35"/>
                  <a:gd name="T6" fmla="+- 0 6965 6962"/>
                  <a:gd name="T7" fmla="*/ 6965 h 56"/>
                  <a:gd name="T8" fmla="+- 0 1506 1485"/>
                  <a:gd name="T9" fmla="*/ T8 w 35"/>
                  <a:gd name="T10" fmla="+- 0 6966 6962"/>
                  <a:gd name="T11" fmla="*/ 6966 h 56"/>
                  <a:gd name="T12" fmla="+- 0 1507 1485"/>
                  <a:gd name="T13" fmla="*/ T12 w 35"/>
                  <a:gd name="T14" fmla="+- 0 6968 6962"/>
                  <a:gd name="T15" fmla="*/ 6968 h 56"/>
                  <a:gd name="T16" fmla="+- 0 1509 1485"/>
                  <a:gd name="T17" fmla="*/ T16 w 35"/>
                  <a:gd name="T18" fmla="+- 0 6970 6962"/>
                  <a:gd name="T19" fmla="*/ 6970 h 56"/>
                  <a:gd name="T20" fmla="+- 0 1511 1485"/>
                  <a:gd name="T21" fmla="*/ T20 w 35"/>
                  <a:gd name="T22" fmla="+- 0 6977 6962"/>
                  <a:gd name="T23" fmla="*/ 6977 h 56"/>
                  <a:gd name="T24" fmla="+- 0 1511 1485"/>
                  <a:gd name="T25" fmla="*/ T24 w 35"/>
                  <a:gd name="T26" fmla="+- 0 6979 6962"/>
                  <a:gd name="T27" fmla="*/ 6979 h 56"/>
                  <a:gd name="T28" fmla="+- 0 1511 1485"/>
                  <a:gd name="T29" fmla="*/ T28 w 35"/>
                  <a:gd name="T30" fmla="+- 0 6998 6962"/>
                  <a:gd name="T31" fmla="*/ 6998 h 56"/>
                  <a:gd name="T32" fmla="+- 0 1511 1485"/>
                  <a:gd name="T33" fmla="*/ T32 w 35"/>
                  <a:gd name="T34" fmla="+- 0 7002 6962"/>
                  <a:gd name="T35" fmla="*/ 7002 h 56"/>
                  <a:gd name="T36" fmla="+- 0 1509 1485"/>
                  <a:gd name="T37" fmla="*/ T36 w 35"/>
                  <a:gd name="T38" fmla="+- 0 7010 6962"/>
                  <a:gd name="T39" fmla="*/ 7010 h 56"/>
                  <a:gd name="T40" fmla="+- 0 1508 1485"/>
                  <a:gd name="T41" fmla="*/ T40 w 35"/>
                  <a:gd name="T42" fmla="+- 0 7012 6962"/>
                  <a:gd name="T43" fmla="*/ 7012 h 56"/>
                  <a:gd name="T44" fmla="+- 0 1506 1485"/>
                  <a:gd name="T45" fmla="*/ T44 w 35"/>
                  <a:gd name="T46" fmla="+- 0 7013 6962"/>
                  <a:gd name="T47" fmla="*/ 7013 h 56"/>
                  <a:gd name="T48" fmla="+- 0 1502 1485"/>
                  <a:gd name="T49" fmla="*/ T48 w 35"/>
                  <a:gd name="T50" fmla="+- 0 7015 6962"/>
                  <a:gd name="T51" fmla="*/ 7015 h 56"/>
                  <a:gd name="T52" fmla="+- 0 1509 1485"/>
                  <a:gd name="T53" fmla="*/ T52 w 35"/>
                  <a:gd name="T54" fmla="+- 0 7015 6962"/>
                  <a:gd name="T55" fmla="*/ 7015 h 56"/>
                  <a:gd name="T56" fmla="+- 0 1519 1485"/>
                  <a:gd name="T57" fmla="*/ T56 w 35"/>
                  <a:gd name="T58" fmla="+- 0 6981 6962"/>
                  <a:gd name="T59" fmla="*/ 6981 h 56"/>
                  <a:gd name="T60" fmla="+- 0 1517 1485"/>
                  <a:gd name="T61" fmla="*/ T60 w 35"/>
                  <a:gd name="T62" fmla="+- 0 6974 6962"/>
                  <a:gd name="T63" fmla="*/ 6974 h 56"/>
                  <a:gd name="T64" fmla="+- 0 1510 1485"/>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8" name="Group 457">
              <a:extLst>
                <a:ext uri="{FF2B5EF4-FFF2-40B4-BE49-F238E27FC236}">
                  <a16:creationId xmlns:a16="http://schemas.microsoft.com/office/drawing/2014/main" id="{89C2965A-DC5B-8A6A-DF1F-4900EFA8327F}"/>
                </a:ext>
              </a:extLst>
            </p:cNvPr>
            <p:cNvGrpSpPr>
              <a:grpSpLocks/>
            </p:cNvGrpSpPr>
            <p:nvPr/>
          </p:nvGrpSpPr>
          <p:grpSpPr bwMode="auto">
            <a:xfrm>
              <a:off x="1941" y="6962"/>
              <a:ext cx="35" cy="56"/>
              <a:chOff x="1941" y="6962"/>
              <a:chExt cx="35" cy="56"/>
            </a:xfrm>
          </p:grpSpPr>
          <p:sp>
            <p:nvSpPr>
              <p:cNvPr id="703" name="Freeform 5763">
                <a:extLst>
                  <a:ext uri="{FF2B5EF4-FFF2-40B4-BE49-F238E27FC236}">
                    <a16:creationId xmlns:a16="http://schemas.microsoft.com/office/drawing/2014/main" id="{6E9CB47F-EC19-3977-2A29-8A379903E1EA}"/>
                  </a:ext>
                </a:extLst>
              </p:cNvPr>
              <p:cNvSpPr>
                <a:spLocks/>
              </p:cNvSpPr>
              <p:nvPr/>
            </p:nvSpPr>
            <p:spPr bwMode="auto">
              <a:xfrm>
                <a:off x="1941" y="6962"/>
                <a:ext cx="35" cy="56"/>
              </a:xfrm>
              <a:custGeom>
                <a:avLst/>
                <a:gdLst>
                  <a:gd name="T0" fmla="+- 0 1962 1941"/>
                  <a:gd name="T1" fmla="*/ T0 w 35"/>
                  <a:gd name="T2" fmla="+- 0 6962 6962"/>
                  <a:gd name="T3" fmla="*/ 6962 h 56"/>
                  <a:gd name="T4" fmla="+- 0 1956 1941"/>
                  <a:gd name="T5" fmla="*/ T4 w 35"/>
                  <a:gd name="T6" fmla="+- 0 6962 6962"/>
                  <a:gd name="T7" fmla="*/ 6962 h 56"/>
                  <a:gd name="T8" fmla="+- 0 1953 1941"/>
                  <a:gd name="T9" fmla="*/ T8 w 35"/>
                  <a:gd name="T10" fmla="+- 0 6963 6962"/>
                  <a:gd name="T11" fmla="*/ 6963 h 56"/>
                  <a:gd name="T12" fmla="+- 0 1948 1941"/>
                  <a:gd name="T13" fmla="*/ T12 w 35"/>
                  <a:gd name="T14" fmla="+- 0 6967 6962"/>
                  <a:gd name="T15" fmla="*/ 6967 h 56"/>
                  <a:gd name="T16" fmla="+- 0 1945 1941"/>
                  <a:gd name="T17" fmla="*/ T16 w 35"/>
                  <a:gd name="T18" fmla="+- 0 6970 6962"/>
                  <a:gd name="T19" fmla="*/ 6970 h 56"/>
                  <a:gd name="T20" fmla="+- 0 1942 1941"/>
                  <a:gd name="T21" fmla="*/ T20 w 35"/>
                  <a:gd name="T22" fmla="+- 0 6979 6962"/>
                  <a:gd name="T23" fmla="*/ 6979 h 56"/>
                  <a:gd name="T24" fmla="+- 0 1941 1941"/>
                  <a:gd name="T25" fmla="*/ T24 w 35"/>
                  <a:gd name="T26" fmla="+- 0 6984 6962"/>
                  <a:gd name="T27" fmla="*/ 6984 h 56"/>
                  <a:gd name="T28" fmla="+- 0 1941 1941"/>
                  <a:gd name="T29" fmla="*/ T28 w 35"/>
                  <a:gd name="T30" fmla="+- 0 6998 6962"/>
                  <a:gd name="T31" fmla="*/ 6998 h 56"/>
                  <a:gd name="T32" fmla="+- 0 1942 1941"/>
                  <a:gd name="T33" fmla="*/ T32 w 35"/>
                  <a:gd name="T34" fmla="+- 0 7004 6962"/>
                  <a:gd name="T35" fmla="*/ 7004 h 56"/>
                  <a:gd name="T36" fmla="+- 0 1949 1941"/>
                  <a:gd name="T37" fmla="*/ T36 w 35"/>
                  <a:gd name="T38" fmla="+- 0 7015 6962"/>
                  <a:gd name="T39" fmla="*/ 7015 h 56"/>
                  <a:gd name="T40" fmla="+- 0 1953 1941"/>
                  <a:gd name="T41" fmla="*/ T40 w 35"/>
                  <a:gd name="T42" fmla="+- 0 7018 6962"/>
                  <a:gd name="T43" fmla="*/ 7018 h 56"/>
                  <a:gd name="T44" fmla="+- 0 1960 1941"/>
                  <a:gd name="T45" fmla="*/ T44 w 35"/>
                  <a:gd name="T46" fmla="+- 0 7018 6962"/>
                  <a:gd name="T47" fmla="*/ 7018 h 56"/>
                  <a:gd name="T48" fmla="+- 0 1963 1941"/>
                  <a:gd name="T49" fmla="*/ T48 w 35"/>
                  <a:gd name="T50" fmla="+- 0 7017 6962"/>
                  <a:gd name="T51" fmla="*/ 7017 h 56"/>
                  <a:gd name="T52" fmla="+- 0 1965 1941"/>
                  <a:gd name="T53" fmla="*/ T52 w 35"/>
                  <a:gd name="T54" fmla="+- 0 7015 6962"/>
                  <a:gd name="T55" fmla="*/ 7015 h 56"/>
                  <a:gd name="T56" fmla="+- 0 1955 1941"/>
                  <a:gd name="T57" fmla="*/ T56 w 35"/>
                  <a:gd name="T58" fmla="+- 0 7015 6962"/>
                  <a:gd name="T59" fmla="*/ 7015 h 56"/>
                  <a:gd name="T60" fmla="+- 0 1953 1941"/>
                  <a:gd name="T61" fmla="*/ T60 w 35"/>
                  <a:gd name="T62" fmla="+- 0 7013 6962"/>
                  <a:gd name="T63" fmla="*/ 7013 h 56"/>
                  <a:gd name="T64" fmla="+- 0 1951 1941"/>
                  <a:gd name="T65" fmla="*/ T64 w 35"/>
                  <a:gd name="T66" fmla="+- 0 7009 6962"/>
                  <a:gd name="T67" fmla="*/ 7009 h 56"/>
                  <a:gd name="T68" fmla="+- 0 1950 1941"/>
                  <a:gd name="T69" fmla="*/ T68 w 35"/>
                  <a:gd name="T70" fmla="+- 0 7005 6962"/>
                  <a:gd name="T71" fmla="*/ 7005 h 56"/>
                  <a:gd name="T72" fmla="+- 0 1949 1941"/>
                  <a:gd name="T73" fmla="*/ T72 w 35"/>
                  <a:gd name="T74" fmla="+- 0 6999 6962"/>
                  <a:gd name="T75" fmla="*/ 6999 h 56"/>
                  <a:gd name="T76" fmla="+- 0 1958 1941"/>
                  <a:gd name="T77" fmla="*/ T76 w 35"/>
                  <a:gd name="T78" fmla="+- 0 6965 6962"/>
                  <a:gd name="T79" fmla="*/ 6965 h 56"/>
                  <a:gd name="T80" fmla="+- 0 1966 1941"/>
                  <a:gd name="T81" fmla="*/ T80 w 35"/>
                  <a:gd name="T82" fmla="+- 0 6965 6962"/>
                  <a:gd name="T83" fmla="*/ 6965 h 56"/>
                  <a:gd name="T84" fmla="+- 0 1966 1941"/>
                  <a:gd name="T85" fmla="*/ T84 w 35"/>
                  <a:gd name="T86" fmla="+- 0 6965 6962"/>
                  <a:gd name="T87" fmla="*/ 6965 h 56"/>
                  <a:gd name="T88" fmla="+- 0 1962 1941"/>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10" y="47"/>
                    </a:lnTo>
                    <a:lnTo>
                      <a:pt x="9" y="43"/>
                    </a:lnTo>
                    <a:lnTo>
                      <a:pt x="8"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04" name="Freeform 5764">
                <a:extLst>
                  <a:ext uri="{FF2B5EF4-FFF2-40B4-BE49-F238E27FC236}">
                    <a16:creationId xmlns:a16="http://schemas.microsoft.com/office/drawing/2014/main" id="{55517AD2-215F-BBA4-E039-EAA16E5EB5E2}"/>
                  </a:ext>
                </a:extLst>
              </p:cNvPr>
              <p:cNvSpPr>
                <a:spLocks/>
              </p:cNvSpPr>
              <p:nvPr/>
            </p:nvSpPr>
            <p:spPr bwMode="auto">
              <a:xfrm>
                <a:off x="1941" y="6962"/>
                <a:ext cx="35" cy="56"/>
              </a:xfrm>
              <a:custGeom>
                <a:avLst/>
                <a:gdLst>
                  <a:gd name="T0" fmla="+- 0 1966 1941"/>
                  <a:gd name="T1" fmla="*/ T0 w 35"/>
                  <a:gd name="T2" fmla="+- 0 6965 6962"/>
                  <a:gd name="T3" fmla="*/ 6965 h 56"/>
                  <a:gd name="T4" fmla="+- 0 1958 1941"/>
                  <a:gd name="T5" fmla="*/ T4 w 35"/>
                  <a:gd name="T6" fmla="+- 0 6965 6962"/>
                  <a:gd name="T7" fmla="*/ 6965 h 56"/>
                  <a:gd name="T8" fmla="+- 0 1962 1941"/>
                  <a:gd name="T9" fmla="*/ T8 w 35"/>
                  <a:gd name="T10" fmla="+- 0 6966 6962"/>
                  <a:gd name="T11" fmla="*/ 6966 h 56"/>
                  <a:gd name="T12" fmla="+- 0 1964 1941"/>
                  <a:gd name="T13" fmla="*/ T12 w 35"/>
                  <a:gd name="T14" fmla="+- 0 6968 6962"/>
                  <a:gd name="T15" fmla="*/ 6968 h 56"/>
                  <a:gd name="T16" fmla="+- 0 1968 1941"/>
                  <a:gd name="T17" fmla="*/ T16 w 35"/>
                  <a:gd name="T18" fmla="+- 0 6998 6962"/>
                  <a:gd name="T19" fmla="*/ 6998 h 56"/>
                  <a:gd name="T20" fmla="+- 0 1967 1941"/>
                  <a:gd name="T21" fmla="*/ T20 w 35"/>
                  <a:gd name="T22" fmla="+- 0 7002 6962"/>
                  <a:gd name="T23" fmla="*/ 7002 h 56"/>
                  <a:gd name="T24" fmla="+- 0 1965 1941"/>
                  <a:gd name="T25" fmla="*/ T24 w 35"/>
                  <a:gd name="T26" fmla="+- 0 7010 6962"/>
                  <a:gd name="T27" fmla="*/ 7010 h 56"/>
                  <a:gd name="T28" fmla="+- 0 1964 1941"/>
                  <a:gd name="T29" fmla="*/ T28 w 35"/>
                  <a:gd name="T30" fmla="+- 0 7012 6962"/>
                  <a:gd name="T31" fmla="*/ 7012 h 56"/>
                  <a:gd name="T32" fmla="+- 0 1962 1941"/>
                  <a:gd name="T33" fmla="*/ T32 w 35"/>
                  <a:gd name="T34" fmla="+- 0 7013 6962"/>
                  <a:gd name="T35" fmla="*/ 7013 h 56"/>
                  <a:gd name="T36" fmla="+- 0 1958 1941"/>
                  <a:gd name="T37" fmla="*/ T36 w 35"/>
                  <a:gd name="T38" fmla="+- 0 7015 6962"/>
                  <a:gd name="T39" fmla="*/ 7015 h 56"/>
                  <a:gd name="T40" fmla="+- 0 1965 1941"/>
                  <a:gd name="T41" fmla="*/ T40 w 35"/>
                  <a:gd name="T42" fmla="+- 0 7015 6962"/>
                  <a:gd name="T43" fmla="*/ 7015 h 56"/>
                  <a:gd name="T44" fmla="+- 0 1975 1941"/>
                  <a:gd name="T45" fmla="*/ T44 w 35"/>
                  <a:gd name="T46" fmla="+- 0 6981 6962"/>
                  <a:gd name="T47" fmla="*/ 6981 h 56"/>
                  <a:gd name="T48" fmla="+- 0 1973 1941"/>
                  <a:gd name="T49" fmla="*/ T48 w 35"/>
                  <a:gd name="T50" fmla="+- 0 6974 6962"/>
                  <a:gd name="T51" fmla="*/ 6974 h 56"/>
                  <a:gd name="T52" fmla="+- 0 1966 1941"/>
                  <a:gd name="T53" fmla="*/ T52 w 35"/>
                  <a:gd name="T54" fmla="+- 0 6965 6962"/>
                  <a:gd name="T55"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3"/>
                    </a:moveTo>
                    <a:lnTo>
                      <a:pt x="17" y="3"/>
                    </a:lnTo>
                    <a:lnTo>
                      <a:pt x="21" y="4"/>
                    </a:lnTo>
                    <a:lnTo>
                      <a:pt x="23" y="6"/>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59" name="Group 458">
              <a:extLst>
                <a:ext uri="{FF2B5EF4-FFF2-40B4-BE49-F238E27FC236}">
                  <a16:creationId xmlns:a16="http://schemas.microsoft.com/office/drawing/2014/main" id="{BE9A0863-D8CB-A545-B394-3E2D06A57787}"/>
                </a:ext>
              </a:extLst>
            </p:cNvPr>
            <p:cNvGrpSpPr>
              <a:grpSpLocks/>
            </p:cNvGrpSpPr>
            <p:nvPr/>
          </p:nvGrpSpPr>
          <p:grpSpPr bwMode="auto">
            <a:xfrm>
              <a:off x="2397" y="6962"/>
              <a:ext cx="35" cy="56"/>
              <a:chOff x="2397" y="6962"/>
              <a:chExt cx="35" cy="56"/>
            </a:xfrm>
          </p:grpSpPr>
          <p:sp>
            <p:nvSpPr>
              <p:cNvPr id="701" name="Freeform 5766">
                <a:extLst>
                  <a:ext uri="{FF2B5EF4-FFF2-40B4-BE49-F238E27FC236}">
                    <a16:creationId xmlns:a16="http://schemas.microsoft.com/office/drawing/2014/main" id="{01281013-2D1C-0656-2C85-537206334E0A}"/>
                  </a:ext>
                </a:extLst>
              </p:cNvPr>
              <p:cNvSpPr>
                <a:spLocks/>
              </p:cNvSpPr>
              <p:nvPr/>
            </p:nvSpPr>
            <p:spPr bwMode="auto">
              <a:xfrm>
                <a:off x="2397" y="6962"/>
                <a:ext cx="35" cy="56"/>
              </a:xfrm>
              <a:custGeom>
                <a:avLst/>
                <a:gdLst>
                  <a:gd name="T0" fmla="+- 0 2419 2397"/>
                  <a:gd name="T1" fmla="*/ T0 w 35"/>
                  <a:gd name="T2" fmla="+- 0 6962 6962"/>
                  <a:gd name="T3" fmla="*/ 6962 h 56"/>
                  <a:gd name="T4" fmla="+- 0 2412 2397"/>
                  <a:gd name="T5" fmla="*/ T4 w 35"/>
                  <a:gd name="T6" fmla="+- 0 6962 6962"/>
                  <a:gd name="T7" fmla="*/ 6962 h 56"/>
                  <a:gd name="T8" fmla="+- 0 2410 2397"/>
                  <a:gd name="T9" fmla="*/ T8 w 35"/>
                  <a:gd name="T10" fmla="+- 0 6963 6962"/>
                  <a:gd name="T11" fmla="*/ 6963 h 56"/>
                  <a:gd name="T12" fmla="+- 0 2404 2397"/>
                  <a:gd name="T13" fmla="*/ T12 w 35"/>
                  <a:gd name="T14" fmla="+- 0 6967 6962"/>
                  <a:gd name="T15" fmla="*/ 6967 h 56"/>
                  <a:gd name="T16" fmla="+- 0 2402 2397"/>
                  <a:gd name="T17" fmla="*/ T16 w 35"/>
                  <a:gd name="T18" fmla="+- 0 6970 6962"/>
                  <a:gd name="T19" fmla="*/ 6970 h 56"/>
                  <a:gd name="T20" fmla="+- 0 2398 2397"/>
                  <a:gd name="T21" fmla="*/ T20 w 35"/>
                  <a:gd name="T22" fmla="+- 0 6979 6962"/>
                  <a:gd name="T23" fmla="*/ 6979 h 56"/>
                  <a:gd name="T24" fmla="+- 0 2397 2397"/>
                  <a:gd name="T25" fmla="*/ T24 w 35"/>
                  <a:gd name="T26" fmla="+- 0 6984 6962"/>
                  <a:gd name="T27" fmla="*/ 6984 h 56"/>
                  <a:gd name="T28" fmla="+- 0 2397 2397"/>
                  <a:gd name="T29" fmla="*/ T28 w 35"/>
                  <a:gd name="T30" fmla="+- 0 6998 6962"/>
                  <a:gd name="T31" fmla="*/ 6998 h 56"/>
                  <a:gd name="T32" fmla="+- 0 2399 2397"/>
                  <a:gd name="T33" fmla="*/ T32 w 35"/>
                  <a:gd name="T34" fmla="+- 0 7004 6962"/>
                  <a:gd name="T35" fmla="*/ 7004 h 56"/>
                  <a:gd name="T36" fmla="+- 0 2405 2397"/>
                  <a:gd name="T37" fmla="*/ T36 w 35"/>
                  <a:gd name="T38" fmla="+- 0 7015 6962"/>
                  <a:gd name="T39" fmla="*/ 7015 h 56"/>
                  <a:gd name="T40" fmla="+- 0 2409 2397"/>
                  <a:gd name="T41" fmla="*/ T40 w 35"/>
                  <a:gd name="T42" fmla="+- 0 7018 6962"/>
                  <a:gd name="T43" fmla="*/ 7018 h 56"/>
                  <a:gd name="T44" fmla="+- 0 2417 2397"/>
                  <a:gd name="T45" fmla="*/ T44 w 35"/>
                  <a:gd name="T46" fmla="+- 0 7018 6962"/>
                  <a:gd name="T47" fmla="*/ 7018 h 56"/>
                  <a:gd name="T48" fmla="+- 0 2420 2397"/>
                  <a:gd name="T49" fmla="*/ T48 w 35"/>
                  <a:gd name="T50" fmla="+- 0 7017 6962"/>
                  <a:gd name="T51" fmla="*/ 7017 h 56"/>
                  <a:gd name="T52" fmla="+- 0 2422 2397"/>
                  <a:gd name="T53" fmla="*/ T52 w 35"/>
                  <a:gd name="T54" fmla="+- 0 7015 6962"/>
                  <a:gd name="T55" fmla="*/ 7015 h 56"/>
                  <a:gd name="T56" fmla="+- 0 2411 2397"/>
                  <a:gd name="T57" fmla="*/ T56 w 35"/>
                  <a:gd name="T58" fmla="+- 0 7015 6962"/>
                  <a:gd name="T59" fmla="*/ 7015 h 56"/>
                  <a:gd name="T60" fmla="+- 0 2409 2397"/>
                  <a:gd name="T61" fmla="*/ T60 w 35"/>
                  <a:gd name="T62" fmla="+- 0 7013 6962"/>
                  <a:gd name="T63" fmla="*/ 7013 h 56"/>
                  <a:gd name="T64" fmla="+- 0 2406 2397"/>
                  <a:gd name="T65" fmla="*/ T64 w 35"/>
                  <a:gd name="T66" fmla="+- 0 7005 6962"/>
                  <a:gd name="T67" fmla="*/ 7005 h 56"/>
                  <a:gd name="T68" fmla="+- 0 2405 2397"/>
                  <a:gd name="T69" fmla="*/ T68 w 35"/>
                  <a:gd name="T70" fmla="+- 0 6999 6962"/>
                  <a:gd name="T71" fmla="*/ 6999 h 56"/>
                  <a:gd name="T72" fmla="+- 0 2405 2397"/>
                  <a:gd name="T73" fmla="*/ T72 w 35"/>
                  <a:gd name="T74" fmla="+- 0 6984 6962"/>
                  <a:gd name="T75" fmla="*/ 6984 h 56"/>
                  <a:gd name="T76" fmla="+- 0 2415 2397"/>
                  <a:gd name="T77" fmla="*/ T76 w 35"/>
                  <a:gd name="T78" fmla="+- 0 6965 6962"/>
                  <a:gd name="T79" fmla="*/ 6965 h 56"/>
                  <a:gd name="T80" fmla="+- 0 2423 2397"/>
                  <a:gd name="T81" fmla="*/ T80 w 35"/>
                  <a:gd name="T82" fmla="+- 0 6965 6962"/>
                  <a:gd name="T83" fmla="*/ 6965 h 56"/>
                  <a:gd name="T84" fmla="+- 0 2422 2397"/>
                  <a:gd name="T85" fmla="*/ T84 w 35"/>
                  <a:gd name="T86" fmla="+- 0 6965 6962"/>
                  <a:gd name="T87" fmla="*/ 6965 h 56"/>
                  <a:gd name="T88" fmla="+- 0 2419 2397"/>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3" y="55"/>
                    </a:lnTo>
                    <a:lnTo>
                      <a:pt x="25" y="53"/>
                    </a:lnTo>
                    <a:lnTo>
                      <a:pt x="14" y="53"/>
                    </a:lnTo>
                    <a:lnTo>
                      <a:pt x="12" y="51"/>
                    </a:lnTo>
                    <a:lnTo>
                      <a:pt x="9" y="43"/>
                    </a:lnTo>
                    <a:lnTo>
                      <a:pt x="8" y="37"/>
                    </a:lnTo>
                    <a:lnTo>
                      <a:pt x="8" y="22"/>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02" name="Freeform 5767">
                <a:extLst>
                  <a:ext uri="{FF2B5EF4-FFF2-40B4-BE49-F238E27FC236}">
                    <a16:creationId xmlns:a16="http://schemas.microsoft.com/office/drawing/2014/main" id="{8D07DCE2-E3C5-FE0A-A025-A7BED8D0BC46}"/>
                  </a:ext>
                </a:extLst>
              </p:cNvPr>
              <p:cNvSpPr>
                <a:spLocks/>
              </p:cNvSpPr>
              <p:nvPr/>
            </p:nvSpPr>
            <p:spPr bwMode="auto">
              <a:xfrm>
                <a:off x="2397" y="6962"/>
                <a:ext cx="35" cy="56"/>
              </a:xfrm>
              <a:custGeom>
                <a:avLst/>
                <a:gdLst>
                  <a:gd name="T0" fmla="+- 0 2423 2397"/>
                  <a:gd name="T1" fmla="*/ T0 w 35"/>
                  <a:gd name="T2" fmla="+- 0 6965 6962"/>
                  <a:gd name="T3" fmla="*/ 6965 h 56"/>
                  <a:gd name="T4" fmla="+- 0 2415 2397"/>
                  <a:gd name="T5" fmla="*/ T4 w 35"/>
                  <a:gd name="T6" fmla="+- 0 6965 6962"/>
                  <a:gd name="T7" fmla="*/ 6965 h 56"/>
                  <a:gd name="T8" fmla="+- 0 2419 2397"/>
                  <a:gd name="T9" fmla="*/ T8 w 35"/>
                  <a:gd name="T10" fmla="+- 0 6966 6962"/>
                  <a:gd name="T11" fmla="*/ 6966 h 56"/>
                  <a:gd name="T12" fmla="+- 0 2420 2397"/>
                  <a:gd name="T13" fmla="*/ T12 w 35"/>
                  <a:gd name="T14" fmla="+- 0 6968 6962"/>
                  <a:gd name="T15" fmla="*/ 6968 h 56"/>
                  <a:gd name="T16" fmla="+- 0 2421 2397"/>
                  <a:gd name="T17" fmla="*/ T16 w 35"/>
                  <a:gd name="T18" fmla="+- 0 6970 6962"/>
                  <a:gd name="T19" fmla="*/ 6970 h 56"/>
                  <a:gd name="T20" fmla="+- 0 2423 2397"/>
                  <a:gd name="T21" fmla="*/ T20 w 35"/>
                  <a:gd name="T22" fmla="+- 0 6977 6962"/>
                  <a:gd name="T23" fmla="*/ 6977 h 56"/>
                  <a:gd name="T24" fmla="+- 0 2424 2397"/>
                  <a:gd name="T25" fmla="*/ T24 w 35"/>
                  <a:gd name="T26" fmla="+- 0 6979 6962"/>
                  <a:gd name="T27" fmla="*/ 6979 h 56"/>
                  <a:gd name="T28" fmla="+- 0 2424 2397"/>
                  <a:gd name="T29" fmla="*/ T28 w 35"/>
                  <a:gd name="T30" fmla="+- 0 6998 6962"/>
                  <a:gd name="T31" fmla="*/ 6998 h 56"/>
                  <a:gd name="T32" fmla="+- 0 2424 2397"/>
                  <a:gd name="T33" fmla="*/ T32 w 35"/>
                  <a:gd name="T34" fmla="+- 0 7002 6962"/>
                  <a:gd name="T35" fmla="*/ 7002 h 56"/>
                  <a:gd name="T36" fmla="+- 0 2422 2397"/>
                  <a:gd name="T37" fmla="*/ T36 w 35"/>
                  <a:gd name="T38" fmla="+- 0 7010 6962"/>
                  <a:gd name="T39" fmla="*/ 7010 h 56"/>
                  <a:gd name="T40" fmla="+- 0 2420 2397"/>
                  <a:gd name="T41" fmla="*/ T40 w 35"/>
                  <a:gd name="T42" fmla="+- 0 7012 6962"/>
                  <a:gd name="T43" fmla="*/ 7012 h 56"/>
                  <a:gd name="T44" fmla="+- 0 2419 2397"/>
                  <a:gd name="T45" fmla="*/ T44 w 35"/>
                  <a:gd name="T46" fmla="+- 0 7013 6962"/>
                  <a:gd name="T47" fmla="*/ 7013 h 56"/>
                  <a:gd name="T48" fmla="+- 0 2414 2397"/>
                  <a:gd name="T49" fmla="*/ T48 w 35"/>
                  <a:gd name="T50" fmla="+- 0 7015 6962"/>
                  <a:gd name="T51" fmla="*/ 7015 h 56"/>
                  <a:gd name="T52" fmla="+- 0 2422 2397"/>
                  <a:gd name="T53" fmla="*/ T52 w 35"/>
                  <a:gd name="T54" fmla="+- 0 7015 6962"/>
                  <a:gd name="T55" fmla="*/ 7015 h 56"/>
                  <a:gd name="T56" fmla="+- 0 2432 2397"/>
                  <a:gd name="T57" fmla="*/ T56 w 35"/>
                  <a:gd name="T58" fmla="+- 0 6981 6962"/>
                  <a:gd name="T59" fmla="*/ 6981 h 56"/>
                  <a:gd name="T60" fmla="+- 0 2430 2397"/>
                  <a:gd name="T61" fmla="*/ T60 w 35"/>
                  <a:gd name="T62" fmla="+- 0 6974 6962"/>
                  <a:gd name="T63" fmla="*/ 6974 h 56"/>
                  <a:gd name="T64" fmla="+- 0 2423 2397"/>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6" y="15"/>
                    </a:lnTo>
                    <a:lnTo>
                      <a:pt x="27" y="17"/>
                    </a:lnTo>
                    <a:lnTo>
                      <a:pt x="27" y="36"/>
                    </a:lnTo>
                    <a:lnTo>
                      <a:pt x="27" y="40"/>
                    </a:lnTo>
                    <a:lnTo>
                      <a:pt x="25"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0" name="Group 459">
              <a:extLst>
                <a:ext uri="{FF2B5EF4-FFF2-40B4-BE49-F238E27FC236}">
                  <a16:creationId xmlns:a16="http://schemas.microsoft.com/office/drawing/2014/main" id="{1C13BC91-01C3-BDF2-490B-E423E0B52D42}"/>
                </a:ext>
              </a:extLst>
            </p:cNvPr>
            <p:cNvGrpSpPr>
              <a:grpSpLocks/>
            </p:cNvGrpSpPr>
            <p:nvPr/>
          </p:nvGrpSpPr>
          <p:grpSpPr bwMode="auto">
            <a:xfrm>
              <a:off x="2854" y="6962"/>
              <a:ext cx="35" cy="56"/>
              <a:chOff x="2854" y="6962"/>
              <a:chExt cx="35" cy="56"/>
            </a:xfrm>
          </p:grpSpPr>
          <p:sp>
            <p:nvSpPr>
              <p:cNvPr id="699" name="Freeform 5769">
                <a:extLst>
                  <a:ext uri="{FF2B5EF4-FFF2-40B4-BE49-F238E27FC236}">
                    <a16:creationId xmlns:a16="http://schemas.microsoft.com/office/drawing/2014/main" id="{99062664-CDDB-963E-1CA9-A07AB8B48345}"/>
                  </a:ext>
                </a:extLst>
              </p:cNvPr>
              <p:cNvSpPr>
                <a:spLocks/>
              </p:cNvSpPr>
              <p:nvPr/>
            </p:nvSpPr>
            <p:spPr bwMode="auto">
              <a:xfrm>
                <a:off x="2854" y="6962"/>
                <a:ext cx="35" cy="56"/>
              </a:xfrm>
              <a:custGeom>
                <a:avLst/>
                <a:gdLst>
                  <a:gd name="T0" fmla="+- 0 2875 2854"/>
                  <a:gd name="T1" fmla="*/ T0 w 35"/>
                  <a:gd name="T2" fmla="+- 0 6962 6962"/>
                  <a:gd name="T3" fmla="*/ 6962 h 56"/>
                  <a:gd name="T4" fmla="+- 0 2868 2854"/>
                  <a:gd name="T5" fmla="*/ T4 w 35"/>
                  <a:gd name="T6" fmla="+- 0 6962 6962"/>
                  <a:gd name="T7" fmla="*/ 6962 h 56"/>
                  <a:gd name="T8" fmla="+- 0 2866 2854"/>
                  <a:gd name="T9" fmla="*/ T8 w 35"/>
                  <a:gd name="T10" fmla="+- 0 6963 6962"/>
                  <a:gd name="T11" fmla="*/ 6963 h 56"/>
                  <a:gd name="T12" fmla="+- 0 2861 2854"/>
                  <a:gd name="T13" fmla="*/ T12 w 35"/>
                  <a:gd name="T14" fmla="+- 0 6967 6962"/>
                  <a:gd name="T15" fmla="*/ 6967 h 56"/>
                  <a:gd name="T16" fmla="+- 0 2858 2854"/>
                  <a:gd name="T17" fmla="*/ T16 w 35"/>
                  <a:gd name="T18" fmla="+- 0 6970 6962"/>
                  <a:gd name="T19" fmla="*/ 6970 h 56"/>
                  <a:gd name="T20" fmla="+- 0 2855 2854"/>
                  <a:gd name="T21" fmla="*/ T20 w 35"/>
                  <a:gd name="T22" fmla="+- 0 6979 6962"/>
                  <a:gd name="T23" fmla="*/ 6979 h 56"/>
                  <a:gd name="T24" fmla="+- 0 2854 2854"/>
                  <a:gd name="T25" fmla="*/ T24 w 35"/>
                  <a:gd name="T26" fmla="+- 0 6984 6962"/>
                  <a:gd name="T27" fmla="*/ 6984 h 56"/>
                  <a:gd name="T28" fmla="+- 0 2854 2854"/>
                  <a:gd name="T29" fmla="*/ T28 w 35"/>
                  <a:gd name="T30" fmla="+- 0 6998 6962"/>
                  <a:gd name="T31" fmla="*/ 6998 h 56"/>
                  <a:gd name="T32" fmla="+- 0 2855 2854"/>
                  <a:gd name="T33" fmla="*/ T32 w 35"/>
                  <a:gd name="T34" fmla="+- 0 7004 6962"/>
                  <a:gd name="T35" fmla="*/ 7004 h 56"/>
                  <a:gd name="T36" fmla="+- 0 2861 2854"/>
                  <a:gd name="T37" fmla="*/ T36 w 35"/>
                  <a:gd name="T38" fmla="+- 0 7015 6962"/>
                  <a:gd name="T39" fmla="*/ 7015 h 56"/>
                  <a:gd name="T40" fmla="+- 0 2866 2854"/>
                  <a:gd name="T41" fmla="*/ T40 w 35"/>
                  <a:gd name="T42" fmla="+- 0 7018 6962"/>
                  <a:gd name="T43" fmla="*/ 7018 h 56"/>
                  <a:gd name="T44" fmla="+- 0 2873 2854"/>
                  <a:gd name="T45" fmla="*/ T44 w 35"/>
                  <a:gd name="T46" fmla="+- 0 7018 6962"/>
                  <a:gd name="T47" fmla="*/ 7018 h 56"/>
                  <a:gd name="T48" fmla="+- 0 2876 2854"/>
                  <a:gd name="T49" fmla="*/ T48 w 35"/>
                  <a:gd name="T50" fmla="+- 0 7017 6962"/>
                  <a:gd name="T51" fmla="*/ 7017 h 56"/>
                  <a:gd name="T52" fmla="+- 0 2878 2854"/>
                  <a:gd name="T53" fmla="*/ T52 w 35"/>
                  <a:gd name="T54" fmla="+- 0 7015 6962"/>
                  <a:gd name="T55" fmla="*/ 7015 h 56"/>
                  <a:gd name="T56" fmla="+- 0 2868 2854"/>
                  <a:gd name="T57" fmla="*/ T56 w 35"/>
                  <a:gd name="T58" fmla="+- 0 7015 6962"/>
                  <a:gd name="T59" fmla="*/ 7015 h 56"/>
                  <a:gd name="T60" fmla="+- 0 2866 2854"/>
                  <a:gd name="T61" fmla="*/ T60 w 35"/>
                  <a:gd name="T62" fmla="+- 0 7013 6962"/>
                  <a:gd name="T63" fmla="*/ 7013 h 56"/>
                  <a:gd name="T64" fmla="+- 0 2864 2854"/>
                  <a:gd name="T65" fmla="*/ T64 w 35"/>
                  <a:gd name="T66" fmla="+- 0 7009 6962"/>
                  <a:gd name="T67" fmla="*/ 7009 h 56"/>
                  <a:gd name="T68" fmla="+- 0 2862 2854"/>
                  <a:gd name="T69" fmla="*/ T68 w 35"/>
                  <a:gd name="T70" fmla="+- 0 7005 6962"/>
                  <a:gd name="T71" fmla="*/ 7005 h 56"/>
                  <a:gd name="T72" fmla="+- 0 2861 2854"/>
                  <a:gd name="T73" fmla="*/ T72 w 35"/>
                  <a:gd name="T74" fmla="+- 0 6999 6962"/>
                  <a:gd name="T75" fmla="*/ 6999 h 56"/>
                  <a:gd name="T76" fmla="+- 0 2871 2854"/>
                  <a:gd name="T77" fmla="*/ T76 w 35"/>
                  <a:gd name="T78" fmla="+- 0 6965 6962"/>
                  <a:gd name="T79" fmla="*/ 6965 h 56"/>
                  <a:gd name="T80" fmla="+- 0 2879 2854"/>
                  <a:gd name="T81" fmla="*/ T80 w 35"/>
                  <a:gd name="T82" fmla="+- 0 6965 6962"/>
                  <a:gd name="T83" fmla="*/ 6965 h 56"/>
                  <a:gd name="T84" fmla="+- 0 2879 2854"/>
                  <a:gd name="T85" fmla="*/ T84 w 35"/>
                  <a:gd name="T86" fmla="+- 0 6965 6962"/>
                  <a:gd name="T87" fmla="*/ 6965 h 56"/>
                  <a:gd name="T88" fmla="+- 0 2875 2854"/>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6"/>
                    </a:lnTo>
                    <a:lnTo>
                      <a:pt x="1" y="42"/>
                    </a:lnTo>
                    <a:lnTo>
                      <a:pt x="7" y="53"/>
                    </a:lnTo>
                    <a:lnTo>
                      <a:pt x="12" y="56"/>
                    </a:lnTo>
                    <a:lnTo>
                      <a:pt x="19" y="56"/>
                    </a:lnTo>
                    <a:lnTo>
                      <a:pt x="22" y="55"/>
                    </a:lnTo>
                    <a:lnTo>
                      <a:pt x="24" y="53"/>
                    </a:lnTo>
                    <a:lnTo>
                      <a:pt x="14" y="53"/>
                    </a:lnTo>
                    <a:lnTo>
                      <a:pt x="12"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700" name="Freeform 5770">
                <a:extLst>
                  <a:ext uri="{FF2B5EF4-FFF2-40B4-BE49-F238E27FC236}">
                    <a16:creationId xmlns:a16="http://schemas.microsoft.com/office/drawing/2014/main" id="{8F22BD80-6A47-A970-B876-611A45CBF746}"/>
                  </a:ext>
                </a:extLst>
              </p:cNvPr>
              <p:cNvSpPr>
                <a:spLocks/>
              </p:cNvSpPr>
              <p:nvPr/>
            </p:nvSpPr>
            <p:spPr bwMode="auto">
              <a:xfrm>
                <a:off x="2854" y="6962"/>
                <a:ext cx="35" cy="56"/>
              </a:xfrm>
              <a:custGeom>
                <a:avLst/>
                <a:gdLst>
                  <a:gd name="T0" fmla="+- 0 2879 2854"/>
                  <a:gd name="T1" fmla="*/ T0 w 35"/>
                  <a:gd name="T2" fmla="+- 0 6965 6962"/>
                  <a:gd name="T3" fmla="*/ 6965 h 56"/>
                  <a:gd name="T4" fmla="+- 0 2871 2854"/>
                  <a:gd name="T5" fmla="*/ T4 w 35"/>
                  <a:gd name="T6" fmla="+- 0 6965 6962"/>
                  <a:gd name="T7" fmla="*/ 6965 h 56"/>
                  <a:gd name="T8" fmla="+- 0 2875 2854"/>
                  <a:gd name="T9" fmla="*/ T8 w 35"/>
                  <a:gd name="T10" fmla="+- 0 6966 6962"/>
                  <a:gd name="T11" fmla="*/ 6966 h 56"/>
                  <a:gd name="T12" fmla="+- 0 2876 2854"/>
                  <a:gd name="T13" fmla="*/ T12 w 35"/>
                  <a:gd name="T14" fmla="+- 0 6968 6962"/>
                  <a:gd name="T15" fmla="*/ 6968 h 56"/>
                  <a:gd name="T16" fmla="+- 0 2878 2854"/>
                  <a:gd name="T17" fmla="*/ T16 w 35"/>
                  <a:gd name="T18" fmla="+- 0 6970 6962"/>
                  <a:gd name="T19" fmla="*/ 6970 h 56"/>
                  <a:gd name="T20" fmla="+- 0 2880 2854"/>
                  <a:gd name="T21" fmla="*/ T20 w 35"/>
                  <a:gd name="T22" fmla="+- 0 6977 6962"/>
                  <a:gd name="T23" fmla="*/ 6977 h 56"/>
                  <a:gd name="T24" fmla="+- 0 2880 2854"/>
                  <a:gd name="T25" fmla="*/ T24 w 35"/>
                  <a:gd name="T26" fmla="+- 0 6979 6962"/>
                  <a:gd name="T27" fmla="*/ 6979 h 56"/>
                  <a:gd name="T28" fmla="+- 0 2880 2854"/>
                  <a:gd name="T29" fmla="*/ T28 w 35"/>
                  <a:gd name="T30" fmla="+- 0 6998 6962"/>
                  <a:gd name="T31" fmla="*/ 6998 h 56"/>
                  <a:gd name="T32" fmla="+- 0 2880 2854"/>
                  <a:gd name="T33" fmla="*/ T32 w 35"/>
                  <a:gd name="T34" fmla="+- 0 7002 6962"/>
                  <a:gd name="T35" fmla="*/ 7002 h 56"/>
                  <a:gd name="T36" fmla="+- 0 2878 2854"/>
                  <a:gd name="T37" fmla="*/ T36 w 35"/>
                  <a:gd name="T38" fmla="+- 0 7010 6962"/>
                  <a:gd name="T39" fmla="*/ 7010 h 56"/>
                  <a:gd name="T40" fmla="+- 0 2877 2854"/>
                  <a:gd name="T41" fmla="*/ T40 w 35"/>
                  <a:gd name="T42" fmla="+- 0 7012 6962"/>
                  <a:gd name="T43" fmla="*/ 7012 h 56"/>
                  <a:gd name="T44" fmla="+- 0 2875 2854"/>
                  <a:gd name="T45" fmla="*/ T44 w 35"/>
                  <a:gd name="T46" fmla="+- 0 7013 6962"/>
                  <a:gd name="T47" fmla="*/ 7013 h 56"/>
                  <a:gd name="T48" fmla="+- 0 2871 2854"/>
                  <a:gd name="T49" fmla="*/ T48 w 35"/>
                  <a:gd name="T50" fmla="+- 0 7015 6962"/>
                  <a:gd name="T51" fmla="*/ 7015 h 56"/>
                  <a:gd name="T52" fmla="+- 0 2878 2854"/>
                  <a:gd name="T53" fmla="*/ T52 w 35"/>
                  <a:gd name="T54" fmla="+- 0 7015 6962"/>
                  <a:gd name="T55" fmla="*/ 7015 h 56"/>
                  <a:gd name="T56" fmla="+- 0 2881 2854"/>
                  <a:gd name="T57" fmla="*/ T56 w 35"/>
                  <a:gd name="T58" fmla="+- 0 7013 6962"/>
                  <a:gd name="T59" fmla="*/ 7013 h 56"/>
                  <a:gd name="T60" fmla="+- 0 2884 2854"/>
                  <a:gd name="T61" fmla="*/ T60 w 35"/>
                  <a:gd name="T62" fmla="+- 0 7010 6962"/>
                  <a:gd name="T63" fmla="*/ 7010 h 56"/>
                  <a:gd name="T64" fmla="+- 0 2885 2854"/>
                  <a:gd name="T65" fmla="*/ T64 w 35"/>
                  <a:gd name="T66" fmla="+- 0 7005 6962"/>
                  <a:gd name="T67" fmla="*/ 7005 h 56"/>
                  <a:gd name="T68" fmla="+- 0 2887 2854"/>
                  <a:gd name="T69" fmla="*/ T68 w 35"/>
                  <a:gd name="T70" fmla="+- 0 7001 6962"/>
                  <a:gd name="T71" fmla="*/ 7001 h 56"/>
                  <a:gd name="T72" fmla="+- 0 2888 2854"/>
                  <a:gd name="T73" fmla="*/ T72 w 35"/>
                  <a:gd name="T74" fmla="+- 0 6996 6962"/>
                  <a:gd name="T75" fmla="*/ 6996 h 56"/>
                  <a:gd name="T76" fmla="+- 0 2888 2854"/>
                  <a:gd name="T77" fmla="*/ T76 w 35"/>
                  <a:gd name="T78" fmla="+- 0 6981 6962"/>
                  <a:gd name="T79" fmla="*/ 6981 h 56"/>
                  <a:gd name="T80" fmla="+- 0 2886 2854"/>
                  <a:gd name="T81" fmla="*/ T80 w 35"/>
                  <a:gd name="T82" fmla="+- 0 6974 6962"/>
                  <a:gd name="T83" fmla="*/ 6974 h 56"/>
                  <a:gd name="T84" fmla="+- 0 2879 2854"/>
                  <a:gd name="T85" fmla="*/ T84 w 35"/>
                  <a:gd name="T86" fmla="+- 0 6965 6962"/>
                  <a:gd name="T8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5" y="3"/>
                    </a:moveTo>
                    <a:lnTo>
                      <a:pt x="17" y="3"/>
                    </a:lnTo>
                    <a:lnTo>
                      <a:pt x="21" y="4"/>
                    </a:lnTo>
                    <a:lnTo>
                      <a:pt x="22" y="6"/>
                    </a:lnTo>
                    <a:lnTo>
                      <a:pt x="24" y="8"/>
                    </a:lnTo>
                    <a:lnTo>
                      <a:pt x="26" y="15"/>
                    </a:lnTo>
                    <a:lnTo>
                      <a:pt x="26" y="17"/>
                    </a:lnTo>
                    <a:lnTo>
                      <a:pt x="26" y="36"/>
                    </a:lnTo>
                    <a:lnTo>
                      <a:pt x="26" y="40"/>
                    </a:lnTo>
                    <a:lnTo>
                      <a:pt x="24" y="48"/>
                    </a:lnTo>
                    <a:lnTo>
                      <a:pt x="23" y="50"/>
                    </a:lnTo>
                    <a:lnTo>
                      <a:pt x="21" y="51"/>
                    </a:lnTo>
                    <a:lnTo>
                      <a:pt x="17" y="53"/>
                    </a:lnTo>
                    <a:lnTo>
                      <a:pt x="24" y="53"/>
                    </a:lnTo>
                    <a:lnTo>
                      <a:pt x="27" y="51"/>
                    </a:lnTo>
                    <a:lnTo>
                      <a:pt x="30" y="48"/>
                    </a:lnTo>
                    <a:lnTo>
                      <a:pt x="31" y="43"/>
                    </a:lnTo>
                    <a:lnTo>
                      <a:pt x="33" y="39"/>
                    </a:lnTo>
                    <a:lnTo>
                      <a:pt x="34" y="34"/>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1" name="Group 460">
              <a:extLst>
                <a:ext uri="{FF2B5EF4-FFF2-40B4-BE49-F238E27FC236}">
                  <a16:creationId xmlns:a16="http://schemas.microsoft.com/office/drawing/2014/main" id="{B66BF485-F5EF-B944-48D7-D6DEDE2147E7}"/>
                </a:ext>
              </a:extLst>
            </p:cNvPr>
            <p:cNvGrpSpPr>
              <a:grpSpLocks/>
            </p:cNvGrpSpPr>
            <p:nvPr/>
          </p:nvGrpSpPr>
          <p:grpSpPr bwMode="auto">
            <a:xfrm>
              <a:off x="3311" y="6964"/>
              <a:ext cx="32" cy="55"/>
              <a:chOff x="3311" y="6964"/>
              <a:chExt cx="32" cy="55"/>
            </a:xfrm>
          </p:grpSpPr>
          <p:sp>
            <p:nvSpPr>
              <p:cNvPr id="697" name="Freeform 5772">
                <a:extLst>
                  <a:ext uri="{FF2B5EF4-FFF2-40B4-BE49-F238E27FC236}">
                    <a16:creationId xmlns:a16="http://schemas.microsoft.com/office/drawing/2014/main" id="{ABB7B299-9E85-3B1C-A517-95139B34CD13}"/>
                  </a:ext>
                </a:extLst>
              </p:cNvPr>
              <p:cNvSpPr>
                <a:spLocks/>
              </p:cNvSpPr>
              <p:nvPr/>
            </p:nvSpPr>
            <p:spPr bwMode="auto">
              <a:xfrm>
                <a:off x="3311" y="6964"/>
                <a:ext cx="32" cy="55"/>
              </a:xfrm>
              <a:custGeom>
                <a:avLst/>
                <a:gdLst>
                  <a:gd name="T0" fmla="+- 0 3314 3311"/>
                  <a:gd name="T1" fmla="*/ T0 w 32"/>
                  <a:gd name="T2" fmla="+- 0 7010 6964"/>
                  <a:gd name="T3" fmla="*/ 7010 h 55"/>
                  <a:gd name="T4" fmla="+- 0 3312 3311"/>
                  <a:gd name="T5" fmla="*/ T4 w 32"/>
                  <a:gd name="T6" fmla="+- 0 7011 6964"/>
                  <a:gd name="T7" fmla="*/ 7011 h 55"/>
                  <a:gd name="T8" fmla="+- 0 3311 3311"/>
                  <a:gd name="T9" fmla="*/ T8 w 32"/>
                  <a:gd name="T10" fmla="+- 0 7013 6964"/>
                  <a:gd name="T11" fmla="*/ 7013 h 55"/>
                  <a:gd name="T12" fmla="+- 0 3313 3311"/>
                  <a:gd name="T13" fmla="*/ T12 w 32"/>
                  <a:gd name="T14" fmla="+- 0 7016 6964"/>
                  <a:gd name="T15" fmla="*/ 7016 h 55"/>
                  <a:gd name="T16" fmla="+- 0 3315 3311"/>
                  <a:gd name="T17" fmla="*/ T16 w 32"/>
                  <a:gd name="T18" fmla="+- 0 7017 6964"/>
                  <a:gd name="T19" fmla="*/ 7017 h 55"/>
                  <a:gd name="T20" fmla="+- 0 3317 3311"/>
                  <a:gd name="T21" fmla="*/ T20 w 32"/>
                  <a:gd name="T22" fmla="+- 0 7018 6964"/>
                  <a:gd name="T23" fmla="*/ 7018 h 55"/>
                  <a:gd name="T24" fmla="+- 0 3323 3311"/>
                  <a:gd name="T25" fmla="*/ T24 w 32"/>
                  <a:gd name="T26" fmla="+- 0 7018 6964"/>
                  <a:gd name="T27" fmla="*/ 7018 h 55"/>
                  <a:gd name="T28" fmla="+- 0 3326 3311"/>
                  <a:gd name="T29" fmla="*/ T28 w 32"/>
                  <a:gd name="T30" fmla="+- 0 7017 6964"/>
                  <a:gd name="T31" fmla="*/ 7017 h 55"/>
                  <a:gd name="T32" fmla="+- 0 3332 3311"/>
                  <a:gd name="T33" fmla="*/ T32 w 32"/>
                  <a:gd name="T34" fmla="+- 0 7015 6964"/>
                  <a:gd name="T35" fmla="*/ 7015 h 55"/>
                  <a:gd name="T36" fmla="+- 0 3333 3311"/>
                  <a:gd name="T37" fmla="*/ T36 w 32"/>
                  <a:gd name="T38" fmla="+- 0 7014 6964"/>
                  <a:gd name="T39" fmla="*/ 7014 h 55"/>
                  <a:gd name="T40" fmla="+- 0 3323 3311"/>
                  <a:gd name="T41" fmla="*/ T40 w 32"/>
                  <a:gd name="T42" fmla="+- 0 7014 6964"/>
                  <a:gd name="T43" fmla="*/ 7014 h 55"/>
                  <a:gd name="T44" fmla="+- 0 3321 3311"/>
                  <a:gd name="T45" fmla="*/ T44 w 32"/>
                  <a:gd name="T46" fmla="+- 0 7013 6964"/>
                  <a:gd name="T47" fmla="*/ 7013 h 55"/>
                  <a:gd name="T48" fmla="+- 0 3319 3311"/>
                  <a:gd name="T49" fmla="*/ T48 w 32"/>
                  <a:gd name="T50" fmla="+- 0 7012 6964"/>
                  <a:gd name="T51" fmla="*/ 7012 h 55"/>
                  <a:gd name="T52" fmla="+- 0 3316 3311"/>
                  <a:gd name="T53" fmla="*/ T52 w 32"/>
                  <a:gd name="T54" fmla="+- 0 7010 6964"/>
                  <a:gd name="T55" fmla="*/ 7010 h 55"/>
                  <a:gd name="T56" fmla="+- 0 3314 3311"/>
                  <a:gd name="T57" fmla="*/ T56 w 32"/>
                  <a:gd name="T58" fmla="+- 0 7010 6964"/>
                  <a:gd name="T59" fmla="*/ 701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2" h="55">
                    <a:moveTo>
                      <a:pt x="3" y="46"/>
                    </a:moveTo>
                    <a:lnTo>
                      <a:pt x="1" y="47"/>
                    </a:lnTo>
                    <a:lnTo>
                      <a:pt x="0" y="49"/>
                    </a:lnTo>
                    <a:lnTo>
                      <a:pt x="2" y="52"/>
                    </a:lnTo>
                    <a:lnTo>
                      <a:pt x="4" y="53"/>
                    </a:lnTo>
                    <a:lnTo>
                      <a:pt x="6" y="54"/>
                    </a:lnTo>
                    <a:lnTo>
                      <a:pt x="12" y="54"/>
                    </a:lnTo>
                    <a:lnTo>
                      <a:pt x="15" y="53"/>
                    </a:lnTo>
                    <a:lnTo>
                      <a:pt x="21" y="51"/>
                    </a:lnTo>
                    <a:lnTo>
                      <a:pt x="22" y="50"/>
                    </a:lnTo>
                    <a:lnTo>
                      <a:pt x="12" y="50"/>
                    </a:lnTo>
                    <a:lnTo>
                      <a:pt x="10" y="49"/>
                    </a:lnTo>
                    <a:lnTo>
                      <a:pt x="8" y="48"/>
                    </a:lnTo>
                    <a:lnTo>
                      <a:pt x="5" y="46"/>
                    </a:lnTo>
                    <a:lnTo>
                      <a:pt x="3"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98" name="Freeform 5773">
                <a:extLst>
                  <a:ext uri="{FF2B5EF4-FFF2-40B4-BE49-F238E27FC236}">
                    <a16:creationId xmlns:a16="http://schemas.microsoft.com/office/drawing/2014/main" id="{2F8099A3-0B9B-75C7-16B9-F9AF4D1D79E8}"/>
                  </a:ext>
                </a:extLst>
              </p:cNvPr>
              <p:cNvSpPr>
                <a:spLocks/>
              </p:cNvSpPr>
              <p:nvPr/>
            </p:nvSpPr>
            <p:spPr bwMode="auto">
              <a:xfrm>
                <a:off x="3311" y="6964"/>
                <a:ext cx="32" cy="55"/>
              </a:xfrm>
              <a:custGeom>
                <a:avLst/>
                <a:gdLst>
                  <a:gd name="T0" fmla="+- 0 3342 3311"/>
                  <a:gd name="T1" fmla="*/ T0 w 32"/>
                  <a:gd name="T2" fmla="+- 0 6964 6964"/>
                  <a:gd name="T3" fmla="*/ 6964 h 55"/>
                  <a:gd name="T4" fmla="+- 0 3323 3311"/>
                  <a:gd name="T5" fmla="*/ T4 w 32"/>
                  <a:gd name="T6" fmla="+- 0 6964 6964"/>
                  <a:gd name="T7" fmla="*/ 6964 h 55"/>
                  <a:gd name="T8" fmla="+- 0 3313 3311"/>
                  <a:gd name="T9" fmla="*/ T8 w 32"/>
                  <a:gd name="T10" fmla="+- 0 6984 6964"/>
                  <a:gd name="T11" fmla="*/ 6984 h 55"/>
                  <a:gd name="T12" fmla="+- 0 3318 3311"/>
                  <a:gd name="T13" fmla="*/ T12 w 32"/>
                  <a:gd name="T14" fmla="+- 0 6984 6964"/>
                  <a:gd name="T15" fmla="*/ 6984 h 55"/>
                  <a:gd name="T16" fmla="+- 0 3322 3311"/>
                  <a:gd name="T17" fmla="*/ T16 w 32"/>
                  <a:gd name="T18" fmla="+- 0 6985 6964"/>
                  <a:gd name="T19" fmla="*/ 6985 h 55"/>
                  <a:gd name="T20" fmla="+- 0 3328 3311"/>
                  <a:gd name="T21" fmla="*/ T20 w 32"/>
                  <a:gd name="T22" fmla="+- 0 6988 6964"/>
                  <a:gd name="T23" fmla="*/ 6988 h 55"/>
                  <a:gd name="T24" fmla="+- 0 3331 3311"/>
                  <a:gd name="T25" fmla="*/ T24 w 32"/>
                  <a:gd name="T26" fmla="+- 0 6990 6964"/>
                  <a:gd name="T27" fmla="*/ 6990 h 55"/>
                  <a:gd name="T28" fmla="+- 0 3335 3311"/>
                  <a:gd name="T29" fmla="*/ T28 w 32"/>
                  <a:gd name="T30" fmla="+- 0 6996 6964"/>
                  <a:gd name="T31" fmla="*/ 6996 h 55"/>
                  <a:gd name="T32" fmla="+- 0 3336 3311"/>
                  <a:gd name="T33" fmla="*/ T32 w 32"/>
                  <a:gd name="T34" fmla="+- 0 6999 6964"/>
                  <a:gd name="T35" fmla="*/ 6999 h 55"/>
                  <a:gd name="T36" fmla="+- 0 3336 3311"/>
                  <a:gd name="T37" fmla="*/ T36 w 32"/>
                  <a:gd name="T38" fmla="+- 0 7005 6964"/>
                  <a:gd name="T39" fmla="*/ 7005 h 55"/>
                  <a:gd name="T40" fmla="+- 0 3335 3311"/>
                  <a:gd name="T41" fmla="*/ T40 w 32"/>
                  <a:gd name="T42" fmla="+- 0 7008 6964"/>
                  <a:gd name="T43" fmla="*/ 7008 h 55"/>
                  <a:gd name="T44" fmla="+- 0 3330 3311"/>
                  <a:gd name="T45" fmla="*/ T44 w 32"/>
                  <a:gd name="T46" fmla="+- 0 7013 6964"/>
                  <a:gd name="T47" fmla="*/ 7013 h 55"/>
                  <a:gd name="T48" fmla="+- 0 3328 3311"/>
                  <a:gd name="T49" fmla="*/ T48 w 32"/>
                  <a:gd name="T50" fmla="+- 0 7014 6964"/>
                  <a:gd name="T51" fmla="*/ 7014 h 55"/>
                  <a:gd name="T52" fmla="+- 0 3333 3311"/>
                  <a:gd name="T53" fmla="*/ T52 w 32"/>
                  <a:gd name="T54" fmla="+- 0 7014 6964"/>
                  <a:gd name="T55" fmla="*/ 7014 h 55"/>
                  <a:gd name="T56" fmla="+- 0 3341 3311"/>
                  <a:gd name="T57" fmla="*/ T56 w 32"/>
                  <a:gd name="T58" fmla="+- 0 7001 6964"/>
                  <a:gd name="T59" fmla="*/ 7001 h 55"/>
                  <a:gd name="T60" fmla="+- 0 3341 3311"/>
                  <a:gd name="T61" fmla="*/ T60 w 32"/>
                  <a:gd name="T62" fmla="+- 0 6993 6964"/>
                  <a:gd name="T63" fmla="*/ 6993 h 55"/>
                  <a:gd name="T64" fmla="+- 0 3339 3311"/>
                  <a:gd name="T65" fmla="*/ T64 w 32"/>
                  <a:gd name="T66" fmla="+- 0 6989 6964"/>
                  <a:gd name="T67" fmla="*/ 6989 h 55"/>
                  <a:gd name="T68" fmla="+- 0 3332 3311"/>
                  <a:gd name="T69" fmla="*/ T68 w 32"/>
                  <a:gd name="T70" fmla="+- 0 6981 6964"/>
                  <a:gd name="T71" fmla="*/ 6981 h 55"/>
                  <a:gd name="T72" fmla="+- 0 3326 3311"/>
                  <a:gd name="T73" fmla="*/ T72 w 32"/>
                  <a:gd name="T74" fmla="+- 0 6978 6964"/>
                  <a:gd name="T75" fmla="*/ 6978 h 55"/>
                  <a:gd name="T76" fmla="+- 0 3319 3311"/>
                  <a:gd name="T77" fmla="*/ T76 w 32"/>
                  <a:gd name="T78" fmla="+- 0 6977 6964"/>
                  <a:gd name="T79" fmla="*/ 6977 h 55"/>
                  <a:gd name="T80" fmla="+- 0 3323 3311"/>
                  <a:gd name="T81" fmla="*/ T80 w 32"/>
                  <a:gd name="T82" fmla="+- 0 6970 6964"/>
                  <a:gd name="T83" fmla="*/ 6970 h 55"/>
                  <a:gd name="T84" fmla="+- 0 3339 3311"/>
                  <a:gd name="T85" fmla="*/ T84 w 32"/>
                  <a:gd name="T86" fmla="+- 0 6970 6964"/>
                  <a:gd name="T87" fmla="*/ 6970 h 55"/>
                  <a:gd name="T88" fmla="+- 0 3342 3311"/>
                  <a:gd name="T89" fmla="*/ T88 w 32"/>
                  <a:gd name="T90" fmla="+- 0 6964 6964"/>
                  <a:gd name="T91" fmla="*/ 6964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2" h="55">
                    <a:moveTo>
                      <a:pt x="31" y="0"/>
                    </a:moveTo>
                    <a:lnTo>
                      <a:pt x="12" y="0"/>
                    </a:lnTo>
                    <a:lnTo>
                      <a:pt x="2" y="20"/>
                    </a:lnTo>
                    <a:lnTo>
                      <a:pt x="7" y="20"/>
                    </a:lnTo>
                    <a:lnTo>
                      <a:pt x="11" y="21"/>
                    </a:lnTo>
                    <a:lnTo>
                      <a:pt x="17" y="24"/>
                    </a:lnTo>
                    <a:lnTo>
                      <a:pt x="20" y="26"/>
                    </a:lnTo>
                    <a:lnTo>
                      <a:pt x="24" y="32"/>
                    </a:lnTo>
                    <a:lnTo>
                      <a:pt x="25" y="35"/>
                    </a:lnTo>
                    <a:lnTo>
                      <a:pt x="25" y="41"/>
                    </a:lnTo>
                    <a:lnTo>
                      <a:pt x="24" y="44"/>
                    </a:lnTo>
                    <a:lnTo>
                      <a:pt x="19" y="49"/>
                    </a:lnTo>
                    <a:lnTo>
                      <a:pt x="17" y="50"/>
                    </a:lnTo>
                    <a:lnTo>
                      <a:pt x="22" y="50"/>
                    </a:lnTo>
                    <a:lnTo>
                      <a:pt x="30" y="37"/>
                    </a:lnTo>
                    <a:lnTo>
                      <a:pt x="30" y="29"/>
                    </a:lnTo>
                    <a:lnTo>
                      <a:pt x="28" y="25"/>
                    </a:lnTo>
                    <a:lnTo>
                      <a:pt x="21" y="17"/>
                    </a:lnTo>
                    <a:lnTo>
                      <a:pt x="15" y="14"/>
                    </a:lnTo>
                    <a:lnTo>
                      <a:pt x="8" y="13"/>
                    </a:lnTo>
                    <a:lnTo>
                      <a:pt x="12" y="6"/>
                    </a:lnTo>
                    <a:lnTo>
                      <a:pt x="28" y="6"/>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2" name="Group 461">
              <a:extLst>
                <a:ext uri="{FF2B5EF4-FFF2-40B4-BE49-F238E27FC236}">
                  <a16:creationId xmlns:a16="http://schemas.microsoft.com/office/drawing/2014/main" id="{C5D5752C-63CF-51D3-65A5-42C06D6A7D02}"/>
                </a:ext>
              </a:extLst>
            </p:cNvPr>
            <p:cNvGrpSpPr>
              <a:grpSpLocks/>
            </p:cNvGrpSpPr>
            <p:nvPr/>
          </p:nvGrpSpPr>
          <p:grpSpPr bwMode="auto">
            <a:xfrm>
              <a:off x="3766" y="6962"/>
              <a:ext cx="35" cy="56"/>
              <a:chOff x="3766" y="6962"/>
              <a:chExt cx="35" cy="56"/>
            </a:xfrm>
          </p:grpSpPr>
          <p:sp>
            <p:nvSpPr>
              <p:cNvPr id="695" name="Freeform 5775">
                <a:extLst>
                  <a:ext uri="{FF2B5EF4-FFF2-40B4-BE49-F238E27FC236}">
                    <a16:creationId xmlns:a16="http://schemas.microsoft.com/office/drawing/2014/main" id="{36A83546-5741-6ACA-8BE3-0EAA998811C6}"/>
                  </a:ext>
                </a:extLst>
              </p:cNvPr>
              <p:cNvSpPr>
                <a:spLocks/>
              </p:cNvSpPr>
              <p:nvPr/>
            </p:nvSpPr>
            <p:spPr bwMode="auto">
              <a:xfrm>
                <a:off x="3766" y="6962"/>
                <a:ext cx="35" cy="56"/>
              </a:xfrm>
              <a:custGeom>
                <a:avLst/>
                <a:gdLst>
                  <a:gd name="T0" fmla="+- 0 3788 3766"/>
                  <a:gd name="T1" fmla="*/ T0 w 35"/>
                  <a:gd name="T2" fmla="+- 0 6962 6962"/>
                  <a:gd name="T3" fmla="*/ 6962 h 56"/>
                  <a:gd name="T4" fmla="+- 0 3781 3766"/>
                  <a:gd name="T5" fmla="*/ T4 w 35"/>
                  <a:gd name="T6" fmla="+- 0 6962 6962"/>
                  <a:gd name="T7" fmla="*/ 6962 h 56"/>
                  <a:gd name="T8" fmla="+- 0 3779 3766"/>
                  <a:gd name="T9" fmla="*/ T8 w 35"/>
                  <a:gd name="T10" fmla="+- 0 6963 6962"/>
                  <a:gd name="T11" fmla="*/ 6963 h 56"/>
                  <a:gd name="T12" fmla="+- 0 3773 3766"/>
                  <a:gd name="T13" fmla="*/ T12 w 35"/>
                  <a:gd name="T14" fmla="+- 0 6967 6962"/>
                  <a:gd name="T15" fmla="*/ 6967 h 56"/>
                  <a:gd name="T16" fmla="+- 0 3771 3766"/>
                  <a:gd name="T17" fmla="*/ T16 w 35"/>
                  <a:gd name="T18" fmla="+- 0 6970 6962"/>
                  <a:gd name="T19" fmla="*/ 6970 h 56"/>
                  <a:gd name="T20" fmla="+- 0 3767 3766"/>
                  <a:gd name="T21" fmla="*/ T20 w 35"/>
                  <a:gd name="T22" fmla="+- 0 6979 6962"/>
                  <a:gd name="T23" fmla="*/ 6979 h 56"/>
                  <a:gd name="T24" fmla="+- 0 3766 3766"/>
                  <a:gd name="T25" fmla="*/ T24 w 35"/>
                  <a:gd name="T26" fmla="+- 0 6984 6962"/>
                  <a:gd name="T27" fmla="*/ 6984 h 56"/>
                  <a:gd name="T28" fmla="+- 0 3766 3766"/>
                  <a:gd name="T29" fmla="*/ T28 w 35"/>
                  <a:gd name="T30" fmla="+- 0 6998 6962"/>
                  <a:gd name="T31" fmla="*/ 6998 h 56"/>
                  <a:gd name="T32" fmla="+- 0 3768 3766"/>
                  <a:gd name="T33" fmla="*/ T32 w 35"/>
                  <a:gd name="T34" fmla="+- 0 7004 6962"/>
                  <a:gd name="T35" fmla="*/ 7004 h 56"/>
                  <a:gd name="T36" fmla="+- 0 3774 3766"/>
                  <a:gd name="T37" fmla="*/ T36 w 35"/>
                  <a:gd name="T38" fmla="+- 0 7015 6962"/>
                  <a:gd name="T39" fmla="*/ 7015 h 56"/>
                  <a:gd name="T40" fmla="+- 0 3778 3766"/>
                  <a:gd name="T41" fmla="*/ T40 w 35"/>
                  <a:gd name="T42" fmla="+- 0 7018 6962"/>
                  <a:gd name="T43" fmla="*/ 7018 h 56"/>
                  <a:gd name="T44" fmla="+- 0 3786 3766"/>
                  <a:gd name="T45" fmla="*/ T44 w 35"/>
                  <a:gd name="T46" fmla="+- 0 7018 6962"/>
                  <a:gd name="T47" fmla="*/ 7018 h 56"/>
                  <a:gd name="T48" fmla="+- 0 3788 3766"/>
                  <a:gd name="T49" fmla="*/ T48 w 35"/>
                  <a:gd name="T50" fmla="+- 0 7017 6962"/>
                  <a:gd name="T51" fmla="*/ 7017 h 56"/>
                  <a:gd name="T52" fmla="+- 0 3791 3766"/>
                  <a:gd name="T53" fmla="*/ T52 w 35"/>
                  <a:gd name="T54" fmla="+- 0 7015 6962"/>
                  <a:gd name="T55" fmla="*/ 7015 h 56"/>
                  <a:gd name="T56" fmla="+- 0 3780 3766"/>
                  <a:gd name="T57" fmla="*/ T56 w 35"/>
                  <a:gd name="T58" fmla="+- 0 7015 6962"/>
                  <a:gd name="T59" fmla="*/ 7015 h 56"/>
                  <a:gd name="T60" fmla="+- 0 3778 3766"/>
                  <a:gd name="T61" fmla="*/ T60 w 35"/>
                  <a:gd name="T62" fmla="+- 0 7013 6962"/>
                  <a:gd name="T63" fmla="*/ 7013 h 56"/>
                  <a:gd name="T64" fmla="+- 0 3777 3766"/>
                  <a:gd name="T65" fmla="*/ T64 w 35"/>
                  <a:gd name="T66" fmla="+- 0 7009 6962"/>
                  <a:gd name="T67" fmla="*/ 7009 h 56"/>
                  <a:gd name="T68" fmla="+- 0 3775 3766"/>
                  <a:gd name="T69" fmla="*/ T68 w 35"/>
                  <a:gd name="T70" fmla="+- 0 7005 6962"/>
                  <a:gd name="T71" fmla="*/ 7005 h 56"/>
                  <a:gd name="T72" fmla="+- 0 3774 3766"/>
                  <a:gd name="T73" fmla="*/ T72 w 35"/>
                  <a:gd name="T74" fmla="+- 0 6999 6962"/>
                  <a:gd name="T75" fmla="*/ 6999 h 56"/>
                  <a:gd name="T76" fmla="+- 0 3784 3766"/>
                  <a:gd name="T77" fmla="*/ T76 w 35"/>
                  <a:gd name="T78" fmla="+- 0 6965 6962"/>
                  <a:gd name="T79" fmla="*/ 6965 h 56"/>
                  <a:gd name="T80" fmla="+- 0 3792 3766"/>
                  <a:gd name="T81" fmla="*/ T80 w 35"/>
                  <a:gd name="T82" fmla="+- 0 6965 6962"/>
                  <a:gd name="T83" fmla="*/ 6965 h 56"/>
                  <a:gd name="T84" fmla="+- 0 3791 3766"/>
                  <a:gd name="T85" fmla="*/ T84 w 35"/>
                  <a:gd name="T86" fmla="+- 0 6965 6962"/>
                  <a:gd name="T87" fmla="*/ 6965 h 56"/>
                  <a:gd name="T88" fmla="+- 0 3788 3766"/>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96" name="Freeform 5776">
                <a:extLst>
                  <a:ext uri="{FF2B5EF4-FFF2-40B4-BE49-F238E27FC236}">
                    <a16:creationId xmlns:a16="http://schemas.microsoft.com/office/drawing/2014/main" id="{5C65314B-F1AF-3E52-C383-5780FA5322BD}"/>
                  </a:ext>
                </a:extLst>
              </p:cNvPr>
              <p:cNvSpPr>
                <a:spLocks/>
              </p:cNvSpPr>
              <p:nvPr/>
            </p:nvSpPr>
            <p:spPr bwMode="auto">
              <a:xfrm>
                <a:off x="3766" y="6962"/>
                <a:ext cx="35" cy="56"/>
              </a:xfrm>
              <a:custGeom>
                <a:avLst/>
                <a:gdLst>
                  <a:gd name="T0" fmla="+- 0 3792 3766"/>
                  <a:gd name="T1" fmla="*/ T0 w 35"/>
                  <a:gd name="T2" fmla="+- 0 6965 6962"/>
                  <a:gd name="T3" fmla="*/ 6965 h 56"/>
                  <a:gd name="T4" fmla="+- 0 3784 3766"/>
                  <a:gd name="T5" fmla="*/ T4 w 35"/>
                  <a:gd name="T6" fmla="+- 0 6965 6962"/>
                  <a:gd name="T7" fmla="*/ 6965 h 56"/>
                  <a:gd name="T8" fmla="+- 0 3787 3766"/>
                  <a:gd name="T9" fmla="*/ T8 w 35"/>
                  <a:gd name="T10" fmla="+- 0 6966 6962"/>
                  <a:gd name="T11" fmla="*/ 6966 h 56"/>
                  <a:gd name="T12" fmla="+- 0 3789 3766"/>
                  <a:gd name="T13" fmla="*/ T12 w 35"/>
                  <a:gd name="T14" fmla="+- 0 6968 6962"/>
                  <a:gd name="T15" fmla="*/ 6968 h 56"/>
                  <a:gd name="T16" fmla="+- 0 3790 3766"/>
                  <a:gd name="T17" fmla="*/ T16 w 35"/>
                  <a:gd name="T18" fmla="+- 0 6970 6962"/>
                  <a:gd name="T19" fmla="*/ 6970 h 56"/>
                  <a:gd name="T20" fmla="+- 0 3792 3766"/>
                  <a:gd name="T21" fmla="*/ T20 w 35"/>
                  <a:gd name="T22" fmla="+- 0 6977 6962"/>
                  <a:gd name="T23" fmla="*/ 6977 h 56"/>
                  <a:gd name="T24" fmla="+- 0 3793 3766"/>
                  <a:gd name="T25" fmla="*/ T24 w 35"/>
                  <a:gd name="T26" fmla="+- 0 6979 6962"/>
                  <a:gd name="T27" fmla="*/ 6979 h 56"/>
                  <a:gd name="T28" fmla="+- 0 3793 3766"/>
                  <a:gd name="T29" fmla="*/ T28 w 35"/>
                  <a:gd name="T30" fmla="+- 0 6998 6962"/>
                  <a:gd name="T31" fmla="*/ 6998 h 56"/>
                  <a:gd name="T32" fmla="+- 0 3792 3766"/>
                  <a:gd name="T33" fmla="*/ T32 w 35"/>
                  <a:gd name="T34" fmla="+- 0 7002 6962"/>
                  <a:gd name="T35" fmla="*/ 7002 h 56"/>
                  <a:gd name="T36" fmla="+- 0 3790 3766"/>
                  <a:gd name="T37" fmla="*/ T36 w 35"/>
                  <a:gd name="T38" fmla="+- 0 7010 6962"/>
                  <a:gd name="T39" fmla="*/ 7010 h 56"/>
                  <a:gd name="T40" fmla="+- 0 3789 3766"/>
                  <a:gd name="T41" fmla="*/ T40 w 35"/>
                  <a:gd name="T42" fmla="+- 0 7012 6962"/>
                  <a:gd name="T43" fmla="*/ 7012 h 56"/>
                  <a:gd name="T44" fmla="+- 0 3788 3766"/>
                  <a:gd name="T45" fmla="*/ T44 w 35"/>
                  <a:gd name="T46" fmla="+- 0 7013 6962"/>
                  <a:gd name="T47" fmla="*/ 7013 h 56"/>
                  <a:gd name="T48" fmla="+- 0 3783 3766"/>
                  <a:gd name="T49" fmla="*/ T48 w 35"/>
                  <a:gd name="T50" fmla="+- 0 7015 6962"/>
                  <a:gd name="T51" fmla="*/ 7015 h 56"/>
                  <a:gd name="T52" fmla="+- 0 3791 3766"/>
                  <a:gd name="T53" fmla="*/ T52 w 35"/>
                  <a:gd name="T54" fmla="+- 0 7015 6962"/>
                  <a:gd name="T55" fmla="*/ 7015 h 56"/>
                  <a:gd name="T56" fmla="+- 0 3794 3766"/>
                  <a:gd name="T57" fmla="*/ T56 w 35"/>
                  <a:gd name="T58" fmla="+- 0 7013 6962"/>
                  <a:gd name="T59" fmla="*/ 7013 h 56"/>
                  <a:gd name="T60" fmla="+- 0 3796 3766"/>
                  <a:gd name="T61" fmla="*/ T60 w 35"/>
                  <a:gd name="T62" fmla="+- 0 7010 6962"/>
                  <a:gd name="T63" fmla="*/ 7010 h 56"/>
                  <a:gd name="T64" fmla="+- 0 3798 3766"/>
                  <a:gd name="T65" fmla="*/ T64 w 35"/>
                  <a:gd name="T66" fmla="+- 0 7005 6962"/>
                  <a:gd name="T67" fmla="*/ 7005 h 56"/>
                  <a:gd name="T68" fmla="+- 0 3800 3766"/>
                  <a:gd name="T69" fmla="*/ T68 w 35"/>
                  <a:gd name="T70" fmla="+- 0 7001 6962"/>
                  <a:gd name="T71" fmla="*/ 7001 h 56"/>
                  <a:gd name="T72" fmla="+- 0 3801 3766"/>
                  <a:gd name="T73" fmla="*/ T72 w 35"/>
                  <a:gd name="T74" fmla="+- 0 6996 6962"/>
                  <a:gd name="T75" fmla="*/ 6996 h 56"/>
                  <a:gd name="T76" fmla="+- 0 3801 3766"/>
                  <a:gd name="T77" fmla="*/ T76 w 35"/>
                  <a:gd name="T78" fmla="+- 0 6981 6962"/>
                  <a:gd name="T79" fmla="*/ 6981 h 56"/>
                  <a:gd name="T80" fmla="+- 0 3799 3766"/>
                  <a:gd name="T81" fmla="*/ T80 w 35"/>
                  <a:gd name="T82" fmla="+- 0 6974 6962"/>
                  <a:gd name="T83" fmla="*/ 6974 h 56"/>
                  <a:gd name="T84" fmla="+- 0 3792 3766"/>
                  <a:gd name="T85" fmla="*/ T84 w 35"/>
                  <a:gd name="T86" fmla="+- 0 6965 6962"/>
                  <a:gd name="T8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6" y="3"/>
                    </a:moveTo>
                    <a:lnTo>
                      <a:pt x="18"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5" y="53"/>
                    </a:lnTo>
                    <a:lnTo>
                      <a:pt x="28" y="51"/>
                    </a:lnTo>
                    <a:lnTo>
                      <a:pt x="30" y="48"/>
                    </a:lnTo>
                    <a:lnTo>
                      <a:pt x="32" y="43"/>
                    </a:lnTo>
                    <a:lnTo>
                      <a:pt x="34" y="39"/>
                    </a:lnTo>
                    <a:lnTo>
                      <a:pt x="35" y="34"/>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3" name="Group 462">
              <a:extLst>
                <a:ext uri="{FF2B5EF4-FFF2-40B4-BE49-F238E27FC236}">
                  <a16:creationId xmlns:a16="http://schemas.microsoft.com/office/drawing/2014/main" id="{34153141-37DA-334E-F8DA-70EB8776F59C}"/>
                </a:ext>
              </a:extLst>
            </p:cNvPr>
            <p:cNvGrpSpPr>
              <a:grpSpLocks/>
            </p:cNvGrpSpPr>
            <p:nvPr/>
          </p:nvGrpSpPr>
          <p:grpSpPr bwMode="auto">
            <a:xfrm>
              <a:off x="4223" y="6962"/>
              <a:ext cx="35" cy="56"/>
              <a:chOff x="4223" y="6962"/>
              <a:chExt cx="35" cy="56"/>
            </a:xfrm>
          </p:grpSpPr>
          <p:sp>
            <p:nvSpPr>
              <p:cNvPr id="693" name="Freeform 5778">
                <a:extLst>
                  <a:ext uri="{FF2B5EF4-FFF2-40B4-BE49-F238E27FC236}">
                    <a16:creationId xmlns:a16="http://schemas.microsoft.com/office/drawing/2014/main" id="{44017DE7-56E1-8B22-18A6-553F0932E94B}"/>
                  </a:ext>
                </a:extLst>
              </p:cNvPr>
              <p:cNvSpPr>
                <a:spLocks/>
              </p:cNvSpPr>
              <p:nvPr/>
            </p:nvSpPr>
            <p:spPr bwMode="auto">
              <a:xfrm>
                <a:off x="4223" y="6962"/>
                <a:ext cx="35" cy="56"/>
              </a:xfrm>
              <a:custGeom>
                <a:avLst/>
                <a:gdLst>
                  <a:gd name="T0" fmla="+- 0 4244 4223"/>
                  <a:gd name="T1" fmla="*/ T0 w 35"/>
                  <a:gd name="T2" fmla="+- 0 6962 6962"/>
                  <a:gd name="T3" fmla="*/ 6962 h 56"/>
                  <a:gd name="T4" fmla="+- 0 4237 4223"/>
                  <a:gd name="T5" fmla="*/ T4 w 35"/>
                  <a:gd name="T6" fmla="+- 0 6962 6962"/>
                  <a:gd name="T7" fmla="*/ 6962 h 56"/>
                  <a:gd name="T8" fmla="+- 0 4235 4223"/>
                  <a:gd name="T9" fmla="*/ T8 w 35"/>
                  <a:gd name="T10" fmla="+- 0 6963 6962"/>
                  <a:gd name="T11" fmla="*/ 6963 h 56"/>
                  <a:gd name="T12" fmla="+- 0 4230 4223"/>
                  <a:gd name="T13" fmla="*/ T12 w 35"/>
                  <a:gd name="T14" fmla="+- 0 6967 6962"/>
                  <a:gd name="T15" fmla="*/ 6967 h 56"/>
                  <a:gd name="T16" fmla="+- 0 4227 4223"/>
                  <a:gd name="T17" fmla="*/ T16 w 35"/>
                  <a:gd name="T18" fmla="+- 0 6970 6962"/>
                  <a:gd name="T19" fmla="*/ 6970 h 56"/>
                  <a:gd name="T20" fmla="+- 0 4223 4223"/>
                  <a:gd name="T21" fmla="*/ T20 w 35"/>
                  <a:gd name="T22" fmla="+- 0 6979 6962"/>
                  <a:gd name="T23" fmla="*/ 6979 h 56"/>
                  <a:gd name="T24" fmla="+- 0 4223 4223"/>
                  <a:gd name="T25" fmla="*/ T24 w 35"/>
                  <a:gd name="T26" fmla="+- 0 6984 6962"/>
                  <a:gd name="T27" fmla="*/ 6984 h 56"/>
                  <a:gd name="T28" fmla="+- 0 4223 4223"/>
                  <a:gd name="T29" fmla="*/ T28 w 35"/>
                  <a:gd name="T30" fmla="+- 0 6998 6962"/>
                  <a:gd name="T31" fmla="*/ 6998 h 56"/>
                  <a:gd name="T32" fmla="+- 0 4224 4223"/>
                  <a:gd name="T33" fmla="*/ T32 w 35"/>
                  <a:gd name="T34" fmla="+- 0 7004 6962"/>
                  <a:gd name="T35" fmla="*/ 7004 h 56"/>
                  <a:gd name="T36" fmla="+- 0 4230 4223"/>
                  <a:gd name="T37" fmla="*/ T36 w 35"/>
                  <a:gd name="T38" fmla="+- 0 7015 6962"/>
                  <a:gd name="T39" fmla="*/ 7015 h 56"/>
                  <a:gd name="T40" fmla="+- 0 4234 4223"/>
                  <a:gd name="T41" fmla="*/ T40 w 35"/>
                  <a:gd name="T42" fmla="+- 0 7018 6962"/>
                  <a:gd name="T43" fmla="*/ 7018 h 56"/>
                  <a:gd name="T44" fmla="+- 0 4242 4223"/>
                  <a:gd name="T45" fmla="*/ T44 w 35"/>
                  <a:gd name="T46" fmla="+- 0 7018 6962"/>
                  <a:gd name="T47" fmla="*/ 7018 h 56"/>
                  <a:gd name="T48" fmla="+- 0 4245 4223"/>
                  <a:gd name="T49" fmla="*/ T48 w 35"/>
                  <a:gd name="T50" fmla="+- 0 7017 6962"/>
                  <a:gd name="T51" fmla="*/ 7017 h 56"/>
                  <a:gd name="T52" fmla="+- 0 4247 4223"/>
                  <a:gd name="T53" fmla="*/ T52 w 35"/>
                  <a:gd name="T54" fmla="+- 0 7015 6962"/>
                  <a:gd name="T55" fmla="*/ 7015 h 56"/>
                  <a:gd name="T56" fmla="+- 0 4237 4223"/>
                  <a:gd name="T57" fmla="*/ T56 w 35"/>
                  <a:gd name="T58" fmla="+- 0 7015 6962"/>
                  <a:gd name="T59" fmla="*/ 7015 h 56"/>
                  <a:gd name="T60" fmla="+- 0 4234 4223"/>
                  <a:gd name="T61" fmla="*/ T60 w 35"/>
                  <a:gd name="T62" fmla="+- 0 7013 6962"/>
                  <a:gd name="T63" fmla="*/ 7013 h 56"/>
                  <a:gd name="T64" fmla="+- 0 4233 4223"/>
                  <a:gd name="T65" fmla="*/ T64 w 35"/>
                  <a:gd name="T66" fmla="+- 0 7009 6962"/>
                  <a:gd name="T67" fmla="*/ 7009 h 56"/>
                  <a:gd name="T68" fmla="+- 0 4231 4223"/>
                  <a:gd name="T69" fmla="*/ T68 w 35"/>
                  <a:gd name="T70" fmla="+- 0 7005 6962"/>
                  <a:gd name="T71" fmla="*/ 7005 h 56"/>
                  <a:gd name="T72" fmla="+- 0 4230 4223"/>
                  <a:gd name="T73" fmla="*/ T72 w 35"/>
                  <a:gd name="T74" fmla="+- 0 6999 6962"/>
                  <a:gd name="T75" fmla="*/ 6999 h 56"/>
                  <a:gd name="T76" fmla="+- 0 4240 4223"/>
                  <a:gd name="T77" fmla="*/ T76 w 35"/>
                  <a:gd name="T78" fmla="+- 0 6965 6962"/>
                  <a:gd name="T79" fmla="*/ 6965 h 56"/>
                  <a:gd name="T80" fmla="+- 0 4248 4223"/>
                  <a:gd name="T81" fmla="*/ T80 w 35"/>
                  <a:gd name="T82" fmla="+- 0 6965 6962"/>
                  <a:gd name="T83" fmla="*/ 6965 h 56"/>
                  <a:gd name="T84" fmla="+- 0 4248 4223"/>
                  <a:gd name="T85" fmla="*/ T84 w 35"/>
                  <a:gd name="T86" fmla="+- 0 6965 6962"/>
                  <a:gd name="T87" fmla="*/ 6965 h 56"/>
                  <a:gd name="T88" fmla="+- 0 4244 4223"/>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6"/>
                    </a:lnTo>
                    <a:lnTo>
                      <a:pt x="1" y="42"/>
                    </a:lnTo>
                    <a:lnTo>
                      <a:pt x="7" y="53"/>
                    </a:lnTo>
                    <a:lnTo>
                      <a:pt x="11" y="56"/>
                    </a:lnTo>
                    <a:lnTo>
                      <a:pt x="19" y="56"/>
                    </a:lnTo>
                    <a:lnTo>
                      <a:pt x="22" y="55"/>
                    </a:lnTo>
                    <a:lnTo>
                      <a:pt x="24" y="53"/>
                    </a:lnTo>
                    <a:lnTo>
                      <a:pt x="14" y="53"/>
                    </a:lnTo>
                    <a:lnTo>
                      <a:pt x="11" y="51"/>
                    </a:lnTo>
                    <a:lnTo>
                      <a:pt x="10" y="47"/>
                    </a:lnTo>
                    <a:lnTo>
                      <a:pt x="8" y="43"/>
                    </a:lnTo>
                    <a:lnTo>
                      <a:pt x="7" y="37"/>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94" name="Freeform 5779">
                <a:extLst>
                  <a:ext uri="{FF2B5EF4-FFF2-40B4-BE49-F238E27FC236}">
                    <a16:creationId xmlns:a16="http://schemas.microsoft.com/office/drawing/2014/main" id="{D995054E-93AA-110A-7BBF-3A60437E0E5E}"/>
                  </a:ext>
                </a:extLst>
              </p:cNvPr>
              <p:cNvSpPr>
                <a:spLocks/>
              </p:cNvSpPr>
              <p:nvPr/>
            </p:nvSpPr>
            <p:spPr bwMode="auto">
              <a:xfrm>
                <a:off x="4223" y="6962"/>
                <a:ext cx="35" cy="56"/>
              </a:xfrm>
              <a:custGeom>
                <a:avLst/>
                <a:gdLst>
                  <a:gd name="T0" fmla="+- 0 4248 4223"/>
                  <a:gd name="T1" fmla="*/ T0 w 35"/>
                  <a:gd name="T2" fmla="+- 0 6965 6962"/>
                  <a:gd name="T3" fmla="*/ 6965 h 56"/>
                  <a:gd name="T4" fmla="+- 0 4240 4223"/>
                  <a:gd name="T5" fmla="*/ T4 w 35"/>
                  <a:gd name="T6" fmla="+- 0 6965 6962"/>
                  <a:gd name="T7" fmla="*/ 6965 h 56"/>
                  <a:gd name="T8" fmla="+- 0 4244 4223"/>
                  <a:gd name="T9" fmla="*/ T8 w 35"/>
                  <a:gd name="T10" fmla="+- 0 6966 6962"/>
                  <a:gd name="T11" fmla="*/ 6966 h 56"/>
                  <a:gd name="T12" fmla="+- 0 4245 4223"/>
                  <a:gd name="T13" fmla="*/ T12 w 35"/>
                  <a:gd name="T14" fmla="+- 0 6968 6962"/>
                  <a:gd name="T15" fmla="*/ 6968 h 56"/>
                  <a:gd name="T16" fmla="+- 0 4246 4223"/>
                  <a:gd name="T17" fmla="*/ T16 w 35"/>
                  <a:gd name="T18" fmla="+- 0 6970 6962"/>
                  <a:gd name="T19" fmla="*/ 6970 h 56"/>
                  <a:gd name="T20" fmla="+- 0 4249 4223"/>
                  <a:gd name="T21" fmla="*/ T20 w 35"/>
                  <a:gd name="T22" fmla="+- 0 6977 6962"/>
                  <a:gd name="T23" fmla="*/ 6977 h 56"/>
                  <a:gd name="T24" fmla="+- 0 4249 4223"/>
                  <a:gd name="T25" fmla="*/ T24 w 35"/>
                  <a:gd name="T26" fmla="+- 0 6979 6962"/>
                  <a:gd name="T27" fmla="*/ 6979 h 56"/>
                  <a:gd name="T28" fmla="+- 0 4249 4223"/>
                  <a:gd name="T29" fmla="*/ T28 w 35"/>
                  <a:gd name="T30" fmla="+- 0 6998 6962"/>
                  <a:gd name="T31" fmla="*/ 6998 h 56"/>
                  <a:gd name="T32" fmla="+- 0 4249 4223"/>
                  <a:gd name="T33" fmla="*/ T32 w 35"/>
                  <a:gd name="T34" fmla="+- 0 7002 6962"/>
                  <a:gd name="T35" fmla="*/ 7002 h 56"/>
                  <a:gd name="T36" fmla="+- 0 4247 4223"/>
                  <a:gd name="T37" fmla="*/ T36 w 35"/>
                  <a:gd name="T38" fmla="+- 0 7010 6962"/>
                  <a:gd name="T39" fmla="*/ 7010 h 56"/>
                  <a:gd name="T40" fmla="+- 0 4246 4223"/>
                  <a:gd name="T41" fmla="*/ T40 w 35"/>
                  <a:gd name="T42" fmla="+- 0 7012 6962"/>
                  <a:gd name="T43" fmla="*/ 7012 h 56"/>
                  <a:gd name="T44" fmla="+- 0 4244 4223"/>
                  <a:gd name="T45" fmla="*/ T44 w 35"/>
                  <a:gd name="T46" fmla="+- 0 7013 6962"/>
                  <a:gd name="T47" fmla="*/ 7013 h 56"/>
                  <a:gd name="T48" fmla="+- 0 4240 4223"/>
                  <a:gd name="T49" fmla="*/ T48 w 35"/>
                  <a:gd name="T50" fmla="+- 0 7015 6962"/>
                  <a:gd name="T51" fmla="*/ 7015 h 56"/>
                  <a:gd name="T52" fmla="+- 0 4247 4223"/>
                  <a:gd name="T53" fmla="*/ T52 w 35"/>
                  <a:gd name="T54" fmla="+- 0 7015 6962"/>
                  <a:gd name="T55" fmla="*/ 7015 h 56"/>
                  <a:gd name="T56" fmla="+- 0 4257 4223"/>
                  <a:gd name="T57" fmla="*/ T56 w 35"/>
                  <a:gd name="T58" fmla="+- 0 6981 6962"/>
                  <a:gd name="T59" fmla="*/ 6981 h 56"/>
                  <a:gd name="T60" fmla="+- 0 4255 4223"/>
                  <a:gd name="T61" fmla="*/ T60 w 35"/>
                  <a:gd name="T62" fmla="+- 0 6974 6962"/>
                  <a:gd name="T63" fmla="*/ 6974 h 56"/>
                  <a:gd name="T64" fmla="+- 0 4248 4223"/>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6"/>
                    </a:lnTo>
                    <a:lnTo>
                      <a:pt x="23" y="8"/>
                    </a:lnTo>
                    <a:lnTo>
                      <a:pt x="26" y="15"/>
                    </a:lnTo>
                    <a:lnTo>
                      <a:pt x="26" y="17"/>
                    </a:lnTo>
                    <a:lnTo>
                      <a:pt x="26"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4" name="Group 463">
              <a:extLst>
                <a:ext uri="{FF2B5EF4-FFF2-40B4-BE49-F238E27FC236}">
                  <a16:creationId xmlns:a16="http://schemas.microsoft.com/office/drawing/2014/main" id="{EDA3DC98-F729-950F-2DCB-6EC3BF5F0CB0}"/>
                </a:ext>
              </a:extLst>
            </p:cNvPr>
            <p:cNvGrpSpPr>
              <a:grpSpLocks/>
            </p:cNvGrpSpPr>
            <p:nvPr/>
          </p:nvGrpSpPr>
          <p:grpSpPr bwMode="auto">
            <a:xfrm>
              <a:off x="4679" y="6962"/>
              <a:ext cx="35" cy="56"/>
              <a:chOff x="4679" y="6962"/>
              <a:chExt cx="35" cy="56"/>
            </a:xfrm>
          </p:grpSpPr>
          <p:sp>
            <p:nvSpPr>
              <p:cNvPr id="691" name="Freeform 5781">
                <a:extLst>
                  <a:ext uri="{FF2B5EF4-FFF2-40B4-BE49-F238E27FC236}">
                    <a16:creationId xmlns:a16="http://schemas.microsoft.com/office/drawing/2014/main" id="{35916897-A095-6CFC-E2A3-20A5D38F3F3F}"/>
                  </a:ext>
                </a:extLst>
              </p:cNvPr>
              <p:cNvSpPr>
                <a:spLocks/>
              </p:cNvSpPr>
              <p:nvPr/>
            </p:nvSpPr>
            <p:spPr bwMode="auto">
              <a:xfrm>
                <a:off x="4679" y="6962"/>
                <a:ext cx="35" cy="56"/>
              </a:xfrm>
              <a:custGeom>
                <a:avLst/>
                <a:gdLst>
                  <a:gd name="T0" fmla="+- 0 4700 4679"/>
                  <a:gd name="T1" fmla="*/ T0 w 35"/>
                  <a:gd name="T2" fmla="+- 0 6962 6962"/>
                  <a:gd name="T3" fmla="*/ 6962 h 56"/>
                  <a:gd name="T4" fmla="+- 0 4694 4679"/>
                  <a:gd name="T5" fmla="*/ T4 w 35"/>
                  <a:gd name="T6" fmla="+- 0 6962 6962"/>
                  <a:gd name="T7" fmla="*/ 6962 h 56"/>
                  <a:gd name="T8" fmla="+- 0 4691 4679"/>
                  <a:gd name="T9" fmla="*/ T8 w 35"/>
                  <a:gd name="T10" fmla="+- 0 6963 6962"/>
                  <a:gd name="T11" fmla="*/ 6963 h 56"/>
                  <a:gd name="T12" fmla="+- 0 4686 4679"/>
                  <a:gd name="T13" fmla="*/ T12 w 35"/>
                  <a:gd name="T14" fmla="+- 0 6967 6962"/>
                  <a:gd name="T15" fmla="*/ 6967 h 56"/>
                  <a:gd name="T16" fmla="+- 0 4684 4679"/>
                  <a:gd name="T17" fmla="*/ T16 w 35"/>
                  <a:gd name="T18" fmla="+- 0 6970 6962"/>
                  <a:gd name="T19" fmla="*/ 6970 h 56"/>
                  <a:gd name="T20" fmla="+- 0 4680 4679"/>
                  <a:gd name="T21" fmla="*/ T20 w 35"/>
                  <a:gd name="T22" fmla="+- 0 6979 6962"/>
                  <a:gd name="T23" fmla="*/ 6979 h 56"/>
                  <a:gd name="T24" fmla="+- 0 4679 4679"/>
                  <a:gd name="T25" fmla="*/ T24 w 35"/>
                  <a:gd name="T26" fmla="+- 0 6984 6962"/>
                  <a:gd name="T27" fmla="*/ 6984 h 56"/>
                  <a:gd name="T28" fmla="+- 0 4679 4679"/>
                  <a:gd name="T29" fmla="*/ T28 w 35"/>
                  <a:gd name="T30" fmla="+- 0 6998 6962"/>
                  <a:gd name="T31" fmla="*/ 6998 h 56"/>
                  <a:gd name="T32" fmla="+- 0 4680 4679"/>
                  <a:gd name="T33" fmla="*/ T32 w 35"/>
                  <a:gd name="T34" fmla="+- 0 7004 6962"/>
                  <a:gd name="T35" fmla="*/ 7004 h 56"/>
                  <a:gd name="T36" fmla="+- 0 4687 4679"/>
                  <a:gd name="T37" fmla="*/ T36 w 35"/>
                  <a:gd name="T38" fmla="+- 0 7015 6962"/>
                  <a:gd name="T39" fmla="*/ 7015 h 56"/>
                  <a:gd name="T40" fmla="+- 0 4691 4679"/>
                  <a:gd name="T41" fmla="*/ T40 w 35"/>
                  <a:gd name="T42" fmla="+- 0 7018 6962"/>
                  <a:gd name="T43" fmla="*/ 7018 h 56"/>
                  <a:gd name="T44" fmla="+- 0 4698 4679"/>
                  <a:gd name="T45" fmla="*/ T44 w 35"/>
                  <a:gd name="T46" fmla="+- 0 7018 6962"/>
                  <a:gd name="T47" fmla="*/ 7018 h 56"/>
                  <a:gd name="T48" fmla="+- 0 4701 4679"/>
                  <a:gd name="T49" fmla="*/ T48 w 35"/>
                  <a:gd name="T50" fmla="+- 0 7017 6962"/>
                  <a:gd name="T51" fmla="*/ 7017 h 56"/>
                  <a:gd name="T52" fmla="+- 0 4703 4679"/>
                  <a:gd name="T53" fmla="*/ T52 w 35"/>
                  <a:gd name="T54" fmla="+- 0 7015 6962"/>
                  <a:gd name="T55" fmla="*/ 7015 h 56"/>
                  <a:gd name="T56" fmla="+- 0 4693 4679"/>
                  <a:gd name="T57" fmla="*/ T56 w 35"/>
                  <a:gd name="T58" fmla="+- 0 7015 6962"/>
                  <a:gd name="T59" fmla="*/ 7015 h 56"/>
                  <a:gd name="T60" fmla="+- 0 4691 4679"/>
                  <a:gd name="T61" fmla="*/ T60 w 35"/>
                  <a:gd name="T62" fmla="+- 0 7013 6962"/>
                  <a:gd name="T63" fmla="*/ 7013 h 56"/>
                  <a:gd name="T64" fmla="+- 0 4688 4679"/>
                  <a:gd name="T65" fmla="*/ T64 w 35"/>
                  <a:gd name="T66" fmla="+- 0 7005 6962"/>
                  <a:gd name="T67" fmla="*/ 7005 h 56"/>
                  <a:gd name="T68" fmla="+- 0 4687 4679"/>
                  <a:gd name="T69" fmla="*/ T68 w 35"/>
                  <a:gd name="T70" fmla="+- 0 6999 6962"/>
                  <a:gd name="T71" fmla="*/ 6999 h 56"/>
                  <a:gd name="T72" fmla="+- 0 4687 4679"/>
                  <a:gd name="T73" fmla="*/ T72 w 35"/>
                  <a:gd name="T74" fmla="+- 0 6984 6962"/>
                  <a:gd name="T75" fmla="*/ 6984 h 56"/>
                  <a:gd name="T76" fmla="+- 0 4696 4679"/>
                  <a:gd name="T77" fmla="*/ T76 w 35"/>
                  <a:gd name="T78" fmla="+- 0 6965 6962"/>
                  <a:gd name="T79" fmla="*/ 6965 h 56"/>
                  <a:gd name="T80" fmla="+- 0 4704 4679"/>
                  <a:gd name="T81" fmla="*/ T80 w 35"/>
                  <a:gd name="T82" fmla="+- 0 6965 6962"/>
                  <a:gd name="T83" fmla="*/ 6965 h 56"/>
                  <a:gd name="T84" fmla="+- 0 4704 4679"/>
                  <a:gd name="T85" fmla="*/ T84 w 35"/>
                  <a:gd name="T86" fmla="+- 0 6965 6962"/>
                  <a:gd name="T87" fmla="*/ 6965 h 56"/>
                  <a:gd name="T88" fmla="+- 0 4700 4679"/>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92" name="Freeform 5782">
                <a:extLst>
                  <a:ext uri="{FF2B5EF4-FFF2-40B4-BE49-F238E27FC236}">
                    <a16:creationId xmlns:a16="http://schemas.microsoft.com/office/drawing/2014/main" id="{E44FC6BE-709E-4E30-9BBE-80923515A3AC}"/>
                  </a:ext>
                </a:extLst>
              </p:cNvPr>
              <p:cNvSpPr>
                <a:spLocks/>
              </p:cNvSpPr>
              <p:nvPr/>
            </p:nvSpPr>
            <p:spPr bwMode="auto">
              <a:xfrm>
                <a:off x="4679" y="6962"/>
                <a:ext cx="35" cy="56"/>
              </a:xfrm>
              <a:custGeom>
                <a:avLst/>
                <a:gdLst>
                  <a:gd name="T0" fmla="+- 0 4704 4679"/>
                  <a:gd name="T1" fmla="*/ T0 w 35"/>
                  <a:gd name="T2" fmla="+- 0 6965 6962"/>
                  <a:gd name="T3" fmla="*/ 6965 h 56"/>
                  <a:gd name="T4" fmla="+- 0 4696 4679"/>
                  <a:gd name="T5" fmla="*/ T4 w 35"/>
                  <a:gd name="T6" fmla="+- 0 6965 6962"/>
                  <a:gd name="T7" fmla="*/ 6965 h 56"/>
                  <a:gd name="T8" fmla="+- 0 4700 4679"/>
                  <a:gd name="T9" fmla="*/ T8 w 35"/>
                  <a:gd name="T10" fmla="+- 0 6966 6962"/>
                  <a:gd name="T11" fmla="*/ 6966 h 56"/>
                  <a:gd name="T12" fmla="+- 0 4702 4679"/>
                  <a:gd name="T13" fmla="*/ T12 w 35"/>
                  <a:gd name="T14" fmla="+- 0 6968 6962"/>
                  <a:gd name="T15" fmla="*/ 6968 h 56"/>
                  <a:gd name="T16" fmla="+- 0 4703 4679"/>
                  <a:gd name="T17" fmla="*/ T16 w 35"/>
                  <a:gd name="T18" fmla="+- 0 6970 6962"/>
                  <a:gd name="T19" fmla="*/ 6970 h 56"/>
                  <a:gd name="T20" fmla="+- 0 4705 4679"/>
                  <a:gd name="T21" fmla="*/ T20 w 35"/>
                  <a:gd name="T22" fmla="+- 0 6977 6962"/>
                  <a:gd name="T23" fmla="*/ 6977 h 56"/>
                  <a:gd name="T24" fmla="+- 0 4705 4679"/>
                  <a:gd name="T25" fmla="*/ T24 w 35"/>
                  <a:gd name="T26" fmla="+- 0 6979 6962"/>
                  <a:gd name="T27" fmla="*/ 6979 h 56"/>
                  <a:gd name="T28" fmla="+- 0 4706 4679"/>
                  <a:gd name="T29" fmla="*/ T28 w 35"/>
                  <a:gd name="T30" fmla="+- 0 6998 6962"/>
                  <a:gd name="T31" fmla="*/ 6998 h 56"/>
                  <a:gd name="T32" fmla="+- 0 4705 4679"/>
                  <a:gd name="T33" fmla="*/ T32 w 35"/>
                  <a:gd name="T34" fmla="+- 0 7002 6962"/>
                  <a:gd name="T35" fmla="*/ 7002 h 56"/>
                  <a:gd name="T36" fmla="+- 0 4703 4679"/>
                  <a:gd name="T37" fmla="*/ T36 w 35"/>
                  <a:gd name="T38" fmla="+- 0 7010 6962"/>
                  <a:gd name="T39" fmla="*/ 7010 h 56"/>
                  <a:gd name="T40" fmla="+- 0 4702 4679"/>
                  <a:gd name="T41" fmla="*/ T40 w 35"/>
                  <a:gd name="T42" fmla="+- 0 7012 6962"/>
                  <a:gd name="T43" fmla="*/ 7012 h 56"/>
                  <a:gd name="T44" fmla="+- 0 4700 4679"/>
                  <a:gd name="T45" fmla="*/ T44 w 35"/>
                  <a:gd name="T46" fmla="+- 0 7013 6962"/>
                  <a:gd name="T47" fmla="*/ 7013 h 56"/>
                  <a:gd name="T48" fmla="+- 0 4696 4679"/>
                  <a:gd name="T49" fmla="*/ T48 w 35"/>
                  <a:gd name="T50" fmla="+- 0 7015 6962"/>
                  <a:gd name="T51" fmla="*/ 7015 h 56"/>
                  <a:gd name="T52" fmla="+- 0 4703 4679"/>
                  <a:gd name="T53" fmla="*/ T52 w 35"/>
                  <a:gd name="T54" fmla="+- 0 7015 6962"/>
                  <a:gd name="T55" fmla="*/ 7015 h 56"/>
                  <a:gd name="T56" fmla="+- 0 4713 4679"/>
                  <a:gd name="T57" fmla="*/ T56 w 35"/>
                  <a:gd name="T58" fmla="+- 0 6981 6962"/>
                  <a:gd name="T59" fmla="*/ 6981 h 56"/>
                  <a:gd name="T60" fmla="+- 0 4711 4679"/>
                  <a:gd name="T61" fmla="*/ T60 w 35"/>
                  <a:gd name="T62" fmla="+- 0 6974 6962"/>
                  <a:gd name="T63" fmla="*/ 6974 h 56"/>
                  <a:gd name="T64" fmla="+- 0 4704 4679"/>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5" name="Group 464">
              <a:extLst>
                <a:ext uri="{FF2B5EF4-FFF2-40B4-BE49-F238E27FC236}">
                  <a16:creationId xmlns:a16="http://schemas.microsoft.com/office/drawing/2014/main" id="{5DF669B2-7509-76DF-B0E3-DEB8168FA7C3}"/>
                </a:ext>
              </a:extLst>
            </p:cNvPr>
            <p:cNvGrpSpPr>
              <a:grpSpLocks/>
            </p:cNvGrpSpPr>
            <p:nvPr/>
          </p:nvGrpSpPr>
          <p:grpSpPr bwMode="auto">
            <a:xfrm>
              <a:off x="5135" y="6962"/>
              <a:ext cx="35" cy="56"/>
              <a:chOff x="5135" y="6962"/>
              <a:chExt cx="35" cy="56"/>
            </a:xfrm>
          </p:grpSpPr>
          <p:sp>
            <p:nvSpPr>
              <p:cNvPr id="689" name="Freeform 5784">
                <a:extLst>
                  <a:ext uri="{FF2B5EF4-FFF2-40B4-BE49-F238E27FC236}">
                    <a16:creationId xmlns:a16="http://schemas.microsoft.com/office/drawing/2014/main" id="{2268FCC9-D5A3-74FF-3D83-048EC6375A90}"/>
                  </a:ext>
                </a:extLst>
              </p:cNvPr>
              <p:cNvSpPr>
                <a:spLocks/>
              </p:cNvSpPr>
              <p:nvPr/>
            </p:nvSpPr>
            <p:spPr bwMode="auto">
              <a:xfrm>
                <a:off x="5135" y="6962"/>
                <a:ext cx="35" cy="56"/>
              </a:xfrm>
              <a:custGeom>
                <a:avLst/>
                <a:gdLst>
                  <a:gd name="T0" fmla="+- 0 5157 5135"/>
                  <a:gd name="T1" fmla="*/ T0 w 35"/>
                  <a:gd name="T2" fmla="+- 0 6962 6962"/>
                  <a:gd name="T3" fmla="*/ 6962 h 56"/>
                  <a:gd name="T4" fmla="+- 0 5150 5135"/>
                  <a:gd name="T5" fmla="*/ T4 w 35"/>
                  <a:gd name="T6" fmla="+- 0 6962 6962"/>
                  <a:gd name="T7" fmla="*/ 6962 h 56"/>
                  <a:gd name="T8" fmla="+- 0 5148 5135"/>
                  <a:gd name="T9" fmla="*/ T8 w 35"/>
                  <a:gd name="T10" fmla="+- 0 6963 6962"/>
                  <a:gd name="T11" fmla="*/ 6963 h 56"/>
                  <a:gd name="T12" fmla="+- 0 5142 5135"/>
                  <a:gd name="T13" fmla="*/ T12 w 35"/>
                  <a:gd name="T14" fmla="+- 0 6967 6962"/>
                  <a:gd name="T15" fmla="*/ 6967 h 56"/>
                  <a:gd name="T16" fmla="+- 0 5140 5135"/>
                  <a:gd name="T17" fmla="*/ T16 w 35"/>
                  <a:gd name="T18" fmla="+- 0 6970 6962"/>
                  <a:gd name="T19" fmla="*/ 6970 h 56"/>
                  <a:gd name="T20" fmla="+- 0 5136 5135"/>
                  <a:gd name="T21" fmla="*/ T20 w 35"/>
                  <a:gd name="T22" fmla="+- 0 6979 6962"/>
                  <a:gd name="T23" fmla="*/ 6979 h 56"/>
                  <a:gd name="T24" fmla="+- 0 5135 5135"/>
                  <a:gd name="T25" fmla="*/ T24 w 35"/>
                  <a:gd name="T26" fmla="+- 0 6984 6962"/>
                  <a:gd name="T27" fmla="*/ 6984 h 56"/>
                  <a:gd name="T28" fmla="+- 0 5135 5135"/>
                  <a:gd name="T29" fmla="*/ T28 w 35"/>
                  <a:gd name="T30" fmla="+- 0 6998 6962"/>
                  <a:gd name="T31" fmla="*/ 6998 h 56"/>
                  <a:gd name="T32" fmla="+- 0 5137 5135"/>
                  <a:gd name="T33" fmla="*/ T32 w 35"/>
                  <a:gd name="T34" fmla="+- 0 7004 6962"/>
                  <a:gd name="T35" fmla="*/ 7004 h 56"/>
                  <a:gd name="T36" fmla="+- 0 5143 5135"/>
                  <a:gd name="T37" fmla="*/ T36 w 35"/>
                  <a:gd name="T38" fmla="+- 0 7015 6962"/>
                  <a:gd name="T39" fmla="*/ 7015 h 56"/>
                  <a:gd name="T40" fmla="+- 0 5147 5135"/>
                  <a:gd name="T41" fmla="*/ T40 w 35"/>
                  <a:gd name="T42" fmla="+- 0 7018 6962"/>
                  <a:gd name="T43" fmla="*/ 7018 h 56"/>
                  <a:gd name="T44" fmla="+- 0 5155 5135"/>
                  <a:gd name="T45" fmla="*/ T44 w 35"/>
                  <a:gd name="T46" fmla="+- 0 7018 6962"/>
                  <a:gd name="T47" fmla="*/ 7018 h 56"/>
                  <a:gd name="T48" fmla="+- 0 5157 5135"/>
                  <a:gd name="T49" fmla="*/ T48 w 35"/>
                  <a:gd name="T50" fmla="+- 0 7017 6962"/>
                  <a:gd name="T51" fmla="*/ 7017 h 56"/>
                  <a:gd name="T52" fmla="+- 0 5159 5135"/>
                  <a:gd name="T53" fmla="*/ T52 w 35"/>
                  <a:gd name="T54" fmla="+- 0 7015 6962"/>
                  <a:gd name="T55" fmla="*/ 7015 h 56"/>
                  <a:gd name="T56" fmla="+- 0 5149 5135"/>
                  <a:gd name="T57" fmla="*/ T56 w 35"/>
                  <a:gd name="T58" fmla="+- 0 7015 6962"/>
                  <a:gd name="T59" fmla="*/ 7015 h 56"/>
                  <a:gd name="T60" fmla="+- 0 5147 5135"/>
                  <a:gd name="T61" fmla="*/ T60 w 35"/>
                  <a:gd name="T62" fmla="+- 0 7013 6962"/>
                  <a:gd name="T63" fmla="*/ 7013 h 56"/>
                  <a:gd name="T64" fmla="+- 0 5146 5135"/>
                  <a:gd name="T65" fmla="*/ T64 w 35"/>
                  <a:gd name="T66" fmla="+- 0 7009 6962"/>
                  <a:gd name="T67" fmla="*/ 7009 h 56"/>
                  <a:gd name="T68" fmla="+- 0 5144 5135"/>
                  <a:gd name="T69" fmla="*/ T68 w 35"/>
                  <a:gd name="T70" fmla="+- 0 7005 6962"/>
                  <a:gd name="T71" fmla="*/ 7005 h 56"/>
                  <a:gd name="T72" fmla="+- 0 5143 5135"/>
                  <a:gd name="T73" fmla="*/ T72 w 35"/>
                  <a:gd name="T74" fmla="+- 0 6999 6962"/>
                  <a:gd name="T75" fmla="*/ 6999 h 56"/>
                  <a:gd name="T76" fmla="+- 0 5152 5135"/>
                  <a:gd name="T77" fmla="*/ T76 w 35"/>
                  <a:gd name="T78" fmla="+- 0 6965 6962"/>
                  <a:gd name="T79" fmla="*/ 6965 h 56"/>
                  <a:gd name="T80" fmla="+- 0 5161 5135"/>
                  <a:gd name="T81" fmla="*/ T80 w 35"/>
                  <a:gd name="T82" fmla="+- 0 6965 6962"/>
                  <a:gd name="T83" fmla="*/ 6965 h 56"/>
                  <a:gd name="T84" fmla="+- 0 5160 5135"/>
                  <a:gd name="T85" fmla="*/ T84 w 35"/>
                  <a:gd name="T86" fmla="+- 0 6965 6962"/>
                  <a:gd name="T87" fmla="*/ 6965 h 56"/>
                  <a:gd name="T88" fmla="+- 0 5157 5135"/>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6"/>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90" name="Freeform 5785">
                <a:extLst>
                  <a:ext uri="{FF2B5EF4-FFF2-40B4-BE49-F238E27FC236}">
                    <a16:creationId xmlns:a16="http://schemas.microsoft.com/office/drawing/2014/main" id="{642365F2-CFAA-AF1C-22B5-0FB261CD8562}"/>
                  </a:ext>
                </a:extLst>
              </p:cNvPr>
              <p:cNvSpPr>
                <a:spLocks/>
              </p:cNvSpPr>
              <p:nvPr/>
            </p:nvSpPr>
            <p:spPr bwMode="auto">
              <a:xfrm>
                <a:off x="5135" y="6962"/>
                <a:ext cx="35" cy="56"/>
              </a:xfrm>
              <a:custGeom>
                <a:avLst/>
                <a:gdLst>
                  <a:gd name="T0" fmla="+- 0 5161 5135"/>
                  <a:gd name="T1" fmla="*/ T0 w 35"/>
                  <a:gd name="T2" fmla="+- 0 6965 6962"/>
                  <a:gd name="T3" fmla="*/ 6965 h 56"/>
                  <a:gd name="T4" fmla="+- 0 5152 5135"/>
                  <a:gd name="T5" fmla="*/ T4 w 35"/>
                  <a:gd name="T6" fmla="+- 0 6965 6962"/>
                  <a:gd name="T7" fmla="*/ 6965 h 56"/>
                  <a:gd name="T8" fmla="+- 0 5156 5135"/>
                  <a:gd name="T9" fmla="*/ T8 w 35"/>
                  <a:gd name="T10" fmla="+- 0 6966 6962"/>
                  <a:gd name="T11" fmla="*/ 6966 h 56"/>
                  <a:gd name="T12" fmla="+- 0 5158 5135"/>
                  <a:gd name="T13" fmla="*/ T12 w 35"/>
                  <a:gd name="T14" fmla="+- 0 6968 6962"/>
                  <a:gd name="T15" fmla="*/ 6968 h 56"/>
                  <a:gd name="T16" fmla="+- 0 5159 5135"/>
                  <a:gd name="T17" fmla="*/ T16 w 35"/>
                  <a:gd name="T18" fmla="+- 0 6970 6962"/>
                  <a:gd name="T19" fmla="*/ 6970 h 56"/>
                  <a:gd name="T20" fmla="+- 0 5161 5135"/>
                  <a:gd name="T21" fmla="*/ T20 w 35"/>
                  <a:gd name="T22" fmla="+- 0 6977 6962"/>
                  <a:gd name="T23" fmla="*/ 6977 h 56"/>
                  <a:gd name="T24" fmla="+- 0 5162 5135"/>
                  <a:gd name="T25" fmla="*/ T24 w 35"/>
                  <a:gd name="T26" fmla="+- 0 6979 6962"/>
                  <a:gd name="T27" fmla="*/ 6979 h 56"/>
                  <a:gd name="T28" fmla="+- 0 5162 5135"/>
                  <a:gd name="T29" fmla="*/ T28 w 35"/>
                  <a:gd name="T30" fmla="+- 0 6998 6962"/>
                  <a:gd name="T31" fmla="*/ 6998 h 56"/>
                  <a:gd name="T32" fmla="+- 0 5161 5135"/>
                  <a:gd name="T33" fmla="*/ T32 w 35"/>
                  <a:gd name="T34" fmla="+- 0 7002 6962"/>
                  <a:gd name="T35" fmla="*/ 7002 h 56"/>
                  <a:gd name="T36" fmla="+- 0 5159 5135"/>
                  <a:gd name="T37" fmla="*/ T36 w 35"/>
                  <a:gd name="T38" fmla="+- 0 7010 6962"/>
                  <a:gd name="T39" fmla="*/ 7010 h 56"/>
                  <a:gd name="T40" fmla="+- 0 5158 5135"/>
                  <a:gd name="T41" fmla="*/ T40 w 35"/>
                  <a:gd name="T42" fmla="+- 0 7012 6962"/>
                  <a:gd name="T43" fmla="*/ 7012 h 56"/>
                  <a:gd name="T44" fmla="+- 0 5157 5135"/>
                  <a:gd name="T45" fmla="*/ T44 w 35"/>
                  <a:gd name="T46" fmla="+- 0 7013 6962"/>
                  <a:gd name="T47" fmla="*/ 7013 h 56"/>
                  <a:gd name="T48" fmla="+- 0 5152 5135"/>
                  <a:gd name="T49" fmla="*/ T48 w 35"/>
                  <a:gd name="T50" fmla="+- 0 7015 6962"/>
                  <a:gd name="T51" fmla="*/ 7015 h 56"/>
                  <a:gd name="T52" fmla="+- 0 5159 5135"/>
                  <a:gd name="T53" fmla="*/ T52 w 35"/>
                  <a:gd name="T54" fmla="+- 0 7015 6962"/>
                  <a:gd name="T55" fmla="*/ 7015 h 56"/>
                  <a:gd name="T56" fmla="+- 0 5170 5135"/>
                  <a:gd name="T57" fmla="*/ T56 w 35"/>
                  <a:gd name="T58" fmla="+- 0 6981 6962"/>
                  <a:gd name="T59" fmla="*/ 6981 h 56"/>
                  <a:gd name="T60" fmla="+- 0 5168 5135"/>
                  <a:gd name="T61" fmla="*/ T60 w 35"/>
                  <a:gd name="T62" fmla="+- 0 6974 6962"/>
                  <a:gd name="T63" fmla="*/ 6974 h 56"/>
                  <a:gd name="T64" fmla="+- 0 5161 5135"/>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7" y="17"/>
                    </a:lnTo>
                    <a:lnTo>
                      <a:pt x="27" y="36"/>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6" name="Group 465">
              <a:extLst>
                <a:ext uri="{FF2B5EF4-FFF2-40B4-BE49-F238E27FC236}">
                  <a16:creationId xmlns:a16="http://schemas.microsoft.com/office/drawing/2014/main" id="{9DDF66E8-974C-4FD8-57D0-97AC87F310C7}"/>
                </a:ext>
              </a:extLst>
            </p:cNvPr>
            <p:cNvGrpSpPr>
              <a:grpSpLocks/>
            </p:cNvGrpSpPr>
            <p:nvPr/>
          </p:nvGrpSpPr>
          <p:grpSpPr bwMode="auto">
            <a:xfrm>
              <a:off x="5593" y="6964"/>
              <a:ext cx="32" cy="55"/>
              <a:chOff x="5593" y="6964"/>
              <a:chExt cx="32" cy="55"/>
            </a:xfrm>
          </p:grpSpPr>
          <p:sp>
            <p:nvSpPr>
              <p:cNvPr id="687" name="Freeform 5787">
                <a:extLst>
                  <a:ext uri="{FF2B5EF4-FFF2-40B4-BE49-F238E27FC236}">
                    <a16:creationId xmlns:a16="http://schemas.microsoft.com/office/drawing/2014/main" id="{B21CC1A0-BB12-EA3D-0F01-F279D726F261}"/>
                  </a:ext>
                </a:extLst>
              </p:cNvPr>
              <p:cNvSpPr>
                <a:spLocks/>
              </p:cNvSpPr>
              <p:nvPr/>
            </p:nvSpPr>
            <p:spPr bwMode="auto">
              <a:xfrm>
                <a:off x="5593" y="6964"/>
                <a:ext cx="32" cy="55"/>
              </a:xfrm>
              <a:custGeom>
                <a:avLst/>
                <a:gdLst>
                  <a:gd name="T0" fmla="+- 0 5596 5593"/>
                  <a:gd name="T1" fmla="*/ T0 w 32"/>
                  <a:gd name="T2" fmla="+- 0 7010 6964"/>
                  <a:gd name="T3" fmla="*/ 7010 h 55"/>
                  <a:gd name="T4" fmla="+- 0 5593 5593"/>
                  <a:gd name="T5" fmla="*/ T4 w 32"/>
                  <a:gd name="T6" fmla="+- 0 7011 6964"/>
                  <a:gd name="T7" fmla="*/ 7011 h 55"/>
                  <a:gd name="T8" fmla="+- 0 5593 5593"/>
                  <a:gd name="T9" fmla="*/ T8 w 32"/>
                  <a:gd name="T10" fmla="+- 0 7013 6964"/>
                  <a:gd name="T11" fmla="*/ 7013 h 55"/>
                  <a:gd name="T12" fmla="+- 0 5595 5593"/>
                  <a:gd name="T13" fmla="*/ T12 w 32"/>
                  <a:gd name="T14" fmla="+- 0 7016 6964"/>
                  <a:gd name="T15" fmla="*/ 7016 h 55"/>
                  <a:gd name="T16" fmla="+- 0 5596 5593"/>
                  <a:gd name="T17" fmla="*/ T16 w 32"/>
                  <a:gd name="T18" fmla="+- 0 7017 6964"/>
                  <a:gd name="T19" fmla="*/ 7017 h 55"/>
                  <a:gd name="T20" fmla="+- 0 5598 5593"/>
                  <a:gd name="T21" fmla="*/ T20 w 32"/>
                  <a:gd name="T22" fmla="+- 0 7018 6964"/>
                  <a:gd name="T23" fmla="*/ 7018 h 55"/>
                  <a:gd name="T24" fmla="+- 0 5605 5593"/>
                  <a:gd name="T25" fmla="*/ T24 w 32"/>
                  <a:gd name="T26" fmla="+- 0 7018 6964"/>
                  <a:gd name="T27" fmla="*/ 7018 h 55"/>
                  <a:gd name="T28" fmla="+- 0 5608 5593"/>
                  <a:gd name="T29" fmla="*/ T28 w 32"/>
                  <a:gd name="T30" fmla="+- 0 7017 6964"/>
                  <a:gd name="T31" fmla="*/ 7017 h 55"/>
                  <a:gd name="T32" fmla="+- 0 5613 5593"/>
                  <a:gd name="T33" fmla="*/ T32 w 32"/>
                  <a:gd name="T34" fmla="+- 0 7015 6964"/>
                  <a:gd name="T35" fmla="*/ 7015 h 55"/>
                  <a:gd name="T36" fmla="+- 0 5614 5593"/>
                  <a:gd name="T37" fmla="*/ T36 w 32"/>
                  <a:gd name="T38" fmla="+- 0 7014 6964"/>
                  <a:gd name="T39" fmla="*/ 7014 h 55"/>
                  <a:gd name="T40" fmla="+- 0 5604 5593"/>
                  <a:gd name="T41" fmla="*/ T40 w 32"/>
                  <a:gd name="T42" fmla="+- 0 7014 6964"/>
                  <a:gd name="T43" fmla="*/ 7014 h 55"/>
                  <a:gd name="T44" fmla="+- 0 5602 5593"/>
                  <a:gd name="T45" fmla="*/ T44 w 32"/>
                  <a:gd name="T46" fmla="+- 0 7013 6964"/>
                  <a:gd name="T47" fmla="*/ 7013 h 55"/>
                  <a:gd name="T48" fmla="+- 0 5600 5593"/>
                  <a:gd name="T49" fmla="*/ T48 w 32"/>
                  <a:gd name="T50" fmla="+- 0 7012 6964"/>
                  <a:gd name="T51" fmla="*/ 7012 h 55"/>
                  <a:gd name="T52" fmla="+- 0 5597 5593"/>
                  <a:gd name="T53" fmla="*/ T52 w 32"/>
                  <a:gd name="T54" fmla="+- 0 7010 6964"/>
                  <a:gd name="T55" fmla="*/ 7010 h 55"/>
                  <a:gd name="T56" fmla="+- 0 5596 5593"/>
                  <a:gd name="T57" fmla="*/ T56 w 32"/>
                  <a:gd name="T58" fmla="+- 0 7010 6964"/>
                  <a:gd name="T59" fmla="*/ 7010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32" h="55">
                    <a:moveTo>
                      <a:pt x="3" y="46"/>
                    </a:moveTo>
                    <a:lnTo>
                      <a:pt x="0" y="47"/>
                    </a:lnTo>
                    <a:lnTo>
                      <a:pt x="0" y="49"/>
                    </a:lnTo>
                    <a:lnTo>
                      <a:pt x="2" y="52"/>
                    </a:lnTo>
                    <a:lnTo>
                      <a:pt x="3" y="53"/>
                    </a:lnTo>
                    <a:lnTo>
                      <a:pt x="5" y="54"/>
                    </a:lnTo>
                    <a:lnTo>
                      <a:pt x="12" y="54"/>
                    </a:lnTo>
                    <a:lnTo>
                      <a:pt x="15" y="53"/>
                    </a:lnTo>
                    <a:lnTo>
                      <a:pt x="20" y="51"/>
                    </a:lnTo>
                    <a:lnTo>
                      <a:pt x="21" y="50"/>
                    </a:lnTo>
                    <a:lnTo>
                      <a:pt x="11" y="50"/>
                    </a:lnTo>
                    <a:lnTo>
                      <a:pt x="9" y="49"/>
                    </a:lnTo>
                    <a:lnTo>
                      <a:pt x="7" y="48"/>
                    </a:lnTo>
                    <a:lnTo>
                      <a:pt x="4" y="46"/>
                    </a:lnTo>
                    <a:lnTo>
                      <a:pt x="3"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88" name="Freeform 5788">
                <a:extLst>
                  <a:ext uri="{FF2B5EF4-FFF2-40B4-BE49-F238E27FC236}">
                    <a16:creationId xmlns:a16="http://schemas.microsoft.com/office/drawing/2014/main" id="{803248BD-4E6C-794B-3CE2-75049EA2A6A9}"/>
                  </a:ext>
                </a:extLst>
              </p:cNvPr>
              <p:cNvSpPr>
                <a:spLocks/>
              </p:cNvSpPr>
              <p:nvPr/>
            </p:nvSpPr>
            <p:spPr bwMode="auto">
              <a:xfrm>
                <a:off x="5593" y="6964"/>
                <a:ext cx="32" cy="55"/>
              </a:xfrm>
              <a:custGeom>
                <a:avLst/>
                <a:gdLst>
                  <a:gd name="T0" fmla="+- 0 5624 5593"/>
                  <a:gd name="T1" fmla="*/ T0 w 32"/>
                  <a:gd name="T2" fmla="+- 0 6964 6964"/>
                  <a:gd name="T3" fmla="*/ 6964 h 55"/>
                  <a:gd name="T4" fmla="+- 0 5605 5593"/>
                  <a:gd name="T5" fmla="*/ T4 w 32"/>
                  <a:gd name="T6" fmla="+- 0 6964 6964"/>
                  <a:gd name="T7" fmla="*/ 6964 h 55"/>
                  <a:gd name="T8" fmla="+- 0 5594 5593"/>
                  <a:gd name="T9" fmla="*/ T8 w 32"/>
                  <a:gd name="T10" fmla="+- 0 6984 6964"/>
                  <a:gd name="T11" fmla="*/ 6984 h 55"/>
                  <a:gd name="T12" fmla="+- 0 5599 5593"/>
                  <a:gd name="T13" fmla="*/ T12 w 32"/>
                  <a:gd name="T14" fmla="+- 0 6984 6964"/>
                  <a:gd name="T15" fmla="*/ 6984 h 55"/>
                  <a:gd name="T16" fmla="+- 0 5603 5593"/>
                  <a:gd name="T17" fmla="*/ T16 w 32"/>
                  <a:gd name="T18" fmla="+- 0 6985 6964"/>
                  <a:gd name="T19" fmla="*/ 6985 h 55"/>
                  <a:gd name="T20" fmla="+- 0 5610 5593"/>
                  <a:gd name="T21" fmla="*/ T20 w 32"/>
                  <a:gd name="T22" fmla="+- 0 6988 6964"/>
                  <a:gd name="T23" fmla="*/ 6988 h 55"/>
                  <a:gd name="T24" fmla="+- 0 5612 5593"/>
                  <a:gd name="T25" fmla="*/ T24 w 32"/>
                  <a:gd name="T26" fmla="+- 0 6990 6964"/>
                  <a:gd name="T27" fmla="*/ 6990 h 55"/>
                  <a:gd name="T28" fmla="+- 0 5617 5593"/>
                  <a:gd name="T29" fmla="*/ T28 w 32"/>
                  <a:gd name="T30" fmla="+- 0 6996 6964"/>
                  <a:gd name="T31" fmla="*/ 6996 h 55"/>
                  <a:gd name="T32" fmla="+- 0 5618 5593"/>
                  <a:gd name="T33" fmla="*/ T32 w 32"/>
                  <a:gd name="T34" fmla="+- 0 6999 6964"/>
                  <a:gd name="T35" fmla="*/ 6999 h 55"/>
                  <a:gd name="T36" fmla="+- 0 5618 5593"/>
                  <a:gd name="T37" fmla="*/ T36 w 32"/>
                  <a:gd name="T38" fmla="+- 0 7005 6964"/>
                  <a:gd name="T39" fmla="*/ 7005 h 55"/>
                  <a:gd name="T40" fmla="+- 0 5616 5593"/>
                  <a:gd name="T41" fmla="*/ T40 w 32"/>
                  <a:gd name="T42" fmla="+- 0 7008 6964"/>
                  <a:gd name="T43" fmla="*/ 7008 h 55"/>
                  <a:gd name="T44" fmla="+- 0 5612 5593"/>
                  <a:gd name="T45" fmla="*/ T44 w 32"/>
                  <a:gd name="T46" fmla="+- 0 7013 6964"/>
                  <a:gd name="T47" fmla="*/ 7013 h 55"/>
                  <a:gd name="T48" fmla="+- 0 5609 5593"/>
                  <a:gd name="T49" fmla="*/ T48 w 32"/>
                  <a:gd name="T50" fmla="+- 0 7014 6964"/>
                  <a:gd name="T51" fmla="*/ 7014 h 55"/>
                  <a:gd name="T52" fmla="+- 0 5614 5593"/>
                  <a:gd name="T53" fmla="*/ T52 w 32"/>
                  <a:gd name="T54" fmla="+- 0 7014 6964"/>
                  <a:gd name="T55" fmla="*/ 7014 h 55"/>
                  <a:gd name="T56" fmla="+- 0 5623 5593"/>
                  <a:gd name="T57" fmla="*/ T56 w 32"/>
                  <a:gd name="T58" fmla="+- 0 7001 6964"/>
                  <a:gd name="T59" fmla="*/ 7001 h 55"/>
                  <a:gd name="T60" fmla="+- 0 5623 5593"/>
                  <a:gd name="T61" fmla="*/ T60 w 32"/>
                  <a:gd name="T62" fmla="+- 0 6993 6964"/>
                  <a:gd name="T63" fmla="*/ 6993 h 55"/>
                  <a:gd name="T64" fmla="+- 0 5621 5593"/>
                  <a:gd name="T65" fmla="*/ T64 w 32"/>
                  <a:gd name="T66" fmla="+- 0 6989 6964"/>
                  <a:gd name="T67" fmla="*/ 6989 h 55"/>
                  <a:gd name="T68" fmla="+- 0 5613 5593"/>
                  <a:gd name="T69" fmla="*/ T68 w 32"/>
                  <a:gd name="T70" fmla="+- 0 6981 6964"/>
                  <a:gd name="T71" fmla="*/ 6981 h 55"/>
                  <a:gd name="T72" fmla="+- 0 5608 5593"/>
                  <a:gd name="T73" fmla="*/ T72 w 32"/>
                  <a:gd name="T74" fmla="+- 0 6978 6964"/>
                  <a:gd name="T75" fmla="*/ 6978 h 55"/>
                  <a:gd name="T76" fmla="+- 0 5601 5593"/>
                  <a:gd name="T77" fmla="*/ T76 w 32"/>
                  <a:gd name="T78" fmla="+- 0 6977 6964"/>
                  <a:gd name="T79" fmla="*/ 6977 h 55"/>
                  <a:gd name="T80" fmla="+- 0 5605 5593"/>
                  <a:gd name="T81" fmla="*/ T80 w 32"/>
                  <a:gd name="T82" fmla="+- 0 6970 6964"/>
                  <a:gd name="T83" fmla="*/ 6970 h 55"/>
                  <a:gd name="T84" fmla="+- 0 5621 5593"/>
                  <a:gd name="T85" fmla="*/ T84 w 32"/>
                  <a:gd name="T86" fmla="+- 0 6970 6964"/>
                  <a:gd name="T87" fmla="*/ 6970 h 55"/>
                  <a:gd name="T88" fmla="+- 0 5624 5593"/>
                  <a:gd name="T89" fmla="*/ T88 w 32"/>
                  <a:gd name="T90" fmla="+- 0 6964 6964"/>
                  <a:gd name="T91" fmla="*/ 6964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2" h="55">
                    <a:moveTo>
                      <a:pt x="31" y="0"/>
                    </a:moveTo>
                    <a:lnTo>
                      <a:pt x="12" y="0"/>
                    </a:lnTo>
                    <a:lnTo>
                      <a:pt x="1" y="20"/>
                    </a:lnTo>
                    <a:lnTo>
                      <a:pt x="6" y="20"/>
                    </a:lnTo>
                    <a:lnTo>
                      <a:pt x="10" y="21"/>
                    </a:lnTo>
                    <a:lnTo>
                      <a:pt x="17" y="24"/>
                    </a:lnTo>
                    <a:lnTo>
                      <a:pt x="19" y="26"/>
                    </a:lnTo>
                    <a:lnTo>
                      <a:pt x="24" y="32"/>
                    </a:lnTo>
                    <a:lnTo>
                      <a:pt x="25" y="35"/>
                    </a:lnTo>
                    <a:lnTo>
                      <a:pt x="25" y="41"/>
                    </a:lnTo>
                    <a:lnTo>
                      <a:pt x="23" y="44"/>
                    </a:lnTo>
                    <a:lnTo>
                      <a:pt x="19" y="49"/>
                    </a:lnTo>
                    <a:lnTo>
                      <a:pt x="16" y="50"/>
                    </a:lnTo>
                    <a:lnTo>
                      <a:pt x="21" y="50"/>
                    </a:lnTo>
                    <a:lnTo>
                      <a:pt x="30" y="37"/>
                    </a:lnTo>
                    <a:lnTo>
                      <a:pt x="30" y="29"/>
                    </a:lnTo>
                    <a:lnTo>
                      <a:pt x="28" y="25"/>
                    </a:lnTo>
                    <a:lnTo>
                      <a:pt x="20" y="17"/>
                    </a:lnTo>
                    <a:lnTo>
                      <a:pt x="15" y="14"/>
                    </a:lnTo>
                    <a:lnTo>
                      <a:pt x="8" y="13"/>
                    </a:lnTo>
                    <a:lnTo>
                      <a:pt x="12" y="6"/>
                    </a:lnTo>
                    <a:lnTo>
                      <a:pt x="28" y="6"/>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7" name="Group 466">
              <a:extLst>
                <a:ext uri="{FF2B5EF4-FFF2-40B4-BE49-F238E27FC236}">
                  <a16:creationId xmlns:a16="http://schemas.microsoft.com/office/drawing/2014/main" id="{07E208AA-08E9-89CD-A807-03AA5EF88ABD}"/>
                </a:ext>
              </a:extLst>
            </p:cNvPr>
            <p:cNvGrpSpPr>
              <a:grpSpLocks/>
            </p:cNvGrpSpPr>
            <p:nvPr/>
          </p:nvGrpSpPr>
          <p:grpSpPr bwMode="auto">
            <a:xfrm>
              <a:off x="6054" y="6962"/>
              <a:ext cx="21" cy="55"/>
              <a:chOff x="6054" y="6962"/>
              <a:chExt cx="21" cy="55"/>
            </a:xfrm>
          </p:grpSpPr>
          <p:sp>
            <p:nvSpPr>
              <p:cNvPr id="685" name="Freeform 5790">
                <a:extLst>
                  <a:ext uri="{FF2B5EF4-FFF2-40B4-BE49-F238E27FC236}">
                    <a16:creationId xmlns:a16="http://schemas.microsoft.com/office/drawing/2014/main" id="{863A20F1-986A-FFC5-0F6D-CD74DE5B132B}"/>
                  </a:ext>
                </a:extLst>
              </p:cNvPr>
              <p:cNvSpPr>
                <a:spLocks/>
              </p:cNvSpPr>
              <p:nvPr/>
            </p:nvSpPr>
            <p:spPr bwMode="auto">
              <a:xfrm>
                <a:off x="6054" y="6962"/>
                <a:ext cx="21" cy="55"/>
              </a:xfrm>
              <a:custGeom>
                <a:avLst/>
                <a:gdLst>
                  <a:gd name="T0" fmla="+- 0 6069 6054"/>
                  <a:gd name="T1" fmla="*/ T0 w 21"/>
                  <a:gd name="T2" fmla="+- 0 6969 6962"/>
                  <a:gd name="T3" fmla="*/ 6969 h 55"/>
                  <a:gd name="T4" fmla="+- 0 6059 6054"/>
                  <a:gd name="T5" fmla="*/ T4 w 21"/>
                  <a:gd name="T6" fmla="+- 0 6969 6962"/>
                  <a:gd name="T7" fmla="*/ 6969 h 55"/>
                  <a:gd name="T8" fmla="+- 0 6061 6054"/>
                  <a:gd name="T9" fmla="*/ T8 w 21"/>
                  <a:gd name="T10" fmla="+- 0 6969 6962"/>
                  <a:gd name="T11" fmla="*/ 6969 h 55"/>
                  <a:gd name="T12" fmla="+- 0 6062 6054"/>
                  <a:gd name="T13" fmla="*/ T12 w 21"/>
                  <a:gd name="T14" fmla="+- 0 6971 6962"/>
                  <a:gd name="T15" fmla="*/ 6971 h 55"/>
                  <a:gd name="T16" fmla="+- 0 6062 6054"/>
                  <a:gd name="T17" fmla="*/ T16 w 21"/>
                  <a:gd name="T18" fmla="+- 0 6972 6962"/>
                  <a:gd name="T19" fmla="*/ 6972 h 55"/>
                  <a:gd name="T20" fmla="+- 0 6062 6054"/>
                  <a:gd name="T21" fmla="*/ T20 w 21"/>
                  <a:gd name="T22" fmla="+- 0 7013 6962"/>
                  <a:gd name="T23" fmla="*/ 7013 h 55"/>
                  <a:gd name="T24" fmla="+- 0 6062 6054"/>
                  <a:gd name="T25" fmla="*/ T24 w 21"/>
                  <a:gd name="T26" fmla="+- 0 7013 6962"/>
                  <a:gd name="T27" fmla="*/ 7013 h 55"/>
                  <a:gd name="T28" fmla="+- 0 6060 6054"/>
                  <a:gd name="T29" fmla="*/ T28 w 21"/>
                  <a:gd name="T30" fmla="+- 0 7015 6962"/>
                  <a:gd name="T31" fmla="*/ 7015 h 55"/>
                  <a:gd name="T32" fmla="+- 0 6059 6054"/>
                  <a:gd name="T33" fmla="*/ T32 w 21"/>
                  <a:gd name="T34" fmla="+- 0 7015 6962"/>
                  <a:gd name="T35" fmla="*/ 7015 h 55"/>
                  <a:gd name="T36" fmla="+- 0 6058 6054"/>
                  <a:gd name="T37" fmla="*/ T36 w 21"/>
                  <a:gd name="T38" fmla="+- 0 7015 6962"/>
                  <a:gd name="T39" fmla="*/ 7015 h 55"/>
                  <a:gd name="T40" fmla="+- 0 6055 6054"/>
                  <a:gd name="T41" fmla="*/ T40 w 21"/>
                  <a:gd name="T42" fmla="+- 0 7015 6962"/>
                  <a:gd name="T43" fmla="*/ 7015 h 55"/>
                  <a:gd name="T44" fmla="+- 0 6055 6054"/>
                  <a:gd name="T45" fmla="*/ T44 w 21"/>
                  <a:gd name="T46" fmla="+- 0 7017 6962"/>
                  <a:gd name="T47" fmla="*/ 7017 h 55"/>
                  <a:gd name="T48" fmla="+- 0 6075 6054"/>
                  <a:gd name="T49" fmla="*/ T48 w 21"/>
                  <a:gd name="T50" fmla="+- 0 7017 6962"/>
                  <a:gd name="T51" fmla="*/ 7017 h 55"/>
                  <a:gd name="T52" fmla="+- 0 6075 6054"/>
                  <a:gd name="T53" fmla="*/ T52 w 21"/>
                  <a:gd name="T54" fmla="+- 0 7015 6962"/>
                  <a:gd name="T55" fmla="*/ 7015 h 55"/>
                  <a:gd name="T56" fmla="+- 0 6073 6054"/>
                  <a:gd name="T57" fmla="*/ T56 w 21"/>
                  <a:gd name="T58" fmla="+- 0 7015 6962"/>
                  <a:gd name="T59" fmla="*/ 7015 h 55"/>
                  <a:gd name="T60" fmla="+- 0 6071 6054"/>
                  <a:gd name="T61" fmla="*/ T60 w 21"/>
                  <a:gd name="T62" fmla="+- 0 7015 6962"/>
                  <a:gd name="T63" fmla="*/ 7015 h 55"/>
                  <a:gd name="T64" fmla="+- 0 6070 6054"/>
                  <a:gd name="T65" fmla="*/ T64 w 21"/>
                  <a:gd name="T66" fmla="+- 0 7015 6962"/>
                  <a:gd name="T67" fmla="*/ 7015 h 55"/>
                  <a:gd name="T68" fmla="+- 0 6069 6054"/>
                  <a:gd name="T69" fmla="*/ T68 w 21"/>
                  <a:gd name="T70" fmla="+- 0 7013 6962"/>
                  <a:gd name="T71" fmla="*/ 7013 h 55"/>
                  <a:gd name="T72" fmla="+- 0 6069 6054"/>
                  <a:gd name="T73" fmla="*/ T72 w 21"/>
                  <a:gd name="T74" fmla="+- 0 7013 6962"/>
                  <a:gd name="T75" fmla="*/ 7013 h 55"/>
                  <a:gd name="T76" fmla="+- 0 6069 6054"/>
                  <a:gd name="T77" fmla="*/ T76 w 21"/>
                  <a:gd name="T78" fmla="+- 0 6969 6962"/>
                  <a:gd name="T79" fmla="*/ 696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7"/>
                    </a:moveTo>
                    <a:lnTo>
                      <a:pt x="5" y="7"/>
                    </a:lnTo>
                    <a:lnTo>
                      <a:pt x="7" y="7"/>
                    </a:lnTo>
                    <a:lnTo>
                      <a:pt x="8" y="9"/>
                    </a:lnTo>
                    <a:lnTo>
                      <a:pt x="8" y="10"/>
                    </a:lnTo>
                    <a:lnTo>
                      <a:pt x="8" y="51"/>
                    </a:lnTo>
                    <a:lnTo>
                      <a:pt x="6" y="53"/>
                    </a:lnTo>
                    <a:lnTo>
                      <a:pt x="5" y="53"/>
                    </a:lnTo>
                    <a:lnTo>
                      <a:pt x="4" y="53"/>
                    </a:lnTo>
                    <a:lnTo>
                      <a:pt x="1" y="53"/>
                    </a:lnTo>
                    <a:lnTo>
                      <a:pt x="1" y="55"/>
                    </a:lnTo>
                    <a:lnTo>
                      <a:pt x="21" y="55"/>
                    </a:lnTo>
                    <a:lnTo>
                      <a:pt x="21" y="53"/>
                    </a:lnTo>
                    <a:lnTo>
                      <a:pt x="19" y="53"/>
                    </a:lnTo>
                    <a:lnTo>
                      <a:pt x="17" y="53"/>
                    </a:lnTo>
                    <a:lnTo>
                      <a:pt x="16" y="53"/>
                    </a:lnTo>
                    <a:lnTo>
                      <a:pt x="15" y="51"/>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86" name="Freeform 5791">
                <a:extLst>
                  <a:ext uri="{FF2B5EF4-FFF2-40B4-BE49-F238E27FC236}">
                    <a16:creationId xmlns:a16="http://schemas.microsoft.com/office/drawing/2014/main" id="{F017A2AF-5334-F7CB-A0DC-CDB0FC68014B}"/>
                  </a:ext>
                </a:extLst>
              </p:cNvPr>
              <p:cNvSpPr>
                <a:spLocks/>
              </p:cNvSpPr>
              <p:nvPr/>
            </p:nvSpPr>
            <p:spPr bwMode="auto">
              <a:xfrm>
                <a:off x="6054" y="6962"/>
                <a:ext cx="21" cy="55"/>
              </a:xfrm>
              <a:custGeom>
                <a:avLst/>
                <a:gdLst>
                  <a:gd name="T0" fmla="+- 0 6069 6054"/>
                  <a:gd name="T1" fmla="*/ T0 w 21"/>
                  <a:gd name="T2" fmla="+- 0 6962 6962"/>
                  <a:gd name="T3" fmla="*/ 6962 h 55"/>
                  <a:gd name="T4" fmla="+- 0 6067 6054"/>
                  <a:gd name="T5" fmla="*/ T4 w 21"/>
                  <a:gd name="T6" fmla="+- 0 6962 6962"/>
                  <a:gd name="T7" fmla="*/ 6962 h 55"/>
                  <a:gd name="T8" fmla="+- 0 6054 6054"/>
                  <a:gd name="T9" fmla="*/ T8 w 21"/>
                  <a:gd name="T10" fmla="+- 0 6969 6962"/>
                  <a:gd name="T11" fmla="*/ 6969 h 55"/>
                  <a:gd name="T12" fmla="+- 0 6055 6054"/>
                  <a:gd name="T13" fmla="*/ T12 w 21"/>
                  <a:gd name="T14" fmla="+- 0 6970 6962"/>
                  <a:gd name="T15" fmla="*/ 6970 h 55"/>
                  <a:gd name="T16" fmla="+- 0 6059 6054"/>
                  <a:gd name="T17" fmla="*/ T16 w 21"/>
                  <a:gd name="T18" fmla="+- 0 6969 6962"/>
                  <a:gd name="T19" fmla="*/ 6969 h 55"/>
                  <a:gd name="T20" fmla="+- 0 6069 6054"/>
                  <a:gd name="T21" fmla="*/ T20 w 21"/>
                  <a:gd name="T22" fmla="+- 0 6969 6962"/>
                  <a:gd name="T23" fmla="*/ 6969 h 55"/>
                  <a:gd name="T24" fmla="+- 0 6069 6054"/>
                  <a:gd name="T25" fmla="*/ T24 w 21"/>
                  <a:gd name="T26" fmla="+- 0 6962 6962"/>
                  <a:gd name="T27" fmla="*/ 696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7"/>
                    </a:lnTo>
                    <a:lnTo>
                      <a:pt x="1" y="8"/>
                    </a:lnTo>
                    <a:lnTo>
                      <a:pt x="5" y="7"/>
                    </a:lnTo>
                    <a:lnTo>
                      <a:pt x="15" y="7"/>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8" name="Group 467">
              <a:extLst>
                <a:ext uri="{FF2B5EF4-FFF2-40B4-BE49-F238E27FC236}">
                  <a16:creationId xmlns:a16="http://schemas.microsoft.com/office/drawing/2014/main" id="{60E51700-1592-42C7-65B8-15552B3D65F9}"/>
                </a:ext>
              </a:extLst>
            </p:cNvPr>
            <p:cNvGrpSpPr>
              <a:grpSpLocks/>
            </p:cNvGrpSpPr>
            <p:nvPr/>
          </p:nvGrpSpPr>
          <p:grpSpPr bwMode="auto">
            <a:xfrm>
              <a:off x="6511" y="6962"/>
              <a:ext cx="21" cy="55"/>
              <a:chOff x="6511" y="6962"/>
              <a:chExt cx="21" cy="55"/>
            </a:xfrm>
          </p:grpSpPr>
          <p:sp>
            <p:nvSpPr>
              <p:cNvPr id="683" name="Freeform 5793">
                <a:extLst>
                  <a:ext uri="{FF2B5EF4-FFF2-40B4-BE49-F238E27FC236}">
                    <a16:creationId xmlns:a16="http://schemas.microsoft.com/office/drawing/2014/main" id="{3F8D1036-6BFC-D391-C5BB-F55DEA206D86}"/>
                  </a:ext>
                </a:extLst>
              </p:cNvPr>
              <p:cNvSpPr>
                <a:spLocks/>
              </p:cNvSpPr>
              <p:nvPr/>
            </p:nvSpPr>
            <p:spPr bwMode="auto">
              <a:xfrm>
                <a:off x="6511" y="6962"/>
                <a:ext cx="21" cy="55"/>
              </a:xfrm>
              <a:custGeom>
                <a:avLst/>
                <a:gdLst>
                  <a:gd name="T0" fmla="+- 0 6525 6511"/>
                  <a:gd name="T1" fmla="*/ T0 w 21"/>
                  <a:gd name="T2" fmla="+- 0 6969 6962"/>
                  <a:gd name="T3" fmla="*/ 6969 h 55"/>
                  <a:gd name="T4" fmla="+- 0 6515 6511"/>
                  <a:gd name="T5" fmla="*/ T4 w 21"/>
                  <a:gd name="T6" fmla="+- 0 6969 6962"/>
                  <a:gd name="T7" fmla="*/ 6969 h 55"/>
                  <a:gd name="T8" fmla="+- 0 6517 6511"/>
                  <a:gd name="T9" fmla="*/ T8 w 21"/>
                  <a:gd name="T10" fmla="+- 0 6969 6962"/>
                  <a:gd name="T11" fmla="*/ 6969 h 55"/>
                  <a:gd name="T12" fmla="+- 0 6518 6511"/>
                  <a:gd name="T13" fmla="*/ T12 w 21"/>
                  <a:gd name="T14" fmla="+- 0 6971 6962"/>
                  <a:gd name="T15" fmla="*/ 6971 h 55"/>
                  <a:gd name="T16" fmla="+- 0 6518 6511"/>
                  <a:gd name="T17" fmla="*/ T16 w 21"/>
                  <a:gd name="T18" fmla="+- 0 6972 6962"/>
                  <a:gd name="T19" fmla="*/ 6972 h 55"/>
                  <a:gd name="T20" fmla="+- 0 6518 6511"/>
                  <a:gd name="T21" fmla="*/ T20 w 21"/>
                  <a:gd name="T22" fmla="+- 0 7013 6962"/>
                  <a:gd name="T23" fmla="*/ 7013 h 55"/>
                  <a:gd name="T24" fmla="+- 0 6512 6511"/>
                  <a:gd name="T25" fmla="*/ T24 w 21"/>
                  <a:gd name="T26" fmla="+- 0 7015 6962"/>
                  <a:gd name="T27" fmla="*/ 7015 h 55"/>
                  <a:gd name="T28" fmla="+- 0 6512 6511"/>
                  <a:gd name="T29" fmla="*/ T28 w 21"/>
                  <a:gd name="T30" fmla="+- 0 7017 6962"/>
                  <a:gd name="T31" fmla="*/ 7017 h 55"/>
                  <a:gd name="T32" fmla="+- 0 6532 6511"/>
                  <a:gd name="T33" fmla="*/ T32 w 21"/>
                  <a:gd name="T34" fmla="+- 0 7017 6962"/>
                  <a:gd name="T35" fmla="*/ 7017 h 55"/>
                  <a:gd name="T36" fmla="+- 0 6532 6511"/>
                  <a:gd name="T37" fmla="*/ T36 w 21"/>
                  <a:gd name="T38" fmla="+- 0 7015 6962"/>
                  <a:gd name="T39" fmla="*/ 7015 h 55"/>
                  <a:gd name="T40" fmla="+- 0 6529 6511"/>
                  <a:gd name="T41" fmla="*/ T40 w 21"/>
                  <a:gd name="T42" fmla="+- 0 7015 6962"/>
                  <a:gd name="T43" fmla="*/ 7015 h 55"/>
                  <a:gd name="T44" fmla="+- 0 6528 6511"/>
                  <a:gd name="T45" fmla="*/ T44 w 21"/>
                  <a:gd name="T46" fmla="+- 0 7015 6962"/>
                  <a:gd name="T47" fmla="*/ 7015 h 55"/>
                  <a:gd name="T48" fmla="+- 0 6527 6511"/>
                  <a:gd name="T49" fmla="*/ T48 w 21"/>
                  <a:gd name="T50" fmla="+- 0 7015 6962"/>
                  <a:gd name="T51" fmla="*/ 7015 h 55"/>
                  <a:gd name="T52" fmla="+- 0 6525 6511"/>
                  <a:gd name="T53" fmla="*/ T52 w 21"/>
                  <a:gd name="T54" fmla="+- 0 7013 6962"/>
                  <a:gd name="T55" fmla="*/ 7013 h 55"/>
                  <a:gd name="T56" fmla="+- 0 6525 6511"/>
                  <a:gd name="T57" fmla="*/ T56 w 21"/>
                  <a:gd name="T58" fmla="+- 0 7013 6962"/>
                  <a:gd name="T59" fmla="*/ 7013 h 55"/>
                  <a:gd name="T60" fmla="+- 0 6525 6511"/>
                  <a:gd name="T61" fmla="*/ T60 w 21"/>
                  <a:gd name="T62" fmla="+- 0 6969 6962"/>
                  <a:gd name="T63" fmla="*/ 696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 h="55">
                    <a:moveTo>
                      <a:pt x="14" y="7"/>
                    </a:moveTo>
                    <a:lnTo>
                      <a:pt x="4" y="7"/>
                    </a:lnTo>
                    <a:lnTo>
                      <a:pt x="6" y="7"/>
                    </a:lnTo>
                    <a:lnTo>
                      <a:pt x="7" y="9"/>
                    </a:lnTo>
                    <a:lnTo>
                      <a:pt x="7" y="10"/>
                    </a:lnTo>
                    <a:lnTo>
                      <a:pt x="7" y="51"/>
                    </a:lnTo>
                    <a:lnTo>
                      <a:pt x="1" y="53"/>
                    </a:lnTo>
                    <a:lnTo>
                      <a:pt x="1" y="55"/>
                    </a:lnTo>
                    <a:lnTo>
                      <a:pt x="21" y="55"/>
                    </a:lnTo>
                    <a:lnTo>
                      <a:pt x="21" y="53"/>
                    </a:lnTo>
                    <a:lnTo>
                      <a:pt x="18" y="53"/>
                    </a:lnTo>
                    <a:lnTo>
                      <a:pt x="17" y="53"/>
                    </a:lnTo>
                    <a:lnTo>
                      <a:pt x="16" y="53"/>
                    </a:lnTo>
                    <a:lnTo>
                      <a:pt x="14" y="51"/>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84" name="Freeform 5794">
                <a:extLst>
                  <a:ext uri="{FF2B5EF4-FFF2-40B4-BE49-F238E27FC236}">
                    <a16:creationId xmlns:a16="http://schemas.microsoft.com/office/drawing/2014/main" id="{2AD09FA2-F961-8536-C524-1715E02BF8CA}"/>
                  </a:ext>
                </a:extLst>
              </p:cNvPr>
              <p:cNvSpPr>
                <a:spLocks/>
              </p:cNvSpPr>
              <p:nvPr/>
            </p:nvSpPr>
            <p:spPr bwMode="auto">
              <a:xfrm>
                <a:off x="6511" y="6962"/>
                <a:ext cx="21" cy="55"/>
              </a:xfrm>
              <a:custGeom>
                <a:avLst/>
                <a:gdLst>
                  <a:gd name="T0" fmla="+- 0 6525 6511"/>
                  <a:gd name="T1" fmla="*/ T0 w 21"/>
                  <a:gd name="T2" fmla="+- 0 6962 6962"/>
                  <a:gd name="T3" fmla="*/ 6962 h 55"/>
                  <a:gd name="T4" fmla="+- 0 6524 6511"/>
                  <a:gd name="T5" fmla="*/ T4 w 21"/>
                  <a:gd name="T6" fmla="+- 0 6962 6962"/>
                  <a:gd name="T7" fmla="*/ 6962 h 55"/>
                  <a:gd name="T8" fmla="+- 0 6511 6511"/>
                  <a:gd name="T9" fmla="*/ T8 w 21"/>
                  <a:gd name="T10" fmla="+- 0 6969 6962"/>
                  <a:gd name="T11" fmla="*/ 6969 h 55"/>
                  <a:gd name="T12" fmla="+- 0 6511 6511"/>
                  <a:gd name="T13" fmla="*/ T12 w 21"/>
                  <a:gd name="T14" fmla="+- 0 6970 6962"/>
                  <a:gd name="T15" fmla="*/ 6970 h 55"/>
                  <a:gd name="T16" fmla="+- 0 6515 6511"/>
                  <a:gd name="T17" fmla="*/ T16 w 21"/>
                  <a:gd name="T18" fmla="+- 0 6969 6962"/>
                  <a:gd name="T19" fmla="*/ 6969 h 55"/>
                  <a:gd name="T20" fmla="+- 0 6525 6511"/>
                  <a:gd name="T21" fmla="*/ T20 w 21"/>
                  <a:gd name="T22" fmla="+- 0 6969 6962"/>
                  <a:gd name="T23" fmla="*/ 6969 h 55"/>
                  <a:gd name="T24" fmla="+- 0 6525 6511"/>
                  <a:gd name="T25" fmla="*/ T24 w 21"/>
                  <a:gd name="T26" fmla="+- 0 6962 6962"/>
                  <a:gd name="T27" fmla="*/ 696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4" y="0"/>
                    </a:moveTo>
                    <a:lnTo>
                      <a:pt x="13" y="0"/>
                    </a:lnTo>
                    <a:lnTo>
                      <a:pt x="0" y="7"/>
                    </a:lnTo>
                    <a:lnTo>
                      <a:pt x="0" y="8"/>
                    </a:lnTo>
                    <a:lnTo>
                      <a:pt x="4" y="7"/>
                    </a:lnTo>
                    <a:lnTo>
                      <a:pt x="14"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69" name="Group 468">
              <a:extLst>
                <a:ext uri="{FF2B5EF4-FFF2-40B4-BE49-F238E27FC236}">
                  <a16:creationId xmlns:a16="http://schemas.microsoft.com/office/drawing/2014/main" id="{D31B6BE1-8E35-02D8-C06C-2D09D6CE3B50}"/>
                </a:ext>
              </a:extLst>
            </p:cNvPr>
            <p:cNvGrpSpPr>
              <a:grpSpLocks/>
            </p:cNvGrpSpPr>
            <p:nvPr/>
          </p:nvGrpSpPr>
          <p:grpSpPr bwMode="auto">
            <a:xfrm>
              <a:off x="6960" y="6962"/>
              <a:ext cx="35" cy="56"/>
              <a:chOff x="6960" y="6962"/>
              <a:chExt cx="35" cy="56"/>
            </a:xfrm>
          </p:grpSpPr>
          <p:sp>
            <p:nvSpPr>
              <p:cNvPr id="681" name="Freeform 5796">
                <a:extLst>
                  <a:ext uri="{FF2B5EF4-FFF2-40B4-BE49-F238E27FC236}">
                    <a16:creationId xmlns:a16="http://schemas.microsoft.com/office/drawing/2014/main" id="{8FA75F6B-472F-4457-9D60-28DD75FAA192}"/>
                  </a:ext>
                </a:extLst>
              </p:cNvPr>
              <p:cNvSpPr>
                <a:spLocks/>
              </p:cNvSpPr>
              <p:nvPr/>
            </p:nvSpPr>
            <p:spPr bwMode="auto">
              <a:xfrm>
                <a:off x="6960" y="6962"/>
                <a:ext cx="35" cy="56"/>
              </a:xfrm>
              <a:custGeom>
                <a:avLst/>
                <a:gdLst>
                  <a:gd name="T0" fmla="+- 0 6982 6960"/>
                  <a:gd name="T1" fmla="*/ T0 w 35"/>
                  <a:gd name="T2" fmla="+- 0 6962 6962"/>
                  <a:gd name="T3" fmla="*/ 6962 h 56"/>
                  <a:gd name="T4" fmla="+- 0 6975 6960"/>
                  <a:gd name="T5" fmla="*/ T4 w 35"/>
                  <a:gd name="T6" fmla="+- 0 6962 6962"/>
                  <a:gd name="T7" fmla="*/ 6962 h 56"/>
                  <a:gd name="T8" fmla="+- 0 6973 6960"/>
                  <a:gd name="T9" fmla="*/ T8 w 35"/>
                  <a:gd name="T10" fmla="+- 0 6963 6962"/>
                  <a:gd name="T11" fmla="*/ 6963 h 56"/>
                  <a:gd name="T12" fmla="+- 0 6971 6960"/>
                  <a:gd name="T13" fmla="*/ T12 w 35"/>
                  <a:gd name="T14" fmla="+- 0 6965 6962"/>
                  <a:gd name="T15" fmla="*/ 6965 h 56"/>
                  <a:gd name="T16" fmla="+- 0 6967 6960"/>
                  <a:gd name="T17" fmla="*/ T16 w 35"/>
                  <a:gd name="T18" fmla="+- 0 6967 6962"/>
                  <a:gd name="T19" fmla="*/ 6967 h 56"/>
                  <a:gd name="T20" fmla="+- 0 6965 6960"/>
                  <a:gd name="T21" fmla="*/ T20 w 35"/>
                  <a:gd name="T22" fmla="+- 0 6970 6962"/>
                  <a:gd name="T23" fmla="*/ 6970 h 56"/>
                  <a:gd name="T24" fmla="+- 0 6961 6960"/>
                  <a:gd name="T25" fmla="*/ T24 w 35"/>
                  <a:gd name="T26" fmla="+- 0 6979 6962"/>
                  <a:gd name="T27" fmla="*/ 6979 h 56"/>
                  <a:gd name="T28" fmla="+- 0 6960 6960"/>
                  <a:gd name="T29" fmla="*/ T28 w 35"/>
                  <a:gd name="T30" fmla="+- 0 6984 6962"/>
                  <a:gd name="T31" fmla="*/ 6984 h 56"/>
                  <a:gd name="T32" fmla="+- 0 6960 6960"/>
                  <a:gd name="T33" fmla="*/ T32 w 35"/>
                  <a:gd name="T34" fmla="+- 0 6998 6962"/>
                  <a:gd name="T35" fmla="*/ 6998 h 56"/>
                  <a:gd name="T36" fmla="+- 0 6962 6960"/>
                  <a:gd name="T37" fmla="*/ T36 w 35"/>
                  <a:gd name="T38" fmla="+- 0 7004 6962"/>
                  <a:gd name="T39" fmla="*/ 7004 h 56"/>
                  <a:gd name="T40" fmla="+- 0 6968 6960"/>
                  <a:gd name="T41" fmla="*/ T40 w 35"/>
                  <a:gd name="T42" fmla="+- 0 7015 6962"/>
                  <a:gd name="T43" fmla="*/ 7015 h 56"/>
                  <a:gd name="T44" fmla="+- 0 6972 6960"/>
                  <a:gd name="T45" fmla="*/ T44 w 35"/>
                  <a:gd name="T46" fmla="+- 0 7018 6962"/>
                  <a:gd name="T47" fmla="*/ 7018 h 56"/>
                  <a:gd name="T48" fmla="+- 0 6980 6960"/>
                  <a:gd name="T49" fmla="*/ T48 w 35"/>
                  <a:gd name="T50" fmla="+- 0 7018 6962"/>
                  <a:gd name="T51" fmla="*/ 7018 h 56"/>
                  <a:gd name="T52" fmla="+- 0 6983 6960"/>
                  <a:gd name="T53" fmla="*/ T52 w 35"/>
                  <a:gd name="T54" fmla="+- 0 7017 6962"/>
                  <a:gd name="T55" fmla="*/ 7017 h 56"/>
                  <a:gd name="T56" fmla="+- 0 6985 6960"/>
                  <a:gd name="T57" fmla="*/ T56 w 35"/>
                  <a:gd name="T58" fmla="+- 0 7015 6962"/>
                  <a:gd name="T59" fmla="*/ 7015 h 56"/>
                  <a:gd name="T60" fmla="+- 0 6975 6960"/>
                  <a:gd name="T61" fmla="*/ T60 w 35"/>
                  <a:gd name="T62" fmla="+- 0 7015 6962"/>
                  <a:gd name="T63" fmla="*/ 7015 h 56"/>
                  <a:gd name="T64" fmla="+- 0 6972 6960"/>
                  <a:gd name="T65" fmla="*/ T64 w 35"/>
                  <a:gd name="T66" fmla="+- 0 7013 6962"/>
                  <a:gd name="T67" fmla="*/ 7013 h 56"/>
                  <a:gd name="T68" fmla="+- 0 6971 6960"/>
                  <a:gd name="T69" fmla="*/ T68 w 35"/>
                  <a:gd name="T70" fmla="+- 0 7009 6962"/>
                  <a:gd name="T71" fmla="*/ 7009 h 56"/>
                  <a:gd name="T72" fmla="+- 0 6969 6960"/>
                  <a:gd name="T73" fmla="*/ T72 w 35"/>
                  <a:gd name="T74" fmla="+- 0 7005 6962"/>
                  <a:gd name="T75" fmla="*/ 7005 h 56"/>
                  <a:gd name="T76" fmla="+- 0 6968 6960"/>
                  <a:gd name="T77" fmla="*/ T76 w 35"/>
                  <a:gd name="T78" fmla="+- 0 6999 6962"/>
                  <a:gd name="T79" fmla="*/ 6999 h 56"/>
                  <a:gd name="T80" fmla="+- 0 6978 6960"/>
                  <a:gd name="T81" fmla="*/ T80 w 35"/>
                  <a:gd name="T82" fmla="+- 0 6965 6962"/>
                  <a:gd name="T83" fmla="*/ 6965 h 56"/>
                  <a:gd name="T84" fmla="+- 0 6986 6960"/>
                  <a:gd name="T85" fmla="*/ T84 w 35"/>
                  <a:gd name="T86" fmla="+- 0 6965 6962"/>
                  <a:gd name="T87" fmla="*/ 6965 h 56"/>
                  <a:gd name="T88" fmla="+- 0 6986 6960"/>
                  <a:gd name="T89" fmla="*/ T88 w 35"/>
                  <a:gd name="T90" fmla="+- 0 6965 6962"/>
                  <a:gd name="T91" fmla="*/ 6965 h 56"/>
                  <a:gd name="T92" fmla="+- 0 6982 6960"/>
                  <a:gd name="T93" fmla="*/ T92 w 35"/>
                  <a:gd name="T94" fmla="+- 0 6962 6962"/>
                  <a:gd name="T95"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3"/>
                    </a:lnTo>
                    <a:lnTo>
                      <a:pt x="7" y="5"/>
                    </a:lnTo>
                    <a:lnTo>
                      <a:pt x="5" y="8"/>
                    </a:lnTo>
                    <a:lnTo>
                      <a:pt x="1" y="17"/>
                    </a:lnTo>
                    <a:lnTo>
                      <a:pt x="0" y="22"/>
                    </a:lnTo>
                    <a:lnTo>
                      <a:pt x="0" y="36"/>
                    </a:lnTo>
                    <a:lnTo>
                      <a:pt x="2" y="42"/>
                    </a:lnTo>
                    <a:lnTo>
                      <a:pt x="8" y="53"/>
                    </a:lnTo>
                    <a:lnTo>
                      <a:pt x="12" y="56"/>
                    </a:lnTo>
                    <a:lnTo>
                      <a:pt x="20" y="56"/>
                    </a:lnTo>
                    <a:lnTo>
                      <a:pt x="23" y="55"/>
                    </a:lnTo>
                    <a:lnTo>
                      <a:pt x="25" y="53"/>
                    </a:lnTo>
                    <a:lnTo>
                      <a:pt x="15" y="53"/>
                    </a:lnTo>
                    <a:lnTo>
                      <a:pt x="12" y="51"/>
                    </a:lnTo>
                    <a:lnTo>
                      <a:pt x="11" y="47"/>
                    </a:lnTo>
                    <a:lnTo>
                      <a:pt x="9" y="43"/>
                    </a:lnTo>
                    <a:lnTo>
                      <a:pt x="8" y="37"/>
                    </a:lnTo>
                    <a:lnTo>
                      <a:pt x="18" y="3"/>
                    </a:lnTo>
                    <a:lnTo>
                      <a:pt x="26"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82" name="Freeform 5797">
                <a:extLst>
                  <a:ext uri="{FF2B5EF4-FFF2-40B4-BE49-F238E27FC236}">
                    <a16:creationId xmlns:a16="http://schemas.microsoft.com/office/drawing/2014/main" id="{E90375CD-319E-7A4A-C4C9-4BE123468F8A}"/>
                  </a:ext>
                </a:extLst>
              </p:cNvPr>
              <p:cNvSpPr>
                <a:spLocks/>
              </p:cNvSpPr>
              <p:nvPr/>
            </p:nvSpPr>
            <p:spPr bwMode="auto">
              <a:xfrm>
                <a:off x="6960" y="6962"/>
                <a:ext cx="35" cy="56"/>
              </a:xfrm>
              <a:custGeom>
                <a:avLst/>
                <a:gdLst>
                  <a:gd name="T0" fmla="+- 0 6986 6960"/>
                  <a:gd name="T1" fmla="*/ T0 w 35"/>
                  <a:gd name="T2" fmla="+- 0 6965 6962"/>
                  <a:gd name="T3" fmla="*/ 6965 h 56"/>
                  <a:gd name="T4" fmla="+- 0 6978 6960"/>
                  <a:gd name="T5" fmla="*/ T4 w 35"/>
                  <a:gd name="T6" fmla="+- 0 6965 6962"/>
                  <a:gd name="T7" fmla="*/ 6965 h 56"/>
                  <a:gd name="T8" fmla="+- 0 6982 6960"/>
                  <a:gd name="T9" fmla="*/ T8 w 35"/>
                  <a:gd name="T10" fmla="+- 0 6966 6962"/>
                  <a:gd name="T11" fmla="*/ 6966 h 56"/>
                  <a:gd name="T12" fmla="+- 0 6983 6960"/>
                  <a:gd name="T13" fmla="*/ T12 w 35"/>
                  <a:gd name="T14" fmla="+- 0 6968 6962"/>
                  <a:gd name="T15" fmla="*/ 6968 h 56"/>
                  <a:gd name="T16" fmla="+- 0 6984 6960"/>
                  <a:gd name="T17" fmla="*/ T16 w 35"/>
                  <a:gd name="T18" fmla="+- 0 6970 6962"/>
                  <a:gd name="T19" fmla="*/ 6970 h 56"/>
                  <a:gd name="T20" fmla="+- 0 6987 6960"/>
                  <a:gd name="T21" fmla="*/ T20 w 35"/>
                  <a:gd name="T22" fmla="+- 0 6977 6962"/>
                  <a:gd name="T23" fmla="*/ 6977 h 56"/>
                  <a:gd name="T24" fmla="+- 0 6987 6960"/>
                  <a:gd name="T25" fmla="*/ T24 w 35"/>
                  <a:gd name="T26" fmla="+- 0 6979 6962"/>
                  <a:gd name="T27" fmla="*/ 6979 h 56"/>
                  <a:gd name="T28" fmla="+- 0 6987 6960"/>
                  <a:gd name="T29" fmla="*/ T28 w 35"/>
                  <a:gd name="T30" fmla="+- 0 6998 6962"/>
                  <a:gd name="T31" fmla="*/ 6998 h 56"/>
                  <a:gd name="T32" fmla="+- 0 6987 6960"/>
                  <a:gd name="T33" fmla="*/ T32 w 35"/>
                  <a:gd name="T34" fmla="+- 0 7002 6962"/>
                  <a:gd name="T35" fmla="*/ 7002 h 56"/>
                  <a:gd name="T36" fmla="+- 0 6985 6960"/>
                  <a:gd name="T37" fmla="*/ T36 w 35"/>
                  <a:gd name="T38" fmla="+- 0 7010 6962"/>
                  <a:gd name="T39" fmla="*/ 7010 h 56"/>
                  <a:gd name="T40" fmla="+- 0 6983 6960"/>
                  <a:gd name="T41" fmla="*/ T40 w 35"/>
                  <a:gd name="T42" fmla="+- 0 7012 6962"/>
                  <a:gd name="T43" fmla="*/ 7012 h 56"/>
                  <a:gd name="T44" fmla="+- 0 6982 6960"/>
                  <a:gd name="T45" fmla="*/ T44 w 35"/>
                  <a:gd name="T46" fmla="+- 0 7013 6962"/>
                  <a:gd name="T47" fmla="*/ 7013 h 56"/>
                  <a:gd name="T48" fmla="+- 0 6978 6960"/>
                  <a:gd name="T49" fmla="*/ T48 w 35"/>
                  <a:gd name="T50" fmla="+- 0 7015 6962"/>
                  <a:gd name="T51" fmla="*/ 7015 h 56"/>
                  <a:gd name="T52" fmla="+- 0 6985 6960"/>
                  <a:gd name="T53" fmla="*/ T52 w 35"/>
                  <a:gd name="T54" fmla="+- 0 7015 6962"/>
                  <a:gd name="T55" fmla="*/ 7015 h 56"/>
                  <a:gd name="T56" fmla="+- 0 6995 6960"/>
                  <a:gd name="T57" fmla="*/ T56 w 35"/>
                  <a:gd name="T58" fmla="+- 0 6981 6962"/>
                  <a:gd name="T59" fmla="*/ 6981 h 56"/>
                  <a:gd name="T60" fmla="+- 0 6993 6960"/>
                  <a:gd name="T61" fmla="*/ T60 w 35"/>
                  <a:gd name="T62" fmla="+- 0 6974 6962"/>
                  <a:gd name="T63" fmla="*/ 6974 h 56"/>
                  <a:gd name="T64" fmla="+- 0 6986 6960"/>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6"/>
                    </a:lnTo>
                    <a:lnTo>
                      <a:pt x="24" y="8"/>
                    </a:lnTo>
                    <a:lnTo>
                      <a:pt x="27" y="15"/>
                    </a:lnTo>
                    <a:lnTo>
                      <a:pt x="27" y="17"/>
                    </a:lnTo>
                    <a:lnTo>
                      <a:pt x="27" y="36"/>
                    </a:lnTo>
                    <a:lnTo>
                      <a:pt x="27" y="40"/>
                    </a:lnTo>
                    <a:lnTo>
                      <a:pt x="25" y="48"/>
                    </a:lnTo>
                    <a:lnTo>
                      <a:pt x="23" y="50"/>
                    </a:lnTo>
                    <a:lnTo>
                      <a:pt x="22" y="51"/>
                    </a:lnTo>
                    <a:lnTo>
                      <a:pt x="18"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0" name="Group 469">
              <a:extLst>
                <a:ext uri="{FF2B5EF4-FFF2-40B4-BE49-F238E27FC236}">
                  <a16:creationId xmlns:a16="http://schemas.microsoft.com/office/drawing/2014/main" id="{B7BF5DBA-C046-3B47-A118-A7DFC47BF0F7}"/>
                </a:ext>
              </a:extLst>
            </p:cNvPr>
            <p:cNvGrpSpPr>
              <a:grpSpLocks/>
            </p:cNvGrpSpPr>
            <p:nvPr/>
          </p:nvGrpSpPr>
          <p:grpSpPr bwMode="auto">
            <a:xfrm>
              <a:off x="7417" y="6962"/>
              <a:ext cx="35" cy="56"/>
              <a:chOff x="7417" y="6962"/>
              <a:chExt cx="35" cy="56"/>
            </a:xfrm>
          </p:grpSpPr>
          <p:sp>
            <p:nvSpPr>
              <p:cNvPr id="679" name="Freeform 5799">
                <a:extLst>
                  <a:ext uri="{FF2B5EF4-FFF2-40B4-BE49-F238E27FC236}">
                    <a16:creationId xmlns:a16="http://schemas.microsoft.com/office/drawing/2014/main" id="{C253A4FB-D31A-96E5-779A-C4C212CA3462}"/>
                  </a:ext>
                </a:extLst>
              </p:cNvPr>
              <p:cNvSpPr>
                <a:spLocks/>
              </p:cNvSpPr>
              <p:nvPr/>
            </p:nvSpPr>
            <p:spPr bwMode="auto">
              <a:xfrm>
                <a:off x="7417" y="6962"/>
                <a:ext cx="35" cy="56"/>
              </a:xfrm>
              <a:custGeom>
                <a:avLst/>
                <a:gdLst>
                  <a:gd name="T0" fmla="+- 0 7438 7417"/>
                  <a:gd name="T1" fmla="*/ T0 w 35"/>
                  <a:gd name="T2" fmla="+- 0 6962 6962"/>
                  <a:gd name="T3" fmla="*/ 6962 h 56"/>
                  <a:gd name="T4" fmla="+- 0 7432 7417"/>
                  <a:gd name="T5" fmla="*/ T4 w 35"/>
                  <a:gd name="T6" fmla="+- 0 6962 6962"/>
                  <a:gd name="T7" fmla="*/ 6962 h 56"/>
                  <a:gd name="T8" fmla="+- 0 7429 7417"/>
                  <a:gd name="T9" fmla="*/ T8 w 35"/>
                  <a:gd name="T10" fmla="+- 0 6963 6962"/>
                  <a:gd name="T11" fmla="*/ 6963 h 56"/>
                  <a:gd name="T12" fmla="+- 0 7424 7417"/>
                  <a:gd name="T13" fmla="*/ T12 w 35"/>
                  <a:gd name="T14" fmla="+- 0 6967 6962"/>
                  <a:gd name="T15" fmla="*/ 6967 h 56"/>
                  <a:gd name="T16" fmla="+- 0 7421 7417"/>
                  <a:gd name="T17" fmla="*/ T16 w 35"/>
                  <a:gd name="T18" fmla="+- 0 6970 6962"/>
                  <a:gd name="T19" fmla="*/ 6970 h 56"/>
                  <a:gd name="T20" fmla="+- 0 7418 7417"/>
                  <a:gd name="T21" fmla="*/ T20 w 35"/>
                  <a:gd name="T22" fmla="+- 0 6979 6962"/>
                  <a:gd name="T23" fmla="*/ 6979 h 56"/>
                  <a:gd name="T24" fmla="+- 0 7417 7417"/>
                  <a:gd name="T25" fmla="*/ T24 w 35"/>
                  <a:gd name="T26" fmla="+- 0 6984 6962"/>
                  <a:gd name="T27" fmla="*/ 6984 h 56"/>
                  <a:gd name="T28" fmla="+- 0 7417 7417"/>
                  <a:gd name="T29" fmla="*/ T28 w 35"/>
                  <a:gd name="T30" fmla="+- 0 6998 6962"/>
                  <a:gd name="T31" fmla="*/ 6998 h 56"/>
                  <a:gd name="T32" fmla="+- 0 7418 7417"/>
                  <a:gd name="T33" fmla="*/ T32 w 35"/>
                  <a:gd name="T34" fmla="+- 0 7004 6962"/>
                  <a:gd name="T35" fmla="*/ 7004 h 56"/>
                  <a:gd name="T36" fmla="+- 0 7425 7417"/>
                  <a:gd name="T37" fmla="*/ T36 w 35"/>
                  <a:gd name="T38" fmla="+- 0 7015 6962"/>
                  <a:gd name="T39" fmla="*/ 7015 h 56"/>
                  <a:gd name="T40" fmla="+- 0 7429 7417"/>
                  <a:gd name="T41" fmla="*/ T40 w 35"/>
                  <a:gd name="T42" fmla="+- 0 7018 6962"/>
                  <a:gd name="T43" fmla="*/ 7018 h 56"/>
                  <a:gd name="T44" fmla="+- 0 7436 7417"/>
                  <a:gd name="T45" fmla="*/ T44 w 35"/>
                  <a:gd name="T46" fmla="+- 0 7018 6962"/>
                  <a:gd name="T47" fmla="*/ 7018 h 56"/>
                  <a:gd name="T48" fmla="+- 0 7439 7417"/>
                  <a:gd name="T49" fmla="*/ T48 w 35"/>
                  <a:gd name="T50" fmla="+- 0 7017 6962"/>
                  <a:gd name="T51" fmla="*/ 7017 h 56"/>
                  <a:gd name="T52" fmla="+- 0 7441 7417"/>
                  <a:gd name="T53" fmla="*/ T52 w 35"/>
                  <a:gd name="T54" fmla="+- 0 7015 6962"/>
                  <a:gd name="T55" fmla="*/ 7015 h 56"/>
                  <a:gd name="T56" fmla="+- 0 7431 7417"/>
                  <a:gd name="T57" fmla="*/ T56 w 35"/>
                  <a:gd name="T58" fmla="+- 0 7015 6962"/>
                  <a:gd name="T59" fmla="*/ 7015 h 56"/>
                  <a:gd name="T60" fmla="+- 0 7429 7417"/>
                  <a:gd name="T61" fmla="*/ T60 w 35"/>
                  <a:gd name="T62" fmla="+- 0 7013 6962"/>
                  <a:gd name="T63" fmla="*/ 7013 h 56"/>
                  <a:gd name="T64" fmla="+- 0 7426 7417"/>
                  <a:gd name="T65" fmla="*/ T64 w 35"/>
                  <a:gd name="T66" fmla="+- 0 7005 6962"/>
                  <a:gd name="T67" fmla="*/ 7005 h 56"/>
                  <a:gd name="T68" fmla="+- 0 7425 7417"/>
                  <a:gd name="T69" fmla="*/ T68 w 35"/>
                  <a:gd name="T70" fmla="+- 0 6999 6962"/>
                  <a:gd name="T71" fmla="*/ 6999 h 56"/>
                  <a:gd name="T72" fmla="+- 0 7425 7417"/>
                  <a:gd name="T73" fmla="*/ T72 w 35"/>
                  <a:gd name="T74" fmla="+- 0 6984 6962"/>
                  <a:gd name="T75" fmla="*/ 6984 h 56"/>
                  <a:gd name="T76" fmla="+- 0 7434 7417"/>
                  <a:gd name="T77" fmla="*/ T76 w 35"/>
                  <a:gd name="T78" fmla="+- 0 6965 6962"/>
                  <a:gd name="T79" fmla="*/ 6965 h 56"/>
                  <a:gd name="T80" fmla="+- 0 7442 7417"/>
                  <a:gd name="T81" fmla="*/ T80 w 35"/>
                  <a:gd name="T82" fmla="+- 0 6965 6962"/>
                  <a:gd name="T83" fmla="*/ 6965 h 56"/>
                  <a:gd name="T84" fmla="+- 0 7442 7417"/>
                  <a:gd name="T85" fmla="*/ T84 w 35"/>
                  <a:gd name="T86" fmla="+- 0 6965 6962"/>
                  <a:gd name="T87" fmla="*/ 6965 h 56"/>
                  <a:gd name="T88" fmla="+- 0 7438 7417"/>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6"/>
                    </a:lnTo>
                    <a:lnTo>
                      <a:pt x="1" y="42"/>
                    </a:lnTo>
                    <a:lnTo>
                      <a:pt x="8" y="53"/>
                    </a:lnTo>
                    <a:lnTo>
                      <a:pt x="12" y="56"/>
                    </a:lnTo>
                    <a:lnTo>
                      <a:pt x="19" y="56"/>
                    </a:lnTo>
                    <a:lnTo>
                      <a:pt x="22" y="55"/>
                    </a:lnTo>
                    <a:lnTo>
                      <a:pt x="24" y="53"/>
                    </a:lnTo>
                    <a:lnTo>
                      <a:pt x="14" y="53"/>
                    </a:lnTo>
                    <a:lnTo>
                      <a:pt x="12" y="51"/>
                    </a:lnTo>
                    <a:lnTo>
                      <a:pt x="9" y="43"/>
                    </a:lnTo>
                    <a:lnTo>
                      <a:pt x="8" y="37"/>
                    </a:lnTo>
                    <a:lnTo>
                      <a:pt x="8" y="22"/>
                    </a:lnTo>
                    <a:lnTo>
                      <a:pt x="17"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80" name="Freeform 5800">
                <a:extLst>
                  <a:ext uri="{FF2B5EF4-FFF2-40B4-BE49-F238E27FC236}">
                    <a16:creationId xmlns:a16="http://schemas.microsoft.com/office/drawing/2014/main" id="{D770EDBE-88AA-15E7-2F7C-711C809671DA}"/>
                  </a:ext>
                </a:extLst>
              </p:cNvPr>
              <p:cNvSpPr>
                <a:spLocks/>
              </p:cNvSpPr>
              <p:nvPr/>
            </p:nvSpPr>
            <p:spPr bwMode="auto">
              <a:xfrm>
                <a:off x="7417" y="6962"/>
                <a:ext cx="35" cy="56"/>
              </a:xfrm>
              <a:custGeom>
                <a:avLst/>
                <a:gdLst>
                  <a:gd name="T0" fmla="+- 0 7442 7417"/>
                  <a:gd name="T1" fmla="*/ T0 w 35"/>
                  <a:gd name="T2" fmla="+- 0 6965 6962"/>
                  <a:gd name="T3" fmla="*/ 6965 h 56"/>
                  <a:gd name="T4" fmla="+- 0 7434 7417"/>
                  <a:gd name="T5" fmla="*/ T4 w 35"/>
                  <a:gd name="T6" fmla="+- 0 6965 6962"/>
                  <a:gd name="T7" fmla="*/ 6965 h 56"/>
                  <a:gd name="T8" fmla="+- 0 7438 7417"/>
                  <a:gd name="T9" fmla="*/ T8 w 35"/>
                  <a:gd name="T10" fmla="+- 0 6966 6962"/>
                  <a:gd name="T11" fmla="*/ 6966 h 56"/>
                  <a:gd name="T12" fmla="+- 0 7440 7417"/>
                  <a:gd name="T13" fmla="*/ T12 w 35"/>
                  <a:gd name="T14" fmla="+- 0 6968 6962"/>
                  <a:gd name="T15" fmla="*/ 6968 h 56"/>
                  <a:gd name="T16" fmla="+- 0 7441 7417"/>
                  <a:gd name="T17" fmla="*/ T16 w 35"/>
                  <a:gd name="T18" fmla="+- 0 6970 6962"/>
                  <a:gd name="T19" fmla="*/ 6970 h 56"/>
                  <a:gd name="T20" fmla="+- 0 7443 7417"/>
                  <a:gd name="T21" fmla="*/ T20 w 35"/>
                  <a:gd name="T22" fmla="+- 0 6977 6962"/>
                  <a:gd name="T23" fmla="*/ 6977 h 56"/>
                  <a:gd name="T24" fmla="+- 0 7443 7417"/>
                  <a:gd name="T25" fmla="*/ T24 w 35"/>
                  <a:gd name="T26" fmla="+- 0 6979 6962"/>
                  <a:gd name="T27" fmla="*/ 6979 h 56"/>
                  <a:gd name="T28" fmla="+- 0 7444 7417"/>
                  <a:gd name="T29" fmla="*/ T28 w 35"/>
                  <a:gd name="T30" fmla="+- 0 6998 6962"/>
                  <a:gd name="T31" fmla="*/ 6998 h 56"/>
                  <a:gd name="T32" fmla="+- 0 7443 7417"/>
                  <a:gd name="T33" fmla="*/ T32 w 35"/>
                  <a:gd name="T34" fmla="+- 0 7002 6962"/>
                  <a:gd name="T35" fmla="*/ 7002 h 56"/>
                  <a:gd name="T36" fmla="+- 0 7441 7417"/>
                  <a:gd name="T37" fmla="*/ T36 w 35"/>
                  <a:gd name="T38" fmla="+- 0 7010 6962"/>
                  <a:gd name="T39" fmla="*/ 7010 h 56"/>
                  <a:gd name="T40" fmla="+- 0 7440 7417"/>
                  <a:gd name="T41" fmla="*/ T40 w 35"/>
                  <a:gd name="T42" fmla="+- 0 7012 6962"/>
                  <a:gd name="T43" fmla="*/ 7012 h 56"/>
                  <a:gd name="T44" fmla="+- 0 7438 7417"/>
                  <a:gd name="T45" fmla="*/ T44 w 35"/>
                  <a:gd name="T46" fmla="+- 0 7013 6962"/>
                  <a:gd name="T47" fmla="*/ 7013 h 56"/>
                  <a:gd name="T48" fmla="+- 0 7434 7417"/>
                  <a:gd name="T49" fmla="*/ T48 w 35"/>
                  <a:gd name="T50" fmla="+- 0 7015 6962"/>
                  <a:gd name="T51" fmla="*/ 7015 h 56"/>
                  <a:gd name="T52" fmla="+- 0 7441 7417"/>
                  <a:gd name="T53" fmla="*/ T52 w 35"/>
                  <a:gd name="T54" fmla="+- 0 7015 6962"/>
                  <a:gd name="T55" fmla="*/ 7015 h 56"/>
                  <a:gd name="T56" fmla="+- 0 7451 7417"/>
                  <a:gd name="T57" fmla="*/ T56 w 35"/>
                  <a:gd name="T58" fmla="+- 0 6981 6962"/>
                  <a:gd name="T59" fmla="*/ 6981 h 56"/>
                  <a:gd name="T60" fmla="+- 0 7449 7417"/>
                  <a:gd name="T61" fmla="*/ T60 w 35"/>
                  <a:gd name="T62" fmla="+- 0 6974 6962"/>
                  <a:gd name="T63" fmla="*/ 6974 h 56"/>
                  <a:gd name="T64" fmla="+- 0 7442 7417"/>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6"/>
                    </a:lnTo>
                    <a:lnTo>
                      <a:pt x="24" y="8"/>
                    </a:lnTo>
                    <a:lnTo>
                      <a:pt x="26" y="15"/>
                    </a:lnTo>
                    <a:lnTo>
                      <a:pt x="26" y="17"/>
                    </a:lnTo>
                    <a:lnTo>
                      <a:pt x="27" y="36"/>
                    </a:lnTo>
                    <a:lnTo>
                      <a:pt x="26" y="40"/>
                    </a:lnTo>
                    <a:lnTo>
                      <a:pt x="24" y="48"/>
                    </a:lnTo>
                    <a:lnTo>
                      <a:pt x="23" y="50"/>
                    </a:lnTo>
                    <a:lnTo>
                      <a:pt x="21" y="51"/>
                    </a:lnTo>
                    <a:lnTo>
                      <a:pt x="17" y="53"/>
                    </a:lnTo>
                    <a:lnTo>
                      <a:pt x="24" y="53"/>
                    </a:lnTo>
                    <a:lnTo>
                      <a:pt x="34" y="19"/>
                    </a:lnTo>
                    <a:lnTo>
                      <a:pt x="32" y="12"/>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1" name="Group 470">
              <a:extLst>
                <a:ext uri="{FF2B5EF4-FFF2-40B4-BE49-F238E27FC236}">
                  <a16:creationId xmlns:a16="http://schemas.microsoft.com/office/drawing/2014/main" id="{443E44A2-7BAA-7454-DC66-D4F3AEA3905D}"/>
                </a:ext>
              </a:extLst>
            </p:cNvPr>
            <p:cNvGrpSpPr>
              <a:grpSpLocks/>
            </p:cNvGrpSpPr>
            <p:nvPr/>
          </p:nvGrpSpPr>
          <p:grpSpPr bwMode="auto">
            <a:xfrm>
              <a:off x="7834" y="6962"/>
              <a:ext cx="67" cy="55"/>
              <a:chOff x="7834" y="6962"/>
              <a:chExt cx="67" cy="55"/>
            </a:xfrm>
          </p:grpSpPr>
          <p:sp>
            <p:nvSpPr>
              <p:cNvPr id="674" name="Freeform 5802">
                <a:extLst>
                  <a:ext uri="{FF2B5EF4-FFF2-40B4-BE49-F238E27FC236}">
                    <a16:creationId xmlns:a16="http://schemas.microsoft.com/office/drawing/2014/main" id="{494B68A7-BC65-6CEA-F9B0-439D6CD064BB}"/>
                  </a:ext>
                </a:extLst>
              </p:cNvPr>
              <p:cNvSpPr>
                <a:spLocks/>
              </p:cNvSpPr>
              <p:nvPr/>
            </p:nvSpPr>
            <p:spPr bwMode="auto">
              <a:xfrm>
                <a:off x="7834" y="6962"/>
                <a:ext cx="67" cy="55"/>
              </a:xfrm>
              <a:custGeom>
                <a:avLst/>
                <a:gdLst>
                  <a:gd name="T0" fmla="+- 0 7863 7834"/>
                  <a:gd name="T1" fmla="*/ T0 w 67"/>
                  <a:gd name="T2" fmla="+- 0 7003 6962"/>
                  <a:gd name="T3" fmla="*/ 7003 h 55"/>
                  <a:gd name="T4" fmla="+- 0 7857 7834"/>
                  <a:gd name="T5" fmla="*/ T4 w 67"/>
                  <a:gd name="T6" fmla="+- 0 7003 6962"/>
                  <a:gd name="T7" fmla="*/ 7003 h 55"/>
                  <a:gd name="T8" fmla="+- 0 7857 7834"/>
                  <a:gd name="T9" fmla="*/ T8 w 67"/>
                  <a:gd name="T10" fmla="+- 0 7017 6962"/>
                  <a:gd name="T11" fmla="*/ 7017 h 55"/>
                  <a:gd name="T12" fmla="+- 0 7863 7834"/>
                  <a:gd name="T13" fmla="*/ T12 w 67"/>
                  <a:gd name="T14" fmla="+- 0 7017 6962"/>
                  <a:gd name="T15" fmla="*/ 7017 h 55"/>
                  <a:gd name="T16" fmla="+- 0 7863 7834"/>
                  <a:gd name="T17" fmla="*/ T16 w 67"/>
                  <a:gd name="T18" fmla="+- 0 7003 6962"/>
                  <a:gd name="T19" fmla="*/ 7003 h 55"/>
                </a:gdLst>
                <a:ahLst/>
                <a:cxnLst>
                  <a:cxn ang="0">
                    <a:pos x="T1" y="T3"/>
                  </a:cxn>
                  <a:cxn ang="0">
                    <a:pos x="T5" y="T7"/>
                  </a:cxn>
                  <a:cxn ang="0">
                    <a:pos x="T9" y="T11"/>
                  </a:cxn>
                  <a:cxn ang="0">
                    <a:pos x="T13" y="T15"/>
                  </a:cxn>
                  <a:cxn ang="0">
                    <a:pos x="T17" y="T19"/>
                  </a:cxn>
                </a:cxnLst>
                <a:rect l="0" t="0" r="r" b="b"/>
                <a:pathLst>
                  <a:path w="67" h="55">
                    <a:moveTo>
                      <a:pt x="29" y="41"/>
                    </a:moveTo>
                    <a:lnTo>
                      <a:pt x="23" y="41"/>
                    </a:lnTo>
                    <a:lnTo>
                      <a:pt x="23" y="55"/>
                    </a:lnTo>
                    <a:lnTo>
                      <a:pt x="29" y="55"/>
                    </a:lnTo>
                    <a:lnTo>
                      <a:pt x="2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5" name="Freeform 5803">
                <a:extLst>
                  <a:ext uri="{FF2B5EF4-FFF2-40B4-BE49-F238E27FC236}">
                    <a16:creationId xmlns:a16="http://schemas.microsoft.com/office/drawing/2014/main" id="{233F50C7-45AA-678D-B3E7-3D53E906F747}"/>
                  </a:ext>
                </a:extLst>
              </p:cNvPr>
              <p:cNvSpPr>
                <a:spLocks/>
              </p:cNvSpPr>
              <p:nvPr/>
            </p:nvSpPr>
            <p:spPr bwMode="auto">
              <a:xfrm>
                <a:off x="7834" y="6962"/>
                <a:ext cx="67" cy="55"/>
              </a:xfrm>
              <a:custGeom>
                <a:avLst/>
                <a:gdLst>
                  <a:gd name="T0" fmla="+- 0 7863 7834"/>
                  <a:gd name="T1" fmla="*/ T0 w 67"/>
                  <a:gd name="T2" fmla="+- 0 6962 6962"/>
                  <a:gd name="T3" fmla="*/ 6962 h 55"/>
                  <a:gd name="T4" fmla="+- 0 7859 7834"/>
                  <a:gd name="T5" fmla="*/ T4 w 67"/>
                  <a:gd name="T6" fmla="+- 0 6962 6962"/>
                  <a:gd name="T7" fmla="*/ 6962 h 55"/>
                  <a:gd name="T8" fmla="+- 0 7834 7834"/>
                  <a:gd name="T9" fmla="*/ T8 w 67"/>
                  <a:gd name="T10" fmla="+- 0 6998 6962"/>
                  <a:gd name="T11" fmla="*/ 6998 h 55"/>
                  <a:gd name="T12" fmla="+- 0 7834 7834"/>
                  <a:gd name="T13" fmla="*/ T12 w 67"/>
                  <a:gd name="T14" fmla="+- 0 7003 6962"/>
                  <a:gd name="T15" fmla="*/ 7003 h 55"/>
                  <a:gd name="T16" fmla="+- 0 7870 7834"/>
                  <a:gd name="T17" fmla="*/ T16 w 67"/>
                  <a:gd name="T18" fmla="+- 0 7003 6962"/>
                  <a:gd name="T19" fmla="*/ 7003 h 55"/>
                  <a:gd name="T20" fmla="+- 0 7870 7834"/>
                  <a:gd name="T21" fmla="*/ T20 w 67"/>
                  <a:gd name="T22" fmla="+- 0 6997 6962"/>
                  <a:gd name="T23" fmla="*/ 6997 h 55"/>
                  <a:gd name="T24" fmla="+- 0 7838 7834"/>
                  <a:gd name="T25" fmla="*/ T24 w 67"/>
                  <a:gd name="T26" fmla="+- 0 6997 6962"/>
                  <a:gd name="T27" fmla="*/ 6997 h 55"/>
                  <a:gd name="T28" fmla="+- 0 7857 7834"/>
                  <a:gd name="T29" fmla="*/ T28 w 67"/>
                  <a:gd name="T30" fmla="+- 0 6971 6962"/>
                  <a:gd name="T31" fmla="*/ 6971 h 55"/>
                  <a:gd name="T32" fmla="+- 0 7863 7834"/>
                  <a:gd name="T33" fmla="*/ T32 w 67"/>
                  <a:gd name="T34" fmla="+- 0 6971 6962"/>
                  <a:gd name="T35" fmla="*/ 6971 h 55"/>
                  <a:gd name="T36" fmla="+- 0 7863 7834"/>
                  <a:gd name="T37" fmla="*/ T36 w 67"/>
                  <a:gd name="T38" fmla="+- 0 6962 6962"/>
                  <a:gd name="T39" fmla="*/ 696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67" h="55">
                    <a:moveTo>
                      <a:pt x="29" y="0"/>
                    </a:moveTo>
                    <a:lnTo>
                      <a:pt x="25" y="0"/>
                    </a:lnTo>
                    <a:lnTo>
                      <a:pt x="0" y="36"/>
                    </a:lnTo>
                    <a:lnTo>
                      <a:pt x="0" y="41"/>
                    </a:lnTo>
                    <a:lnTo>
                      <a:pt x="36" y="41"/>
                    </a:lnTo>
                    <a:lnTo>
                      <a:pt x="36" y="35"/>
                    </a:lnTo>
                    <a:lnTo>
                      <a:pt x="4" y="35"/>
                    </a:lnTo>
                    <a:lnTo>
                      <a:pt x="23" y="9"/>
                    </a:lnTo>
                    <a:lnTo>
                      <a:pt x="29" y="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6" name="Freeform 5804">
                <a:extLst>
                  <a:ext uri="{FF2B5EF4-FFF2-40B4-BE49-F238E27FC236}">
                    <a16:creationId xmlns:a16="http://schemas.microsoft.com/office/drawing/2014/main" id="{BD6ED139-DDF5-3CEB-132A-F8CC2D0F21C5}"/>
                  </a:ext>
                </a:extLst>
              </p:cNvPr>
              <p:cNvSpPr>
                <a:spLocks/>
              </p:cNvSpPr>
              <p:nvPr/>
            </p:nvSpPr>
            <p:spPr bwMode="auto">
              <a:xfrm>
                <a:off x="7834" y="6962"/>
                <a:ext cx="67" cy="55"/>
              </a:xfrm>
              <a:custGeom>
                <a:avLst/>
                <a:gdLst>
                  <a:gd name="T0" fmla="+- 0 7863 7834"/>
                  <a:gd name="T1" fmla="*/ T0 w 67"/>
                  <a:gd name="T2" fmla="+- 0 6971 6962"/>
                  <a:gd name="T3" fmla="*/ 6971 h 55"/>
                  <a:gd name="T4" fmla="+- 0 7857 7834"/>
                  <a:gd name="T5" fmla="*/ T4 w 67"/>
                  <a:gd name="T6" fmla="+- 0 6971 6962"/>
                  <a:gd name="T7" fmla="*/ 6971 h 55"/>
                  <a:gd name="T8" fmla="+- 0 7857 7834"/>
                  <a:gd name="T9" fmla="*/ T8 w 67"/>
                  <a:gd name="T10" fmla="+- 0 6997 6962"/>
                  <a:gd name="T11" fmla="*/ 6997 h 55"/>
                  <a:gd name="T12" fmla="+- 0 7863 7834"/>
                  <a:gd name="T13" fmla="*/ T12 w 67"/>
                  <a:gd name="T14" fmla="+- 0 6997 6962"/>
                  <a:gd name="T15" fmla="*/ 6997 h 55"/>
                  <a:gd name="T16" fmla="+- 0 7863 7834"/>
                  <a:gd name="T17" fmla="*/ T16 w 67"/>
                  <a:gd name="T18" fmla="+- 0 6971 6962"/>
                  <a:gd name="T19" fmla="*/ 6971 h 55"/>
                </a:gdLst>
                <a:ahLst/>
                <a:cxnLst>
                  <a:cxn ang="0">
                    <a:pos x="T1" y="T3"/>
                  </a:cxn>
                  <a:cxn ang="0">
                    <a:pos x="T5" y="T7"/>
                  </a:cxn>
                  <a:cxn ang="0">
                    <a:pos x="T9" y="T11"/>
                  </a:cxn>
                  <a:cxn ang="0">
                    <a:pos x="T13" y="T15"/>
                  </a:cxn>
                  <a:cxn ang="0">
                    <a:pos x="T17" y="T19"/>
                  </a:cxn>
                </a:cxnLst>
                <a:rect l="0" t="0" r="r" b="b"/>
                <a:pathLst>
                  <a:path w="67" h="55">
                    <a:moveTo>
                      <a:pt x="29" y="9"/>
                    </a:moveTo>
                    <a:lnTo>
                      <a:pt x="23" y="9"/>
                    </a:lnTo>
                    <a:lnTo>
                      <a:pt x="23" y="35"/>
                    </a:lnTo>
                    <a:lnTo>
                      <a:pt x="29" y="35"/>
                    </a:lnTo>
                    <a:lnTo>
                      <a:pt x="2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7" name="Freeform 5805">
                <a:extLst>
                  <a:ext uri="{FF2B5EF4-FFF2-40B4-BE49-F238E27FC236}">
                    <a16:creationId xmlns:a16="http://schemas.microsoft.com/office/drawing/2014/main" id="{85DD839B-9452-F8D6-4303-B6C96DC7C196}"/>
                  </a:ext>
                </a:extLst>
              </p:cNvPr>
              <p:cNvSpPr>
                <a:spLocks/>
              </p:cNvSpPr>
              <p:nvPr/>
            </p:nvSpPr>
            <p:spPr bwMode="auto">
              <a:xfrm>
                <a:off x="7834" y="6962"/>
                <a:ext cx="67" cy="55"/>
              </a:xfrm>
              <a:custGeom>
                <a:avLst/>
                <a:gdLst>
                  <a:gd name="T0" fmla="+- 0 7894 7834"/>
                  <a:gd name="T1" fmla="*/ T0 w 67"/>
                  <a:gd name="T2" fmla="+- 0 6969 6962"/>
                  <a:gd name="T3" fmla="*/ 6969 h 55"/>
                  <a:gd name="T4" fmla="+- 0 7884 7834"/>
                  <a:gd name="T5" fmla="*/ T4 w 67"/>
                  <a:gd name="T6" fmla="+- 0 6969 6962"/>
                  <a:gd name="T7" fmla="*/ 6969 h 55"/>
                  <a:gd name="T8" fmla="+- 0 7886 7834"/>
                  <a:gd name="T9" fmla="*/ T8 w 67"/>
                  <a:gd name="T10" fmla="+- 0 6969 6962"/>
                  <a:gd name="T11" fmla="*/ 6969 h 55"/>
                  <a:gd name="T12" fmla="+- 0 7887 7834"/>
                  <a:gd name="T13" fmla="*/ T12 w 67"/>
                  <a:gd name="T14" fmla="+- 0 6971 6962"/>
                  <a:gd name="T15" fmla="*/ 6971 h 55"/>
                  <a:gd name="T16" fmla="+- 0 7887 7834"/>
                  <a:gd name="T17" fmla="*/ T16 w 67"/>
                  <a:gd name="T18" fmla="+- 0 6972 6962"/>
                  <a:gd name="T19" fmla="*/ 6972 h 55"/>
                  <a:gd name="T20" fmla="+- 0 7887 7834"/>
                  <a:gd name="T21" fmla="*/ T20 w 67"/>
                  <a:gd name="T22" fmla="+- 0 7013 6962"/>
                  <a:gd name="T23" fmla="*/ 7013 h 55"/>
                  <a:gd name="T24" fmla="+- 0 7881 7834"/>
                  <a:gd name="T25" fmla="*/ T24 w 67"/>
                  <a:gd name="T26" fmla="+- 0 7015 6962"/>
                  <a:gd name="T27" fmla="*/ 7015 h 55"/>
                  <a:gd name="T28" fmla="+- 0 7881 7834"/>
                  <a:gd name="T29" fmla="*/ T28 w 67"/>
                  <a:gd name="T30" fmla="+- 0 7017 6962"/>
                  <a:gd name="T31" fmla="*/ 7017 h 55"/>
                  <a:gd name="T32" fmla="+- 0 7901 7834"/>
                  <a:gd name="T33" fmla="*/ T32 w 67"/>
                  <a:gd name="T34" fmla="+- 0 7017 6962"/>
                  <a:gd name="T35" fmla="*/ 7017 h 55"/>
                  <a:gd name="T36" fmla="+- 0 7901 7834"/>
                  <a:gd name="T37" fmla="*/ T36 w 67"/>
                  <a:gd name="T38" fmla="+- 0 7015 6962"/>
                  <a:gd name="T39" fmla="*/ 7015 h 55"/>
                  <a:gd name="T40" fmla="+- 0 7898 7834"/>
                  <a:gd name="T41" fmla="*/ T40 w 67"/>
                  <a:gd name="T42" fmla="+- 0 7015 6962"/>
                  <a:gd name="T43" fmla="*/ 7015 h 55"/>
                  <a:gd name="T44" fmla="+- 0 7897 7834"/>
                  <a:gd name="T45" fmla="*/ T44 w 67"/>
                  <a:gd name="T46" fmla="+- 0 7015 6962"/>
                  <a:gd name="T47" fmla="*/ 7015 h 55"/>
                  <a:gd name="T48" fmla="+- 0 7896 7834"/>
                  <a:gd name="T49" fmla="*/ T48 w 67"/>
                  <a:gd name="T50" fmla="+- 0 7015 6962"/>
                  <a:gd name="T51" fmla="*/ 7015 h 55"/>
                  <a:gd name="T52" fmla="+- 0 7894 7834"/>
                  <a:gd name="T53" fmla="*/ T52 w 67"/>
                  <a:gd name="T54" fmla="+- 0 7013 6962"/>
                  <a:gd name="T55" fmla="*/ 7013 h 55"/>
                  <a:gd name="T56" fmla="+- 0 7894 7834"/>
                  <a:gd name="T57" fmla="*/ T56 w 67"/>
                  <a:gd name="T58" fmla="+- 0 7013 6962"/>
                  <a:gd name="T59" fmla="*/ 7013 h 55"/>
                  <a:gd name="T60" fmla="+- 0 7894 7834"/>
                  <a:gd name="T61" fmla="*/ T60 w 67"/>
                  <a:gd name="T62" fmla="+- 0 6969 6962"/>
                  <a:gd name="T63" fmla="*/ 696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7" h="55">
                    <a:moveTo>
                      <a:pt x="60" y="7"/>
                    </a:moveTo>
                    <a:lnTo>
                      <a:pt x="50" y="7"/>
                    </a:lnTo>
                    <a:lnTo>
                      <a:pt x="52" y="7"/>
                    </a:lnTo>
                    <a:lnTo>
                      <a:pt x="53" y="9"/>
                    </a:lnTo>
                    <a:lnTo>
                      <a:pt x="53" y="10"/>
                    </a:lnTo>
                    <a:lnTo>
                      <a:pt x="53" y="51"/>
                    </a:lnTo>
                    <a:lnTo>
                      <a:pt x="47" y="53"/>
                    </a:lnTo>
                    <a:lnTo>
                      <a:pt x="47" y="55"/>
                    </a:lnTo>
                    <a:lnTo>
                      <a:pt x="67" y="55"/>
                    </a:lnTo>
                    <a:lnTo>
                      <a:pt x="67" y="53"/>
                    </a:lnTo>
                    <a:lnTo>
                      <a:pt x="64" y="53"/>
                    </a:lnTo>
                    <a:lnTo>
                      <a:pt x="63" y="53"/>
                    </a:lnTo>
                    <a:lnTo>
                      <a:pt x="62" y="53"/>
                    </a:lnTo>
                    <a:lnTo>
                      <a:pt x="60" y="51"/>
                    </a:lnTo>
                    <a:lnTo>
                      <a:pt x="6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8" name="Freeform 5806">
                <a:extLst>
                  <a:ext uri="{FF2B5EF4-FFF2-40B4-BE49-F238E27FC236}">
                    <a16:creationId xmlns:a16="http://schemas.microsoft.com/office/drawing/2014/main" id="{80EB722B-DCE9-5900-A929-E892264C4DBE}"/>
                  </a:ext>
                </a:extLst>
              </p:cNvPr>
              <p:cNvSpPr>
                <a:spLocks/>
              </p:cNvSpPr>
              <p:nvPr/>
            </p:nvSpPr>
            <p:spPr bwMode="auto">
              <a:xfrm>
                <a:off x="7834" y="6962"/>
                <a:ext cx="67" cy="55"/>
              </a:xfrm>
              <a:custGeom>
                <a:avLst/>
                <a:gdLst>
                  <a:gd name="T0" fmla="+- 0 7894 7834"/>
                  <a:gd name="T1" fmla="*/ T0 w 67"/>
                  <a:gd name="T2" fmla="+- 0 6962 6962"/>
                  <a:gd name="T3" fmla="*/ 6962 h 55"/>
                  <a:gd name="T4" fmla="+- 0 7893 7834"/>
                  <a:gd name="T5" fmla="*/ T4 w 67"/>
                  <a:gd name="T6" fmla="+- 0 6962 6962"/>
                  <a:gd name="T7" fmla="*/ 6962 h 55"/>
                  <a:gd name="T8" fmla="+- 0 7880 7834"/>
                  <a:gd name="T9" fmla="*/ T8 w 67"/>
                  <a:gd name="T10" fmla="+- 0 6969 6962"/>
                  <a:gd name="T11" fmla="*/ 6969 h 55"/>
                  <a:gd name="T12" fmla="+- 0 7880 7834"/>
                  <a:gd name="T13" fmla="*/ T12 w 67"/>
                  <a:gd name="T14" fmla="+- 0 6970 6962"/>
                  <a:gd name="T15" fmla="*/ 6970 h 55"/>
                  <a:gd name="T16" fmla="+- 0 7884 7834"/>
                  <a:gd name="T17" fmla="*/ T16 w 67"/>
                  <a:gd name="T18" fmla="+- 0 6969 6962"/>
                  <a:gd name="T19" fmla="*/ 6969 h 55"/>
                  <a:gd name="T20" fmla="+- 0 7894 7834"/>
                  <a:gd name="T21" fmla="*/ T20 w 67"/>
                  <a:gd name="T22" fmla="+- 0 6969 6962"/>
                  <a:gd name="T23" fmla="*/ 6969 h 55"/>
                  <a:gd name="T24" fmla="+- 0 7894 7834"/>
                  <a:gd name="T25" fmla="*/ T24 w 67"/>
                  <a:gd name="T26" fmla="+- 0 6962 6962"/>
                  <a:gd name="T27" fmla="*/ 6962 h 55"/>
                </a:gdLst>
                <a:ahLst/>
                <a:cxnLst>
                  <a:cxn ang="0">
                    <a:pos x="T1" y="T3"/>
                  </a:cxn>
                  <a:cxn ang="0">
                    <a:pos x="T5" y="T7"/>
                  </a:cxn>
                  <a:cxn ang="0">
                    <a:pos x="T9" y="T11"/>
                  </a:cxn>
                  <a:cxn ang="0">
                    <a:pos x="T13" y="T15"/>
                  </a:cxn>
                  <a:cxn ang="0">
                    <a:pos x="T17" y="T19"/>
                  </a:cxn>
                  <a:cxn ang="0">
                    <a:pos x="T21" y="T23"/>
                  </a:cxn>
                  <a:cxn ang="0">
                    <a:pos x="T25" y="T27"/>
                  </a:cxn>
                </a:cxnLst>
                <a:rect l="0" t="0" r="r" b="b"/>
                <a:pathLst>
                  <a:path w="67" h="55">
                    <a:moveTo>
                      <a:pt x="60" y="0"/>
                    </a:moveTo>
                    <a:lnTo>
                      <a:pt x="59" y="0"/>
                    </a:lnTo>
                    <a:lnTo>
                      <a:pt x="46" y="7"/>
                    </a:lnTo>
                    <a:lnTo>
                      <a:pt x="46" y="8"/>
                    </a:lnTo>
                    <a:lnTo>
                      <a:pt x="50" y="7"/>
                    </a:lnTo>
                    <a:lnTo>
                      <a:pt x="60" y="7"/>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2" name="Group 471">
              <a:extLst>
                <a:ext uri="{FF2B5EF4-FFF2-40B4-BE49-F238E27FC236}">
                  <a16:creationId xmlns:a16="http://schemas.microsoft.com/office/drawing/2014/main" id="{18AB0049-8CEC-9035-B53F-F5FF67C304CD}"/>
                </a:ext>
              </a:extLst>
            </p:cNvPr>
            <p:cNvGrpSpPr>
              <a:grpSpLocks/>
            </p:cNvGrpSpPr>
            <p:nvPr/>
          </p:nvGrpSpPr>
          <p:grpSpPr bwMode="auto">
            <a:xfrm>
              <a:off x="8328" y="6962"/>
              <a:ext cx="37" cy="55"/>
              <a:chOff x="8328" y="6962"/>
              <a:chExt cx="37" cy="55"/>
            </a:xfrm>
          </p:grpSpPr>
          <p:sp>
            <p:nvSpPr>
              <p:cNvPr id="671" name="Freeform 5808">
                <a:extLst>
                  <a:ext uri="{FF2B5EF4-FFF2-40B4-BE49-F238E27FC236}">
                    <a16:creationId xmlns:a16="http://schemas.microsoft.com/office/drawing/2014/main" id="{4F7EE32A-6658-FFDE-82F9-8D3401E72A78}"/>
                  </a:ext>
                </a:extLst>
              </p:cNvPr>
              <p:cNvSpPr>
                <a:spLocks/>
              </p:cNvSpPr>
              <p:nvPr/>
            </p:nvSpPr>
            <p:spPr bwMode="auto">
              <a:xfrm>
                <a:off x="8328" y="6962"/>
                <a:ext cx="37" cy="55"/>
              </a:xfrm>
              <a:custGeom>
                <a:avLst/>
                <a:gdLst>
                  <a:gd name="T0" fmla="+- 0 8357 8328"/>
                  <a:gd name="T1" fmla="*/ T0 w 37"/>
                  <a:gd name="T2" fmla="+- 0 7003 6962"/>
                  <a:gd name="T3" fmla="*/ 7003 h 55"/>
                  <a:gd name="T4" fmla="+- 0 8350 8328"/>
                  <a:gd name="T5" fmla="*/ T4 w 37"/>
                  <a:gd name="T6" fmla="+- 0 7003 6962"/>
                  <a:gd name="T7" fmla="*/ 7003 h 55"/>
                  <a:gd name="T8" fmla="+- 0 8350 8328"/>
                  <a:gd name="T9" fmla="*/ T8 w 37"/>
                  <a:gd name="T10" fmla="+- 0 7017 6962"/>
                  <a:gd name="T11" fmla="*/ 7017 h 55"/>
                  <a:gd name="T12" fmla="+- 0 8357 8328"/>
                  <a:gd name="T13" fmla="*/ T12 w 37"/>
                  <a:gd name="T14" fmla="+- 0 7017 6962"/>
                  <a:gd name="T15" fmla="*/ 7017 h 55"/>
                  <a:gd name="T16" fmla="+- 0 8357 8328"/>
                  <a:gd name="T17" fmla="*/ T16 w 37"/>
                  <a:gd name="T18" fmla="+- 0 7003 6962"/>
                  <a:gd name="T19" fmla="*/ 7003 h 55"/>
                </a:gdLst>
                <a:ahLst/>
                <a:cxnLst>
                  <a:cxn ang="0">
                    <a:pos x="T1" y="T3"/>
                  </a:cxn>
                  <a:cxn ang="0">
                    <a:pos x="T5" y="T7"/>
                  </a:cxn>
                  <a:cxn ang="0">
                    <a:pos x="T9" y="T11"/>
                  </a:cxn>
                  <a:cxn ang="0">
                    <a:pos x="T13" y="T15"/>
                  </a:cxn>
                  <a:cxn ang="0">
                    <a:pos x="T17" y="T19"/>
                  </a:cxn>
                </a:cxnLst>
                <a:rect l="0" t="0" r="r" b="b"/>
                <a:pathLst>
                  <a:path w="37" h="55">
                    <a:moveTo>
                      <a:pt x="29" y="41"/>
                    </a:moveTo>
                    <a:lnTo>
                      <a:pt x="22" y="41"/>
                    </a:lnTo>
                    <a:lnTo>
                      <a:pt x="22" y="55"/>
                    </a:lnTo>
                    <a:lnTo>
                      <a:pt x="29" y="55"/>
                    </a:lnTo>
                    <a:lnTo>
                      <a:pt x="2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2" name="Freeform 5809">
                <a:extLst>
                  <a:ext uri="{FF2B5EF4-FFF2-40B4-BE49-F238E27FC236}">
                    <a16:creationId xmlns:a16="http://schemas.microsoft.com/office/drawing/2014/main" id="{A89BA210-BA09-0EED-02D8-F0A11940AE64}"/>
                  </a:ext>
                </a:extLst>
              </p:cNvPr>
              <p:cNvSpPr>
                <a:spLocks/>
              </p:cNvSpPr>
              <p:nvPr/>
            </p:nvSpPr>
            <p:spPr bwMode="auto">
              <a:xfrm>
                <a:off x="8328" y="6962"/>
                <a:ext cx="37" cy="55"/>
              </a:xfrm>
              <a:custGeom>
                <a:avLst/>
                <a:gdLst>
                  <a:gd name="T0" fmla="+- 0 8357 8328"/>
                  <a:gd name="T1" fmla="*/ T0 w 37"/>
                  <a:gd name="T2" fmla="+- 0 6962 6962"/>
                  <a:gd name="T3" fmla="*/ 6962 h 55"/>
                  <a:gd name="T4" fmla="+- 0 8352 8328"/>
                  <a:gd name="T5" fmla="*/ T4 w 37"/>
                  <a:gd name="T6" fmla="+- 0 6962 6962"/>
                  <a:gd name="T7" fmla="*/ 6962 h 55"/>
                  <a:gd name="T8" fmla="+- 0 8328 8328"/>
                  <a:gd name="T9" fmla="*/ T8 w 37"/>
                  <a:gd name="T10" fmla="+- 0 6998 6962"/>
                  <a:gd name="T11" fmla="*/ 6998 h 55"/>
                  <a:gd name="T12" fmla="+- 0 8328 8328"/>
                  <a:gd name="T13" fmla="*/ T12 w 37"/>
                  <a:gd name="T14" fmla="+- 0 7003 6962"/>
                  <a:gd name="T15" fmla="*/ 7003 h 55"/>
                  <a:gd name="T16" fmla="+- 0 8364 8328"/>
                  <a:gd name="T17" fmla="*/ T16 w 37"/>
                  <a:gd name="T18" fmla="+- 0 7003 6962"/>
                  <a:gd name="T19" fmla="*/ 7003 h 55"/>
                  <a:gd name="T20" fmla="+- 0 8364 8328"/>
                  <a:gd name="T21" fmla="*/ T20 w 37"/>
                  <a:gd name="T22" fmla="+- 0 6997 6962"/>
                  <a:gd name="T23" fmla="*/ 6997 h 55"/>
                  <a:gd name="T24" fmla="+- 0 8332 8328"/>
                  <a:gd name="T25" fmla="*/ T24 w 37"/>
                  <a:gd name="T26" fmla="+- 0 6997 6962"/>
                  <a:gd name="T27" fmla="*/ 6997 h 55"/>
                  <a:gd name="T28" fmla="+- 0 8350 8328"/>
                  <a:gd name="T29" fmla="*/ T28 w 37"/>
                  <a:gd name="T30" fmla="+- 0 6971 6962"/>
                  <a:gd name="T31" fmla="*/ 6971 h 55"/>
                  <a:gd name="T32" fmla="+- 0 8357 8328"/>
                  <a:gd name="T33" fmla="*/ T32 w 37"/>
                  <a:gd name="T34" fmla="+- 0 6971 6962"/>
                  <a:gd name="T35" fmla="*/ 6971 h 55"/>
                  <a:gd name="T36" fmla="+- 0 8357 8328"/>
                  <a:gd name="T37" fmla="*/ T36 w 37"/>
                  <a:gd name="T38" fmla="+- 0 6962 6962"/>
                  <a:gd name="T39" fmla="*/ 6962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37" h="55">
                    <a:moveTo>
                      <a:pt x="29" y="0"/>
                    </a:moveTo>
                    <a:lnTo>
                      <a:pt x="24" y="0"/>
                    </a:lnTo>
                    <a:lnTo>
                      <a:pt x="0" y="36"/>
                    </a:lnTo>
                    <a:lnTo>
                      <a:pt x="0" y="41"/>
                    </a:lnTo>
                    <a:lnTo>
                      <a:pt x="36" y="41"/>
                    </a:lnTo>
                    <a:lnTo>
                      <a:pt x="36" y="35"/>
                    </a:lnTo>
                    <a:lnTo>
                      <a:pt x="4" y="35"/>
                    </a:lnTo>
                    <a:lnTo>
                      <a:pt x="22" y="9"/>
                    </a:lnTo>
                    <a:lnTo>
                      <a:pt x="29" y="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3" name="Freeform 5810">
                <a:extLst>
                  <a:ext uri="{FF2B5EF4-FFF2-40B4-BE49-F238E27FC236}">
                    <a16:creationId xmlns:a16="http://schemas.microsoft.com/office/drawing/2014/main" id="{1BFC1CF3-334A-12F9-7C89-C9A3A5196FF2}"/>
                  </a:ext>
                </a:extLst>
              </p:cNvPr>
              <p:cNvSpPr>
                <a:spLocks/>
              </p:cNvSpPr>
              <p:nvPr/>
            </p:nvSpPr>
            <p:spPr bwMode="auto">
              <a:xfrm>
                <a:off x="8328" y="6962"/>
                <a:ext cx="37" cy="55"/>
              </a:xfrm>
              <a:custGeom>
                <a:avLst/>
                <a:gdLst>
                  <a:gd name="T0" fmla="+- 0 8357 8328"/>
                  <a:gd name="T1" fmla="*/ T0 w 37"/>
                  <a:gd name="T2" fmla="+- 0 6971 6962"/>
                  <a:gd name="T3" fmla="*/ 6971 h 55"/>
                  <a:gd name="T4" fmla="+- 0 8350 8328"/>
                  <a:gd name="T5" fmla="*/ T4 w 37"/>
                  <a:gd name="T6" fmla="+- 0 6971 6962"/>
                  <a:gd name="T7" fmla="*/ 6971 h 55"/>
                  <a:gd name="T8" fmla="+- 0 8350 8328"/>
                  <a:gd name="T9" fmla="*/ T8 w 37"/>
                  <a:gd name="T10" fmla="+- 0 6997 6962"/>
                  <a:gd name="T11" fmla="*/ 6997 h 55"/>
                  <a:gd name="T12" fmla="+- 0 8357 8328"/>
                  <a:gd name="T13" fmla="*/ T12 w 37"/>
                  <a:gd name="T14" fmla="+- 0 6997 6962"/>
                  <a:gd name="T15" fmla="*/ 6997 h 55"/>
                  <a:gd name="T16" fmla="+- 0 8357 8328"/>
                  <a:gd name="T17" fmla="*/ T16 w 37"/>
                  <a:gd name="T18" fmla="+- 0 6971 6962"/>
                  <a:gd name="T19" fmla="*/ 6971 h 55"/>
                </a:gdLst>
                <a:ahLst/>
                <a:cxnLst>
                  <a:cxn ang="0">
                    <a:pos x="T1" y="T3"/>
                  </a:cxn>
                  <a:cxn ang="0">
                    <a:pos x="T5" y="T7"/>
                  </a:cxn>
                  <a:cxn ang="0">
                    <a:pos x="T9" y="T11"/>
                  </a:cxn>
                  <a:cxn ang="0">
                    <a:pos x="T13" y="T15"/>
                  </a:cxn>
                  <a:cxn ang="0">
                    <a:pos x="T17" y="T19"/>
                  </a:cxn>
                </a:cxnLst>
                <a:rect l="0" t="0" r="r" b="b"/>
                <a:pathLst>
                  <a:path w="37" h="55">
                    <a:moveTo>
                      <a:pt x="29" y="9"/>
                    </a:moveTo>
                    <a:lnTo>
                      <a:pt x="22" y="9"/>
                    </a:lnTo>
                    <a:lnTo>
                      <a:pt x="22" y="35"/>
                    </a:lnTo>
                    <a:lnTo>
                      <a:pt x="29" y="35"/>
                    </a:lnTo>
                    <a:lnTo>
                      <a:pt x="2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3" name="Group 472">
              <a:extLst>
                <a:ext uri="{FF2B5EF4-FFF2-40B4-BE49-F238E27FC236}">
                  <a16:creationId xmlns:a16="http://schemas.microsoft.com/office/drawing/2014/main" id="{028BC838-2C87-A5A7-C7FC-71F0CB602014}"/>
                </a:ext>
              </a:extLst>
            </p:cNvPr>
            <p:cNvGrpSpPr>
              <a:grpSpLocks/>
            </p:cNvGrpSpPr>
            <p:nvPr/>
          </p:nvGrpSpPr>
          <p:grpSpPr bwMode="auto">
            <a:xfrm>
              <a:off x="8792" y="6962"/>
              <a:ext cx="21" cy="55"/>
              <a:chOff x="8792" y="6962"/>
              <a:chExt cx="21" cy="55"/>
            </a:xfrm>
          </p:grpSpPr>
          <p:sp>
            <p:nvSpPr>
              <p:cNvPr id="669" name="Freeform 5812">
                <a:extLst>
                  <a:ext uri="{FF2B5EF4-FFF2-40B4-BE49-F238E27FC236}">
                    <a16:creationId xmlns:a16="http://schemas.microsoft.com/office/drawing/2014/main" id="{55E49B8F-1541-EA5A-A363-CD63502B4B20}"/>
                  </a:ext>
                </a:extLst>
              </p:cNvPr>
              <p:cNvSpPr>
                <a:spLocks/>
              </p:cNvSpPr>
              <p:nvPr/>
            </p:nvSpPr>
            <p:spPr bwMode="auto">
              <a:xfrm>
                <a:off x="8792" y="6962"/>
                <a:ext cx="21" cy="55"/>
              </a:xfrm>
              <a:custGeom>
                <a:avLst/>
                <a:gdLst>
                  <a:gd name="T0" fmla="+- 0 8807 8792"/>
                  <a:gd name="T1" fmla="*/ T0 w 21"/>
                  <a:gd name="T2" fmla="+- 0 6969 6962"/>
                  <a:gd name="T3" fmla="*/ 6969 h 55"/>
                  <a:gd name="T4" fmla="+- 0 8797 8792"/>
                  <a:gd name="T5" fmla="*/ T4 w 21"/>
                  <a:gd name="T6" fmla="+- 0 6969 6962"/>
                  <a:gd name="T7" fmla="*/ 6969 h 55"/>
                  <a:gd name="T8" fmla="+- 0 8799 8792"/>
                  <a:gd name="T9" fmla="*/ T8 w 21"/>
                  <a:gd name="T10" fmla="+- 0 6969 6962"/>
                  <a:gd name="T11" fmla="*/ 6969 h 55"/>
                  <a:gd name="T12" fmla="+- 0 8800 8792"/>
                  <a:gd name="T13" fmla="*/ T12 w 21"/>
                  <a:gd name="T14" fmla="+- 0 6971 6962"/>
                  <a:gd name="T15" fmla="*/ 6971 h 55"/>
                  <a:gd name="T16" fmla="+- 0 8800 8792"/>
                  <a:gd name="T17" fmla="*/ T16 w 21"/>
                  <a:gd name="T18" fmla="+- 0 6972 6962"/>
                  <a:gd name="T19" fmla="*/ 6972 h 55"/>
                  <a:gd name="T20" fmla="+- 0 8800 8792"/>
                  <a:gd name="T21" fmla="*/ T20 w 21"/>
                  <a:gd name="T22" fmla="+- 0 7013 6962"/>
                  <a:gd name="T23" fmla="*/ 7013 h 55"/>
                  <a:gd name="T24" fmla="+- 0 8800 8792"/>
                  <a:gd name="T25" fmla="*/ T24 w 21"/>
                  <a:gd name="T26" fmla="+- 0 7013 6962"/>
                  <a:gd name="T27" fmla="*/ 7013 h 55"/>
                  <a:gd name="T28" fmla="+- 0 8798 8792"/>
                  <a:gd name="T29" fmla="*/ T28 w 21"/>
                  <a:gd name="T30" fmla="+- 0 7015 6962"/>
                  <a:gd name="T31" fmla="*/ 7015 h 55"/>
                  <a:gd name="T32" fmla="+- 0 8797 8792"/>
                  <a:gd name="T33" fmla="*/ T32 w 21"/>
                  <a:gd name="T34" fmla="+- 0 7015 6962"/>
                  <a:gd name="T35" fmla="*/ 7015 h 55"/>
                  <a:gd name="T36" fmla="+- 0 8796 8792"/>
                  <a:gd name="T37" fmla="*/ T36 w 21"/>
                  <a:gd name="T38" fmla="+- 0 7015 6962"/>
                  <a:gd name="T39" fmla="*/ 7015 h 55"/>
                  <a:gd name="T40" fmla="+- 0 8793 8792"/>
                  <a:gd name="T41" fmla="*/ T40 w 21"/>
                  <a:gd name="T42" fmla="+- 0 7015 6962"/>
                  <a:gd name="T43" fmla="*/ 7015 h 55"/>
                  <a:gd name="T44" fmla="+- 0 8793 8792"/>
                  <a:gd name="T45" fmla="*/ T44 w 21"/>
                  <a:gd name="T46" fmla="+- 0 7017 6962"/>
                  <a:gd name="T47" fmla="*/ 7017 h 55"/>
                  <a:gd name="T48" fmla="+- 0 8813 8792"/>
                  <a:gd name="T49" fmla="*/ T48 w 21"/>
                  <a:gd name="T50" fmla="+- 0 7017 6962"/>
                  <a:gd name="T51" fmla="*/ 7017 h 55"/>
                  <a:gd name="T52" fmla="+- 0 8813 8792"/>
                  <a:gd name="T53" fmla="*/ T52 w 21"/>
                  <a:gd name="T54" fmla="+- 0 7015 6962"/>
                  <a:gd name="T55" fmla="*/ 7015 h 55"/>
                  <a:gd name="T56" fmla="+- 0 8811 8792"/>
                  <a:gd name="T57" fmla="*/ T56 w 21"/>
                  <a:gd name="T58" fmla="+- 0 7015 6962"/>
                  <a:gd name="T59" fmla="*/ 7015 h 55"/>
                  <a:gd name="T60" fmla="+- 0 8809 8792"/>
                  <a:gd name="T61" fmla="*/ T60 w 21"/>
                  <a:gd name="T62" fmla="+- 0 7015 6962"/>
                  <a:gd name="T63" fmla="*/ 7015 h 55"/>
                  <a:gd name="T64" fmla="+- 0 8809 8792"/>
                  <a:gd name="T65" fmla="*/ T64 w 21"/>
                  <a:gd name="T66" fmla="+- 0 7015 6962"/>
                  <a:gd name="T67" fmla="*/ 7015 h 55"/>
                  <a:gd name="T68" fmla="+- 0 8807 8792"/>
                  <a:gd name="T69" fmla="*/ T68 w 21"/>
                  <a:gd name="T70" fmla="+- 0 7013 6962"/>
                  <a:gd name="T71" fmla="*/ 7013 h 55"/>
                  <a:gd name="T72" fmla="+- 0 8807 8792"/>
                  <a:gd name="T73" fmla="*/ T72 w 21"/>
                  <a:gd name="T74" fmla="+- 0 7013 6962"/>
                  <a:gd name="T75" fmla="*/ 7013 h 55"/>
                  <a:gd name="T76" fmla="+- 0 8807 8792"/>
                  <a:gd name="T77" fmla="*/ T76 w 21"/>
                  <a:gd name="T78" fmla="+- 0 6969 6962"/>
                  <a:gd name="T79" fmla="*/ 696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 h="55">
                    <a:moveTo>
                      <a:pt x="15" y="7"/>
                    </a:moveTo>
                    <a:lnTo>
                      <a:pt x="5" y="7"/>
                    </a:lnTo>
                    <a:lnTo>
                      <a:pt x="7" y="7"/>
                    </a:lnTo>
                    <a:lnTo>
                      <a:pt x="8" y="9"/>
                    </a:lnTo>
                    <a:lnTo>
                      <a:pt x="8" y="10"/>
                    </a:lnTo>
                    <a:lnTo>
                      <a:pt x="8" y="51"/>
                    </a:lnTo>
                    <a:lnTo>
                      <a:pt x="6" y="53"/>
                    </a:lnTo>
                    <a:lnTo>
                      <a:pt x="5" y="53"/>
                    </a:lnTo>
                    <a:lnTo>
                      <a:pt x="4" y="53"/>
                    </a:lnTo>
                    <a:lnTo>
                      <a:pt x="1" y="53"/>
                    </a:lnTo>
                    <a:lnTo>
                      <a:pt x="1" y="55"/>
                    </a:lnTo>
                    <a:lnTo>
                      <a:pt x="21" y="55"/>
                    </a:lnTo>
                    <a:lnTo>
                      <a:pt x="21" y="53"/>
                    </a:lnTo>
                    <a:lnTo>
                      <a:pt x="19" y="53"/>
                    </a:lnTo>
                    <a:lnTo>
                      <a:pt x="17" y="53"/>
                    </a:lnTo>
                    <a:lnTo>
                      <a:pt x="15" y="51"/>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70" name="Freeform 5813">
                <a:extLst>
                  <a:ext uri="{FF2B5EF4-FFF2-40B4-BE49-F238E27FC236}">
                    <a16:creationId xmlns:a16="http://schemas.microsoft.com/office/drawing/2014/main" id="{A2F0CADC-7812-3CAD-C16C-6C41A2F5063D}"/>
                  </a:ext>
                </a:extLst>
              </p:cNvPr>
              <p:cNvSpPr>
                <a:spLocks/>
              </p:cNvSpPr>
              <p:nvPr/>
            </p:nvSpPr>
            <p:spPr bwMode="auto">
              <a:xfrm>
                <a:off x="8792" y="6962"/>
                <a:ext cx="21" cy="55"/>
              </a:xfrm>
              <a:custGeom>
                <a:avLst/>
                <a:gdLst>
                  <a:gd name="T0" fmla="+- 0 8807 8792"/>
                  <a:gd name="T1" fmla="*/ T0 w 21"/>
                  <a:gd name="T2" fmla="+- 0 6962 6962"/>
                  <a:gd name="T3" fmla="*/ 6962 h 55"/>
                  <a:gd name="T4" fmla="+- 0 8805 8792"/>
                  <a:gd name="T5" fmla="*/ T4 w 21"/>
                  <a:gd name="T6" fmla="+- 0 6962 6962"/>
                  <a:gd name="T7" fmla="*/ 6962 h 55"/>
                  <a:gd name="T8" fmla="+- 0 8792 8792"/>
                  <a:gd name="T9" fmla="*/ T8 w 21"/>
                  <a:gd name="T10" fmla="+- 0 6969 6962"/>
                  <a:gd name="T11" fmla="*/ 6969 h 55"/>
                  <a:gd name="T12" fmla="+- 0 8793 8792"/>
                  <a:gd name="T13" fmla="*/ T12 w 21"/>
                  <a:gd name="T14" fmla="+- 0 6970 6962"/>
                  <a:gd name="T15" fmla="*/ 6970 h 55"/>
                  <a:gd name="T16" fmla="+- 0 8797 8792"/>
                  <a:gd name="T17" fmla="*/ T16 w 21"/>
                  <a:gd name="T18" fmla="+- 0 6969 6962"/>
                  <a:gd name="T19" fmla="*/ 6969 h 55"/>
                  <a:gd name="T20" fmla="+- 0 8807 8792"/>
                  <a:gd name="T21" fmla="*/ T20 w 21"/>
                  <a:gd name="T22" fmla="+- 0 6969 6962"/>
                  <a:gd name="T23" fmla="*/ 6969 h 55"/>
                  <a:gd name="T24" fmla="+- 0 8807 8792"/>
                  <a:gd name="T25" fmla="*/ T24 w 21"/>
                  <a:gd name="T26" fmla="+- 0 6962 6962"/>
                  <a:gd name="T27" fmla="*/ 6962 h 55"/>
                </a:gdLst>
                <a:ahLst/>
                <a:cxnLst>
                  <a:cxn ang="0">
                    <a:pos x="T1" y="T3"/>
                  </a:cxn>
                  <a:cxn ang="0">
                    <a:pos x="T5" y="T7"/>
                  </a:cxn>
                  <a:cxn ang="0">
                    <a:pos x="T9" y="T11"/>
                  </a:cxn>
                  <a:cxn ang="0">
                    <a:pos x="T13" y="T15"/>
                  </a:cxn>
                  <a:cxn ang="0">
                    <a:pos x="T17" y="T19"/>
                  </a:cxn>
                  <a:cxn ang="0">
                    <a:pos x="T21" y="T23"/>
                  </a:cxn>
                  <a:cxn ang="0">
                    <a:pos x="T25" y="T27"/>
                  </a:cxn>
                </a:cxnLst>
                <a:rect l="0" t="0" r="r" b="b"/>
                <a:pathLst>
                  <a:path w="21" h="55">
                    <a:moveTo>
                      <a:pt x="15" y="0"/>
                    </a:moveTo>
                    <a:lnTo>
                      <a:pt x="13" y="0"/>
                    </a:lnTo>
                    <a:lnTo>
                      <a:pt x="0" y="7"/>
                    </a:lnTo>
                    <a:lnTo>
                      <a:pt x="1" y="8"/>
                    </a:lnTo>
                    <a:lnTo>
                      <a:pt x="5" y="7"/>
                    </a:lnTo>
                    <a:lnTo>
                      <a:pt x="15" y="7"/>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4" name="Group 473">
              <a:extLst>
                <a:ext uri="{FF2B5EF4-FFF2-40B4-BE49-F238E27FC236}">
                  <a16:creationId xmlns:a16="http://schemas.microsoft.com/office/drawing/2014/main" id="{65913D7D-72F1-0FDB-90A8-B876677A088D}"/>
                </a:ext>
              </a:extLst>
            </p:cNvPr>
            <p:cNvGrpSpPr>
              <a:grpSpLocks/>
            </p:cNvGrpSpPr>
            <p:nvPr/>
          </p:nvGrpSpPr>
          <p:grpSpPr bwMode="auto">
            <a:xfrm>
              <a:off x="124" y="6962"/>
              <a:ext cx="9153" cy="335"/>
              <a:chOff x="124" y="6962"/>
              <a:chExt cx="9153" cy="335"/>
            </a:xfrm>
          </p:grpSpPr>
          <p:sp>
            <p:nvSpPr>
              <p:cNvPr id="666" name="Freeform 5815">
                <a:extLst>
                  <a:ext uri="{FF2B5EF4-FFF2-40B4-BE49-F238E27FC236}">
                    <a16:creationId xmlns:a16="http://schemas.microsoft.com/office/drawing/2014/main" id="{CCDFEF70-85F3-0BFE-F4EB-4A7171E88005}"/>
                  </a:ext>
                </a:extLst>
              </p:cNvPr>
              <p:cNvSpPr>
                <a:spLocks/>
              </p:cNvSpPr>
              <p:nvPr/>
            </p:nvSpPr>
            <p:spPr bwMode="auto">
              <a:xfrm>
                <a:off x="9242" y="6962"/>
                <a:ext cx="35" cy="56"/>
              </a:xfrm>
              <a:custGeom>
                <a:avLst/>
                <a:gdLst>
                  <a:gd name="T0" fmla="+- 0 9263 9242"/>
                  <a:gd name="T1" fmla="*/ T0 w 35"/>
                  <a:gd name="T2" fmla="+- 0 6962 6962"/>
                  <a:gd name="T3" fmla="*/ 6962 h 56"/>
                  <a:gd name="T4" fmla="+- 0 9257 9242"/>
                  <a:gd name="T5" fmla="*/ T4 w 35"/>
                  <a:gd name="T6" fmla="+- 0 6962 6962"/>
                  <a:gd name="T7" fmla="*/ 6962 h 56"/>
                  <a:gd name="T8" fmla="+- 0 9254 9242"/>
                  <a:gd name="T9" fmla="*/ T8 w 35"/>
                  <a:gd name="T10" fmla="+- 0 6963 6962"/>
                  <a:gd name="T11" fmla="*/ 6963 h 56"/>
                  <a:gd name="T12" fmla="+- 0 9249 9242"/>
                  <a:gd name="T13" fmla="*/ T12 w 35"/>
                  <a:gd name="T14" fmla="+- 0 6967 6962"/>
                  <a:gd name="T15" fmla="*/ 6967 h 56"/>
                  <a:gd name="T16" fmla="+- 0 9247 9242"/>
                  <a:gd name="T17" fmla="*/ T16 w 35"/>
                  <a:gd name="T18" fmla="+- 0 6970 6962"/>
                  <a:gd name="T19" fmla="*/ 6970 h 56"/>
                  <a:gd name="T20" fmla="+- 0 9243 9242"/>
                  <a:gd name="T21" fmla="*/ T20 w 35"/>
                  <a:gd name="T22" fmla="+- 0 6979 6962"/>
                  <a:gd name="T23" fmla="*/ 6979 h 56"/>
                  <a:gd name="T24" fmla="+- 0 9242 9242"/>
                  <a:gd name="T25" fmla="*/ T24 w 35"/>
                  <a:gd name="T26" fmla="+- 0 6984 6962"/>
                  <a:gd name="T27" fmla="*/ 6984 h 56"/>
                  <a:gd name="T28" fmla="+- 0 9242 9242"/>
                  <a:gd name="T29" fmla="*/ T28 w 35"/>
                  <a:gd name="T30" fmla="+- 0 6998 6962"/>
                  <a:gd name="T31" fmla="*/ 6998 h 56"/>
                  <a:gd name="T32" fmla="+- 0 9243 9242"/>
                  <a:gd name="T33" fmla="*/ T32 w 35"/>
                  <a:gd name="T34" fmla="+- 0 7004 6962"/>
                  <a:gd name="T35" fmla="*/ 7004 h 56"/>
                  <a:gd name="T36" fmla="+- 0 9250 9242"/>
                  <a:gd name="T37" fmla="*/ T36 w 35"/>
                  <a:gd name="T38" fmla="+- 0 7015 6962"/>
                  <a:gd name="T39" fmla="*/ 7015 h 56"/>
                  <a:gd name="T40" fmla="+- 0 9254 9242"/>
                  <a:gd name="T41" fmla="*/ T40 w 35"/>
                  <a:gd name="T42" fmla="+- 0 7018 6962"/>
                  <a:gd name="T43" fmla="*/ 7018 h 56"/>
                  <a:gd name="T44" fmla="+- 0 9262 9242"/>
                  <a:gd name="T45" fmla="*/ T44 w 35"/>
                  <a:gd name="T46" fmla="+- 0 7018 6962"/>
                  <a:gd name="T47" fmla="*/ 7018 h 56"/>
                  <a:gd name="T48" fmla="+- 0 9264 9242"/>
                  <a:gd name="T49" fmla="*/ T48 w 35"/>
                  <a:gd name="T50" fmla="+- 0 7017 6962"/>
                  <a:gd name="T51" fmla="*/ 7017 h 56"/>
                  <a:gd name="T52" fmla="+- 0 9266 9242"/>
                  <a:gd name="T53" fmla="*/ T52 w 35"/>
                  <a:gd name="T54" fmla="+- 0 7015 6962"/>
                  <a:gd name="T55" fmla="*/ 7015 h 56"/>
                  <a:gd name="T56" fmla="+- 0 9256 9242"/>
                  <a:gd name="T57" fmla="*/ T56 w 35"/>
                  <a:gd name="T58" fmla="+- 0 7015 6962"/>
                  <a:gd name="T59" fmla="*/ 7015 h 56"/>
                  <a:gd name="T60" fmla="+- 0 9254 9242"/>
                  <a:gd name="T61" fmla="*/ T60 w 35"/>
                  <a:gd name="T62" fmla="+- 0 7013 6962"/>
                  <a:gd name="T63" fmla="*/ 7013 h 56"/>
                  <a:gd name="T64" fmla="+- 0 9251 9242"/>
                  <a:gd name="T65" fmla="*/ T64 w 35"/>
                  <a:gd name="T66" fmla="+- 0 7005 6962"/>
                  <a:gd name="T67" fmla="*/ 7005 h 56"/>
                  <a:gd name="T68" fmla="+- 0 9250 9242"/>
                  <a:gd name="T69" fmla="*/ T68 w 35"/>
                  <a:gd name="T70" fmla="+- 0 6999 6962"/>
                  <a:gd name="T71" fmla="*/ 6999 h 56"/>
                  <a:gd name="T72" fmla="+- 0 9250 9242"/>
                  <a:gd name="T73" fmla="*/ T72 w 35"/>
                  <a:gd name="T74" fmla="+- 0 6984 6962"/>
                  <a:gd name="T75" fmla="*/ 6984 h 56"/>
                  <a:gd name="T76" fmla="+- 0 9259 9242"/>
                  <a:gd name="T77" fmla="*/ T76 w 35"/>
                  <a:gd name="T78" fmla="+- 0 6965 6962"/>
                  <a:gd name="T79" fmla="*/ 6965 h 56"/>
                  <a:gd name="T80" fmla="+- 0 9268 9242"/>
                  <a:gd name="T81" fmla="*/ T80 w 35"/>
                  <a:gd name="T82" fmla="+- 0 6965 6962"/>
                  <a:gd name="T83" fmla="*/ 6965 h 56"/>
                  <a:gd name="T84" fmla="+- 0 9267 9242"/>
                  <a:gd name="T85" fmla="*/ T84 w 35"/>
                  <a:gd name="T86" fmla="+- 0 6965 6962"/>
                  <a:gd name="T87" fmla="*/ 6965 h 56"/>
                  <a:gd name="T88" fmla="+- 0 9263 9242"/>
                  <a:gd name="T89" fmla="*/ T88 w 35"/>
                  <a:gd name="T90" fmla="+- 0 6962 6962"/>
                  <a:gd name="T91" fmla="*/ 696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6"/>
                    </a:lnTo>
                    <a:lnTo>
                      <a:pt x="1" y="42"/>
                    </a:lnTo>
                    <a:lnTo>
                      <a:pt x="8" y="53"/>
                    </a:lnTo>
                    <a:lnTo>
                      <a:pt x="12" y="56"/>
                    </a:lnTo>
                    <a:lnTo>
                      <a:pt x="20" y="56"/>
                    </a:lnTo>
                    <a:lnTo>
                      <a:pt x="22" y="55"/>
                    </a:lnTo>
                    <a:lnTo>
                      <a:pt x="24" y="53"/>
                    </a:lnTo>
                    <a:lnTo>
                      <a:pt x="14" y="53"/>
                    </a:lnTo>
                    <a:lnTo>
                      <a:pt x="12" y="51"/>
                    </a:lnTo>
                    <a:lnTo>
                      <a:pt x="9" y="43"/>
                    </a:lnTo>
                    <a:lnTo>
                      <a:pt x="8" y="37"/>
                    </a:lnTo>
                    <a:lnTo>
                      <a:pt x="8" y="22"/>
                    </a:lnTo>
                    <a:lnTo>
                      <a:pt x="17" y="3"/>
                    </a:lnTo>
                    <a:lnTo>
                      <a:pt x="26" y="3"/>
                    </a:lnTo>
                    <a:lnTo>
                      <a:pt x="25"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67" name="Freeform 5816">
                <a:extLst>
                  <a:ext uri="{FF2B5EF4-FFF2-40B4-BE49-F238E27FC236}">
                    <a16:creationId xmlns:a16="http://schemas.microsoft.com/office/drawing/2014/main" id="{FB298798-FADE-2A8C-E905-8880709382AA}"/>
                  </a:ext>
                </a:extLst>
              </p:cNvPr>
              <p:cNvSpPr>
                <a:spLocks/>
              </p:cNvSpPr>
              <p:nvPr/>
            </p:nvSpPr>
            <p:spPr bwMode="auto">
              <a:xfrm>
                <a:off x="9242" y="6962"/>
                <a:ext cx="35" cy="56"/>
              </a:xfrm>
              <a:custGeom>
                <a:avLst/>
                <a:gdLst>
                  <a:gd name="T0" fmla="+- 0 9268 9242"/>
                  <a:gd name="T1" fmla="*/ T0 w 35"/>
                  <a:gd name="T2" fmla="+- 0 6965 6962"/>
                  <a:gd name="T3" fmla="*/ 6965 h 56"/>
                  <a:gd name="T4" fmla="+- 0 9259 9242"/>
                  <a:gd name="T5" fmla="*/ T4 w 35"/>
                  <a:gd name="T6" fmla="+- 0 6965 6962"/>
                  <a:gd name="T7" fmla="*/ 6965 h 56"/>
                  <a:gd name="T8" fmla="+- 0 9263 9242"/>
                  <a:gd name="T9" fmla="*/ T8 w 35"/>
                  <a:gd name="T10" fmla="+- 0 6966 6962"/>
                  <a:gd name="T11" fmla="*/ 6966 h 56"/>
                  <a:gd name="T12" fmla="+- 0 9265 9242"/>
                  <a:gd name="T13" fmla="*/ T12 w 35"/>
                  <a:gd name="T14" fmla="+- 0 6968 6962"/>
                  <a:gd name="T15" fmla="*/ 6968 h 56"/>
                  <a:gd name="T16" fmla="+- 0 9266 9242"/>
                  <a:gd name="T17" fmla="*/ T16 w 35"/>
                  <a:gd name="T18" fmla="+- 0 6970 6962"/>
                  <a:gd name="T19" fmla="*/ 6970 h 56"/>
                  <a:gd name="T20" fmla="+- 0 9268 9242"/>
                  <a:gd name="T21" fmla="*/ T20 w 35"/>
                  <a:gd name="T22" fmla="+- 0 6977 6962"/>
                  <a:gd name="T23" fmla="*/ 6977 h 56"/>
                  <a:gd name="T24" fmla="+- 0 9268 9242"/>
                  <a:gd name="T25" fmla="*/ T24 w 35"/>
                  <a:gd name="T26" fmla="+- 0 6979 6962"/>
                  <a:gd name="T27" fmla="*/ 6979 h 56"/>
                  <a:gd name="T28" fmla="+- 0 9269 9242"/>
                  <a:gd name="T29" fmla="*/ T28 w 35"/>
                  <a:gd name="T30" fmla="+- 0 6998 6962"/>
                  <a:gd name="T31" fmla="*/ 6998 h 56"/>
                  <a:gd name="T32" fmla="+- 0 9268 9242"/>
                  <a:gd name="T33" fmla="*/ T32 w 35"/>
                  <a:gd name="T34" fmla="+- 0 7002 6962"/>
                  <a:gd name="T35" fmla="*/ 7002 h 56"/>
                  <a:gd name="T36" fmla="+- 0 9266 9242"/>
                  <a:gd name="T37" fmla="*/ T36 w 35"/>
                  <a:gd name="T38" fmla="+- 0 7010 6962"/>
                  <a:gd name="T39" fmla="*/ 7010 h 56"/>
                  <a:gd name="T40" fmla="+- 0 9265 9242"/>
                  <a:gd name="T41" fmla="*/ T40 w 35"/>
                  <a:gd name="T42" fmla="+- 0 7012 6962"/>
                  <a:gd name="T43" fmla="*/ 7012 h 56"/>
                  <a:gd name="T44" fmla="+- 0 9264 9242"/>
                  <a:gd name="T45" fmla="*/ T44 w 35"/>
                  <a:gd name="T46" fmla="+- 0 7013 6962"/>
                  <a:gd name="T47" fmla="*/ 7013 h 56"/>
                  <a:gd name="T48" fmla="+- 0 9259 9242"/>
                  <a:gd name="T49" fmla="*/ T48 w 35"/>
                  <a:gd name="T50" fmla="+- 0 7015 6962"/>
                  <a:gd name="T51" fmla="*/ 7015 h 56"/>
                  <a:gd name="T52" fmla="+- 0 9266 9242"/>
                  <a:gd name="T53" fmla="*/ T52 w 35"/>
                  <a:gd name="T54" fmla="+- 0 7015 6962"/>
                  <a:gd name="T55" fmla="*/ 7015 h 56"/>
                  <a:gd name="T56" fmla="+- 0 9276 9242"/>
                  <a:gd name="T57" fmla="*/ T56 w 35"/>
                  <a:gd name="T58" fmla="+- 0 6981 6962"/>
                  <a:gd name="T59" fmla="*/ 6981 h 56"/>
                  <a:gd name="T60" fmla="+- 0 9274 9242"/>
                  <a:gd name="T61" fmla="*/ T60 w 35"/>
                  <a:gd name="T62" fmla="+- 0 6974 6962"/>
                  <a:gd name="T63" fmla="*/ 6974 h 56"/>
                  <a:gd name="T64" fmla="+- 0 9268 9242"/>
                  <a:gd name="T65" fmla="*/ T64 w 35"/>
                  <a:gd name="T66" fmla="+- 0 6965 6962"/>
                  <a:gd name="T67" fmla="*/ 696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6"/>
                    </a:lnTo>
                    <a:lnTo>
                      <a:pt x="24" y="8"/>
                    </a:lnTo>
                    <a:lnTo>
                      <a:pt x="26" y="15"/>
                    </a:lnTo>
                    <a:lnTo>
                      <a:pt x="26" y="17"/>
                    </a:lnTo>
                    <a:lnTo>
                      <a:pt x="27" y="36"/>
                    </a:lnTo>
                    <a:lnTo>
                      <a:pt x="26" y="40"/>
                    </a:lnTo>
                    <a:lnTo>
                      <a:pt x="24" y="48"/>
                    </a:lnTo>
                    <a:lnTo>
                      <a:pt x="23" y="50"/>
                    </a:lnTo>
                    <a:lnTo>
                      <a:pt x="22" y="51"/>
                    </a:lnTo>
                    <a:lnTo>
                      <a:pt x="17" y="53"/>
                    </a:lnTo>
                    <a:lnTo>
                      <a:pt x="24" y="53"/>
                    </a:lnTo>
                    <a:lnTo>
                      <a:pt x="34" y="19"/>
                    </a:lnTo>
                    <a:lnTo>
                      <a:pt x="32"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668" name="Picture 667">
                <a:extLst>
                  <a:ext uri="{FF2B5EF4-FFF2-40B4-BE49-F238E27FC236}">
                    <a16:creationId xmlns:a16="http://schemas.microsoft.com/office/drawing/2014/main" id="{F35F17BA-9190-DFD0-DB69-8FC918D268A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 y="7225"/>
                <a:ext cx="47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5" name="Group 474">
              <a:extLst>
                <a:ext uri="{FF2B5EF4-FFF2-40B4-BE49-F238E27FC236}">
                  <a16:creationId xmlns:a16="http://schemas.microsoft.com/office/drawing/2014/main" id="{9D4FF5AF-59C0-91D6-B2E9-A93FFDA21217}"/>
                </a:ext>
              </a:extLst>
            </p:cNvPr>
            <p:cNvGrpSpPr>
              <a:grpSpLocks/>
            </p:cNvGrpSpPr>
            <p:nvPr/>
          </p:nvGrpSpPr>
          <p:grpSpPr bwMode="auto">
            <a:xfrm>
              <a:off x="1028" y="7403"/>
              <a:ext cx="35" cy="56"/>
              <a:chOff x="1028" y="7403"/>
              <a:chExt cx="35" cy="56"/>
            </a:xfrm>
          </p:grpSpPr>
          <p:sp>
            <p:nvSpPr>
              <p:cNvPr id="664" name="Freeform 5819">
                <a:extLst>
                  <a:ext uri="{FF2B5EF4-FFF2-40B4-BE49-F238E27FC236}">
                    <a16:creationId xmlns:a16="http://schemas.microsoft.com/office/drawing/2014/main" id="{9BC73540-5BE3-3F2C-B093-D1C726BD44BC}"/>
                  </a:ext>
                </a:extLst>
              </p:cNvPr>
              <p:cNvSpPr>
                <a:spLocks/>
              </p:cNvSpPr>
              <p:nvPr/>
            </p:nvSpPr>
            <p:spPr bwMode="auto">
              <a:xfrm>
                <a:off x="1028" y="7403"/>
                <a:ext cx="35" cy="56"/>
              </a:xfrm>
              <a:custGeom>
                <a:avLst/>
                <a:gdLst>
                  <a:gd name="T0" fmla="+- 0 1050 1028"/>
                  <a:gd name="T1" fmla="*/ T0 w 35"/>
                  <a:gd name="T2" fmla="+- 0 7403 7403"/>
                  <a:gd name="T3" fmla="*/ 7403 h 56"/>
                  <a:gd name="T4" fmla="+- 0 1043 1028"/>
                  <a:gd name="T5" fmla="*/ T4 w 35"/>
                  <a:gd name="T6" fmla="+- 0 7403 7403"/>
                  <a:gd name="T7" fmla="*/ 7403 h 56"/>
                  <a:gd name="T8" fmla="+- 0 1041 1028"/>
                  <a:gd name="T9" fmla="*/ T8 w 35"/>
                  <a:gd name="T10" fmla="+- 0 7404 7403"/>
                  <a:gd name="T11" fmla="*/ 7404 h 56"/>
                  <a:gd name="T12" fmla="+- 0 1035 1028"/>
                  <a:gd name="T13" fmla="*/ T12 w 35"/>
                  <a:gd name="T14" fmla="+- 0 7407 7403"/>
                  <a:gd name="T15" fmla="*/ 7407 h 56"/>
                  <a:gd name="T16" fmla="+- 0 1033 1028"/>
                  <a:gd name="T17" fmla="*/ T16 w 35"/>
                  <a:gd name="T18" fmla="+- 0 7411 7403"/>
                  <a:gd name="T19" fmla="*/ 7411 h 56"/>
                  <a:gd name="T20" fmla="+- 0 1029 1028"/>
                  <a:gd name="T21" fmla="*/ T20 w 35"/>
                  <a:gd name="T22" fmla="+- 0 7420 7403"/>
                  <a:gd name="T23" fmla="*/ 7420 h 56"/>
                  <a:gd name="T24" fmla="+- 0 1028 1028"/>
                  <a:gd name="T25" fmla="*/ T24 w 35"/>
                  <a:gd name="T26" fmla="+- 0 7425 7403"/>
                  <a:gd name="T27" fmla="*/ 7425 h 56"/>
                  <a:gd name="T28" fmla="+- 0 1028 1028"/>
                  <a:gd name="T29" fmla="*/ T28 w 35"/>
                  <a:gd name="T30" fmla="+- 0 7438 7403"/>
                  <a:gd name="T31" fmla="*/ 7438 h 56"/>
                  <a:gd name="T32" fmla="+- 0 1030 1028"/>
                  <a:gd name="T33" fmla="*/ T32 w 35"/>
                  <a:gd name="T34" fmla="+- 0 7444 7403"/>
                  <a:gd name="T35" fmla="*/ 7444 h 56"/>
                  <a:gd name="T36" fmla="+- 0 1036 1028"/>
                  <a:gd name="T37" fmla="*/ T36 w 35"/>
                  <a:gd name="T38" fmla="+- 0 7455 7403"/>
                  <a:gd name="T39" fmla="*/ 7455 h 56"/>
                  <a:gd name="T40" fmla="+- 0 1040 1028"/>
                  <a:gd name="T41" fmla="*/ T40 w 35"/>
                  <a:gd name="T42" fmla="+- 0 7458 7403"/>
                  <a:gd name="T43" fmla="*/ 7458 h 56"/>
                  <a:gd name="T44" fmla="+- 0 1048 1028"/>
                  <a:gd name="T45" fmla="*/ T44 w 35"/>
                  <a:gd name="T46" fmla="+- 0 7458 7403"/>
                  <a:gd name="T47" fmla="*/ 7458 h 56"/>
                  <a:gd name="T48" fmla="+- 0 1050 1028"/>
                  <a:gd name="T49" fmla="*/ T48 w 35"/>
                  <a:gd name="T50" fmla="+- 0 7457 7403"/>
                  <a:gd name="T51" fmla="*/ 7457 h 56"/>
                  <a:gd name="T52" fmla="+- 0 1053 1028"/>
                  <a:gd name="T53" fmla="*/ T52 w 35"/>
                  <a:gd name="T54" fmla="+- 0 7456 7403"/>
                  <a:gd name="T55" fmla="*/ 7456 h 56"/>
                  <a:gd name="T56" fmla="+- 0 1042 1028"/>
                  <a:gd name="T57" fmla="*/ T56 w 35"/>
                  <a:gd name="T58" fmla="+- 0 7456 7403"/>
                  <a:gd name="T59" fmla="*/ 7456 h 56"/>
                  <a:gd name="T60" fmla="+- 0 1040 1028"/>
                  <a:gd name="T61" fmla="*/ T60 w 35"/>
                  <a:gd name="T62" fmla="+- 0 7454 7403"/>
                  <a:gd name="T63" fmla="*/ 7454 h 56"/>
                  <a:gd name="T64" fmla="+- 0 1039 1028"/>
                  <a:gd name="T65" fmla="*/ T64 w 35"/>
                  <a:gd name="T66" fmla="+- 0 7450 7403"/>
                  <a:gd name="T67" fmla="*/ 7450 h 56"/>
                  <a:gd name="T68" fmla="+- 0 1037 1028"/>
                  <a:gd name="T69" fmla="*/ T68 w 35"/>
                  <a:gd name="T70" fmla="+- 0 7445 7403"/>
                  <a:gd name="T71" fmla="*/ 7445 h 56"/>
                  <a:gd name="T72" fmla="+- 0 1036 1028"/>
                  <a:gd name="T73" fmla="*/ T72 w 35"/>
                  <a:gd name="T74" fmla="+- 0 7439 7403"/>
                  <a:gd name="T75" fmla="*/ 7439 h 56"/>
                  <a:gd name="T76" fmla="+- 0 1046 1028"/>
                  <a:gd name="T77" fmla="*/ T76 w 35"/>
                  <a:gd name="T78" fmla="+- 0 7405 7403"/>
                  <a:gd name="T79" fmla="*/ 7405 h 56"/>
                  <a:gd name="T80" fmla="+- 0 1054 1028"/>
                  <a:gd name="T81" fmla="*/ T80 w 35"/>
                  <a:gd name="T82" fmla="+- 0 7405 7403"/>
                  <a:gd name="T83" fmla="*/ 7405 h 56"/>
                  <a:gd name="T84" fmla="+- 0 1053 1028"/>
                  <a:gd name="T85" fmla="*/ T84 w 35"/>
                  <a:gd name="T86" fmla="+- 0 7405 7403"/>
                  <a:gd name="T87" fmla="*/ 7405 h 56"/>
                  <a:gd name="T88" fmla="+- 0 1050 1028"/>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65" name="Freeform 5820">
                <a:extLst>
                  <a:ext uri="{FF2B5EF4-FFF2-40B4-BE49-F238E27FC236}">
                    <a16:creationId xmlns:a16="http://schemas.microsoft.com/office/drawing/2014/main" id="{5746F724-389A-9510-79B1-72F08D4BDB47}"/>
                  </a:ext>
                </a:extLst>
              </p:cNvPr>
              <p:cNvSpPr>
                <a:spLocks/>
              </p:cNvSpPr>
              <p:nvPr/>
            </p:nvSpPr>
            <p:spPr bwMode="auto">
              <a:xfrm>
                <a:off x="1028" y="7403"/>
                <a:ext cx="35" cy="56"/>
              </a:xfrm>
              <a:custGeom>
                <a:avLst/>
                <a:gdLst>
                  <a:gd name="T0" fmla="+- 0 1054 1028"/>
                  <a:gd name="T1" fmla="*/ T0 w 35"/>
                  <a:gd name="T2" fmla="+- 0 7405 7403"/>
                  <a:gd name="T3" fmla="*/ 7405 h 56"/>
                  <a:gd name="T4" fmla="+- 0 1046 1028"/>
                  <a:gd name="T5" fmla="*/ T4 w 35"/>
                  <a:gd name="T6" fmla="+- 0 7405 7403"/>
                  <a:gd name="T7" fmla="*/ 7405 h 56"/>
                  <a:gd name="T8" fmla="+- 0 1050 1028"/>
                  <a:gd name="T9" fmla="*/ T8 w 35"/>
                  <a:gd name="T10" fmla="+- 0 7407 7403"/>
                  <a:gd name="T11" fmla="*/ 7407 h 56"/>
                  <a:gd name="T12" fmla="+- 0 1051 1028"/>
                  <a:gd name="T13" fmla="*/ T12 w 35"/>
                  <a:gd name="T14" fmla="+- 0 7408 7403"/>
                  <a:gd name="T15" fmla="*/ 7408 h 56"/>
                  <a:gd name="T16" fmla="+- 0 1055 1028"/>
                  <a:gd name="T17" fmla="*/ T16 w 35"/>
                  <a:gd name="T18" fmla="+- 0 7438 7403"/>
                  <a:gd name="T19" fmla="*/ 7438 h 56"/>
                  <a:gd name="T20" fmla="+- 0 1054 1028"/>
                  <a:gd name="T21" fmla="*/ T20 w 35"/>
                  <a:gd name="T22" fmla="+- 0 7443 7403"/>
                  <a:gd name="T23" fmla="*/ 7443 h 56"/>
                  <a:gd name="T24" fmla="+- 0 1052 1028"/>
                  <a:gd name="T25" fmla="*/ T24 w 35"/>
                  <a:gd name="T26" fmla="+- 0 7450 7403"/>
                  <a:gd name="T27" fmla="*/ 7450 h 56"/>
                  <a:gd name="T28" fmla="+- 0 1051 1028"/>
                  <a:gd name="T29" fmla="*/ T28 w 35"/>
                  <a:gd name="T30" fmla="+- 0 7452 7403"/>
                  <a:gd name="T31" fmla="*/ 7452 h 56"/>
                  <a:gd name="T32" fmla="+- 0 1050 1028"/>
                  <a:gd name="T33" fmla="*/ T32 w 35"/>
                  <a:gd name="T34" fmla="+- 0 7454 7403"/>
                  <a:gd name="T35" fmla="*/ 7454 h 56"/>
                  <a:gd name="T36" fmla="+- 0 1045 1028"/>
                  <a:gd name="T37" fmla="*/ T36 w 35"/>
                  <a:gd name="T38" fmla="+- 0 7456 7403"/>
                  <a:gd name="T39" fmla="*/ 7456 h 56"/>
                  <a:gd name="T40" fmla="+- 0 1053 1028"/>
                  <a:gd name="T41" fmla="*/ T40 w 35"/>
                  <a:gd name="T42" fmla="+- 0 7456 7403"/>
                  <a:gd name="T43" fmla="*/ 7456 h 56"/>
                  <a:gd name="T44" fmla="+- 0 1063 1028"/>
                  <a:gd name="T45" fmla="*/ T44 w 35"/>
                  <a:gd name="T46" fmla="+- 0 7421 7403"/>
                  <a:gd name="T47" fmla="*/ 7421 h 56"/>
                  <a:gd name="T48" fmla="+- 0 1061 1028"/>
                  <a:gd name="T49" fmla="*/ T48 w 35"/>
                  <a:gd name="T50" fmla="+- 0 7414 7403"/>
                  <a:gd name="T51" fmla="*/ 7414 h 56"/>
                  <a:gd name="T52" fmla="+- 0 1054 1028"/>
                  <a:gd name="T53" fmla="*/ T52 w 35"/>
                  <a:gd name="T54" fmla="+- 0 7405 7403"/>
                  <a:gd name="T55"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2"/>
                    </a:moveTo>
                    <a:lnTo>
                      <a:pt x="18" y="2"/>
                    </a:lnTo>
                    <a:lnTo>
                      <a:pt x="22" y="4"/>
                    </a:lnTo>
                    <a:lnTo>
                      <a:pt x="23" y="5"/>
                    </a:lnTo>
                    <a:lnTo>
                      <a:pt x="27" y="35"/>
                    </a:lnTo>
                    <a:lnTo>
                      <a:pt x="26" y="40"/>
                    </a:lnTo>
                    <a:lnTo>
                      <a:pt x="24" y="47"/>
                    </a:lnTo>
                    <a:lnTo>
                      <a:pt x="23" y="49"/>
                    </a:lnTo>
                    <a:lnTo>
                      <a:pt x="22" y="51"/>
                    </a:lnTo>
                    <a:lnTo>
                      <a:pt x="17" y="53"/>
                    </a:lnTo>
                    <a:lnTo>
                      <a:pt x="25"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6" name="Group 475">
              <a:extLst>
                <a:ext uri="{FF2B5EF4-FFF2-40B4-BE49-F238E27FC236}">
                  <a16:creationId xmlns:a16="http://schemas.microsoft.com/office/drawing/2014/main" id="{A7ABAAC5-0BEC-C5A1-54A0-BC53B842D3D7}"/>
                </a:ext>
              </a:extLst>
            </p:cNvPr>
            <p:cNvGrpSpPr>
              <a:grpSpLocks/>
            </p:cNvGrpSpPr>
            <p:nvPr/>
          </p:nvGrpSpPr>
          <p:grpSpPr bwMode="auto">
            <a:xfrm>
              <a:off x="1485" y="7403"/>
              <a:ext cx="35" cy="56"/>
              <a:chOff x="1485" y="7403"/>
              <a:chExt cx="35" cy="56"/>
            </a:xfrm>
          </p:grpSpPr>
          <p:sp>
            <p:nvSpPr>
              <p:cNvPr id="662" name="Freeform 5822">
                <a:extLst>
                  <a:ext uri="{FF2B5EF4-FFF2-40B4-BE49-F238E27FC236}">
                    <a16:creationId xmlns:a16="http://schemas.microsoft.com/office/drawing/2014/main" id="{2573579C-C23C-BC9B-4530-85B3B78C9FA9}"/>
                  </a:ext>
                </a:extLst>
              </p:cNvPr>
              <p:cNvSpPr>
                <a:spLocks/>
              </p:cNvSpPr>
              <p:nvPr/>
            </p:nvSpPr>
            <p:spPr bwMode="auto">
              <a:xfrm>
                <a:off x="1485" y="7403"/>
                <a:ext cx="35" cy="56"/>
              </a:xfrm>
              <a:custGeom>
                <a:avLst/>
                <a:gdLst>
                  <a:gd name="T0" fmla="+- 0 1506 1485"/>
                  <a:gd name="T1" fmla="*/ T0 w 35"/>
                  <a:gd name="T2" fmla="+- 0 7403 7403"/>
                  <a:gd name="T3" fmla="*/ 7403 h 56"/>
                  <a:gd name="T4" fmla="+- 0 1500 1485"/>
                  <a:gd name="T5" fmla="*/ T4 w 35"/>
                  <a:gd name="T6" fmla="+- 0 7403 7403"/>
                  <a:gd name="T7" fmla="*/ 7403 h 56"/>
                  <a:gd name="T8" fmla="+- 0 1497 1485"/>
                  <a:gd name="T9" fmla="*/ T8 w 35"/>
                  <a:gd name="T10" fmla="+- 0 7404 7403"/>
                  <a:gd name="T11" fmla="*/ 7404 h 56"/>
                  <a:gd name="T12" fmla="+- 0 1495 1485"/>
                  <a:gd name="T13" fmla="*/ T12 w 35"/>
                  <a:gd name="T14" fmla="+- 0 7405 7403"/>
                  <a:gd name="T15" fmla="*/ 7405 h 56"/>
                  <a:gd name="T16" fmla="+- 0 1492 1485"/>
                  <a:gd name="T17" fmla="*/ T16 w 35"/>
                  <a:gd name="T18" fmla="+- 0 7407 7403"/>
                  <a:gd name="T19" fmla="*/ 7407 h 56"/>
                  <a:gd name="T20" fmla="+- 0 1489 1485"/>
                  <a:gd name="T21" fmla="*/ T20 w 35"/>
                  <a:gd name="T22" fmla="+- 0 7411 7403"/>
                  <a:gd name="T23" fmla="*/ 7411 h 56"/>
                  <a:gd name="T24" fmla="+- 0 1486 1485"/>
                  <a:gd name="T25" fmla="*/ T24 w 35"/>
                  <a:gd name="T26" fmla="+- 0 7420 7403"/>
                  <a:gd name="T27" fmla="*/ 7420 h 56"/>
                  <a:gd name="T28" fmla="+- 0 1485 1485"/>
                  <a:gd name="T29" fmla="*/ T28 w 35"/>
                  <a:gd name="T30" fmla="+- 0 7425 7403"/>
                  <a:gd name="T31" fmla="*/ 7425 h 56"/>
                  <a:gd name="T32" fmla="+- 0 1485 1485"/>
                  <a:gd name="T33" fmla="*/ T32 w 35"/>
                  <a:gd name="T34" fmla="+- 0 7438 7403"/>
                  <a:gd name="T35" fmla="*/ 7438 h 56"/>
                  <a:gd name="T36" fmla="+- 0 1486 1485"/>
                  <a:gd name="T37" fmla="*/ T36 w 35"/>
                  <a:gd name="T38" fmla="+- 0 7444 7403"/>
                  <a:gd name="T39" fmla="*/ 7444 h 56"/>
                  <a:gd name="T40" fmla="+- 0 1492 1485"/>
                  <a:gd name="T41" fmla="*/ T40 w 35"/>
                  <a:gd name="T42" fmla="+- 0 7455 7403"/>
                  <a:gd name="T43" fmla="*/ 7455 h 56"/>
                  <a:gd name="T44" fmla="+- 0 1497 1485"/>
                  <a:gd name="T45" fmla="*/ T44 w 35"/>
                  <a:gd name="T46" fmla="+- 0 7458 7403"/>
                  <a:gd name="T47" fmla="*/ 7458 h 56"/>
                  <a:gd name="T48" fmla="+- 0 1504 1485"/>
                  <a:gd name="T49" fmla="*/ T48 w 35"/>
                  <a:gd name="T50" fmla="+- 0 7458 7403"/>
                  <a:gd name="T51" fmla="*/ 7458 h 56"/>
                  <a:gd name="T52" fmla="+- 0 1507 1485"/>
                  <a:gd name="T53" fmla="*/ T52 w 35"/>
                  <a:gd name="T54" fmla="+- 0 7457 7403"/>
                  <a:gd name="T55" fmla="*/ 7457 h 56"/>
                  <a:gd name="T56" fmla="+- 0 1509 1485"/>
                  <a:gd name="T57" fmla="*/ T56 w 35"/>
                  <a:gd name="T58" fmla="+- 0 7456 7403"/>
                  <a:gd name="T59" fmla="*/ 7456 h 56"/>
                  <a:gd name="T60" fmla="+- 0 1499 1485"/>
                  <a:gd name="T61" fmla="*/ T60 w 35"/>
                  <a:gd name="T62" fmla="+- 0 7456 7403"/>
                  <a:gd name="T63" fmla="*/ 7456 h 56"/>
                  <a:gd name="T64" fmla="+- 0 1497 1485"/>
                  <a:gd name="T65" fmla="*/ T64 w 35"/>
                  <a:gd name="T66" fmla="+- 0 7454 7403"/>
                  <a:gd name="T67" fmla="*/ 7454 h 56"/>
                  <a:gd name="T68" fmla="+- 0 1493 1485"/>
                  <a:gd name="T69" fmla="*/ T68 w 35"/>
                  <a:gd name="T70" fmla="+- 0 7445 7403"/>
                  <a:gd name="T71" fmla="*/ 7445 h 56"/>
                  <a:gd name="T72" fmla="+- 0 1492 1485"/>
                  <a:gd name="T73" fmla="*/ T72 w 35"/>
                  <a:gd name="T74" fmla="+- 0 7439 7403"/>
                  <a:gd name="T75" fmla="*/ 7439 h 56"/>
                  <a:gd name="T76" fmla="+- 0 1493 1485"/>
                  <a:gd name="T77" fmla="*/ T76 w 35"/>
                  <a:gd name="T78" fmla="+- 0 7425 7403"/>
                  <a:gd name="T79" fmla="*/ 7425 h 56"/>
                  <a:gd name="T80" fmla="+- 0 1502 1485"/>
                  <a:gd name="T81" fmla="*/ T80 w 35"/>
                  <a:gd name="T82" fmla="+- 0 7405 7403"/>
                  <a:gd name="T83" fmla="*/ 7405 h 56"/>
                  <a:gd name="T84" fmla="+- 0 1510 1485"/>
                  <a:gd name="T85" fmla="*/ T84 w 35"/>
                  <a:gd name="T86" fmla="+- 0 7405 7403"/>
                  <a:gd name="T87" fmla="*/ 7405 h 56"/>
                  <a:gd name="T88" fmla="+- 0 1510 1485"/>
                  <a:gd name="T89" fmla="*/ T88 w 35"/>
                  <a:gd name="T90" fmla="+- 0 7405 7403"/>
                  <a:gd name="T91" fmla="*/ 7405 h 56"/>
                  <a:gd name="T92" fmla="+- 0 1506 1485"/>
                  <a:gd name="T93" fmla="*/ T92 w 35"/>
                  <a:gd name="T94" fmla="+- 0 7403 7403"/>
                  <a:gd name="T95"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2"/>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63" name="Freeform 5823">
                <a:extLst>
                  <a:ext uri="{FF2B5EF4-FFF2-40B4-BE49-F238E27FC236}">
                    <a16:creationId xmlns:a16="http://schemas.microsoft.com/office/drawing/2014/main" id="{78C5A6B9-F139-EF3A-64BB-7B7411D49CBA}"/>
                  </a:ext>
                </a:extLst>
              </p:cNvPr>
              <p:cNvSpPr>
                <a:spLocks/>
              </p:cNvSpPr>
              <p:nvPr/>
            </p:nvSpPr>
            <p:spPr bwMode="auto">
              <a:xfrm>
                <a:off x="1485" y="7403"/>
                <a:ext cx="35" cy="56"/>
              </a:xfrm>
              <a:custGeom>
                <a:avLst/>
                <a:gdLst>
                  <a:gd name="T0" fmla="+- 0 1510 1485"/>
                  <a:gd name="T1" fmla="*/ T0 w 35"/>
                  <a:gd name="T2" fmla="+- 0 7405 7403"/>
                  <a:gd name="T3" fmla="*/ 7405 h 56"/>
                  <a:gd name="T4" fmla="+- 0 1502 1485"/>
                  <a:gd name="T5" fmla="*/ T4 w 35"/>
                  <a:gd name="T6" fmla="+- 0 7405 7403"/>
                  <a:gd name="T7" fmla="*/ 7405 h 56"/>
                  <a:gd name="T8" fmla="+- 0 1506 1485"/>
                  <a:gd name="T9" fmla="*/ T8 w 35"/>
                  <a:gd name="T10" fmla="+- 0 7407 7403"/>
                  <a:gd name="T11" fmla="*/ 7407 h 56"/>
                  <a:gd name="T12" fmla="+- 0 1507 1485"/>
                  <a:gd name="T13" fmla="*/ T12 w 35"/>
                  <a:gd name="T14" fmla="+- 0 7408 7403"/>
                  <a:gd name="T15" fmla="*/ 7408 h 56"/>
                  <a:gd name="T16" fmla="+- 0 1509 1485"/>
                  <a:gd name="T17" fmla="*/ T16 w 35"/>
                  <a:gd name="T18" fmla="+- 0 7410 7403"/>
                  <a:gd name="T19" fmla="*/ 7410 h 56"/>
                  <a:gd name="T20" fmla="+- 0 1511 1485"/>
                  <a:gd name="T21" fmla="*/ T20 w 35"/>
                  <a:gd name="T22" fmla="+- 0 7417 7403"/>
                  <a:gd name="T23" fmla="*/ 7417 h 56"/>
                  <a:gd name="T24" fmla="+- 0 1511 1485"/>
                  <a:gd name="T25" fmla="*/ T24 w 35"/>
                  <a:gd name="T26" fmla="+- 0 7420 7403"/>
                  <a:gd name="T27" fmla="*/ 7420 h 56"/>
                  <a:gd name="T28" fmla="+- 0 1511 1485"/>
                  <a:gd name="T29" fmla="*/ T28 w 35"/>
                  <a:gd name="T30" fmla="+- 0 7438 7403"/>
                  <a:gd name="T31" fmla="*/ 7438 h 56"/>
                  <a:gd name="T32" fmla="+- 0 1511 1485"/>
                  <a:gd name="T33" fmla="*/ T32 w 35"/>
                  <a:gd name="T34" fmla="+- 0 7443 7403"/>
                  <a:gd name="T35" fmla="*/ 7443 h 56"/>
                  <a:gd name="T36" fmla="+- 0 1509 1485"/>
                  <a:gd name="T37" fmla="*/ T36 w 35"/>
                  <a:gd name="T38" fmla="+- 0 7450 7403"/>
                  <a:gd name="T39" fmla="*/ 7450 h 56"/>
                  <a:gd name="T40" fmla="+- 0 1508 1485"/>
                  <a:gd name="T41" fmla="*/ T40 w 35"/>
                  <a:gd name="T42" fmla="+- 0 7452 7403"/>
                  <a:gd name="T43" fmla="*/ 7452 h 56"/>
                  <a:gd name="T44" fmla="+- 0 1506 1485"/>
                  <a:gd name="T45" fmla="*/ T44 w 35"/>
                  <a:gd name="T46" fmla="+- 0 7454 7403"/>
                  <a:gd name="T47" fmla="*/ 7454 h 56"/>
                  <a:gd name="T48" fmla="+- 0 1502 1485"/>
                  <a:gd name="T49" fmla="*/ T48 w 35"/>
                  <a:gd name="T50" fmla="+- 0 7456 7403"/>
                  <a:gd name="T51" fmla="*/ 7456 h 56"/>
                  <a:gd name="T52" fmla="+- 0 1509 1485"/>
                  <a:gd name="T53" fmla="*/ T52 w 35"/>
                  <a:gd name="T54" fmla="+- 0 7456 7403"/>
                  <a:gd name="T55" fmla="*/ 7456 h 56"/>
                  <a:gd name="T56" fmla="+- 0 1519 1485"/>
                  <a:gd name="T57" fmla="*/ T56 w 35"/>
                  <a:gd name="T58" fmla="+- 0 7421 7403"/>
                  <a:gd name="T59" fmla="*/ 7421 h 56"/>
                  <a:gd name="T60" fmla="+- 0 1517 1485"/>
                  <a:gd name="T61" fmla="*/ T60 w 35"/>
                  <a:gd name="T62" fmla="+- 0 7414 7403"/>
                  <a:gd name="T63" fmla="*/ 7414 h 56"/>
                  <a:gd name="T64" fmla="+- 0 1510 1485"/>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7" name="Group 476">
              <a:extLst>
                <a:ext uri="{FF2B5EF4-FFF2-40B4-BE49-F238E27FC236}">
                  <a16:creationId xmlns:a16="http://schemas.microsoft.com/office/drawing/2014/main" id="{2D3F539B-8D4F-E7DD-1791-F8E5C7F06B43}"/>
                </a:ext>
              </a:extLst>
            </p:cNvPr>
            <p:cNvGrpSpPr>
              <a:grpSpLocks/>
            </p:cNvGrpSpPr>
            <p:nvPr/>
          </p:nvGrpSpPr>
          <p:grpSpPr bwMode="auto">
            <a:xfrm>
              <a:off x="1940" y="7403"/>
              <a:ext cx="36" cy="55"/>
              <a:chOff x="1940" y="7403"/>
              <a:chExt cx="36" cy="55"/>
            </a:xfrm>
          </p:grpSpPr>
          <p:sp>
            <p:nvSpPr>
              <p:cNvPr id="659" name="Freeform 5825">
                <a:extLst>
                  <a:ext uri="{FF2B5EF4-FFF2-40B4-BE49-F238E27FC236}">
                    <a16:creationId xmlns:a16="http://schemas.microsoft.com/office/drawing/2014/main" id="{2491BF39-E22F-557B-A575-41278C02BEC5}"/>
                  </a:ext>
                </a:extLst>
              </p:cNvPr>
              <p:cNvSpPr>
                <a:spLocks/>
              </p:cNvSpPr>
              <p:nvPr/>
            </p:nvSpPr>
            <p:spPr bwMode="auto">
              <a:xfrm>
                <a:off x="1940" y="7403"/>
                <a:ext cx="36" cy="55"/>
              </a:xfrm>
              <a:custGeom>
                <a:avLst/>
                <a:gdLst>
                  <a:gd name="T0" fmla="+- 0 1969 1940"/>
                  <a:gd name="T1" fmla="*/ T0 w 36"/>
                  <a:gd name="T2" fmla="+- 0 7409 7403"/>
                  <a:gd name="T3" fmla="*/ 7409 h 55"/>
                  <a:gd name="T4" fmla="+- 0 1957 1940"/>
                  <a:gd name="T5" fmla="*/ T4 w 36"/>
                  <a:gd name="T6" fmla="+- 0 7409 7403"/>
                  <a:gd name="T7" fmla="*/ 7409 h 55"/>
                  <a:gd name="T8" fmla="+- 0 1960 1940"/>
                  <a:gd name="T9" fmla="*/ T8 w 36"/>
                  <a:gd name="T10" fmla="+- 0 7410 7403"/>
                  <a:gd name="T11" fmla="*/ 7410 h 55"/>
                  <a:gd name="T12" fmla="+- 0 1964 1940"/>
                  <a:gd name="T13" fmla="*/ T12 w 36"/>
                  <a:gd name="T14" fmla="+- 0 7414 7403"/>
                  <a:gd name="T15" fmla="*/ 7414 h 55"/>
                  <a:gd name="T16" fmla="+- 0 1965 1940"/>
                  <a:gd name="T17" fmla="*/ T16 w 36"/>
                  <a:gd name="T18" fmla="+- 0 7417 7403"/>
                  <a:gd name="T19" fmla="*/ 7417 h 55"/>
                  <a:gd name="T20" fmla="+- 0 1965 1940"/>
                  <a:gd name="T21" fmla="*/ T20 w 36"/>
                  <a:gd name="T22" fmla="+- 0 7425 7403"/>
                  <a:gd name="T23" fmla="*/ 7425 h 55"/>
                  <a:gd name="T24" fmla="+- 0 1963 1940"/>
                  <a:gd name="T25" fmla="*/ T24 w 36"/>
                  <a:gd name="T26" fmla="+- 0 7430 7403"/>
                  <a:gd name="T27" fmla="*/ 7430 h 55"/>
                  <a:gd name="T28" fmla="+- 0 1955 1940"/>
                  <a:gd name="T29" fmla="*/ T28 w 36"/>
                  <a:gd name="T30" fmla="+- 0 7440 7403"/>
                  <a:gd name="T31" fmla="*/ 7440 h 55"/>
                  <a:gd name="T32" fmla="+- 0 1949 1940"/>
                  <a:gd name="T33" fmla="*/ T32 w 36"/>
                  <a:gd name="T34" fmla="+- 0 7447 7403"/>
                  <a:gd name="T35" fmla="*/ 7447 h 55"/>
                  <a:gd name="T36" fmla="+- 0 1940 1940"/>
                  <a:gd name="T37" fmla="*/ T36 w 36"/>
                  <a:gd name="T38" fmla="+- 0 7456 7403"/>
                  <a:gd name="T39" fmla="*/ 7456 h 55"/>
                  <a:gd name="T40" fmla="+- 0 1940 1940"/>
                  <a:gd name="T41" fmla="*/ T40 w 36"/>
                  <a:gd name="T42" fmla="+- 0 7457 7403"/>
                  <a:gd name="T43" fmla="*/ 7457 h 55"/>
                  <a:gd name="T44" fmla="+- 0 1971 1940"/>
                  <a:gd name="T45" fmla="*/ T44 w 36"/>
                  <a:gd name="T46" fmla="+- 0 7457 7403"/>
                  <a:gd name="T47" fmla="*/ 7457 h 55"/>
                  <a:gd name="T48" fmla="+- 0 1973 1940"/>
                  <a:gd name="T49" fmla="*/ T48 w 36"/>
                  <a:gd name="T50" fmla="+- 0 7451 7403"/>
                  <a:gd name="T51" fmla="*/ 7451 h 55"/>
                  <a:gd name="T52" fmla="+- 0 1948 1940"/>
                  <a:gd name="T53" fmla="*/ T52 w 36"/>
                  <a:gd name="T54" fmla="+- 0 7451 7403"/>
                  <a:gd name="T55" fmla="*/ 7451 h 55"/>
                  <a:gd name="T56" fmla="+- 0 1950 1940"/>
                  <a:gd name="T57" fmla="*/ T56 w 36"/>
                  <a:gd name="T58" fmla="+- 0 7450 7403"/>
                  <a:gd name="T59" fmla="*/ 7450 h 55"/>
                  <a:gd name="T60" fmla="+- 0 1954 1940"/>
                  <a:gd name="T61" fmla="*/ T60 w 36"/>
                  <a:gd name="T62" fmla="+- 0 7445 7403"/>
                  <a:gd name="T63" fmla="*/ 7445 h 55"/>
                  <a:gd name="T64" fmla="+- 0 1965 1940"/>
                  <a:gd name="T65" fmla="*/ T64 w 36"/>
                  <a:gd name="T66" fmla="+- 0 7434 7403"/>
                  <a:gd name="T67" fmla="*/ 7434 h 55"/>
                  <a:gd name="T68" fmla="+- 0 1968 1940"/>
                  <a:gd name="T69" fmla="*/ T68 w 36"/>
                  <a:gd name="T70" fmla="+- 0 7429 7403"/>
                  <a:gd name="T71" fmla="*/ 7429 h 55"/>
                  <a:gd name="T72" fmla="+- 0 1970 1940"/>
                  <a:gd name="T73" fmla="*/ T72 w 36"/>
                  <a:gd name="T74" fmla="+- 0 7425 7403"/>
                  <a:gd name="T75" fmla="*/ 7425 h 55"/>
                  <a:gd name="T76" fmla="+- 0 1971 1940"/>
                  <a:gd name="T77" fmla="*/ T76 w 36"/>
                  <a:gd name="T78" fmla="+- 0 7422 7403"/>
                  <a:gd name="T79" fmla="*/ 7422 h 55"/>
                  <a:gd name="T80" fmla="+- 0 1972 1940"/>
                  <a:gd name="T81" fmla="*/ T80 w 36"/>
                  <a:gd name="T82" fmla="+- 0 7419 7403"/>
                  <a:gd name="T83" fmla="*/ 7419 h 55"/>
                  <a:gd name="T84" fmla="+- 0 1971 1940"/>
                  <a:gd name="T85" fmla="*/ T84 w 36"/>
                  <a:gd name="T86" fmla="+- 0 7413 7403"/>
                  <a:gd name="T87" fmla="*/ 7413 h 55"/>
                  <a:gd name="T88" fmla="+- 0 1970 1940"/>
                  <a:gd name="T89" fmla="*/ T88 w 36"/>
                  <a:gd name="T90" fmla="+- 0 7410 7403"/>
                  <a:gd name="T91" fmla="*/ 7410 h 55"/>
                  <a:gd name="T92" fmla="+- 0 1969 1940"/>
                  <a:gd name="T93" fmla="*/ T92 w 36"/>
                  <a:gd name="T94" fmla="+- 0 7409 7403"/>
                  <a:gd name="T95"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1"/>
                    </a:lnTo>
                    <a:lnTo>
                      <a:pt x="25" y="14"/>
                    </a:lnTo>
                    <a:lnTo>
                      <a:pt x="25" y="22"/>
                    </a:lnTo>
                    <a:lnTo>
                      <a:pt x="23" y="27"/>
                    </a:lnTo>
                    <a:lnTo>
                      <a:pt x="15" y="37"/>
                    </a:lnTo>
                    <a:lnTo>
                      <a:pt x="9" y="44"/>
                    </a:lnTo>
                    <a:lnTo>
                      <a:pt x="0" y="53"/>
                    </a:lnTo>
                    <a:lnTo>
                      <a:pt x="0" y="54"/>
                    </a:lnTo>
                    <a:lnTo>
                      <a:pt x="31" y="54"/>
                    </a:lnTo>
                    <a:lnTo>
                      <a:pt x="33" y="48"/>
                    </a:lnTo>
                    <a:lnTo>
                      <a:pt x="8" y="48"/>
                    </a:lnTo>
                    <a:lnTo>
                      <a:pt x="10" y="47"/>
                    </a:lnTo>
                    <a:lnTo>
                      <a:pt x="14" y="42"/>
                    </a:lnTo>
                    <a:lnTo>
                      <a:pt x="25" y="31"/>
                    </a:lnTo>
                    <a:lnTo>
                      <a:pt x="28" y="26"/>
                    </a:lnTo>
                    <a:lnTo>
                      <a:pt x="30" y="22"/>
                    </a:lnTo>
                    <a:lnTo>
                      <a:pt x="31" y="19"/>
                    </a:lnTo>
                    <a:lnTo>
                      <a:pt x="32" y="16"/>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60" name="Freeform 5826">
                <a:extLst>
                  <a:ext uri="{FF2B5EF4-FFF2-40B4-BE49-F238E27FC236}">
                    <a16:creationId xmlns:a16="http://schemas.microsoft.com/office/drawing/2014/main" id="{ED024568-A26B-8168-1AEE-10C8B91A8AF1}"/>
                  </a:ext>
                </a:extLst>
              </p:cNvPr>
              <p:cNvSpPr>
                <a:spLocks/>
              </p:cNvSpPr>
              <p:nvPr/>
            </p:nvSpPr>
            <p:spPr bwMode="auto">
              <a:xfrm>
                <a:off x="1940" y="7403"/>
                <a:ext cx="36" cy="55"/>
              </a:xfrm>
              <a:custGeom>
                <a:avLst/>
                <a:gdLst>
                  <a:gd name="T0" fmla="+- 0 1975 1940"/>
                  <a:gd name="T1" fmla="*/ T0 w 36"/>
                  <a:gd name="T2" fmla="+- 0 7447 7403"/>
                  <a:gd name="T3" fmla="*/ 7447 h 55"/>
                  <a:gd name="T4" fmla="+- 0 1973 1940"/>
                  <a:gd name="T5" fmla="*/ T4 w 36"/>
                  <a:gd name="T6" fmla="+- 0 7447 7403"/>
                  <a:gd name="T7" fmla="*/ 7447 h 55"/>
                  <a:gd name="T8" fmla="+- 0 1971 1940"/>
                  <a:gd name="T9" fmla="*/ T8 w 36"/>
                  <a:gd name="T10" fmla="+- 0 7450 7403"/>
                  <a:gd name="T11" fmla="*/ 7450 h 55"/>
                  <a:gd name="T12" fmla="+- 0 1968 1940"/>
                  <a:gd name="T13" fmla="*/ T12 w 36"/>
                  <a:gd name="T14" fmla="+- 0 7451 7403"/>
                  <a:gd name="T15" fmla="*/ 7451 h 55"/>
                  <a:gd name="T16" fmla="+- 0 1967 1940"/>
                  <a:gd name="T17" fmla="*/ T16 w 36"/>
                  <a:gd name="T18" fmla="+- 0 7451 7403"/>
                  <a:gd name="T19" fmla="*/ 7451 h 55"/>
                  <a:gd name="T20" fmla="+- 0 1948 1940"/>
                  <a:gd name="T21" fmla="*/ T20 w 36"/>
                  <a:gd name="T22" fmla="+- 0 7451 7403"/>
                  <a:gd name="T23" fmla="*/ 7451 h 55"/>
                  <a:gd name="T24" fmla="+- 0 1973 1940"/>
                  <a:gd name="T25" fmla="*/ T24 w 36"/>
                  <a:gd name="T26" fmla="+- 0 7451 7403"/>
                  <a:gd name="T27" fmla="*/ 7451 h 55"/>
                  <a:gd name="T28" fmla="+- 0 1975 1940"/>
                  <a:gd name="T29" fmla="*/ T28 w 36"/>
                  <a:gd name="T30" fmla="+- 0 7447 7403"/>
                  <a:gd name="T31" fmla="*/ 7447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3" y="44"/>
                    </a:lnTo>
                    <a:lnTo>
                      <a:pt x="31" y="47"/>
                    </a:lnTo>
                    <a:lnTo>
                      <a:pt x="28" y="48"/>
                    </a:lnTo>
                    <a:lnTo>
                      <a:pt x="27" y="48"/>
                    </a:lnTo>
                    <a:lnTo>
                      <a:pt x="8"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61" name="Freeform 5827">
                <a:extLst>
                  <a:ext uri="{FF2B5EF4-FFF2-40B4-BE49-F238E27FC236}">
                    <a16:creationId xmlns:a16="http://schemas.microsoft.com/office/drawing/2014/main" id="{68304DA6-E4F0-6565-FFF0-ED2C9BA1CBF4}"/>
                  </a:ext>
                </a:extLst>
              </p:cNvPr>
              <p:cNvSpPr>
                <a:spLocks/>
              </p:cNvSpPr>
              <p:nvPr/>
            </p:nvSpPr>
            <p:spPr bwMode="auto">
              <a:xfrm>
                <a:off x="1940" y="7403"/>
                <a:ext cx="36" cy="55"/>
              </a:xfrm>
              <a:custGeom>
                <a:avLst/>
                <a:gdLst>
                  <a:gd name="T0" fmla="+- 0 1961 1940"/>
                  <a:gd name="T1" fmla="*/ T0 w 36"/>
                  <a:gd name="T2" fmla="+- 0 7403 7403"/>
                  <a:gd name="T3" fmla="*/ 7403 h 55"/>
                  <a:gd name="T4" fmla="+- 0 1952 1940"/>
                  <a:gd name="T5" fmla="*/ T4 w 36"/>
                  <a:gd name="T6" fmla="+- 0 7403 7403"/>
                  <a:gd name="T7" fmla="*/ 7403 h 55"/>
                  <a:gd name="T8" fmla="+- 0 1949 1940"/>
                  <a:gd name="T9" fmla="*/ T8 w 36"/>
                  <a:gd name="T10" fmla="+- 0 7404 7403"/>
                  <a:gd name="T11" fmla="*/ 7404 h 55"/>
                  <a:gd name="T12" fmla="+- 0 1944 1940"/>
                  <a:gd name="T13" fmla="*/ T12 w 36"/>
                  <a:gd name="T14" fmla="+- 0 7409 7403"/>
                  <a:gd name="T15" fmla="*/ 7409 h 55"/>
                  <a:gd name="T16" fmla="+- 0 1942 1940"/>
                  <a:gd name="T17" fmla="*/ T16 w 36"/>
                  <a:gd name="T18" fmla="+- 0 7413 7403"/>
                  <a:gd name="T19" fmla="*/ 7413 h 55"/>
                  <a:gd name="T20" fmla="+- 0 1941 1940"/>
                  <a:gd name="T21" fmla="*/ T20 w 36"/>
                  <a:gd name="T22" fmla="+- 0 7418 7403"/>
                  <a:gd name="T23" fmla="*/ 7418 h 55"/>
                  <a:gd name="T24" fmla="+- 0 1943 1940"/>
                  <a:gd name="T25" fmla="*/ T24 w 36"/>
                  <a:gd name="T26" fmla="+- 0 7418 7403"/>
                  <a:gd name="T27" fmla="*/ 7418 h 55"/>
                  <a:gd name="T28" fmla="+- 0 1944 1940"/>
                  <a:gd name="T29" fmla="*/ T28 w 36"/>
                  <a:gd name="T30" fmla="+- 0 7415 7403"/>
                  <a:gd name="T31" fmla="*/ 7415 h 55"/>
                  <a:gd name="T32" fmla="+- 0 1945 1940"/>
                  <a:gd name="T33" fmla="*/ T32 w 36"/>
                  <a:gd name="T34" fmla="+- 0 7413 7403"/>
                  <a:gd name="T35" fmla="*/ 7413 h 55"/>
                  <a:gd name="T36" fmla="+- 0 1949 1940"/>
                  <a:gd name="T37" fmla="*/ T36 w 36"/>
                  <a:gd name="T38" fmla="+- 0 7410 7403"/>
                  <a:gd name="T39" fmla="*/ 7410 h 55"/>
                  <a:gd name="T40" fmla="+- 0 1952 1940"/>
                  <a:gd name="T41" fmla="*/ T40 w 36"/>
                  <a:gd name="T42" fmla="+- 0 7409 7403"/>
                  <a:gd name="T43" fmla="*/ 7409 h 55"/>
                  <a:gd name="T44" fmla="+- 0 1969 1940"/>
                  <a:gd name="T45" fmla="*/ T44 w 36"/>
                  <a:gd name="T46" fmla="+- 0 7409 7403"/>
                  <a:gd name="T47" fmla="*/ 7409 h 55"/>
                  <a:gd name="T48" fmla="+- 0 1964 1940"/>
                  <a:gd name="T49" fmla="*/ T48 w 36"/>
                  <a:gd name="T50" fmla="+- 0 7404 7403"/>
                  <a:gd name="T51" fmla="*/ 7404 h 55"/>
                  <a:gd name="T52" fmla="+- 0 1961 1940"/>
                  <a:gd name="T53" fmla="*/ T52 w 36"/>
                  <a:gd name="T54" fmla="+- 0 7403 7403"/>
                  <a:gd name="T55" fmla="*/ 740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1"/>
                    </a:lnTo>
                    <a:lnTo>
                      <a:pt x="4" y="6"/>
                    </a:lnTo>
                    <a:lnTo>
                      <a:pt x="2" y="10"/>
                    </a:lnTo>
                    <a:lnTo>
                      <a:pt x="1" y="15"/>
                    </a:lnTo>
                    <a:lnTo>
                      <a:pt x="3" y="15"/>
                    </a:lnTo>
                    <a:lnTo>
                      <a:pt x="4" y="12"/>
                    </a:lnTo>
                    <a:lnTo>
                      <a:pt x="5" y="10"/>
                    </a:lnTo>
                    <a:lnTo>
                      <a:pt x="9" y="7"/>
                    </a:lnTo>
                    <a:lnTo>
                      <a:pt x="12" y="6"/>
                    </a:lnTo>
                    <a:lnTo>
                      <a:pt x="29" y="6"/>
                    </a:lnTo>
                    <a:lnTo>
                      <a:pt x="24"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8" name="Group 477">
              <a:extLst>
                <a:ext uri="{FF2B5EF4-FFF2-40B4-BE49-F238E27FC236}">
                  <a16:creationId xmlns:a16="http://schemas.microsoft.com/office/drawing/2014/main" id="{12C423D0-C563-A8AF-BCE1-6A294B5761A6}"/>
                </a:ext>
              </a:extLst>
            </p:cNvPr>
            <p:cNvGrpSpPr>
              <a:grpSpLocks/>
            </p:cNvGrpSpPr>
            <p:nvPr/>
          </p:nvGrpSpPr>
          <p:grpSpPr bwMode="auto">
            <a:xfrm>
              <a:off x="2396" y="7403"/>
              <a:ext cx="36" cy="55"/>
              <a:chOff x="2396" y="7403"/>
              <a:chExt cx="36" cy="55"/>
            </a:xfrm>
          </p:grpSpPr>
          <p:sp>
            <p:nvSpPr>
              <p:cNvPr id="656" name="Freeform 5829">
                <a:extLst>
                  <a:ext uri="{FF2B5EF4-FFF2-40B4-BE49-F238E27FC236}">
                    <a16:creationId xmlns:a16="http://schemas.microsoft.com/office/drawing/2014/main" id="{58BF2B6C-3E24-06C8-4215-C67DE186E5F7}"/>
                  </a:ext>
                </a:extLst>
              </p:cNvPr>
              <p:cNvSpPr>
                <a:spLocks/>
              </p:cNvSpPr>
              <p:nvPr/>
            </p:nvSpPr>
            <p:spPr bwMode="auto">
              <a:xfrm>
                <a:off x="2396" y="7403"/>
                <a:ext cx="36" cy="55"/>
              </a:xfrm>
              <a:custGeom>
                <a:avLst/>
                <a:gdLst>
                  <a:gd name="T0" fmla="+- 0 2426 2396"/>
                  <a:gd name="T1" fmla="*/ T0 w 36"/>
                  <a:gd name="T2" fmla="+- 0 7409 7403"/>
                  <a:gd name="T3" fmla="*/ 7409 h 55"/>
                  <a:gd name="T4" fmla="+- 0 2414 2396"/>
                  <a:gd name="T5" fmla="*/ T4 w 36"/>
                  <a:gd name="T6" fmla="+- 0 7409 7403"/>
                  <a:gd name="T7" fmla="*/ 7409 h 55"/>
                  <a:gd name="T8" fmla="+- 0 2416 2396"/>
                  <a:gd name="T9" fmla="*/ T8 w 36"/>
                  <a:gd name="T10" fmla="+- 0 7410 7403"/>
                  <a:gd name="T11" fmla="*/ 7410 h 55"/>
                  <a:gd name="T12" fmla="+- 0 2420 2396"/>
                  <a:gd name="T13" fmla="*/ T12 w 36"/>
                  <a:gd name="T14" fmla="+- 0 7414 7403"/>
                  <a:gd name="T15" fmla="*/ 7414 h 55"/>
                  <a:gd name="T16" fmla="+- 0 2421 2396"/>
                  <a:gd name="T17" fmla="*/ T16 w 36"/>
                  <a:gd name="T18" fmla="+- 0 7417 7403"/>
                  <a:gd name="T19" fmla="*/ 7417 h 55"/>
                  <a:gd name="T20" fmla="+- 0 2421 2396"/>
                  <a:gd name="T21" fmla="*/ T20 w 36"/>
                  <a:gd name="T22" fmla="+- 0 7425 7403"/>
                  <a:gd name="T23" fmla="*/ 7425 h 55"/>
                  <a:gd name="T24" fmla="+- 0 2419 2396"/>
                  <a:gd name="T25" fmla="*/ T24 w 36"/>
                  <a:gd name="T26" fmla="+- 0 7430 7403"/>
                  <a:gd name="T27" fmla="*/ 7430 h 55"/>
                  <a:gd name="T28" fmla="+- 0 2412 2396"/>
                  <a:gd name="T29" fmla="*/ T28 w 36"/>
                  <a:gd name="T30" fmla="+- 0 7440 7403"/>
                  <a:gd name="T31" fmla="*/ 7440 h 55"/>
                  <a:gd name="T32" fmla="+- 0 2405 2396"/>
                  <a:gd name="T33" fmla="*/ T32 w 36"/>
                  <a:gd name="T34" fmla="+- 0 7447 7403"/>
                  <a:gd name="T35" fmla="*/ 7447 h 55"/>
                  <a:gd name="T36" fmla="+- 0 2396 2396"/>
                  <a:gd name="T37" fmla="*/ T36 w 36"/>
                  <a:gd name="T38" fmla="+- 0 7456 7403"/>
                  <a:gd name="T39" fmla="*/ 7456 h 55"/>
                  <a:gd name="T40" fmla="+- 0 2396 2396"/>
                  <a:gd name="T41" fmla="*/ T40 w 36"/>
                  <a:gd name="T42" fmla="+- 0 7457 7403"/>
                  <a:gd name="T43" fmla="*/ 7457 h 55"/>
                  <a:gd name="T44" fmla="+- 0 2428 2396"/>
                  <a:gd name="T45" fmla="*/ T44 w 36"/>
                  <a:gd name="T46" fmla="+- 0 7457 7403"/>
                  <a:gd name="T47" fmla="*/ 7457 h 55"/>
                  <a:gd name="T48" fmla="+- 0 2430 2396"/>
                  <a:gd name="T49" fmla="*/ T48 w 36"/>
                  <a:gd name="T50" fmla="+- 0 7451 7403"/>
                  <a:gd name="T51" fmla="*/ 7451 h 55"/>
                  <a:gd name="T52" fmla="+- 0 2405 2396"/>
                  <a:gd name="T53" fmla="*/ T52 w 36"/>
                  <a:gd name="T54" fmla="+- 0 7451 7403"/>
                  <a:gd name="T55" fmla="*/ 7451 h 55"/>
                  <a:gd name="T56" fmla="+- 0 2406 2396"/>
                  <a:gd name="T57" fmla="*/ T56 w 36"/>
                  <a:gd name="T58" fmla="+- 0 7450 7403"/>
                  <a:gd name="T59" fmla="*/ 7450 h 55"/>
                  <a:gd name="T60" fmla="+- 0 2428 2396"/>
                  <a:gd name="T61" fmla="*/ T60 w 36"/>
                  <a:gd name="T62" fmla="+- 0 7419 7403"/>
                  <a:gd name="T63" fmla="*/ 7419 h 55"/>
                  <a:gd name="T64" fmla="+- 0 2428 2396"/>
                  <a:gd name="T65" fmla="*/ T64 w 36"/>
                  <a:gd name="T66" fmla="+- 0 7413 7403"/>
                  <a:gd name="T67" fmla="*/ 7413 h 55"/>
                  <a:gd name="T68" fmla="+- 0 2427 2396"/>
                  <a:gd name="T69" fmla="*/ T68 w 36"/>
                  <a:gd name="T70" fmla="+- 0 7410 7403"/>
                  <a:gd name="T71" fmla="*/ 7410 h 55"/>
                  <a:gd name="T72" fmla="+- 0 2426 2396"/>
                  <a:gd name="T73" fmla="*/ T72 w 36"/>
                  <a:gd name="T74" fmla="+- 0 7409 7403"/>
                  <a:gd name="T75"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30" y="6"/>
                    </a:moveTo>
                    <a:lnTo>
                      <a:pt x="18" y="6"/>
                    </a:lnTo>
                    <a:lnTo>
                      <a:pt x="20" y="7"/>
                    </a:lnTo>
                    <a:lnTo>
                      <a:pt x="24" y="11"/>
                    </a:lnTo>
                    <a:lnTo>
                      <a:pt x="25" y="14"/>
                    </a:lnTo>
                    <a:lnTo>
                      <a:pt x="25" y="22"/>
                    </a:lnTo>
                    <a:lnTo>
                      <a:pt x="23" y="27"/>
                    </a:lnTo>
                    <a:lnTo>
                      <a:pt x="16" y="37"/>
                    </a:lnTo>
                    <a:lnTo>
                      <a:pt x="9" y="44"/>
                    </a:lnTo>
                    <a:lnTo>
                      <a:pt x="0" y="53"/>
                    </a:lnTo>
                    <a:lnTo>
                      <a:pt x="0" y="54"/>
                    </a:lnTo>
                    <a:lnTo>
                      <a:pt x="32" y="54"/>
                    </a:lnTo>
                    <a:lnTo>
                      <a:pt x="34" y="48"/>
                    </a:lnTo>
                    <a:lnTo>
                      <a:pt x="9" y="48"/>
                    </a:lnTo>
                    <a:lnTo>
                      <a:pt x="10" y="47"/>
                    </a:lnTo>
                    <a:lnTo>
                      <a:pt x="32" y="16"/>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7" name="Freeform 5830">
                <a:extLst>
                  <a:ext uri="{FF2B5EF4-FFF2-40B4-BE49-F238E27FC236}">
                    <a16:creationId xmlns:a16="http://schemas.microsoft.com/office/drawing/2014/main" id="{6334DB13-FFC7-273A-860B-B13D2B5EE36F}"/>
                  </a:ext>
                </a:extLst>
              </p:cNvPr>
              <p:cNvSpPr>
                <a:spLocks/>
              </p:cNvSpPr>
              <p:nvPr/>
            </p:nvSpPr>
            <p:spPr bwMode="auto">
              <a:xfrm>
                <a:off x="2396" y="7403"/>
                <a:ext cx="36" cy="55"/>
              </a:xfrm>
              <a:custGeom>
                <a:avLst/>
                <a:gdLst>
                  <a:gd name="T0" fmla="+- 0 2431 2396"/>
                  <a:gd name="T1" fmla="*/ T0 w 36"/>
                  <a:gd name="T2" fmla="+- 0 7447 7403"/>
                  <a:gd name="T3" fmla="*/ 7447 h 55"/>
                  <a:gd name="T4" fmla="+- 0 2430 2396"/>
                  <a:gd name="T5" fmla="*/ T4 w 36"/>
                  <a:gd name="T6" fmla="+- 0 7447 7403"/>
                  <a:gd name="T7" fmla="*/ 7447 h 55"/>
                  <a:gd name="T8" fmla="+- 0 2427 2396"/>
                  <a:gd name="T9" fmla="*/ T8 w 36"/>
                  <a:gd name="T10" fmla="+- 0 7450 7403"/>
                  <a:gd name="T11" fmla="*/ 7450 h 55"/>
                  <a:gd name="T12" fmla="+- 0 2424 2396"/>
                  <a:gd name="T13" fmla="*/ T12 w 36"/>
                  <a:gd name="T14" fmla="+- 0 7451 7403"/>
                  <a:gd name="T15" fmla="*/ 7451 h 55"/>
                  <a:gd name="T16" fmla="+- 0 2423 2396"/>
                  <a:gd name="T17" fmla="*/ T16 w 36"/>
                  <a:gd name="T18" fmla="+- 0 7451 7403"/>
                  <a:gd name="T19" fmla="*/ 7451 h 55"/>
                  <a:gd name="T20" fmla="+- 0 2405 2396"/>
                  <a:gd name="T21" fmla="*/ T20 w 36"/>
                  <a:gd name="T22" fmla="+- 0 7451 7403"/>
                  <a:gd name="T23" fmla="*/ 7451 h 55"/>
                  <a:gd name="T24" fmla="+- 0 2430 2396"/>
                  <a:gd name="T25" fmla="*/ T24 w 36"/>
                  <a:gd name="T26" fmla="+- 0 7451 7403"/>
                  <a:gd name="T27" fmla="*/ 7451 h 55"/>
                  <a:gd name="T28" fmla="+- 0 2431 2396"/>
                  <a:gd name="T29" fmla="*/ T28 w 36"/>
                  <a:gd name="T30" fmla="+- 0 7447 7403"/>
                  <a:gd name="T31" fmla="*/ 7447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4" y="44"/>
                    </a:lnTo>
                    <a:lnTo>
                      <a:pt x="31" y="47"/>
                    </a:lnTo>
                    <a:lnTo>
                      <a:pt x="28" y="48"/>
                    </a:lnTo>
                    <a:lnTo>
                      <a:pt x="27" y="48"/>
                    </a:lnTo>
                    <a:lnTo>
                      <a:pt x="9" y="48"/>
                    </a:lnTo>
                    <a:lnTo>
                      <a:pt x="34"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8" name="Freeform 5831">
                <a:extLst>
                  <a:ext uri="{FF2B5EF4-FFF2-40B4-BE49-F238E27FC236}">
                    <a16:creationId xmlns:a16="http://schemas.microsoft.com/office/drawing/2014/main" id="{34547D8B-AF3D-DD66-40D0-255A7C39D5AF}"/>
                  </a:ext>
                </a:extLst>
              </p:cNvPr>
              <p:cNvSpPr>
                <a:spLocks/>
              </p:cNvSpPr>
              <p:nvPr/>
            </p:nvSpPr>
            <p:spPr bwMode="auto">
              <a:xfrm>
                <a:off x="2396" y="7403"/>
                <a:ext cx="36" cy="55"/>
              </a:xfrm>
              <a:custGeom>
                <a:avLst/>
                <a:gdLst>
                  <a:gd name="T0" fmla="+- 0 2417 2396"/>
                  <a:gd name="T1" fmla="*/ T0 w 36"/>
                  <a:gd name="T2" fmla="+- 0 7403 7403"/>
                  <a:gd name="T3" fmla="*/ 7403 h 55"/>
                  <a:gd name="T4" fmla="+- 0 2409 2396"/>
                  <a:gd name="T5" fmla="*/ T4 w 36"/>
                  <a:gd name="T6" fmla="+- 0 7403 7403"/>
                  <a:gd name="T7" fmla="*/ 7403 h 55"/>
                  <a:gd name="T8" fmla="+- 0 2405 2396"/>
                  <a:gd name="T9" fmla="*/ T8 w 36"/>
                  <a:gd name="T10" fmla="+- 0 7404 7403"/>
                  <a:gd name="T11" fmla="*/ 7404 h 55"/>
                  <a:gd name="T12" fmla="+- 0 2400 2396"/>
                  <a:gd name="T13" fmla="*/ T12 w 36"/>
                  <a:gd name="T14" fmla="+- 0 7409 7403"/>
                  <a:gd name="T15" fmla="*/ 7409 h 55"/>
                  <a:gd name="T16" fmla="+- 0 2398 2396"/>
                  <a:gd name="T17" fmla="*/ T16 w 36"/>
                  <a:gd name="T18" fmla="+- 0 7413 7403"/>
                  <a:gd name="T19" fmla="*/ 7413 h 55"/>
                  <a:gd name="T20" fmla="+- 0 2398 2396"/>
                  <a:gd name="T21" fmla="*/ T20 w 36"/>
                  <a:gd name="T22" fmla="+- 0 7418 7403"/>
                  <a:gd name="T23" fmla="*/ 7418 h 55"/>
                  <a:gd name="T24" fmla="+- 0 2399 2396"/>
                  <a:gd name="T25" fmla="*/ T24 w 36"/>
                  <a:gd name="T26" fmla="+- 0 7418 7403"/>
                  <a:gd name="T27" fmla="*/ 7418 h 55"/>
                  <a:gd name="T28" fmla="+- 0 2400 2396"/>
                  <a:gd name="T29" fmla="*/ T28 w 36"/>
                  <a:gd name="T30" fmla="+- 0 7415 7403"/>
                  <a:gd name="T31" fmla="*/ 7415 h 55"/>
                  <a:gd name="T32" fmla="+- 0 2402 2396"/>
                  <a:gd name="T33" fmla="*/ T32 w 36"/>
                  <a:gd name="T34" fmla="+- 0 7413 7403"/>
                  <a:gd name="T35" fmla="*/ 7413 h 55"/>
                  <a:gd name="T36" fmla="+- 0 2406 2396"/>
                  <a:gd name="T37" fmla="*/ T36 w 36"/>
                  <a:gd name="T38" fmla="+- 0 7410 7403"/>
                  <a:gd name="T39" fmla="*/ 7410 h 55"/>
                  <a:gd name="T40" fmla="+- 0 2408 2396"/>
                  <a:gd name="T41" fmla="*/ T40 w 36"/>
                  <a:gd name="T42" fmla="+- 0 7409 7403"/>
                  <a:gd name="T43" fmla="*/ 7409 h 55"/>
                  <a:gd name="T44" fmla="+- 0 2426 2396"/>
                  <a:gd name="T45" fmla="*/ T44 w 36"/>
                  <a:gd name="T46" fmla="+- 0 7409 7403"/>
                  <a:gd name="T47" fmla="*/ 7409 h 55"/>
                  <a:gd name="T48" fmla="+- 0 2421 2396"/>
                  <a:gd name="T49" fmla="*/ T48 w 36"/>
                  <a:gd name="T50" fmla="+- 0 7404 7403"/>
                  <a:gd name="T51" fmla="*/ 7404 h 55"/>
                  <a:gd name="T52" fmla="+- 0 2417 2396"/>
                  <a:gd name="T53" fmla="*/ T52 w 36"/>
                  <a:gd name="T54" fmla="+- 0 7403 7403"/>
                  <a:gd name="T55" fmla="*/ 740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2" y="15"/>
                    </a:lnTo>
                    <a:lnTo>
                      <a:pt x="3" y="15"/>
                    </a:lnTo>
                    <a:lnTo>
                      <a:pt x="4" y="12"/>
                    </a:lnTo>
                    <a:lnTo>
                      <a:pt x="6" y="10"/>
                    </a:lnTo>
                    <a:lnTo>
                      <a:pt x="10" y="7"/>
                    </a:lnTo>
                    <a:lnTo>
                      <a:pt x="12" y="6"/>
                    </a:lnTo>
                    <a:lnTo>
                      <a:pt x="30"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79" name="Group 478">
              <a:extLst>
                <a:ext uri="{FF2B5EF4-FFF2-40B4-BE49-F238E27FC236}">
                  <a16:creationId xmlns:a16="http://schemas.microsoft.com/office/drawing/2014/main" id="{14EC581B-326A-6069-0634-0E028DBC0B5D}"/>
                </a:ext>
              </a:extLst>
            </p:cNvPr>
            <p:cNvGrpSpPr>
              <a:grpSpLocks/>
            </p:cNvGrpSpPr>
            <p:nvPr/>
          </p:nvGrpSpPr>
          <p:grpSpPr bwMode="auto">
            <a:xfrm>
              <a:off x="2854" y="7403"/>
              <a:ext cx="35" cy="56"/>
              <a:chOff x="2854" y="7403"/>
              <a:chExt cx="35" cy="56"/>
            </a:xfrm>
          </p:grpSpPr>
          <p:sp>
            <p:nvSpPr>
              <p:cNvPr id="654" name="Freeform 5833">
                <a:extLst>
                  <a:ext uri="{FF2B5EF4-FFF2-40B4-BE49-F238E27FC236}">
                    <a16:creationId xmlns:a16="http://schemas.microsoft.com/office/drawing/2014/main" id="{80330CCD-B458-262D-0FAD-2CA64AE7200F}"/>
                  </a:ext>
                </a:extLst>
              </p:cNvPr>
              <p:cNvSpPr>
                <a:spLocks/>
              </p:cNvSpPr>
              <p:nvPr/>
            </p:nvSpPr>
            <p:spPr bwMode="auto">
              <a:xfrm>
                <a:off x="2854" y="7403"/>
                <a:ext cx="35" cy="56"/>
              </a:xfrm>
              <a:custGeom>
                <a:avLst/>
                <a:gdLst>
                  <a:gd name="T0" fmla="+- 0 2875 2854"/>
                  <a:gd name="T1" fmla="*/ T0 w 35"/>
                  <a:gd name="T2" fmla="+- 0 7403 7403"/>
                  <a:gd name="T3" fmla="*/ 7403 h 56"/>
                  <a:gd name="T4" fmla="+- 0 2868 2854"/>
                  <a:gd name="T5" fmla="*/ T4 w 35"/>
                  <a:gd name="T6" fmla="+- 0 7403 7403"/>
                  <a:gd name="T7" fmla="*/ 7403 h 56"/>
                  <a:gd name="T8" fmla="+- 0 2866 2854"/>
                  <a:gd name="T9" fmla="*/ T8 w 35"/>
                  <a:gd name="T10" fmla="+- 0 7404 7403"/>
                  <a:gd name="T11" fmla="*/ 7404 h 56"/>
                  <a:gd name="T12" fmla="+- 0 2861 2854"/>
                  <a:gd name="T13" fmla="*/ T12 w 35"/>
                  <a:gd name="T14" fmla="+- 0 7407 7403"/>
                  <a:gd name="T15" fmla="*/ 7407 h 56"/>
                  <a:gd name="T16" fmla="+- 0 2858 2854"/>
                  <a:gd name="T17" fmla="*/ T16 w 35"/>
                  <a:gd name="T18" fmla="+- 0 7411 7403"/>
                  <a:gd name="T19" fmla="*/ 7411 h 56"/>
                  <a:gd name="T20" fmla="+- 0 2855 2854"/>
                  <a:gd name="T21" fmla="*/ T20 w 35"/>
                  <a:gd name="T22" fmla="+- 0 7420 7403"/>
                  <a:gd name="T23" fmla="*/ 7420 h 56"/>
                  <a:gd name="T24" fmla="+- 0 2854 2854"/>
                  <a:gd name="T25" fmla="*/ T24 w 35"/>
                  <a:gd name="T26" fmla="+- 0 7425 7403"/>
                  <a:gd name="T27" fmla="*/ 7425 h 56"/>
                  <a:gd name="T28" fmla="+- 0 2854 2854"/>
                  <a:gd name="T29" fmla="*/ T28 w 35"/>
                  <a:gd name="T30" fmla="+- 0 7438 7403"/>
                  <a:gd name="T31" fmla="*/ 7438 h 56"/>
                  <a:gd name="T32" fmla="+- 0 2855 2854"/>
                  <a:gd name="T33" fmla="*/ T32 w 35"/>
                  <a:gd name="T34" fmla="+- 0 7444 7403"/>
                  <a:gd name="T35" fmla="*/ 7444 h 56"/>
                  <a:gd name="T36" fmla="+- 0 2861 2854"/>
                  <a:gd name="T37" fmla="*/ T36 w 35"/>
                  <a:gd name="T38" fmla="+- 0 7455 7403"/>
                  <a:gd name="T39" fmla="*/ 7455 h 56"/>
                  <a:gd name="T40" fmla="+- 0 2866 2854"/>
                  <a:gd name="T41" fmla="*/ T40 w 35"/>
                  <a:gd name="T42" fmla="+- 0 7458 7403"/>
                  <a:gd name="T43" fmla="*/ 7458 h 56"/>
                  <a:gd name="T44" fmla="+- 0 2873 2854"/>
                  <a:gd name="T45" fmla="*/ T44 w 35"/>
                  <a:gd name="T46" fmla="+- 0 7458 7403"/>
                  <a:gd name="T47" fmla="*/ 7458 h 56"/>
                  <a:gd name="T48" fmla="+- 0 2876 2854"/>
                  <a:gd name="T49" fmla="*/ T48 w 35"/>
                  <a:gd name="T50" fmla="+- 0 7457 7403"/>
                  <a:gd name="T51" fmla="*/ 7457 h 56"/>
                  <a:gd name="T52" fmla="+- 0 2878 2854"/>
                  <a:gd name="T53" fmla="*/ T52 w 35"/>
                  <a:gd name="T54" fmla="+- 0 7456 7403"/>
                  <a:gd name="T55" fmla="*/ 7456 h 56"/>
                  <a:gd name="T56" fmla="+- 0 2868 2854"/>
                  <a:gd name="T57" fmla="*/ T56 w 35"/>
                  <a:gd name="T58" fmla="+- 0 7456 7403"/>
                  <a:gd name="T59" fmla="*/ 7456 h 56"/>
                  <a:gd name="T60" fmla="+- 0 2866 2854"/>
                  <a:gd name="T61" fmla="*/ T60 w 35"/>
                  <a:gd name="T62" fmla="+- 0 7454 7403"/>
                  <a:gd name="T63" fmla="*/ 7454 h 56"/>
                  <a:gd name="T64" fmla="+- 0 2864 2854"/>
                  <a:gd name="T65" fmla="*/ T64 w 35"/>
                  <a:gd name="T66" fmla="+- 0 7450 7403"/>
                  <a:gd name="T67" fmla="*/ 7450 h 56"/>
                  <a:gd name="T68" fmla="+- 0 2862 2854"/>
                  <a:gd name="T69" fmla="*/ T68 w 35"/>
                  <a:gd name="T70" fmla="+- 0 7445 7403"/>
                  <a:gd name="T71" fmla="*/ 7445 h 56"/>
                  <a:gd name="T72" fmla="+- 0 2861 2854"/>
                  <a:gd name="T73" fmla="*/ T72 w 35"/>
                  <a:gd name="T74" fmla="+- 0 7439 7403"/>
                  <a:gd name="T75" fmla="*/ 7439 h 56"/>
                  <a:gd name="T76" fmla="+- 0 2871 2854"/>
                  <a:gd name="T77" fmla="*/ T76 w 35"/>
                  <a:gd name="T78" fmla="+- 0 7405 7403"/>
                  <a:gd name="T79" fmla="*/ 7405 h 56"/>
                  <a:gd name="T80" fmla="+- 0 2879 2854"/>
                  <a:gd name="T81" fmla="*/ T80 w 35"/>
                  <a:gd name="T82" fmla="+- 0 7405 7403"/>
                  <a:gd name="T83" fmla="*/ 7405 h 56"/>
                  <a:gd name="T84" fmla="+- 0 2879 2854"/>
                  <a:gd name="T85" fmla="*/ T84 w 35"/>
                  <a:gd name="T86" fmla="+- 0 7405 7403"/>
                  <a:gd name="T87" fmla="*/ 7405 h 56"/>
                  <a:gd name="T88" fmla="+- 0 2875 2854"/>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5" name="Freeform 5834">
                <a:extLst>
                  <a:ext uri="{FF2B5EF4-FFF2-40B4-BE49-F238E27FC236}">
                    <a16:creationId xmlns:a16="http://schemas.microsoft.com/office/drawing/2014/main" id="{7539C0AF-A65C-BE9A-479F-E0BD69912C1B}"/>
                  </a:ext>
                </a:extLst>
              </p:cNvPr>
              <p:cNvSpPr>
                <a:spLocks/>
              </p:cNvSpPr>
              <p:nvPr/>
            </p:nvSpPr>
            <p:spPr bwMode="auto">
              <a:xfrm>
                <a:off x="2854" y="7403"/>
                <a:ext cx="35" cy="56"/>
              </a:xfrm>
              <a:custGeom>
                <a:avLst/>
                <a:gdLst>
                  <a:gd name="T0" fmla="+- 0 2879 2854"/>
                  <a:gd name="T1" fmla="*/ T0 w 35"/>
                  <a:gd name="T2" fmla="+- 0 7405 7403"/>
                  <a:gd name="T3" fmla="*/ 7405 h 56"/>
                  <a:gd name="T4" fmla="+- 0 2871 2854"/>
                  <a:gd name="T5" fmla="*/ T4 w 35"/>
                  <a:gd name="T6" fmla="+- 0 7405 7403"/>
                  <a:gd name="T7" fmla="*/ 7405 h 56"/>
                  <a:gd name="T8" fmla="+- 0 2875 2854"/>
                  <a:gd name="T9" fmla="*/ T8 w 35"/>
                  <a:gd name="T10" fmla="+- 0 7407 7403"/>
                  <a:gd name="T11" fmla="*/ 7407 h 56"/>
                  <a:gd name="T12" fmla="+- 0 2876 2854"/>
                  <a:gd name="T13" fmla="*/ T12 w 35"/>
                  <a:gd name="T14" fmla="+- 0 7408 7403"/>
                  <a:gd name="T15" fmla="*/ 7408 h 56"/>
                  <a:gd name="T16" fmla="+- 0 2878 2854"/>
                  <a:gd name="T17" fmla="*/ T16 w 35"/>
                  <a:gd name="T18" fmla="+- 0 7410 7403"/>
                  <a:gd name="T19" fmla="*/ 7410 h 56"/>
                  <a:gd name="T20" fmla="+- 0 2880 2854"/>
                  <a:gd name="T21" fmla="*/ T20 w 35"/>
                  <a:gd name="T22" fmla="+- 0 7417 7403"/>
                  <a:gd name="T23" fmla="*/ 7417 h 56"/>
                  <a:gd name="T24" fmla="+- 0 2880 2854"/>
                  <a:gd name="T25" fmla="*/ T24 w 35"/>
                  <a:gd name="T26" fmla="+- 0 7420 7403"/>
                  <a:gd name="T27" fmla="*/ 7420 h 56"/>
                  <a:gd name="T28" fmla="+- 0 2880 2854"/>
                  <a:gd name="T29" fmla="*/ T28 w 35"/>
                  <a:gd name="T30" fmla="+- 0 7438 7403"/>
                  <a:gd name="T31" fmla="*/ 7438 h 56"/>
                  <a:gd name="T32" fmla="+- 0 2880 2854"/>
                  <a:gd name="T33" fmla="*/ T32 w 35"/>
                  <a:gd name="T34" fmla="+- 0 7443 7403"/>
                  <a:gd name="T35" fmla="*/ 7443 h 56"/>
                  <a:gd name="T36" fmla="+- 0 2878 2854"/>
                  <a:gd name="T37" fmla="*/ T36 w 35"/>
                  <a:gd name="T38" fmla="+- 0 7450 7403"/>
                  <a:gd name="T39" fmla="*/ 7450 h 56"/>
                  <a:gd name="T40" fmla="+- 0 2877 2854"/>
                  <a:gd name="T41" fmla="*/ T40 w 35"/>
                  <a:gd name="T42" fmla="+- 0 7452 7403"/>
                  <a:gd name="T43" fmla="*/ 7452 h 56"/>
                  <a:gd name="T44" fmla="+- 0 2875 2854"/>
                  <a:gd name="T45" fmla="*/ T44 w 35"/>
                  <a:gd name="T46" fmla="+- 0 7454 7403"/>
                  <a:gd name="T47" fmla="*/ 7454 h 56"/>
                  <a:gd name="T48" fmla="+- 0 2871 2854"/>
                  <a:gd name="T49" fmla="*/ T48 w 35"/>
                  <a:gd name="T50" fmla="+- 0 7456 7403"/>
                  <a:gd name="T51" fmla="*/ 7456 h 56"/>
                  <a:gd name="T52" fmla="+- 0 2878 2854"/>
                  <a:gd name="T53" fmla="*/ T52 w 35"/>
                  <a:gd name="T54" fmla="+- 0 7456 7403"/>
                  <a:gd name="T55" fmla="*/ 7456 h 56"/>
                  <a:gd name="T56" fmla="+- 0 2881 2854"/>
                  <a:gd name="T57" fmla="*/ T56 w 35"/>
                  <a:gd name="T58" fmla="+- 0 7453 7403"/>
                  <a:gd name="T59" fmla="*/ 7453 h 56"/>
                  <a:gd name="T60" fmla="+- 0 2884 2854"/>
                  <a:gd name="T61" fmla="*/ T60 w 35"/>
                  <a:gd name="T62" fmla="+- 0 7450 7403"/>
                  <a:gd name="T63" fmla="*/ 7450 h 56"/>
                  <a:gd name="T64" fmla="+- 0 2885 2854"/>
                  <a:gd name="T65" fmla="*/ T64 w 35"/>
                  <a:gd name="T66" fmla="+- 0 7446 7403"/>
                  <a:gd name="T67" fmla="*/ 7446 h 56"/>
                  <a:gd name="T68" fmla="+- 0 2887 2854"/>
                  <a:gd name="T69" fmla="*/ T68 w 35"/>
                  <a:gd name="T70" fmla="+- 0 7441 7403"/>
                  <a:gd name="T71" fmla="*/ 7441 h 56"/>
                  <a:gd name="T72" fmla="+- 0 2888 2854"/>
                  <a:gd name="T73" fmla="*/ T72 w 35"/>
                  <a:gd name="T74" fmla="+- 0 7436 7403"/>
                  <a:gd name="T75" fmla="*/ 7436 h 56"/>
                  <a:gd name="T76" fmla="+- 0 2888 2854"/>
                  <a:gd name="T77" fmla="*/ T76 w 35"/>
                  <a:gd name="T78" fmla="+- 0 7421 7403"/>
                  <a:gd name="T79" fmla="*/ 7421 h 56"/>
                  <a:gd name="T80" fmla="+- 0 2886 2854"/>
                  <a:gd name="T81" fmla="*/ T80 w 35"/>
                  <a:gd name="T82" fmla="+- 0 7414 7403"/>
                  <a:gd name="T83" fmla="*/ 7414 h 56"/>
                  <a:gd name="T84" fmla="+- 0 2879 2854"/>
                  <a:gd name="T85" fmla="*/ T84 w 35"/>
                  <a:gd name="T86" fmla="+- 0 7405 7403"/>
                  <a:gd name="T8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5" y="2"/>
                    </a:moveTo>
                    <a:lnTo>
                      <a:pt x="17" y="2"/>
                    </a:lnTo>
                    <a:lnTo>
                      <a:pt x="21" y="4"/>
                    </a:lnTo>
                    <a:lnTo>
                      <a:pt x="22" y="5"/>
                    </a:lnTo>
                    <a:lnTo>
                      <a:pt x="24" y="7"/>
                    </a:lnTo>
                    <a:lnTo>
                      <a:pt x="26" y="14"/>
                    </a:lnTo>
                    <a:lnTo>
                      <a:pt x="26" y="17"/>
                    </a:lnTo>
                    <a:lnTo>
                      <a:pt x="26" y="35"/>
                    </a:lnTo>
                    <a:lnTo>
                      <a:pt x="26" y="40"/>
                    </a:lnTo>
                    <a:lnTo>
                      <a:pt x="24" y="47"/>
                    </a:lnTo>
                    <a:lnTo>
                      <a:pt x="23" y="49"/>
                    </a:lnTo>
                    <a:lnTo>
                      <a:pt x="21" y="51"/>
                    </a:lnTo>
                    <a:lnTo>
                      <a:pt x="17" y="53"/>
                    </a:lnTo>
                    <a:lnTo>
                      <a:pt x="24" y="53"/>
                    </a:lnTo>
                    <a:lnTo>
                      <a:pt x="27" y="50"/>
                    </a:lnTo>
                    <a:lnTo>
                      <a:pt x="30" y="47"/>
                    </a:lnTo>
                    <a:lnTo>
                      <a:pt x="31" y="43"/>
                    </a:lnTo>
                    <a:lnTo>
                      <a:pt x="33" y="38"/>
                    </a:lnTo>
                    <a:lnTo>
                      <a:pt x="34" y="3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0" name="Group 479">
              <a:extLst>
                <a:ext uri="{FF2B5EF4-FFF2-40B4-BE49-F238E27FC236}">
                  <a16:creationId xmlns:a16="http://schemas.microsoft.com/office/drawing/2014/main" id="{8332575B-31C3-1D64-ED8F-CC6474CA85C6}"/>
                </a:ext>
              </a:extLst>
            </p:cNvPr>
            <p:cNvGrpSpPr>
              <a:grpSpLocks/>
            </p:cNvGrpSpPr>
            <p:nvPr/>
          </p:nvGrpSpPr>
          <p:grpSpPr bwMode="auto">
            <a:xfrm>
              <a:off x="3309" y="7403"/>
              <a:ext cx="36" cy="55"/>
              <a:chOff x="3309" y="7403"/>
              <a:chExt cx="36" cy="55"/>
            </a:xfrm>
          </p:grpSpPr>
          <p:sp>
            <p:nvSpPr>
              <p:cNvPr id="651" name="Freeform 5836">
                <a:extLst>
                  <a:ext uri="{FF2B5EF4-FFF2-40B4-BE49-F238E27FC236}">
                    <a16:creationId xmlns:a16="http://schemas.microsoft.com/office/drawing/2014/main" id="{6455F577-7CA4-247A-F066-2BCBBBC49A0A}"/>
                  </a:ext>
                </a:extLst>
              </p:cNvPr>
              <p:cNvSpPr>
                <a:spLocks/>
              </p:cNvSpPr>
              <p:nvPr/>
            </p:nvSpPr>
            <p:spPr bwMode="auto">
              <a:xfrm>
                <a:off x="3309" y="7403"/>
                <a:ext cx="36" cy="55"/>
              </a:xfrm>
              <a:custGeom>
                <a:avLst/>
                <a:gdLst>
                  <a:gd name="T0" fmla="+- 0 3338 3309"/>
                  <a:gd name="T1" fmla="*/ T0 w 36"/>
                  <a:gd name="T2" fmla="+- 0 7409 7403"/>
                  <a:gd name="T3" fmla="*/ 7409 h 55"/>
                  <a:gd name="T4" fmla="+- 0 3326 3309"/>
                  <a:gd name="T5" fmla="*/ T4 w 36"/>
                  <a:gd name="T6" fmla="+- 0 7409 7403"/>
                  <a:gd name="T7" fmla="*/ 7409 h 55"/>
                  <a:gd name="T8" fmla="+- 0 3329 3309"/>
                  <a:gd name="T9" fmla="*/ T8 w 36"/>
                  <a:gd name="T10" fmla="+- 0 7410 7403"/>
                  <a:gd name="T11" fmla="*/ 7410 h 55"/>
                  <a:gd name="T12" fmla="+- 0 3333 3309"/>
                  <a:gd name="T13" fmla="*/ T12 w 36"/>
                  <a:gd name="T14" fmla="+- 0 7414 7403"/>
                  <a:gd name="T15" fmla="*/ 7414 h 55"/>
                  <a:gd name="T16" fmla="+- 0 3334 3309"/>
                  <a:gd name="T17" fmla="*/ T16 w 36"/>
                  <a:gd name="T18" fmla="+- 0 7417 7403"/>
                  <a:gd name="T19" fmla="*/ 7417 h 55"/>
                  <a:gd name="T20" fmla="+- 0 3334 3309"/>
                  <a:gd name="T21" fmla="*/ T20 w 36"/>
                  <a:gd name="T22" fmla="+- 0 7425 7403"/>
                  <a:gd name="T23" fmla="*/ 7425 h 55"/>
                  <a:gd name="T24" fmla="+- 0 3332 3309"/>
                  <a:gd name="T25" fmla="*/ T24 w 36"/>
                  <a:gd name="T26" fmla="+- 0 7430 7403"/>
                  <a:gd name="T27" fmla="*/ 7430 h 55"/>
                  <a:gd name="T28" fmla="+- 0 3325 3309"/>
                  <a:gd name="T29" fmla="*/ T28 w 36"/>
                  <a:gd name="T30" fmla="+- 0 7440 7403"/>
                  <a:gd name="T31" fmla="*/ 7440 h 55"/>
                  <a:gd name="T32" fmla="+- 0 3318 3309"/>
                  <a:gd name="T33" fmla="*/ T32 w 36"/>
                  <a:gd name="T34" fmla="+- 0 7447 7403"/>
                  <a:gd name="T35" fmla="*/ 7447 h 55"/>
                  <a:gd name="T36" fmla="+- 0 3309 3309"/>
                  <a:gd name="T37" fmla="*/ T36 w 36"/>
                  <a:gd name="T38" fmla="+- 0 7456 7403"/>
                  <a:gd name="T39" fmla="*/ 7456 h 55"/>
                  <a:gd name="T40" fmla="+- 0 3309 3309"/>
                  <a:gd name="T41" fmla="*/ T40 w 36"/>
                  <a:gd name="T42" fmla="+- 0 7457 7403"/>
                  <a:gd name="T43" fmla="*/ 7457 h 55"/>
                  <a:gd name="T44" fmla="+- 0 3340 3309"/>
                  <a:gd name="T45" fmla="*/ T44 w 36"/>
                  <a:gd name="T46" fmla="+- 0 7457 7403"/>
                  <a:gd name="T47" fmla="*/ 7457 h 55"/>
                  <a:gd name="T48" fmla="+- 0 3342 3309"/>
                  <a:gd name="T49" fmla="*/ T48 w 36"/>
                  <a:gd name="T50" fmla="+- 0 7451 7403"/>
                  <a:gd name="T51" fmla="*/ 7451 h 55"/>
                  <a:gd name="T52" fmla="+- 0 3317 3309"/>
                  <a:gd name="T53" fmla="*/ T52 w 36"/>
                  <a:gd name="T54" fmla="+- 0 7451 7403"/>
                  <a:gd name="T55" fmla="*/ 7451 h 55"/>
                  <a:gd name="T56" fmla="+- 0 3319 3309"/>
                  <a:gd name="T57" fmla="*/ T56 w 36"/>
                  <a:gd name="T58" fmla="+- 0 7450 7403"/>
                  <a:gd name="T59" fmla="*/ 7450 h 55"/>
                  <a:gd name="T60" fmla="+- 0 3341 3309"/>
                  <a:gd name="T61" fmla="*/ T60 w 36"/>
                  <a:gd name="T62" fmla="+- 0 7419 7403"/>
                  <a:gd name="T63" fmla="*/ 7419 h 55"/>
                  <a:gd name="T64" fmla="+- 0 3341 3309"/>
                  <a:gd name="T65" fmla="*/ T64 w 36"/>
                  <a:gd name="T66" fmla="+- 0 7413 7403"/>
                  <a:gd name="T67" fmla="*/ 7413 h 55"/>
                  <a:gd name="T68" fmla="+- 0 3339 3309"/>
                  <a:gd name="T69" fmla="*/ T68 w 36"/>
                  <a:gd name="T70" fmla="+- 0 7410 7403"/>
                  <a:gd name="T71" fmla="*/ 7410 h 55"/>
                  <a:gd name="T72" fmla="+- 0 3338 3309"/>
                  <a:gd name="T73" fmla="*/ T72 w 36"/>
                  <a:gd name="T74" fmla="+- 0 7409 7403"/>
                  <a:gd name="T75"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36" h="55">
                    <a:moveTo>
                      <a:pt x="29" y="6"/>
                    </a:moveTo>
                    <a:lnTo>
                      <a:pt x="17" y="6"/>
                    </a:lnTo>
                    <a:lnTo>
                      <a:pt x="20" y="7"/>
                    </a:lnTo>
                    <a:lnTo>
                      <a:pt x="24" y="11"/>
                    </a:lnTo>
                    <a:lnTo>
                      <a:pt x="25" y="14"/>
                    </a:lnTo>
                    <a:lnTo>
                      <a:pt x="25" y="22"/>
                    </a:lnTo>
                    <a:lnTo>
                      <a:pt x="23" y="27"/>
                    </a:lnTo>
                    <a:lnTo>
                      <a:pt x="16" y="37"/>
                    </a:lnTo>
                    <a:lnTo>
                      <a:pt x="9" y="44"/>
                    </a:lnTo>
                    <a:lnTo>
                      <a:pt x="0" y="53"/>
                    </a:lnTo>
                    <a:lnTo>
                      <a:pt x="0" y="54"/>
                    </a:lnTo>
                    <a:lnTo>
                      <a:pt x="31" y="54"/>
                    </a:lnTo>
                    <a:lnTo>
                      <a:pt x="33" y="48"/>
                    </a:lnTo>
                    <a:lnTo>
                      <a:pt x="8" y="48"/>
                    </a:lnTo>
                    <a:lnTo>
                      <a:pt x="10" y="47"/>
                    </a:lnTo>
                    <a:lnTo>
                      <a:pt x="32" y="16"/>
                    </a:lnTo>
                    <a:lnTo>
                      <a:pt x="32"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2" name="Freeform 5837">
                <a:extLst>
                  <a:ext uri="{FF2B5EF4-FFF2-40B4-BE49-F238E27FC236}">
                    <a16:creationId xmlns:a16="http://schemas.microsoft.com/office/drawing/2014/main" id="{CC2995D2-CAA3-7BBF-21FA-014625C4DD7D}"/>
                  </a:ext>
                </a:extLst>
              </p:cNvPr>
              <p:cNvSpPr>
                <a:spLocks/>
              </p:cNvSpPr>
              <p:nvPr/>
            </p:nvSpPr>
            <p:spPr bwMode="auto">
              <a:xfrm>
                <a:off x="3309" y="7403"/>
                <a:ext cx="36" cy="55"/>
              </a:xfrm>
              <a:custGeom>
                <a:avLst/>
                <a:gdLst>
                  <a:gd name="T0" fmla="+- 0 3344 3309"/>
                  <a:gd name="T1" fmla="*/ T0 w 36"/>
                  <a:gd name="T2" fmla="+- 0 7447 7403"/>
                  <a:gd name="T3" fmla="*/ 7447 h 55"/>
                  <a:gd name="T4" fmla="+- 0 3343 3309"/>
                  <a:gd name="T5" fmla="*/ T4 w 36"/>
                  <a:gd name="T6" fmla="+- 0 7447 7403"/>
                  <a:gd name="T7" fmla="*/ 7447 h 55"/>
                  <a:gd name="T8" fmla="+- 0 3340 3309"/>
                  <a:gd name="T9" fmla="*/ T8 w 36"/>
                  <a:gd name="T10" fmla="+- 0 7450 7403"/>
                  <a:gd name="T11" fmla="*/ 7450 h 55"/>
                  <a:gd name="T12" fmla="+- 0 3337 3309"/>
                  <a:gd name="T13" fmla="*/ T12 w 36"/>
                  <a:gd name="T14" fmla="+- 0 7451 7403"/>
                  <a:gd name="T15" fmla="*/ 7451 h 55"/>
                  <a:gd name="T16" fmla="+- 0 3336 3309"/>
                  <a:gd name="T17" fmla="*/ T16 w 36"/>
                  <a:gd name="T18" fmla="+- 0 7451 7403"/>
                  <a:gd name="T19" fmla="*/ 7451 h 55"/>
                  <a:gd name="T20" fmla="+- 0 3317 3309"/>
                  <a:gd name="T21" fmla="*/ T20 w 36"/>
                  <a:gd name="T22" fmla="+- 0 7451 7403"/>
                  <a:gd name="T23" fmla="*/ 7451 h 55"/>
                  <a:gd name="T24" fmla="+- 0 3342 3309"/>
                  <a:gd name="T25" fmla="*/ T24 w 36"/>
                  <a:gd name="T26" fmla="+- 0 7451 7403"/>
                  <a:gd name="T27" fmla="*/ 7451 h 55"/>
                  <a:gd name="T28" fmla="+- 0 3344 3309"/>
                  <a:gd name="T29" fmla="*/ T28 w 36"/>
                  <a:gd name="T30" fmla="+- 0 7447 7403"/>
                  <a:gd name="T31" fmla="*/ 7447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4" y="44"/>
                    </a:lnTo>
                    <a:lnTo>
                      <a:pt x="31" y="47"/>
                    </a:lnTo>
                    <a:lnTo>
                      <a:pt x="28" y="48"/>
                    </a:lnTo>
                    <a:lnTo>
                      <a:pt x="27" y="48"/>
                    </a:lnTo>
                    <a:lnTo>
                      <a:pt x="8"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3" name="Freeform 5838">
                <a:extLst>
                  <a:ext uri="{FF2B5EF4-FFF2-40B4-BE49-F238E27FC236}">
                    <a16:creationId xmlns:a16="http://schemas.microsoft.com/office/drawing/2014/main" id="{5E13A13A-93A1-9CB5-EB3E-3ADBE6EC9EAF}"/>
                  </a:ext>
                </a:extLst>
              </p:cNvPr>
              <p:cNvSpPr>
                <a:spLocks/>
              </p:cNvSpPr>
              <p:nvPr/>
            </p:nvSpPr>
            <p:spPr bwMode="auto">
              <a:xfrm>
                <a:off x="3309" y="7403"/>
                <a:ext cx="36" cy="55"/>
              </a:xfrm>
              <a:custGeom>
                <a:avLst/>
                <a:gdLst>
                  <a:gd name="T0" fmla="+- 0 3330 3309"/>
                  <a:gd name="T1" fmla="*/ T0 w 36"/>
                  <a:gd name="T2" fmla="+- 0 7403 7403"/>
                  <a:gd name="T3" fmla="*/ 7403 h 55"/>
                  <a:gd name="T4" fmla="+- 0 3322 3309"/>
                  <a:gd name="T5" fmla="*/ T4 w 36"/>
                  <a:gd name="T6" fmla="+- 0 7403 7403"/>
                  <a:gd name="T7" fmla="*/ 7403 h 55"/>
                  <a:gd name="T8" fmla="+- 0 3318 3309"/>
                  <a:gd name="T9" fmla="*/ T8 w 36"/>
                  <a:gd name="T10" fmla="+- 0 7404 7403"/>
                  <a:gd name="T11" fmla="*/ 7404 h 55"/>
                  <a:gd name="T12" fmla="+- 0 3313 3309"/>
                  <a:gd name="T13" fmla="*/ T12 w 36"/>
                  <a:gd name="T14" fmla="+- 0 7409 7403"/>
                  <a:gd name="T15" fmla="*/ 7409 h 55"/>
                  <a:gd name="T16" fmla="+- 0 3311 3309"/>
                  <a:gd name="T17" fmla="*/ T16 w 36"/>
                  <a:gd name="T18" fmla="+- 0 7413 7403"/>
                  <a:gd name="T19" fmla="*/ 7413 h 55"/>
                  <a:gd name="T20" fmla="+- 0 3310 3309"/>
                  <a:gd name="T21" fmla="*/ T20 w 36"/>
                  <a:gd name="T22" fmla="+- 0 7418 7403"/>
                  <a:gd name="T23" fmla="*/ 7418 h 55"/>
                  <a:gd name="T24" fmla="+- 0 3312 3309"/>
                  <a:gd name="T25" fmla="*/ T24 w 36"/>
                  <a:gd name="T26" fmla="+- 0 7418 7403"/>
                  <a:gd name="T27" fmla="*/ 7418 h 55"/>
                  <a:gd name="T28" fmla="+- 0 3313 3309"/>
                  <a:gd name="T29" fmla="*/ T28 w 36"/>
                  <a:gd name="T30" fmla="+- 0 7415 7403"/>
                  <a:gd name="T31" fmla="*/ 7415 h 55"/>
                  <a:gd name="T32" fmla="+- 0 3314 3309"/>
                  <a:gd name="T33" fmla="*/ T32 w 36"/>
                  <a:gd name="T34" fmla="+- 0 7413 7403"/>
                  <a:gd name="T35" fmla="*/ 7413 h 55"/>
                  <a:gd name="T36" fmla="+- 0 3319 3309"/>
                  <a:gd name="T37" fmla="*/ T36 w 36"/>
                  <a:gd name="T38" fmla="+- 0 7410 7403"/>
                  <a:gd name="T39" fmla="*/ 7410 h 55"/>
                  <a:gd name="T40" fmla="+- 0 3321 3309"/>
                  <a:gd name="T41" fmla="*/ T40 w 36"/>
                  <a:gd name="T42" fmla="+- 0 7409 7403"/>
                  <a:gd name="T43" fmla="*/ 7409 h 55"/>
                  <a:gd name="T44" fmla="+- 0 3338 3309"/>
                  <a:gd name="T45" fmla="*/ T44 w 36"/>
                  <a:gd name="T46" fmla="+- 0 7409 7403"/>
                  <a:gd name="T47" fmla="*/ 7409 h 55"/>
                  <a:gd name="T48" fmla="+- 0 3334 3309"/>
                  <a:gd name="T49" fmla="*/ T48 w 36"/>
                  <a:gd name="T50" fmla="+- 0 7404 7403"/>
                  <a:gd name="T51" fmla="*/ 7404 h 55"/>
                  <a:gd name="T52" fmla="+- 0 3330 3309"/>
                  <a:gd name="T53" fmla="*/ T52 w 36"/>
                  <a:gd name="T54" fmla="+- 0 7403 7403"/>
                  <a:gd name="T55" fmla="*/ 740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1" y="15"/>
                    </a:lnTo>
                    <a:lnTo>
                      <a:pt x="3" y="15"/>
                    </a:lnTo>
                    <a:lnTo>
                      <a:pt x="4" y="12"/>
                    </a:lnTo>
                    <a:lnTo>
                      <a:pt x="5" y="10"/>
                    </a:lnTo>
                    <a:lnTo>
                      <a:pt x="10" y="7"/>
                    </a:lnTo>
                    <a:lnTo>
                      <a:pt x="12" y="6"/>
                    </a:lnTo>
                    <a:lnTo>
                      <a:pt x="29"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1" name="Group 480">
              <a:extLst>
                <a:ext uri="{FF2B5EF4-FFF2-40B4-BE49-F238E27FC236}">
                  <a16:creationId xmlns:a16="http://schemas.microsoft.com/office/drawing/2014/main" id="{BB05154B-E573-4C3F-B896-20DB7D56A175}"/>
                </a:ext>
              </a:extLst>
            </p:cNvPr>
            <p:cNvGrpSpPr>
              <a:grpSpLocks/>
            </p:cNvGrpSpPr>
            <p:nvPr/>
          </p:nvGrpSpPr>
          <p:grpSpPr bwMode="auto">
            <a:xfrm>
              <a:off x="3766" y="7403"/>
              <a:ext cx="35" cy="56"/>
              <a:chOff x="3766" y="7403"/>
              <a:chExt cx="35" cy="56"/>
            </a:xfrm>
          </p:grpSpPr>
          <p:sp>
            <p:nvSpPr>
              <p:cNvPr id="649" name="Freeform 5840">
                <a:extLst>
                  <a:ext uri="{FF2B5EF4-FFF2-40B4-BE49-F238E27FC236}">
                    <a16:creationId xmlns:a16="http://schemas.microsoft.com/office/drawing/2014/main" id="{C66F1FEB-FE83-0D01-2174-336BF3ABA275}"/>
                  </a:ext>
                </a:extLst>
              </p:cNvPr>
              <p:cNvSpPr>
                <a:spLocks/>
              </p:cNvSpPr>
              <p:nvPr/>
            </p:nvSpPr>
            <p:spPr bwMode="auto">
              <a:xfrm>
                <a:off x="3766" y="7403"/>
                <a:ext cx="35" cy="56"/>
              </a:xfrm>
              <a:custGeom>
                <a:avLst/>
                <a:gdLst>
                  <a:gd name="T0" fmla="+- 0 3788 3766"/>
                  <a:gd name="T1" fmla="*/ T0 w 35"/>
                  <a:gd name="T2" fmla="+- 0 7403 7403"/>
                  <a:gd name="T3" fmla="*/ 7403 h 56"/>
                  <a:gd name="T4" fmla="+- 0 3781 3766"/>
                  <a:gd name="T5" fmla="*/ T4 w 35"/>
                  <a:gd name="T6" fmla="+- 0 7403 7403"/>
                  <a:gd name="T7" fmla="*/ 7403 h 56"/>
                  <a:gd name="T8" fmla="+- 0 3779 3766"/>
                  <a:gd name="T9" fmla="*/ T8 w 35"/>
                  <a:gd name="T10" fmla="+- 0 7404 7403"/>
                  <a:gd name="T11" fmla="*/ 7404 h 56"/>
                  <a:gd name="T12" fmla="+- 0 3773 3766"/>
                  <a:gd name="T13" fmla="*/ T12 w 35"/>
                  <a:gd name="T14" fmla="+- 0 7407 7403"/>
                  <a:gd name="T15" fmla="*/ 7407 h 56"/>
                  <a:gd name="T16" fmla="+- 0 3771 3766"/>
                  <a:gd name="T17" fmla="*/ T16 w 35"/>
                  <a:gd name="T18" fmla="+- 0 7411 7403"/>
                  <a:gd name="T19" fmla="*/ 7411 h 56"/>
                  <a:gd name="T20" fmla="+- 0 3767 3766"/>
                  <a:gd name="T21" fmla="*/ T20 w 35"/>
                  <a:gd name="T22" fmla="+- 0 7420 7403"/>
                  <a:gd name="T23" fmla="*/ 7420 h 56"/>
                  <a:gd name="T24" fmla="+- 0 3766 3766"/>
                  <a:gd name="T25" fmla="*/ T24 w 35"/>
                  <a:gd name="T26" fmla="+- 0 7425 7403"/>
                  <a:gd name="T27" fmla="*/ 7425 h 56"/>
                  <a:gd name="T28" fmla="+- 0 3766 3766"/>
                  <a:gd name="T29" fmla="*/ T28 w 35"/>
                  <a:gd name="T30" fmla="+- 0 7438 7403"/>
                  <a:gd name="T31" fmla="*/ 7438 h 56"/>
                  <a:gd name="T32" fmla="+- 0 3768 3766"/>
                  <a:gd name="T33" fmla="*/ T32 w 35"/>
                  <a:gd name="T34" fmla="+- 0 7444 7403"/>
                  <a:gd name="T35" fmla="*/ 7444 h 56"/>
                  <a:gd name="T36" fmla="+- 0 3774 3766"/>
                  <a:gd name="T37" fmla="*/ T36 w 35"/>
                  <a:gd name="T38" fmla="+- 0 7455 7403"/>
                  <a:gd name="T39" fmla="*/ 7455 h 56"/>
                  <a:gd name="T40" fmla="+- 0 3778 3766"/>
                  <a:gd name="T41" fmla="*/ T40 w 35"/>
                  <a:gd name="T42" fmla="+- 0 7458 7403"/>
                  <a:gd name="T43" fmla="*/ 7458 h 56"/>
                  <a:gd name="T44" fmla="+- 0 3786 3766"/>
                  <a:gd name="T45" fmla="*/ T44 w 35"/>
                  <a:gd name="T46" fmla="+- 0 7458 7403"/>
                  <a:gd name="T47" fmla="*/ 7458 h 56"/>
                  <a:gd name="T48" fmla="+- 0 3788 3766"/>
                  <a:gd name="T49" fmla="*/ T48 w 35"/>
                  <a:gd name="T50" fmla="+- 0 7457 7403"/>
                  <a:gd name="T51" fmla="*/ 7457 h 56"/>
                  <a:gd name="T52" fmla="+- 0 3791 3766"/>
                  <a:gd name="T53" fmla="*/ T52 w 35"/>
                  <a:gd name="T54" fmla="+- 0 7456 7403"/>
                  <a:gd name="T55" fmla="*/ 7456 h 56"/>
                  <a:gd name="T56" fmla="+- 0 3780 3766"/>
                  <a:gd name="T57" fmla="*/ T56 w 35"/>
                  <a:gd name="T58" fmla="+- 0 7456 7403"/>
                  <a:gd name="T59" fmla="*/ 7456 h 56"/>
                  <a:gd name="T60" fmla="+- 0 3778 3766"/>
                  <a:gd name="T61" fmla="*/ T60 w 35"/>
                  <a:gd name="T62" fmla="+- 0 7454 7403"/>
                  <a:gd name="T63" fmla="*/ 7454 h 56"/>
                  <a:gd name="T64" fmla="+- 0 3777 3766"/>
                  <a:gd name="T65" fmla="*/ T64 w 35"/>
                  <a:gd name="T66" fmla="+- 0 7450 7403"/>
                  <a:gd name="T67" fmla="*/ 7450 h 56"/>
                  <a:gd name="T68" fmla="+- 0 3775 3766"/>
                  <a:gd name="T69" fmla="*/ T68 w 35"/>
                  <a:gd name="T70" fmla="+- 0 7445 7403"/>
                  <a:gd name="T71" fmla="*/ 7445 h 56"/>
                  <a:gd name="T72" fmla="+- 0 3774 3766"/>
                  <a:gd name="T73" fmla="*/ T72 w 35"/>
                  <a:gd name="T74" fmla="+- 0 7439 7403"/>
                  <a:gd name="T75" fmla="*/ 7439 h 56"/>
                  <a:gd name="T76" fmla="+- 0 3784 3766"/>
                  <a:gd name="T77" fmla="*/ T76 w 35"/>
                  <a:gd name="T78" fmla="+- 0 7405 7403"/>
                  <a:gd name="T79" fmla="*/ 7405 h 56"/>
                  <a:gd name="T80" fmla="+- 0 3792 3766"/>
                  <a:gd name="T81" fmla="*/ T80 w 35"/>
                  <a:gd name="T82" fmla="+- 0 7405 7403"/>
                  <a:gd name="T83" fmla="*/ 7405 h 56"/>
                  <a:gd name="T84" fmla="+- 0 3791 3766"/>
                  <a:gd name="T85" fmla="*/ T84 w 35"/>
                  <a:gd name="T86" fmla="+- 0 7405 7403"/>
                  <a:gd name="T87" fmla="*/ 7405 h 56"/>
                  <a:gd name="T88" fmla="+- 0 3788 3766"/>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50" name="Freeform 5841">
                <a:extLst>
                  <a:ext uri="{FF2B5EF4-FFF2-40B4-BE49-F238E27FC236}">
                    <a16:creationId xmlns:a16="http://schemas.microsoft.com/office/drawing/2014/main" id="{5ED31503-36CA-EEA0-1ED9-DABE184C1ED2}"/>
                  </a:ext>
                </a:extLst>
              </p:cNvPr>
              <p:cNvSpPr>
                <a:spLocks/>
              </p:cNvSpPr>
              <p:nvPr/>
            </p:nvSpPr>
            <p:spPr bwMode="auto">
              <a:xfrm>
                <a:off x="3766" y="7403"/>
                <a:ext cx="35" cy="56"/>
              </a:xfrm>
              <a:custGeom>
                <a:avLst/>
                <a:gdLst>
                  <a:gd name="T0" fmla="+- 0 3792 3766"/>
                  <a:gd name="T1" fmla="*/ T0 w 35"/>
                  <a:gd name="T2" fmla="+- 0 7405 7403"/>
                  <a:gd name="T3" fmla="*/ 7405 h 56"/>
                  <a:gd name="T4" fmla="+- 0 3784 3766"/>
                  <a:gd name="T5" fmla="*/ T4 w 35"/>
                  <a:gd name="T6" fmla="+- 0 7405 7403"/>
                  <a:gd name="T7" fmla="*/ 7405 h 56"/>
                  <a:gd name="T8" fmla="+- 0 3787 3766"/>
                  <a:gd name="T9" fmla="*/ T8 w 35"/>
                  <a:gd name="T10" fmla="+- 0 7407 7403"/>
                  <a:gd name="T11" fmla="*/ 7407 h 56"/>
                  <a:gd name="T12" fmla="+- 0 3789 3766"/>
                  <a:gd name="T13" fmla="*/ T12 w 35"/>
                  <a:gd name="T14" fmla="+- 0 7408 7403"/>
                  <a:gd name="T15" fmla="*/ 7408 h 56"/>
                  <a:gd name="T16" fmla="+- 0 3790 3766"/>
                  <a:gd name="T17" fmla="*/ T16 w 35"/>
                  <a:gd name="T18" fmla="+- 0 7410 7403"/>
                  <a:gd name="T19" fmla="*/ 7410 h 56"/>
                  <a:gd name="T20" fmla="+- 0 3792 3766"/>
                  <a:gd name="T21" fmla="*/ T20 w 35"/>
                  <a:gd name="T22" fmla="+- 0 7417 7403"/>
                  <a:gd name="T23" fmla="*/ 7417 h 56"/>
                  <a:gd name="T24" fmla="+- 0 3793 3766"/>
                  <a:gd name="T25" fmla="*/ T24 w 35"/>
                  <a:gd name="T26" fmla="+- 0 7420 7403"/>
                  <a:gd name="T27" fmla="*/ 7420 h 56"/>
                  <a:gd name="T28" fmla="+- 0 3793 3766"/>
                  <a:gd name="T29" fmla="*/ T28 w 35"/>
                  <a:gd name="T30" fmla="+- 0 7438 7403"/>
                  <a:gd name="T31" fmla="*/ 7438 h 56"/>
                  <a:gd name="T32" fmla="+- 0 3792 3766"/>
                  <a:gd name="T33" fmla="*/ T32 w 35"/>
                  <a:gd name="T34" fmla="+- 0 7443 7403"/>
                  <a:gd name="T35" fmla="*/ 7443 h 56"/>
                  <a:gd name="T36" fmla="+- 0 3790 3766"/>
                  <a:gd name="T37" fmla="*/ T36 w 35"/>
                  <a:gd name="T38" fmla="+- 0 7450 7403"/>
                  <a:gd name="T39" fmla="*/ 7450 h 56"/>
                  <a:gd name="T40" fmla="+- 0 3789 3766"/>
                  <a:gd name="T41" fmla="*/ T40 w 35"/>
                  <a:gd name="T42" fmla="+- 0 7452 7403"/>
                  <a:gd name="T43" fmla="*/ 7452 h 56"/>
                  <a:gd name="T44" fmla="+- 0 3788 3766"/>
                  <a:gd name="T45" fmla="*/ T44 w 35"/>
                  <a:gd name="T46" fmla="+- 0 7454 7403"/>
                  <a:gd name="T47" fmla="*/ 7454 h 56"/>
                  <a:gd name="T48" fmla="+- 0 3783 3766"/>
                  <a:gd name="T49" fmla="*/ T48 w 35"/>
                  <a:gd name="T50" fmla="+- 0 7456 7403"/>
                  <a:gd name="T51" fmla="*/ 7456 h 56"/>
                  <a:gd name="T52" fmla="+- 0 3791 3766"/>
                  <a:gd name="T53" fmla="*/ T52 w 35"/>
                  <a:gd name="T54" fmla="+- 0 7456 7403"/>
                  <a:gd name="T55" fmla="*/ 7456 h 56"/>
                  <a:gd name="T56" fmla="+- 0 3794 3766"/>
                  <a:gd name="T57" fmla="*/ T56 w 35"/>
                  <a:gd name="T58" fmla="+- 0 7453 7403"/>
                  <a:gd name="T59" fmla="*/ 7453 h 56"/>
                  <a:gd name="T60" fmla="+- 0 3796 3766"/>
                  <a:gd name="T61" fmla="*/ T60 w 35"/>
                  <a:gd name="T62" fmla="+- 0 7450 7403"/>
                  <a:gd name="T63" fmla="*/ 7450 h 56"/>
                  <a:gd name="T64" fmla="+- 0 3798 3766"/>
                  <a:gd name="T65" fmla="*/ T64 w 35"/>
                  <a:gd name="T66" fmla="+- 0 7446 7403"/>
                  <a:gd name="T67" fmla="*/ 7446 h 56"/>
                  <a:gd name="T68" fmla="+- 0 3800 3766"/>
                  <a:gd name="T69" fmla="*/ T68 w 35"/>
                  <a:gd name="T70" fmla="+- 0 7441 7403"/>
                  <a:gd name="T71" fmla="*/ 7441 h 56"/>
                  <a:gd name="T72" fmla="+- 0 3801 3766"/>
                  <a:gd name="T73" fmla="*/ T72 w 35"/>
                  <a:gd name="T74" fmla="+- 0 7436 7403"/>
                  <a:gd name="T75" fmla="*/ 7436 h 56"/>
                  <a:gd name="T76" fmla="+- 0 3801 3766"/>
                  <a:gd name="T77" fmla="*/ T76 w 35"/>
                  <a:gd name="T78" fmla="+- 0 7421 7403"/>
                  <a:gd name="T79" fmla="*/ 7421 h 56"/>
                  <a:gd name="T80" fmla="+- 0 3799 3766"/>
                  <a:gd name="T81" fmla="*/ T80 w 35"/>
                  <a:gd name="T82" fmla="+- 0 7414 7403"/>
                  <a:gd name="T83" fmla="*/ 7414 h 56"/>
                  <a:gd name="T84" fmla="+- 0 3792 3766"/>
                  <a:gd name="T85" fmla="*/ T84 w 35"/>
                  <a:gd name="T86" fmla="+- 0 7405 7403"/>
                  <a:gd name="T8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35" h="56">
                    <a:moveTo>
                      <a:pt x="26" y="2"/>
                    </a:moveTo>
                    <a:lnTo>
                      <a:pt x="18"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5" y="53"/>
                    </a:lnTo>
                    <a:lnTo>
                      <a:pt x="28" y="50"/>
                    </a:lnTo>
                    <a:lnTo>
                      <a:pt x="30" y="47"/>
                    </a:lnTo>
                    <a:lnTo>
                      <a:pt x="32" y="43"/>
                    </a:lnTo>
                    <a:lnTo>
                      <a:pt x="34" y="38"/>
                    </a:lnTo>
                    <a:lnTo>
                      <a:pt x="35" y="3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2" name="Group 481">
              <a:extLst>
                <a:ext uri="{FF2B5EF4-FFF2-40B4-BE49-F238E27FC236}">
                  <a16:creationId xmlns:a16="http://schemas.microsoft.com/office/drawing/2014/main" id="{130F9F59-1CDC-A6DA-28D5-E1A9B839F6D4}"/>
                </a:ext>
              </a:extLst>
            </p:cNvPr>
            <p:cNvGrpSpPr>
              <a:grpSpLocks/>
            </p:cNvGrpSpPr>
            <p:nvPr/>
          </p:nvGrpSpPr>
          <p:grpSpPr bwMode="auto">
            <a:xfrm>
              <a:off x="4223" y="7403"/>
              <a:ext cx="35" cy="56"/>
              <a:chOff x="4223" y="7403"/>
              <a:chExt cx="35" cy="56"/>
            </a:xfrm>
          </p:grpSpPr>
          <p:sp>
            <p:nvSpPr>
              <p:cNvPr id="647" name="Freeform 5843">
                <a:extLst>
                  <a:ext uri="{FF2B5EF4-FFF2-40B4-BE49-F238E27FC236}">
                    <a16:creationId xmlns:a16="http://schemas.microsoft.com/office/drawing/2014/main" id="{92802014-1E84-3749-86C4-964DE50854E5}"/>
                  </a:ext>
                </a:extLst>
              </p:cNvPr>
              <p:cNvSpPr>
                <a:spLocks/>
              </p:cNvSpPr>
              <p:nvPr/>
            </p:nvSpPr>
            <p:spPr bwMode="auto">
              <a:xfrm>
                <a:off x="4223" y="7403"/>
                <a:ext cx="35" cy="56"/>
              </a:xfrm>
              <a:custGeom>
                <a:avLst/>
                <a:gdLst>
                  <a:gd name="T0" fmla="+- 0 4244 4223"/>
                  <a:gd name="T1" fmla="*/ T0 w 35"/>
                  <a:gd name="T2" fmla="+- 0 7403 7403"/>
                  <a:gd name="T3" fmla="*/ 7403 h 56"/>
                  <a:gd name="T4" fmla="+- 0 4237 4223"/>
                  <a:gd name="T5" fmla="*/ T4 w 35"/>
                  <a:gd name="T6" fmla="+- 0 7403 7403"/>
                  <a:gd name="T7" fmla="*/ 7403 h 56"/>
                  <a:gd name="T8" fmla="+- 0 4235 4223"/>
                  <a:gd name="T9" fmla="*/ T8 w 35"/>
                  <a:gd name="T10" fmla="+- 0 7404 7403"/>
                  <a:gd name="T11" fmla="*/ 7404 h 56"/>
                  <a:gd name="T12" fmla="+- 0 4230 4223"/>
                  <a:gd name="T13" fmla="*/ T12 w 35"/>
                  <a:gd name="T14" fmla="+- 0 7407 7403"/>
                  <a:gd name="T15" fmla="*/ 7407 h 56"/>
                  <a:gd name="T16" fmla="+- 0 4227 4223"/>
                  <a:gd name="T17" fmla="*/ T16 w 35"/>
                  <a:gd name="T18" fmla="+- 0 7411 7403"/>
                  <a:gd name="T19" fmla="*/ 7411 h 56"/>
                  <a:gd name="T20" fmla="+- 0 4223 4223"/>
                  <a:gd name="T21" fmla="*/ T20 w 35"/>
                  <a:gd name="T22" fmla="+- 0 7420 7403"/>
                  <a:gd name="T23" fmla="*/ 7420 h 56"/>
                  <a:gd name="T24" fmla="+- 0 4223 4223"/>
                  <a:gd name="T25" fmla="*/ T24 w 35"/>
                  <a:gd name="T26" fmla="+- 0 7425 7403"/>
                  <a:gd name="T27" fmla="*/ 7425 h 56"/>
                  <a:gd name="T28" fmla="+- 0 4223 4223"/>
                  <a:gd name="T29" fmla="*/ T28 w 35"/>
                  <a:gd name="T30" fmla="+- 0 7438 7403"/>
                  <a:gd name="T31" fmla="*/ 7438 h 56"/>
                  <a:gd name="T32" fmla="+- 0 4224 4223"/>
                  <a:gd name="T33" fmla="*/ T32 w 35"/>
                  <a:gd name="T34" fmla="+- 0 7444 7403"/>
                  <a:gd name="T35" fmla="*/ 7444 h 56"/>
                  <a:gd name="T36" fmla="+- 0 4230 4223"/>
                  <a:gd name="T37" fmla="*/ T36 w 35"/>
                  <a:gd name="T38" fmla="+- 0 7455 7403"/>
                  <a:gd name="T39" fmla="*/ 7455 h 56"/>
                  <a:gd name="T40" fmla="+- 0 4234 4223"/>
                  <a:gd name="T41" fmla="*/ T40 w 35"/>
                  <a:gd name="T42" fmla="+- 0 7458 7403"/>
                  <a:gd name="T43" fmla="*/ 7458 h 56"/>
                  <a:gd name="T44" fmla="+- 0 4242 4223"/>
                  <a:gd name="T45" fmla="*/ T44 w 35"/>
                  <a:gd name="T46" fmla="+- 0 7458 7403"/>
                  <a:gd name="T47" fmla="*/ 7458 h 56"/>
                  <a:gd name="T48" fmla="+- 0 4245 4223"/>
                  <a:gd name="T49" fmla="*/ T48 w 35"/>
                  <a:gd name="T50" fmla="+- 0 7457 7403"/>
                  <a:gd name="T51" fmla="*/ 7457 h 56"/>
                  <a:gd name="T52" fmla="+- 0 4247 4223"/>
                  <a:gd name="T53" fmla="*/ T52 w 35"/>
                  <a:gd name="T54" fmla="+- 0 7456 7403"/>
                  <a:gd name="T55" fmla="*/ 7456 h 56"/>
                  <a:gd name="T56" fmla="+- 0 4237 4223"/>
                  <a:gd name="T57" fmla="*/ T56 w 35"/>
                  <a:gd name="T58" fmla="+- 0 7456 7403"/>
                  <a:gd name="T59" fmla="*/ 7456 h 56"/>
                  <a:gd name="T60" fmla="+- 0 4234 4223"/>
                  <a:gd name="T61" fmla="*/ T60 w 35"/>
                  <a:gd name="T62" fmla="+- 0 7454 7403"/>
                  <a:gd name="T63" fmla="*/ 7454 h 56"/>
                  <a:gd name="T64" fmla="+- 0 4233 4223"/>
                  <a:gd name="T65" fmla="*/ T64 w 35"/>
                  <a:gd name="T66" fmla="+- 0 7450 7403"/>
                  <a:gd name="T67" fmla="*/ 7450 h 56"/>
                  <a:gd name="T68" fmla="+- 0 4231 4223"/>
                  <a:gd name="T69" fmla="*/ T68 w 35"/>
                  <a:gd name="T70" fmla="+- 0 7445 7403"/>
                  <a:gd name="T71" fmla="*/ 7445 h 56"/>
                  <a:gd name="T72" fmla="+- 0 4230 4223"/>
                  <a:gd name="T73" fmla="*/ T72 w 35"/>
                  <a:gd name="T74" fmla="+- 0 7439 7403"/>
                  <a:gd name="T75" fmla="*/ 7439 h 56"/>
                  <a:gd name="T76" fmla="+- 0 4240 4223"/>
                  <a:gd name="T77" fmla="*/ T76 w 35"/>
                  <a:gd name="T78" fmla="+- 0 7405 7403"/>
                  <a:gd name="T79" fmla="*/ 7405 h 56"/>
                  <a:gd name="T80" fmla="+- 0 4248 4223"/>
                  <a:gd name="T81" fmla="*/ T80 w 35"/>
                  <a:gd name="T82" fmla="+- 0 7405 7403"/>
                  <a:gd name="T83" fmla="*/ 7405 h 56"/>
                  <a:gd name="T84" fmla="+- 0 4248 4223"/>
                  <a:gd name="T85" fmla="*/ T84 w 35"/>
                  <a:gd name="T86" fmla="+- 0 7405 7403"/>
                  <a:gd name="T87" fmla="*/ 7405 h 56"/>
                  <a:gd name="T88" fmla="+- 0 4244 4223"/>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4"/>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8" name="Freeform 5844">
                <a:extLst>
                  <a:ext uri="{FF2B5EF4-FFF2-40B4-BE49-F238E27FC236}">
                    <a16:creationId xmlns:a16="http://schemas.microsoft.com/office/drawing/2014/main" id="{9BAD6B76-9245-D214-0ED2-DF7EA4CF120B}"/>
                  </a:ext>
                </a:extLst>
              </p:cNvPr>
              <p:cNvSpPr>
                <a:spLocks/>
              </p:cNvSpPr>
              <p:nvPr/>
            </p:nvSpPr>
            <p:spPr bwMode="auto">
              <a:xfrm>
                <a:off x="4223" y="7403"/>
                <a:ext cx="35" cy="56"/>
              </a:xfrm>
              <a:custGeom>
                <a:avLst/>
                <a:gdLst>
                  <a:gd name="T0" fmla="+- 0 4248 4223"/>
                  <a:gd name="T1" fmla="*/ T0 w 35"/>
                  <a:gd name="T2" fmla="+- 0 7405 7403"/>
                  <a:gd name="T3" fmla="*/ 7405 h 56"/>
                  <a:gd name="T4" fmla="+- 0 4240 4223"/>
                  <a:gd name="T5" fmla="*/ T4 w 35"/>
                  <a:gd name="T6" fmla="+- 0 7405 7403"/>
                  <a:gd name="T7" fmla="*/ 7405 h 56"/>
                  <a:gd name="T8" fmla="+- 0 4244 4223"/>
                  <a:gd name="T9" fmla="*/ T8 w 35"/>
                  <a:gd name="T10" fmla="+- 0 7407 7403"/>
                  <a:gd name="T11" fmla="*/ 7407 h 56"/>
                  <a:gd name="T12" fmla="+- 0 4245 4223"/>
                  <a:gd name="T13" fmla="*/ T12 w 35"/>
                  <a:gd name="T14" fmla="+- 0 7408 7403"/>
                  <a:gd name="T15" fmla="*/ 7408 h 56"/>
                  <a:gd name="T16" fmla="+- 0 4246 4223"/>
                  <a:gd name="T17" fmla="*/ T16 w 35"/>
                  <a:gd name="T18" fmla="+- 0 7410 7403"/>
                  <a:gd name="T19" fmla="*/ 7410 h 56"/>
                  <a:gd name="T20" fmla="+- 0 4249 4223"/>
                  <a:gd name="T21" fmla="*/ T20 w 35"/>
                  <a:gd name="T22" fmla="+- 0 7417 7403"/>
                  <a:gd name="T23" fmla="*/ 7417 h 56"/>
                  <a:gd name="T24" fmla="+- 0 4249 4223"/>
                  <a:gd name="T25" fmla="*/ T24 w 35"/>
                  <a:gd name="T26" fmla="+- 0 7420 7403"/>
                  <a:gd name="T27" fmla="*/ 7420 h 56"/>
                  <a:gd name="T28" fmla="+- 0 4249 4223"/>
                  <a:gd name="T29" fmla="*/ T28 w 35"/>
                  <a:gd name="T30" fmla="+- 0 7438 7403"/>
                  <a:gd name="T31" fmla="*/ 7438 h 56"/>
                  <a:gd name="T32" fmla="+- 0 4249 4223"/>
                  <a:gd name="T33" fmla="*/ T32 w 35"/>
                  <a:gd name="T34" fmla="+- 0 7443 7403"/>
                  <a:gd name="T35" fmla="*/ 7443 h 56"/>
                  <a:gd name="T36" fmla="+- 0 4247 4223"/>
                  <a:gd name="T37" fmla="*/ T36 w 35"/>
                  <a:gd name="T38" fmla="+- 0 7450 7403"/>
                  <a:gd name="T39" fmla="*/ 7450 h 56"/>
                  <a:gd name="T40" fmla="+- 0 4246 4223"/>
                  <a:gd name="T41" fmla="*/ T40 w 35"/>
                  <a:gd name="T42" fmla="+- 0 7452 7403"/>
                  <a:gd name="T43" fmla="*/ 7452 h 56"/>
                  <a:gd name="T44" fmla="+- 0 4244 4223"/>
                  <a:gd name="T45" fmla="*/ T44 w 35"/>
                  <a:gd name="T46" fmla="+- 0 7454 7403"/>
                  <a:gd name="T47" fmla="*/ 7454 h 56"/>
                  <a:gd name="T48" fmla="+- 0 4240 4223"/>
                  <a:gd name="T49" fmla="*/ T48 w 35"/>
                  <a:gd name="T50" fmla="+- 0 7456 7403"/>
                  <a:gd name="T51" fmla="*/ 7456 h 56"/>
                  <a:gd name="T52" fmla="+- 0 4247 4223"/>
                  <a:gd name="T53" fmla="*/ T52 w 35"/>
                  <a:gd name="T54" fmla="+- 0 7456 7403"/>
                  <a:gd name="T55" fmla="*/ 7456 h 56"/>
                  <a:gd name="T56" fmla="+- 0 4257 4223"/>
                  <a:gd name="T57" fmla="*/ T56 w 35"/>
                  <a:gd name="T58" fmla="+- 0 7421 7403"/>
                  <a:gd name="T59" fmla="*/ 7421 h 56"/>
                  <a:gd name="T60" fmla="+- 0 4255 4223"/>
                  <a:gd name="T61" fmla="*/ T60 w 35"/>
                  <a:gd name="T62" fmla="+- 0 7414 7403"/>
                  <a:gd name="T63" fmla="*/ 7414 h 56"/>
                  <a:gd name="T64" fmla="+- 0 4248 4223"/>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2" y="5"/>
                    </a:lnTo>
                    <a:lnTo>
                      <a:pt x="23"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3" name="Group 482">
              <a:extLst>
                <a:ext uri="{FF2B5EF4-FFF2-40B4-BE49-F238E27FC236}">
                  <a16:creationId xmlns:a16="http://schemas.microsoft.com/office/drawing/2014/main" id="{21502956-394F-52A6-BC81-AA31BADADE26}"/>
                </a:ext>
              </a:extLst>
            </p:cNvPr>
            <p:cNvGrpSpPr>
              <a:grpSpLocks/>
            </p:cNvGrpSpPr>
            <p:nvPr/>
          </p:nvGrpSpPr>
          <p:grpSpPr bwMode="auto">
            <a:xfrm>
              <a:off x="4679" y="7403"/>
              <a:ext cx="35" cy="56"/>
              <a:chOff x="4679" y="7403"/>
              <a:chExt cx="35" cy="56"/>
            </a:xfrm>
          </p:grpSpPr>
          <p:sp>
            <p:nvSpPr>
              <p:cNvPr id="645" name="Freeform 5846">
                <a:extLst>
                  <a:ext uri="{FF2B5EF4-FFF2-40B4-BE49-F238E27FC236}">
                    <a16:creationId xmlns:a16="http://schemas.microsoft.com/office/drawing/2014/main" id="{BF451287-7DB8-FB00-E4D1-444A5A0553FF}"/>
                  </a:ext>
                </a:extLst>
              </p:cNvPr>
              <p:cNvSpPr>
                <a:spLocks/>
              </p:cNvSpPr>
              <p:nvPr/>
            </p:nvSpPr>
            <p:spPr bwMode="auto">
              <a:xfrm>
                <a:off x="4679" y="7403"/>
                <a:ext cx="35" cy="56"/>
              </a:xfrm>
              <a:custGeom>
                <a:avLst/>
                <a:gdLst>
                  <a:gd name="T0" fmla="+- 0 4700 4679"/>
                  <a:gd name="T1" fmla="*/ T0 w 35"/>
                  <a:gd name="T2" fmla="+- 0 7403 7403"/>
                  <a:gd name="T3" fmla="*/ 7403 h 56"/>
                  <a:gd name="T4" fmla="+- 0 4694 4679"/>
                  <a:gd name="T5" fmla="*/ T4 w 35"/>
                  <a:gd name="T6" fmla="+- 0 7403 7403"/>
                  <a:gd name="T7" fmla="*/ 7403 h 56"/>
                  <a:gd name="T8" fmla="+- 0 4691 4679"/>
                  <a:gd name="T9" fmla="*/ T8 w 35"/>
                  <a:gd name="T10" fmla="+- 0 7404 7403"/>
                  <a:gd name="T11" fmla="*/ 7404 h 56"/>
                  <a:gd name="T12" fmla="+- 0 4686 4679"/>
                  <a:gd name="T13" fmla="*/ T12 w 35"/>
                  <a:gd name="T14" fmla="+- 0 7407 7403"/>
                  <a:gd name="T15" fmla="*/ 7407 h 56"/>
                  <a:gd name="T16" fmla="+- 0 4684 4679"/>
                  <a:gd name="T17" fmla="*/ T16 w 35"/>
                  <a:gd name="T18" fmla="+- 0 7411 7403"/>
                  <a:gd name="T19" fmla="*/ 7411 h 56"/>
                  <a:gd name="T20" fmla="+- 0 4680 4679"/>
                  <a:gd name="T21" fmla="*/ T20 w 35"/>
                  <a:gd name="T22" fmla="+- 0 7420 7403"/>
                  <a:gd name="T23" fmla="*/ 7420 h 56"/>
                  <a:gd name="T24" fmla="+- 0 4679 4679"/>
                  <a:gd name="T25" fmla="*/ T24 w 35"/>
                  <a:gd name="T26" fmla="+- 0 7425 7403"/>
                  <a:gd name="T27" fmla="*/ 7425 h 56"/>
                  <a:gd name="T28" fmla="+- 0 4679 4679"/>
                  <a:gd name="T29" fmla="*/ T28 w 35"/>
                  <a:gd name="T30" fmla="+- 0 7438 7403"/>
                  <a:gd name="T31" fmla="*/ 7438 h 56"/>
                  <a:gd name="T32" fmla="+- 0 4680 4679"/>
                  <a:gd name="T33" fmla="*/ T32 w 35"/>
                  <a:gd name="T34" fmla="+- 0 7444 7403"/>
                  <a:gd name="T35" fmla="*/ 7444 h 56"/>
                  <a:gd name="T36" fmla="+- 0 4687 4679"/>
                  <a:gd name="T37" fmla="*/ T36 w 35"/>
                  <a:gd name="T38" fmla="+- 0 7455 7403"/>
                  <a:gd name="T39" fmla="*/ 7455 h 56"/>
                  <a:gd name="T40" fmla="+- 0 4691 4679"/>
                  <a:gd name="T41" fmla="*/ T40 w 35"/>
                  <a:gd name="T42" fmla="+- 0 7458 7403"/>
                  <a:gd name="T43" fmla="*/ 7458 h 56"/>
                  <a:gd name="T44" fmla="+- 0 4698 4679"/>
                  <a:gd name="T45" fmla="*/ T44 w 35"/>
                  <a:gd name="T46" fmla="+- 0 7458 7403"/>
                  <a:gd name="T47" fmla="*/ 7458 h 56"/>
                  <a:gd name="T48" fmla="+- 0 4701 4679"/>
                  <a:gd name="T49" fmla="*/ T48 w 35"/>
                  <a:gd name="T50" fmla="+- 0 7457 7403"/>
                  <a:gd name="T51" fmla="*/ 7457 h 56"/>
                  <a:gd name="T52" fmla="+- 0 4703 4679"/>
                  <a:gd name="T53" fmla="*/ T52 w 35"/>
                  <a:gd name="T54" fmla="+- 0 7456 7403"/>
                  <a:gd name="T55" fmla="*/ 7456 h 56"/>
                  <a:gd name="T56" fmla="+- 0 4693 4679"/>
                  <a:gd name="T57" fmla="*/ T56 w 35"/>
                  <a:gd name="T58" fmla="+- 0 7456 7403"/>
                  <a:gd name="T59" fmla="*/ 7456 h 56"/>
                  <a:gd name="T60" fmla="+- 0 4691 4679"/>
                  <a:gd name="T61" fmla="*/ T60 w 35"/>
                  <a:gd name="T62" fmla="+- 0 7454 7403"/>
                  <a:gd name="T63" fmla="*/ 7454 h 56"/>
                  <a:gd name="T64" fmla="+- 0 4688 4679"/>
                  <a:gd name="T65" fmla="*/ T64 w 35"/>
                  <a:gd name="T66" fmla="+- 0 7445 7403"/>
                  <a:gd name="T67" fmla="*/ 7445 h 56"/>
                  <a:gd name="T68" fmla="+- 0 4687 4679"/>
                  <a:gd name="T69" fmla="*/ T68 w 35"/>
                  <a:gd name="T70" fmla="+- 0 7439 7403"/>
                  <a:gd name="T71" fmla="*/ 7439 h 56"/>
                  <a:gd name="T72" fmla="+- 0 4687 4679"/>
                  <a:gd name="T73" fmla="*/ T72 w 35"/>
                  <a:gd name="T74" fmla="+- 0 7425 7403"/>
                  <a:gd name="T75" fmla="*/ 7425 h 56"/>
                  <a:gd name="T76" fmla="+- 0 4696 4679"/>
                  <a:gd name="T77" fmla="*/ T76 w 35"/>
                  <a:gd name="T78" fmla="+- 0 7405 7403"/>
                  <a:gd name="T79" fmla="*/ 7405 h 56"/>
                  <a:gd name="T80" fmla="+- 0 4704 4679"/>
                  <a:gd name="T81" fmla="*/ T80 w 35"/>
                  <a:gd name="T82" fmla="+- 0 7405 7403"/>
                  <a:gd name="T83" fmla="*/ 7405 h 56"/>
                  <a:gd name="T84" fmla="+- 0 4704 4679"/>
                  <a:gd name="T85" fmla="*/ T84 w 35"/>
                  <a:gd name="T86" fmla="+- 0 7405 7403"/>
                  <a:gd name="T87" fmla="*/ 7405 h 56"/>
                  <a:gd name="T88" fmla="+- 0 4700 4679"/>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6" name="Freeform 5847">
                <a:extLst>
                  <a:ext uri="{FF2B5EF4-FFF2-40B4-BE49-F238E27FC236}">
                    <a16:creationId xmlns:a16="http://schemas.microsoft.com/office/drawing/2014/main" id="{7F967D98-F0CE-0A96-C73F-7A067FCA3953}"/>
                  </a:ext>
                </a:extLst>
              </p:cNvPr>
              <p:cNvSpPr>
                <a:spLocks/>
              </p:cNvSpPr>
              <p:nvPr/>
            </p:nvSpPr>
            <p:spPr bwMode="auto">
              <a:xfrm>
                <a:off x="4679" y="7403"/>
                <a:ext cx="35" cy="56"/>
              </a:xfrm>
              <a:custGeom>
                <a:avLst/>
                <a:gdLst>
                  <a:gd name="T0" fmla="+- 0 4704 4679"/>
                  <a:gd name="T1" fmla="*/ T0 w 35"/>
                  <a:gd name="T2" fmla="+- 0 7405 7403"/>
                  <a:gd name="T3" fmla="*/ 7405 h 56"/>
                  <a:gd name="T4" fmla="+- 0 4696 4679"/>
                  <a:gd name="T5" fmla="*/ T4 w 35"/>
                  <a:gd name="T6" fmla="+- 0 7405 7403"/>
                  <a:gd name="T7" fmla="*/ 7405 h 56"/>
                  <a:gd name="T8" fmla="+- 0 4700 4679"/>
                  <a:gd name="T9" fmla="*/ T8 w 35"/>
                  <a:gd name="T10" fmla="+- 0 7407 7403"/>
                  <a:gd name="T11" fmla="*/ 7407 h 56"/>
                  <a:gd name="T12" fmla="+- 0 4702 4679"/>
                  <a:gd name="T13" fmla="*/ T12 w 35"/>
                  <a:gd name="T14" fmla="+- 0 7408 7403"/>
                  <a:gd name="T15" fmla="*/ 7408 h 56"/>
                  <a:gd name="T16" fmla="+- 0 4703 4679"/>
                  <a:gd name="T17" fmla="*/ T16 w 35"/>
                  <a:gd name="T18" fmla="+- 0 7410 7403"/>
                  <a:gd name="T19" fmla="*/ 7410 h 56"/>
                  <a:gd name="T20" fmla="+- 0 4705 4679"/>
                  <a:gd name="T21" fmla="*/ T20 w 35"/>
                  <a:gd name="T22" fmla="+- 0 7417 7403"/>
                  <a:gd name="T23" fmla="*/ 7417 h 56"/>
                  <a:gd name="T24" fmla="+- 0 4705 4679"/>
                  <a:gd name="T25" fmla="*/ T24 w 35"/>
                  <a:gd name="T26" fmla="+- 0 7420 7403"/>
                  <a:gd name="T27" fmla="*/ 7420 h 56"/>
                  <a:gd name="T28" fmla="+- 0 4706 4679"/>
                  <a:gd name="T29" fmla="*/ T28 w 35"/>
                  <a:gd name="T30" fmla="+- 0 7438 7403"/>
                  <a:gd name="T31" fmla="*/ 7438 h 56"/>
                  <a:gd name="T32" fmla="+- 0 4705 4679"/>
                  <a:gd name="T33" fmla="*/ T32 w 35"/>
                  <a:gd name="T34" fmla="+- 0 7443 7403"/>
                  <a:gd name="T35" fmla="*/ 7443 h 56"/>
                  <a:gd name="T36" fmla="+- 0 4703 4679"/>
                  <a:gd name="T37" fmla="*/ T36 w 35"/>
                  <a:gd name="T38" fmla="+- 0 7450 7403"/>
                  <a:gd name="T39" fmla="*/ 7450 h 56"/>
                  <a:gd name="T40" fmla="+- 0 4702 4679"/>
                  <a:gd name="T41" fmla="*/ T40 w 35"/>
                  <a:gd name="T42" fmla="+- 0 7452 7403"/>
                  <a:gd name="T43" fmla="*/ 7452 h 56"/>
                  <a:gd name="T44" fmla="+- 0 4700 4679"/>
                  <a:gd name="T45" fmla="*/ T44 w 35"/>
                  <a:gd name="T46" fmla="+- 0 7454 7403"/>
                  <a:gd name="T47" fmla="*/ 7454 h 56"/>
                  <a:gd name="T48" fmla="+- 0 4696 4679"/>
                  <a:gd name="T49" fmla="*/ T48 w 35"/>
                  <a:gd name="T50" fmla="+- 0 7456 7403"/>
                  <a:gd name="T51" fmla="*/ 7456 h 56"/>
                  <a:gd name="T52" fmla="+- 0 4703 4679"/>
                  <a:gd name="T53" fmla="*/ T52 w 35"/>
                  <a:gd name="T54" fmla="+- 0 7456 7403"/>
                  <a:gd name="T55" fmla="*/ 7456 h 56"/>
                  <a:gd name="T56" fmla="+- 0 4713 4679"/>
                  <a:gd name="T57" fmla="*/ T56 w 35"/>
                  <a:gd name="T58" fmla="+- 0 7421 7403"/>
                  <a:gd name="T59" fmla="*/ 7421 h 56"/>
                  <a:gd name="T60" fmla="+- 0 4711 4679"/>
                  <a:gd name="T61" fmla="*/ T60 w 35"/>
                  <a:gd name="T62" fmla="+- 0 7414 7403"/>
                  <a:gd name="T63" fmla="*/ 7414 h 56"/>
                  <a:gd name="T64" fmla="+- 0 4704 4679"/>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7"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4" name="Group 483">
              <a:extLst>
                <a:ext uri="{FF2B5EF4-FFF2-40B4-BE49-F238E27FC236}">
                  <a16:creationId xmlns:a16="http://schemas.microsoft.com/office/drawing/2014/main" id="{84D74459-CB68-DC42-C68C-1CEC036EE727}"/>
                </a:ext>
              </a:extLst>
            </p:cNvPr>
            <p:cNvGrpSpPr>
              <a:grpSpLocks/>
            </p:cNvGrpSpPr>
            <p:nvPr/>
          </p:nvGrpSpPr>
          <p:grpSpPr bwMode="auto">
            <a:xfrm>
              <a:off x="5135" y="7403"/>
              <a:ext cx="35" cy="56"/>
              <a:chOff x="5135" y="7403"/>
              <a:chExt cx="35" cy="56"/>
            </a:xfrm>
          </p:grpSpPr>
          <p:sp>
            <p:nvSpPr>
              <p:cNvPr id="643" name="Freeform 5849">
                <a:extLst>
                  <a:ext uri="{FF2B5EF4-FFF2-40B4-BE49-F238E27FC236}">
                    <a16:creationId xmlns:a16="http://schemas.microsoft.com/office/drawing/2014/main" id="{CC094827-ED3D-158C-E706-8303878B42BC}"/>
                  </a:ext>
                </a:extLst>
              </p:cNvPr>
              <p:cNvSpPr>
                <a:spLocks/>
              </p:cNvSpPr>
              <p:nvPr/>
            </p:nvSpPr>
            <p:spPr bwMode="auto">
              <a:xfrm>
                <a:off x="5135" y="7403"/>
                <a:ext cx="35" cy="56"/>
              </a:xfrm>
              <a:custGeom>
                <a:avLst/>
                <a:gdLst>
                  <a:gd name="T0" fmla="+- 0 5157 5135"/>
                  <a:gd name="T1" fmla="*/ T0 w 35"/>
                  <a:gd name="T2" fmla="+- 0 7403 7403"/>
                  <a:gd name="T3" fmla="*/ 7403 h 56"/>
                  <a:gd name="T4" fmla="+- 0 5150 5135"/>
                  <a:gd name="T5" fmla="*/ T4 w 35"/>
                  <a:gd name="T6" fmla="+- 0 7403 7403"/>
                  <a:gd name="T7" fmla="*/ 7403 h 56"/>
                  <a:gd name="T8" fmla="+- 0 5148 5135"/>
                  <a:gd name="T9" fmla="*/ T8 w 35"/>
                  <a:gd name="T10" fmla="+- 0 7404 7403"/>
                  <a:gd name="T11" fmla="*/ 7404 h 56"/>
                  <a:gd name="T12" fmla="+- 0 5142 5135"/>
                  <a:gd name="T13" fmla="*/ T12 w 35"/>
                  <a:gd name="T14" fmla="+- 0 7407 7403"/>
                  <a:gd name="T15" fmla="*/ 7407 h 56"/>
                  <a:gd name="T16" fmla="+- 0 5140 5135"/>
                  <a:gd name="T17" fmla="*/ T16 w 35"/>
                  <a:gd name="T18" fmla="+- 0 7411 7403"/>
                  <a:gd name="T19" fmla="*/ 7411 h 56"/>
                  <a:gd name="T20" fmla="+- 0 5136 5135"/>
                  <a:gd name="T21" fmla="*/ T20 w 35"/>
                  <a:gd name="T22" fmla="+- 0 7420 7403"/>
                  <a:gd name="T23" fmla="*/ 7420 h 56"/>
                  <a:gd name="T24" fmla="+- 0 5135 5135"/>
                  <a:gd name="T25" fmla="*/ T24 w 35"/>
                  <a:gd name="T26" fmla="+- 0 7425 7403"/>
                  <a:gd name="T27" fmla="*/ 7425 h 56"/>
                  <a:gd name="T28" fmla="+- 0 5135 5135"/>
                  <a:gd name="T29" fmla="*/ T28 w 35"/>
                  <a:gd name="T30" fmla="+- 0 7438 7403"/>
                  <a:gd name="T31" fmla="*/ 7438 h 56"/>
                  <a:gd name="T32" fmla="+- 0 5137 5135"/>
                  <a:gd name="T33" fmla="*/ T32 w 35"/>
                  <a:gd name="T34" fmla="+- 0 7444 7403"/>
                  <a:gd name="T35" fmla="*/ 7444 h 56"/>
                  <a:gd name="T36" fmla="+- 0 5143 5135"/>
                  <a:gd name="T37" fmla="*/ T36 w 35"/>
                  <a:gd name="T38" fmla="+- 0 7455 7403"/>
                  <a:gd name="T39" fmla="*/ 7455 h 56"/>
                  <a:gd name="T40" fmla="+- 0 5147 5135"/>
                  <a:gd name="T41" fmla="*/ T40 w 35"/>
                  <a:gd name="T42" fmla="+- 0 7458 7403"/>
                  <a:gd name="T43" fmla="*/ 7458 h 56"/>
                  <a:gd name="T44" fmla="+- 0 5155 5135"/>
                  <a:gd name="T45" fmla="*/ T44 w 35"/>
                  <a:gd name="T46" fmla="+- 0 7458 7403"/>
                  <a:gd name="T47" fmla="*/ 7458 h 56"/>
                  <a:gd name="T48" fmla="+- 0 5157 5135"/>
                  <a:gd name="T49" fmla="*/ T48 w 35"/>
                  <a:gd name="T50" fmla="+- 0 7457 7403"/>
                  <a:gd name="T51" fmla="*/ 7457 h 56"/>
                  <a:gd name="T52" fmla="+- 0 5159 5135"/>
                  <a:gd name="T53" fmla="*/ T52 w 35"/>
                  <a:gd name="T54" fmla="+- 0 7456 7403"/>
                  <a:gd name="T55" fmla="*/ 7456 h 56"/>
                  <a:gd name="T56" fmla="+- 0 5149 5135"/>
                  <a:gd name="T57" fmla="*/ T56 w 35"/>
                  <a:gd name="T58" fmla="+- 0 7456 7403"/>
                  <a:gd name="T59" fmla="*/ 7456 h 56"/>
                  <a:gd name="T60" fmla="+- 0 5147 5135"/>
                  <a:gd name="T61" fmla="*/ T60 w 35"/>
                  <a:gd name="T62" fmla="+- 0 7454 7403"/>
                  <a:gd name="T63" fmla="*/ 7454 h 56"/>
                  <a:gd name="T64" fmla="+- 0 5146 5135"/>
                  <a:gd name="T65" fmla="*/ T64 w 35"/>
                  <a:gd name="T66" fmla="+- 0 7450 7403"/>
                  <a:gd name="T67" fmla="*/ 7450 h 56"/>
                  <a:gd name="T68" fmla="+- 0 5144 5135"/>
                  <a:gd name="T69" fmla="*/ T68 w 35"/>
                  <a:gd name="T70" fmla="+- 0 7445 7403"/>
                  <a:gd name="T71" fmla="*/ 7445 h 56"/>
                  <a:gd name="T72" fmla="+- 0 5143 5135"/>
                  <a:gd name="T73" fmla="*/ T72 w 35"/>
                  <a:gd name="T74" fmla="+- 0 7439 7403"/>
                  <a:gd name="T75" fmla="*/ 7439 h 56"/>
                  <a:gd name="T76" fmla="+- 0 5152 5135"/>
                  <a:gd name="T77" fmla="*/ T76 w 35"/>
                  <a:gd name="T78" fmla="+- 0 7405 7403"/>
                  <a:gd name="T79" fmla="*/ 7405 h 56"/>
                  <a:gd name="T80" fmla="+- 0 5161 5135"/>
                  <a:gd name="T81" fmla="*/ T80 w 35"/>
                  <a:gd name="T82" fmla="+- 0 7405 7403"/>
                  <a:gd name="T83" fmla="*/ 7405 h 56"/>
                  <a:gd name="T84" fmla="+- 0 5160 5135"/>
                  <a:gd name="T85" fmla="*/ T84 w 35"/>
                  <a:gd name="T86" fmla="+- 0 7405 7403"/>
                  <a:gd name="T87" fmla="*/ 7405 h 56"/>
                  <a:gd name="T88" fmla="+- 0 5157 5135"/>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4"/>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2"/>
                    </a:lnTo>
                    <a:lnTo>
                      <a:pt x="26" y="2"/>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4" name="Freeform 5850">
                <a:extLst>
                  <a:ext uri="{FF2B5EF4-FFF2-40B4-BE49-F238E27FC236}">
                    <a16:creationId xmlns:a16="http://schemas.microsoft.com/office/drawing/2014/main" id="{62A4B485-A13B-7A50-BC5A-0D3365F07FA9}"/>
                  </a:ext>
                </a:extLst>
              </p:cNvPr>
              <p:cNvSpPr>
                <a:spLocks/>
              </p:cNvSpPr>
              <p:nvPr/>
            </p:nvSpPr>
            <p:spPr bwMode="auto">
              <a:xfrm>
                <a:off x="5135" y="7403"/>
                <a:ext cx="35" cy="56"/>
              </a:xfrm>
              <a:custGeom>
                <a:avLst/>
                <a:gdLst>
                  <a:gd name="T0" fmla="+- 0 5161 5135"/>
                  <a:gd name="T1" fmla="*/ T0 w 35"/>
                  <a:gd name="T2" fmla="+- 0 7405 7403"/>
                  <a:gd name="T3" fmla="*/ 7405 h 56"/>
                  <a:gd name="T4" fmla="+- 0 5152 5135"/>
                  <a:gd name="T5" fmla="*/ T4 w 35"/>
                  <a:gd name="T6" fmla="+- 0 7405 7403"/>
                  <a:gd name="T7" fmla="*/ 7405 h 56"/>
                  <a:gd name="T8" fmla="+- 0 5156 5135"/>
                  <a:gd name="T9" fmla="*/ T8 w 35"/>
                  <a:gd name="T10" fmla="+- 0 7407 7403"/>
                  <a:gd name="T11" fmla="*/ 7407 h 56"/>
                  <a:gd name="T12" fmla="+- 0 5158 5135"/>
                  <a:gd name="T13" fmla="*/ T12 w 35"/>
                  <a:gd name="T14" fmla="+- 0 7408 7403"/>
                  <a:gd name="T15" fmla="*/ 7408 h 56"/>
                  <a:gd name="T16" fmla="+- 0 5159 5135"/>
                  <a:gd name="T17" fmla="*/ T16 w 35"/>
                  <a:gd name="T18" fmla="+- 0 7410 7403"/>
                  <a:gd name="T19" fmla="*/ 7410 h 56"/>
                  <a:gd name="T20" fmla="+- 0 5161 5135"/>
                  <a:gd name="T21" fmla="*/ T20 w 35"/>
                  <a:gd name="T22" fmla="+- 0 7417 7403"/>
                  <a:gd name="T23" fmla="*/ 7417 h 56"/>
                  <a:gd name="T24" fmla="+- 0 5162 5135"/>
                  <a:gd name="T25" fmla="*/ T24 w 35"/>
                  <a:gd name="T26" fmla="+- 0 7420 7403"/>
                  <a:gd name="T27" fmla="*/ 7420 h 56"/>
                  <a:gd name="T28" fmla="+- 0 5162 5135"/>
                  <a:gd name="T29" fmla="*/ T28 w 35"/>
                  <a:gd name="T30" fmla="+- 0 7438 7403"/>
                  <a:gd name="T31" fmla="*/ 7438 h 56"/>
                  <a:gd name="T32" fmla="+- 0 5161 5135"/>
                  <a:gd name="T33" fmla="*/ T32 w 35"/>
                  <a:gd name="T34" fmla="+- 0 7443 7403"/>
                  <a:gd name="T35" fmla="*/ 7443 h 56"/>
                  <a:gd name="T36" fmla="+- 0 5159 5135"/>
                  <a:gd name="T37" fmla="*/ T36 w 35"/>
                  <a:gd name="T38" fmla="+- 0 7450 7403"/>
                  <a:gd name="T39" fmla="*/ 7450 h 56"/>
                  <a:gd name="T40" fmla="+- 0 5158 5135"/>
                  <a:gd name="T41" fmla="*/ T40 w 35"/>
                  <a:gd name="T42" fmla="+- 0 7452 7403"/>
                  <a:gd name="T43" fmla="*/ 7452 h 56"/>
                  <a:gd name="T44" fmla="+- 0 5157 5135"/>
                  <a:gd name="T45" fmla="*/ T44 w 35"/>
                  <a:gd name="T46" fmla="+- 0 7454 7403"/>
                  <a:gd name="T47" fmla="*/ 7454 h 56"/>
                  <a:gd name="T48" fmla="+- 0 5152 5135"/>
                  <a:gd name="T49" fmla="*/ T48 w 35"/>
                  <a:gd name="T50" fmla="+- 0 7456 7403"/>
                  <a:gd name="T51" fmla="*/ 7456 h 56"/>
                  <a:gd name="T52" fmla="+- 0 5159 5135"/>
                  <a:gd name="T53" fmla="*/ T52 w 35"/>
                  <a:gd name="T54" fmla="+- 0 7456 7403"/>
                  <a:gd name="T55" fmla="*/ 7456 h 56"/>
                  <a:gd name="T56" fmla="+- 0 5170 5135"/>
                  <a:gd name="T57" fmla="*/ T56 w 35"/>
                  <a:gd name="T58" fmla="+- 0 7421 7403"/>
                  <a:gd name="T59" fmla="*/ 7421 h 56"/>
                  <a:gd name="T60" fmla="+- 0 5168 5135"/>
                  <a:gd name="T61" fmla="*/ T60 w 35"/>
                  <a:gd name="T62" fmla="+- 0 7414 7403"/>
                  <a:gd name="T63" fmla="*/ 7414 h 56"/>
                  <a:gd name="T64" fmla="+- 0 5161 5135"/>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7" y="17"/>
                    </a:lnTo>
                    <a:lnTo>
                      <a:pt x="27" y="35"/>
                    </a:lnTo>
                    <a:lnTo>
                      <a:pt x="26" y="40"/>
                    </a:lnTo>
                    <a:lnTo>
                      <a:pt x="24" y="47"/>
                    </a:lnTo>
                    <a:lnTo>
                      <a:pt x="23" y="49"/>
                    </a:lnTo>
                    <a:lnTo>
                      <a:pt x="22" y="51"/>
                    </a:lnTo>
                    <a:lnTo>
                      <a:pt x="17" y="53"/>
                    </a:lnTo>
                    <a:lnTo>
                      <a:pt x="24" y="53"/>
                    </a:lnTo>
                    <a:lnTo>
                      <a:pt x="35" y="18"/>
                    </a:lnTo>
                    <a:lnTo>
                      <a:pt x="33"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5" name="Group 484">
              <a:extLst>
                <a:ext uri="{FF2B5EF4-FFF2-40B4-BE49-F238E27FC236}">
                  <a16:creationId xmlns:a16="http://schemas.microsoft.com/office/drawing/2014/main" id="{CD65DBA3-4705-1381-1666-3B33F5D070FE}"/>
                </a:ext>
              </a:extLst>
            </p:cNvPr>
            <p:cNvGrpSpPr>
              <a:grpSpLocks/>
            </p:cNvGrpSpPr>
            <p:nvPr/>
          </p:nvGrpSpPr>
          <p:grpSpPr bwMode="auto">
            <a:xfrm>
              <a:off x="5561" y="7403"/>
              <a:ext cx="64" cy="56"/>
              <a:chOff x="5561" y="7403"/>
              <a:chExt cx="64" cy="56"/>
            </a:xfrm>
          </p:grpSpPr>
          <p:sp>
            <p:nvSpPr>
              <p:cNvPr id="638" name="Freeform 5852">
                <a:extLst>
                  <a:ext uri="{FF2B5EF4-FFF2-40B4-BE49-F238E27FC236}">
                    <a16:creationId xmlns:a16="http://schemas.microsoft.com/office/drawing/2014/main" id="{BC90BDC3-107D-C0AA-5C75-AA5D0BFE025D}"/>
                  </a:ext>
                </a:extLst>
              </p:cNvPr>
              <p:cNvSpPr>
                <a:spLocks/>
              </p:cNvSpPr>
              <p:nvPr/>
            </p:nvSpPr>
            <p:spPr bwMode="auto">
              <a:xfrm>
                <a:off x="5561" y="7403"/>
                <a:ext cx="64" cy="56"/>
              </a:xfrm>
              <a:custGeom>
                <a:avLst/>
                <a:gdLst>
                  <a:gd name="T0" fmla="+- 0 5575 5561"/>
                  <a:gd name="T1" fmla="*/ T0 w 64"/>
                  <a:gd name="T2" fmla="+- 0 7409 7403"/>
                  <a:gd name="T3" fmla="*/ 7409 h 56"/>
                  <a:gd name="T4" fmla="+- 0 5565 5561"/>
                  <a:gd name="T5" fmla="*/ T4 w 64"/>
                  <a:gd name="T6" fmla="+- 0 7409 7403"/>
                  <a:gd name="T7" fmla="*/ 7409 h 56"/>
                  <a:gd name="T8" fmla="+- 0 5567 5561"/>
                  <a:gd name="T9" fmla="*/ T8 w 64"/>
                  <a:gd name="T10" fmla="+- 0 7410 7403"/>
                  <a:gd name="T11" fmla="*/ 7410 h 56"/>
                  <a:gd name="T12" fmla="+- 0 5568 5561"/>
                  <a:gd name="T13" fmla="*/ T12 w 64"/>
                  <a:gd name="T14" fmla="+- 0 7412 7403"/>
                  <a:gd name="T15" fmla="*/ 7412 h 56"/>
                  <a:gd name="T16" fmla="+- 0 5568 5561"/>
                  <a:gd name="T17" fmla="*/ T16 w 64"/>
                  <a:gd name="T18" fmla="+- 0 7413 7403"/>
                  <a:gd name="T19" fmla="*/ 7413 h 56"/>
                  <a:gd name="T20" fmla="+- 0 5568 5561"/>
                  <a:gd name="T21" fmla="*/ T20 w 64"/>
                  <a:gd name="T22" fmla="+- 0 7453 7403"/>
                  <a:gd name="T23" fmla="*/ 7453 h 56"/>
                  <a:gd name="T24" fmla="+- 0 5561 5561"/>
                  <a:gd name="T25" fmla="*/ T24 w 64"/>
                  <a:gd name="T26" fmla="+- 0 7456 7403"/>
                  <a:gd name="T27" fmla="*/ 7456 h 56"/>
                  <a:gd name="T28" fmla="+- 0 5561 5561"/>
                  <a:gd name="T29" fmla="*/ T28 w 64"/>
                  <a:gd name="T30" fmla="+- 0 7457 7403"/>
                  <a:gd name="T31" fmla="*/ 7457 h 56"/>
                  <a:gd name="T32" fmla="+- 0 5582 5561"/>
                  <a:gd name="T33" fmla="*/ T32 w 64"/>
                  <a:gd name="T34" fmla="+- 0 7457 7403"/>
                  <a:gd name="T35" fmla="*/ 7457 h 56"/>
                  <a:gd name="T36" fmla="+- 0 5582 5561"/>
                  <a:gd name="T37" fmla="*/ T36 w 64"/>
                  <a:gd name="T38" fmla="+- 0 7456 7403"/>
                  <a:gd name="T39" fmla="*/ 7456 h 56"/>
                  <a:gd name="T40" fmla="+- 0 5579 5561"/>
                  <a:gd name="T41" fmla="*/ T40 w 64"/>
                  <a:gd name="T42" fmla="+- 0 7456 7403"/>
                  <a:gd name="T43" fmla="*/ 7456 h 56"/>
                  <a:gd name="T44" fmla="+- 0 5578 5561"/>
                  <a:gd name="T45" fmla="*/ T44 w 64"/>
                  <a:gd name="T46" fmla="+- 0 7455 7403"/>
                  <a:gd name="T47" fmla="*/ 7455 h 56"/>
                  <a:gd name="T48" fmla="+- 0 5577 5561"/>
                  <a:gd name="T49" fmla="*/ T48 w 64"/>
                  <a:gd name="T50" fmla="+- 0 7455 7403"/>
                  <a:gd name="T51" fmla="*/ 7455 h 56"/>
                  <a:gd name="T52" fmla="+- 0 5575 5561"/>
                  <a:gd name="T53" fmla="*/ T52 w 64"/>
                  <a:gd name="T54" fmla="+- 0 7453 7403"/>
                  <a:gd name="T55" fmla="*/ 7453 h 56"/>
                  <a:gd name="T56" fmla="+- 0 5575 5561"/>
                  <a:gd name="T57" fmla="*/ T56 w 64"/>
                  <a:gd name="T58" fmla="+- 0 7453 7403"/>
                  <a:gd name="T59" fmla="*/ 7453 h 56"/>
                  <a:gd name="T60" fmla="+- 0 5575 5561"/>
                  <a:gd name="T61" fmla="*/ T60 w 64"/>
                  <a:gd name="T62" fmla="+- 0 7409 7403"/>
                  <a:gd name="T63" fmla="*/ 740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4" h="56">
                    <a:moveTo>
                      <a:pt x="14" y="6"/>
                    </a:moveTo>
                    <a:lnTo>
                      <a:pt x="4" y="6"/>
                    </a:lnTo>
                    <a:lnTo>
                      <a:pt x="6" y="7"/>
                    </a:lnTo>
                    <a:lnTo>
                      <a:pt x="7" y="9"/>
                    </a:lnTo>
                    <a:lnTo>
                      <a:pt x="7" y="10"/>
                    </a:lnTo>
                    <a:lnTo>
                      <a:pt x="7" y="50"/>
                    </a:lnTo>
                    <a:lnTo>
                      <a:pt x="0" y="53"/>
                    </a:lnTo>
                    <a:lnTo>
                      <a:pt x="0" y="54"/>
                    </a:lnTo>
                    <a:lnTo>
                      <a:pt x="21" y="54"/>
                    </a:lnTo>
                    <a:lnTo>
                      <a:pt x="21" y="53"/>
                    </a:lnTo>
                    <a:lnTo>
                      <a:pt x="18" y="53"/>
                    </a:lnTo>
                    <a:lnTo>
                      <a:pt x="17" y="52"/>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9" name="Freeform 5853">
                <a:extLst>
                  <a:ext uri="{FF2B5EF4-FFF2-40B4-BE49-F238E27FC236}">
                    <a16:creationId xmlns:a16="http://schemas.microsoft.com/office/drawing/2014/main" id="{92CB98C6-CC94-DD5B-1E35-37938A998BA3}"/>
                  </a:ext>
                </a:extLst>
              </p:cNvPr>
              <p:cNvSpPr>
                <a:spLocks/>
              </p:cNvSpPr>
              <p:nvPr/>
            </p:nvSpPr>
            <p:spPr bwMode="auto">
              <a:xfrm>
                <a:off x="5561" y="7403"/>
                <a:ext cx="64" cy="56"/>
              </a:xfrm>
              <a:custGeom>
                <a:avLst/>
                <a:gdLst>
                  <a:gd name="T0" fmla="+- 0 5575 5561"/>
                  <a:gd name="T1" fmla="*/ T0 w 64"/>
                  <a:gd name="T2" fmla="+- 0 7403 7403"/>
                  <a:gd name="T3" fmla="*/ 7403 h 56"/>
                  <a:gd name="T4" fmla="+- 0 5574 5561"/>
                  <a:gd name="T5" fmla="*/ T4 w 64"/>
                  <a:gd name="T6" fmla="+- 0 7403 7403"/>
                  <a:gd name="T7" fmla="*/ 7403 h 56"/>
                  <a:gd name="T8" fmla="+- 0 5561 5561"/>
                  <a:gd name="T9" fmla="*/ T8 w 64"/>
                  <a:gd name="T10" fmla="+- 0 7409 7403"/>
                  <a:gd name="T11" fmla="*/ 7409 h 56"/>
                  <a:gd name="T12" fmla="+- 0 5561 5561"/>
                  <a:gd name="T13" fmla="*/ T12 w 64"/>
                  <a:gd name="T14" fmla="+- 0 7410 7403"/>
                  <a:gd name="T15" fmla="*/ 7410 h 56"/>
                  <a:gd name="T16" fmla="+- 0 5565 5561"/>
                  <a:gd name="T17" fmla="*/ T16 w 64"/>
                  <a:gd name="T18" fmla="+- 0 7409 7403"/>
                  <a:gd name="T19" fmla="*/ 7409 h 56"/>
                  <a:gd name="T20" fmla="+- 0 5575 5561"/>
                  <a:gd name="T21" fmla="*/ T20 w 64"/>
                  <a:gd name="T22" fmla="+- 0 7409 7403"/>
                  <a:gd name="T23" fmla="*/ 7409 h 56"/>
                  <a:gd name="T24" fmla="+- 0 5575 5561"/>
                  <a:gd name="T25" fmla="*/ T24 w 64"/>
                  <a:gd name="T26" fmla="+- 0 7403 7403"/>
                  <a:gd name="T27" fmla="*/ 7403 h 56"/>
                </a:gdLst>
                <a:ahLst/>
                <a:cxnLst>
                  <a:cxn ang="0">
                    <a:pos x="T1" y="T3"/>
                  </a:cxn>
                  <a:cxn ang="0">
                    <a:pos x="T5" y="T7"/>
                  </a:cxn>
                  <a:cxn ang="0">
                    <a:pos x="T9" y="T11"/>
                  </a:cxn>
                  <a:cxn ang="0">
                    <a:pos x="T13" y="T15"/>
                  </a:cxn>
                  <a:cxn ang="0">
                    <a:pos x="T17" y="T19"/>
                  </a:cxn>
                  <a:cxn ang="0">
                    <a:pos x="T21" y="T23"/>
                  </a:cxn>
                  <a:cxn ang="0">
                    <a:pos x="T25" y="T27"/>
                  </a:cxn>
                </a:cxnLst>
                <a:rect l="0" t="0" r="r" b="b"/>
                <a:pathLst>
                  <a:path w="64" h="56">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0" name="Freeform 5854">
                <a:extLst>
                  <a:ext uri="{FF2B5EF4-FFF2-40B4-BE49-F238E27FC236}">
                    <a16:creationId xmlns:a16="http://schemas.microsoft.com/office/drawing/2014/main" id="{C6CBA09F-9125-D9ED-372E-4C8F58659524}"/>
                  </a:ext>
                </a:extLst>
              </p:cNvPr>
              <p:cNvSpPr>
                <a:spLocks/>
              </p:cNvSpPr>
              <p:nvPr/>
            </p:nvSpPr>
            <p:spPr bwMode="auto">
              <a:xfrm>
                <a:off x="5561" y="7403"/>
                <a:ext cx="64" cy="56"/>
              </a:xfrm>
              <a:custGeom>
                <a:avLst/>
                <a:gdLst>
                  <a:gd name="T0" fmla="+- 0 5613 5561"/>
                  <a:gd name="T1" fmla="*/ T0 w 64"/>
                  <a:gd name="T2" fmla="+- 0 7403 7403"/>
                  <a:gd name="T3" fmla="*/ 7403 h 56"/>
                  <a:gd name="T4" fmla="+- 0 5604 5561"/>
                  <a:gd name="T5" fmla="*/ T4 w 64"/>
                  <a:gd name="T6" fmla="+- 0 7403 7403"/>
                  <a:gd name="T7" fmla="*/ 7403 h 56"/>
                  <a:gd name="T8" fmla="+- 0 5601 5561"/>
                  <a:gd name="T9" fmla="*/ T8 w 64"/>
                  <a:gd name="T10" fmla="+- 0 7404 7403"/>
                  <a:gd name="T11" fmla="*/ 7404 h 56"/>
                  <a:gd name="T12" fmla="+- 0 5595 5561"/>
                  <a:gd name="T13" fmla="*/ T12 w 64"/>
                  <a:gd name="T14" fmla="+- 0 7409 7403"/>
                  <a:gd name="T15" fmla="*/ 7409 h 56"/>
                  <a:gd name="T16" fmla="+- 0 5594 5561"/>
                  <a:gd name="T17" fmla="*/ T16 w 64"/>
                  <a:gd name="T18" fmla="+- 0 7411 7403"/>
                  <a:gd name="T19" fmla="*/ 7411 h 56"/>
                  <a:gd name="T20" fmla="+- 0 5594 5561"/>
                  <a:gd name="T21" fmla="*/ T20 w 64"/>
                  <a:gd name="T22" fmla="+- 0 7418 7403"/>
                  <a:gd name="T23" fmla="*/ 7418 h 56"/>
                  <a:gd name="T24" fmla="+- 0 5595 5561"/>
                  <a:gd name="T25" fmla="*/ T24 w 64"/>
                  <a:gd name="T26" fmla="+- 0 7420 7403"/>
                  <a:gd name="T27" fmla="*/ 7420 h 56"/>
                  <a:gd name="T28" fmla="+- 0 5597 5561"/>
                  <a:gd name="T29" fmla="*/ T28 w 64"/>
                  <a:gd name="T30" fmla="+- 0 7424 7403"/>
                  <a:gd name="T31" fmla="*/ 7424 h 56"/>
                  <a:gd name="T32" fmla="+- 0 5600 5561"/>
                  <a:gd name="T33" fmla="*/ T32 w 64"/>
                  <a:gd name="T34" fmla="+- 0 7427 7403"/>
                  <a:gd name="T35" fmla="*/ 7427 h 56"/>
                  <a:gd name="T36" fmla="+- 0 5604 5561"/>
                  <a:gd name="T37" fmla="*/ T36 w 64"/>
                  <a:gd name="T38" fmla="+- 0 7430 7403"/>
                  <a:gd name="T39" fmla="*/ 7430 h 56"/>
                  <a:gd name="T40" fmla="+- 0 5600 5561"/>
                  <a:gd name="T41" fmla="*/ T40 w 64"/>
                  <a:gd name="T42" fmla="+- 0 7433 7403"/>
                  <a:gd name="T43" fmla="*/ 7433 h 56"/>
                  <a:gd name="T44" fmla="+- 0 5597 5561"/>
                  <a:gd name="T45" fmla="*/ T44 w 64"/>
                  <a:gd name="T46" fmla="+- 0 7436 7403"/>
                  <a:gd name="T47" fmla="*/ 7436 h 56"/>
                  <a:gd name="T48" fmla="+- 0 5594 5561"/>
                  <a:gd name="T49" fmla="*/ T48 w 64"/>
                  <a:gd name="T50" fmla="+- 0 7440 7403"/>
                  <a:gd name="T51" fmla="*/ 7440 h 56"/>
                  <a:gd name="T52" fmla="+- 0 5594 5561"/>
                  <a:gd name="T53" fmla="*/ T52 w 64"/>
                  <a:gd name="T54" fmla="+- 0 7442 7403"/>
                  <a:gd name="T55" fmla="*/ 7442 h 56"/>
                  <a:gd name="T56" fmla="+- 0 5594 5561"/>
                  <a:gd name="T57" fmla="*/ T56 w 64"/>
                  <a:gd name="T58" fmla="+- 0 7448 7403"/>
                  <a:gd name="T59" fmla="*/ 7448 h 56"/>
                  <a:gd name="T60" fmla="+- 0 5595 5561"/>
                  <a:gd name="T61" fmla="*/ T60 w 64"/>
                  <a:gd name="T62" fmla="+- 0 7451 7403"/>
                  <a:gd name="T63" fmla="*/ 7451 h 56"/>
                  <a:gd name="T64" fmla="+- 0 5600 5561"/>
                  <a:gd name="T65" fmla="*/ T64 w 64"/>
                  <a:gd name="T66" fmla="+- 0 7457 7403"/>
                  <a:gd name="T67" fmla="*/ 7457 h 56"/>
                  <a:gd name="T68" fmla="+- 0 5604 5561"/>
                  <a:gd name="T69" fmla="*/ T68 w 64"/>
                  <a:gd name="T70" fmla="+- 0 7458 7403"/>
                  <a:gd name="T71" fmla="*/ 7458 h 56"/>
                  <a:gd name="T72" fmla="+- 0 5613 5561"/>
                  <a:gd name="T73" fmla="*/ T72 w 64"/>
                  <a:gd name="T74" fmla="+- 0 7458 7403"/>
                  <a:gd name="T75" fmla="*/ 7458 h 56"/>
                  <a:gd name="T76" fmla="+- 0 5617 5561"/>
                  <a:gd name="T77" fmla="*/ T76 w 64"/>
                  <a:gd name="T78" fmla="+- 0 7457 7403"/>
                  <a:gd name="T79" fmla="*/ 7457 h 56"/>
                  <a:gd name="T80" fmla="+- 0 5618 5561"/>
                  <a:gd name="T81" fmla="*/ T80 w 64"/>
                  <a:gd name="T82" fmla="+- 0 7456 7403"/>
                  <a:gd name="T83" fmla="*/ 7456 h 56"/>
                  <a:gd name="T84" fmla="+- 0 5607 5561"/>
                  <a:gd name="T85" fmla="*/ T84 w 64"/>
                  <a:gd name="T86" fmla="+- 0 7456 7403"/>
                  <a:gd name="T87" fmla="*/ 7456 h 56"/>
                  <a:gd name="T88" fmla="+- 0 5604 5561"/>
                  <a:gd name="T89" fmla="*/ T88 w 64"/>
                  <a:gd name="T90" fmla="+- 0 7455 7403"/>
                  <a:gd name="T91" fmla="*/ 7455 h 56"/>
                  <a:gd name="T92" fmla="+- 0 5600 5561"/>
                  <a:gd name="T93" fmla="*/ T92 w 64"/>
                  <a:gd name="T94" fmla="+- 0 7451 7403"/>
                  <a:gd name="T95" fmla="*/ 7451 h 56"/>
                  <a:gd name="T96" fmla="+- 0 5600 5561"/>
                  <a:gd name="T97" fmla="*/ T96 w 64"/>
                  <a:gd name="T98" fmla="+- 0 7448 7403"/>
                  <a:gd name="T99" fmla="*/ 7448 h 56"/>
                  <a:gd name="T100" fmla="+- 0 5600 5561"/>
                  <a:gd name="T101" fmla="*/ T100 w 64"/>
                  <a:gd name="T102" fmla="+- 0 7442 7403"/>
                  <a:gd name="T103" fmla="*/ 7442 h 56"/>
                  <a:gd name="T104" fmla="+- 0 5600 5561"/>
                  <a:gd name="T105" fmla="*/ T104 w 64"/>
                  <a:gd name="T106" fmla="+- 0 7440 7403"/>
                  <a:gd name="T107" fmla="*/ 7440 h 56"/>
                  <a:gd name="T108" fmla="+- 0 5602 5561"/>
                  <a:gd name="T109" fmla="*/ T108 w 64"/>
                  <a:gd name="T110" fmla="+- 0 7436 7403"/>
                  <a:gd name="T111" fmla="*/ 7436 h 56"/>
                  <a:gd name="T112" fmla="+- 0 5604 5561"/>
                  <a:gd name="T113" fmla="*/ T112 w 64"/>
                  <a:gd name="T114" fmla="+- 0 7434 7403"/>
                  <a:gd name="T115" fmla="*/ 7434 h 56"/>
                  <a:gd name="T116" fmla="+- 0 5606 5561"/>
                  <a:gd name="T117" fmla="*/ T116 w 64"/>
                  <a:gd name="T118" fmla="+- 0 7432 7403"/>
                  <a:gd name="T119" fmla="*/ 7432 h 56"/>
                  <a:gd name="T120" fmla="+- 0 5617 5561"/>
                  <a:gd name="T121" fmla="*/ T120 w 64"/>
                  <a:gd name="T122" fmla="+- 0 7432 7403"/>
                  <a:gd name="T123" fmla="*/ 7432 h 56"/>
                  <a:gd name="T124" fmla="+- 0 5617 5561"/>
                  <a:gd name="T125" fmla="*/ T124 w 64"/>
                  <a:gd name="T126" fmla="+- 0 7431 7403"/>
                  <a:gd name="T127" fmla="*/ 7431 h 56"/>
                  <a:gd name="T128" fmla="+- 0 5612 5561"/>
                  <a:gd name="T129" fmla="*/ T128 w 64"/>
                  <a:gd name="T130" fmla="+- 0 7428 7403"/>
                  <a:gd name="T131" fmla="*/ 7428 h 56"/>
                  <a:gd name="T132" fmla="+- 0 5615 5561"/>
                  <a:gd name="T133" fmla="*/ T132 w 64"/>
                  <a:gd name="T134" fmla="+- 0 7426 7403"/>
                  <a:gd name="T135" fmla="*/ 7426 h 56"/>
                  <a:gd name="T136" fmla="+- 0 5610 5561"/>
                  <a:gd name="T137" fmla="*/ T136 w 64"/>
                  <a:gd name="T138" fmla="+- 0 7426 7403"/>
                  <a:gd name="T139" fmla="*/ 7426 h 56"/>
                  <a:gd name="T140" fmla="+- 0 5604 5561"/>
                  <a:gd name="T141" fmla="*/ T140 w 64"/>
                  <a:gd name="T142" fmla="+- 0 7421 7403"/>
                  <a:gd name="T143" fmla="*/ 7421 h 56"/>
                  <a:gd name="T144" fmla="+- 0 5601 5561"/>
                  <a:gd name="T145" fmla="*/ T144 w 64"/>
                  <a:gd name="T146" fmla="+- 0 7417 7403"/>
                  <a:gd name="T147" fmla="*/ 7417 h 56"/>
                  <a:gd name="T148" fmla="+- 0 5600 5561"/>
                  <a:gd name="T149" fmla="*/ T148 w 64"/>
                  <a:gd name="T150" fmla="+- 0 7413 7403"/>
                  <a:gd name="T151" fmla="*/ 7413 h 56"/>
                  <a:gd name="T152" fmla="+- 0 5600 5561"/>
                  <a:gd name="T153" fmla="*/ T152 w 64"/>
                  <a:gd name="T154" fmla="+- 0 7411 7403"/>
                  <a:gd name="T155" fmla="*/ 7411 h 56"/>
                  <a:gd name="T156" fmla="+- 0 5601 5561"/>
                  <a:gd name="T157" fmla="*/ T156 w 64"/>
                  <a:gd name="T158" fmla="+- 0 7409 7403"/>
                  <a:gd name="T159" fmla="*/ 7409 h 56"/>
                  <a:gd name="T160" fmla="+- 0 5604 5561"/>
                  <a:gd name="T161" fmla="*/ T160 w 64"/>
                  <a:gd name="T162" fmla="+- 0 7406 7403"/>
                  <a:gd name="T163" fmla="*/ 7406 h 56"/>
                  <a:gd name="T164" fmla="+- 0 5606 5561"/>
                  <a:gd name="T165" fmla="*/ T164 w 64"/>
                  <a:gd name="T166" fmla="+- 0 7405 7403"/>
                  <a:gd name="T167" fmla="*/ 7405 h 56"/>
                  <a:gd name="T168" fmla="+- 0 5618 5561"/>
                  <a:gd name="T169" fmla="*/ T168 w 64"/>
                  <a:gd name="T170" fmla="+- 0 7405 7403"/>
                  <a:gd name="T171" fmla="*/ 7405 h 56"/>
                  <a:gd name="T172" fmla="+- 0 5617 5561"/>
                  <a:gd name="T173" fmla="*/ T172 w 64"/>
                  <a:gd name="T174" fmla="+- 0 7404 7403"/>
                  <a:gd name="T175" fmla="*/ 7404 h 56"/>
                  <a:gd name="T176" fmla="+- 0 5613 5561"/>
                  <a:gd name="T177" fmla="*/ T176 w 64"/>
                  <a:gd name="T178" fmla="+- 0 7403 7403"/>
                  <a:gd name="T179"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4" h="56">
                    <a:moveTo>
                      <a:pt x="52" y="0"/>
                    </a:moveTo>
                    <a:lnTo>
                      <a:pt x="43" y="0"/>
                    </a:lnTo>
                    <a:lnTo>
                      <a:pt x="40" y="1"/>
                    </a:lnTo>
                    <a:lnTo>
                      <a:pt x="34" y="6"/>
                    </a:lnTo>
                    <a:lnTo>
                      <a:pt x="33" y="8"/>
                    </a:lnTo>
                    <a:lnTo>
                      <a:pt x="33" y="15"/>
                    </a:lnTo>
                    <a:lnTo>
                      <a:pt x="34" y="17"/>
                    </a:lnTo>
                    <a:lnTo>
                      <a:pt x="36" y="21"/>
                    </a:lnTo>
                    <a:lnTo>
                      <a:pt x="39" y="24"/>
                    </a:lnTo>
                    <a:lnTo>
                      <a:pt x="43" y="27"/>
                    </a:lnTo>
                    <a:lnTo>
                      <a:pt x="39" y="30"/>
                    </a:lnTo>
                    <a:lnTo>
                      <a:pt x="36" y="33"/>
                    </a:lnTo>
                    <a:lnTo>
                      <a:pt x="33" y="37"/>
                    </a:lnTo>
                    <a:lnTo>
                      <a:pt x="33" y="39"/>
                    </a:lnTo>
                    <a:lnTo>
                      <a:pt x="33" y="45"/>
                    </a:lnTo>
                    <a:lnTo>
                      <a:pt x="34" y="48"/>
                    </a:lnTo>
                    <a:lnTo>
                      <a:pt x="39" y="54"/>
                    </a:lnTo>
                    <a:lnTo>
                      <a:pt x="43" y="55"/>
                    </a:lnTo>
                    <a:lnTo>
                      <a:pt x="52" y="55"/>
                    </a:lnTo>
                    <a:lnTo>
                      <a:pt x="56" y="54"/>
                    </a:lnTo>
                    <a:lnTo>
                      <a:pt x="57" y="53"/>
                    </a:lnTo>
                    <a:lnTo>
                      <a:pt x="46" y="53"/>
                    </a:lnTo>
                    <a:lnTo>
                      <a:pt x="43" y="52"/>
                    </a:lnTo>
                    <a:lnTo>
                      <a:pt x="39" y="48"/>
                    </a:lnTo>
                    <a:lnTo>
                      <a:pt x="39" y="45"/>
                    </a:lnTo>
                    <a:lnTo>
                      <a:pt x="39" y="39"/>
                    </a:lnTo>
                    <a:lnTo>
                      <a:pt x="39" y="37"/>
                    </a:lnTo>
                    <a:lnTo>
                      <a:pt x="41" y="33"/>
                    </a:lnTo>
                    <a:lnTo>
                      <a:pt x="43" y="31"/>
                    </a:lnTo>
                    <a:lnTo>
                      <a:pt x="45" y="29"/>
                    </a:lnTo>
                    <a:lnTo>
                      <a:pt x="56" y="29"/>
                    </a:lnTo>
                    <a:lnTo>
                      <a:pt x="56" y="28"/>
                    </a:lnTo>
                    <a:lnTo>
                      <a:pt x="51" y="25"/>
                    </a:lnTo>
                    <a:lnTo>
                      <a:pt x="54" y="23"/>
                    </a:lnTo>
                    <a:lnTo>
                      <a:pt x="49" y="23"/>
                    </a:lnTo>
                    <a:lnTo>
                      <a:pt x="43" y="18"/>
                    </a:lnTo>
                    <a:lnTo>
                      <a:pt x="40" y="14"/>
                    </a:lnTo>
                    <a:lnTo>
                      <a:pt x="39" y="10"/>
                    </a:lnTo>
                    <a:lnTo>
                      <a:pt x="39" y="8"/>
                    </a:lnTo>
                    <a:lnTo>
                      <a:pt x="40" y="6"/>
                    </a:lnTo>
                    <a:lnTo>
                      <a:pt x="43" y="3"/>
                    </a:lnTo>
                    <a:lnTo>
                      <a:pt x="45" y="2"/>
                    </a:lnTo>
                    <a:lnTo>
                      <a:pt x="57" y="2"/>
                    </a:lnTo>
                    <a:lnTo>
                      <a:pt x="56" y="1"/>
                    </a:lnTo>
                    <a:lnTo>
                      <a:pt x="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1" name="Freeform 5855">
                <a:extLst>
                  <a:ext uri="{FF2B5EF4-FFF2-40B4-BE49-F238E27FC236}">
                    <a16:creationId xmlns:a16="http://schemas.microsoft.com/office/drawing/2014/main" id="{CFDA4B7A-8207-19BD-DA77-65D5E2F7A090}"/>
                  </a:ext>
                </a:extLst>
              </p:cNvPr>
              <p:cNvSpPr>
                <a:spLocks/>
              </p:cNvSpPr>
              <p:nvPr/>
            </p:nvSpPr>
            <p:spPr bwMode="auto">
              <a:xfrm>
                <a:off x="5561" y="7403"/>
                <a:ext cx="64" cy="56"/>
              </a:xfrm>
              <a:custGeom>
                <a:avLst/>
                <a:gdLst>
                  <a:gd name="T0" fmla="+- 0 5617 5561"/>
                  <a:gd name="T1" fmla="*/ T0 w 64"/>
                  <a:gd name="T2" fmla="+- 0 7432 7403"/>
                  <a:gd name="T3" fmla="*/ 7432 h 56"/>
                  <a:gd name="T4" fmla="+- 0 5606 5561"/>
                  <a:gd name="T5" fmla="*/ T4 w 64"/>
                  <a:gd name="T6" fmla="+- 0 7432 7403"/>
                  <a:gd name="T7" fmla="*/ 7432 h 56"/>
                  <a:gd name="T8" fmla="+- 0 5612 5561"/>
                  <a:gd name="T9" fmla="*/ T8 w 64"/>
                  <a:gd name="T10" fmla="+- 0 7436 7403"/>
                  <a:gd name="T11" fmla="*/ 7436 h 56"/>
                  <a:gd name="T12" fmla="+- 0 5615 5561"/>
                  <a:gd name="T13" fmla="*/ T12 w 64"/>
                  <a:gd name="T14" fmla="+- 0 7440 7403"/>
                  <a:gd name="T15" fmla="*/ 7440 h 56"/>
                  <a:gd name="T16" fmla="+- 0 5618 5561"/>
                  <a:gd name="T17" fmla="*/ T16 w 64"/>
                  <a:gd name="T18" fmla="+- 0 7444 7403"/>
                  <a:gd name="T19" fmla="*/ 7444 h 56"/>
                  <a:gd name="T20" fmla="+- 0 5619 5561"/>
                  <a:gd name="T21" fmla="*/ T20 w 64"/>
                  <a:gd name="T22" fmla="+- 0 7446 7403"/>
                  <a:gd name="T23" fmla="*/ 7446 h 56"/>
                  <a:gd name="T24" fmla="+- 0 5619 5561"/>
                  <a:gd name="T25" fmla="*/ T24 w 64"/>
                  <a:gd name="T26" fmla="+- 0 7450 7403"/>
                  <a:gd name="T27" fmla="*/ 7450 h 56"/>
                  <a:gd name="T28" fmla="+- 0 5618 5561"/>
                  <a:gd name="T29" fmla="*/ T28 w 64"/>
                  <a:gd name="T30" fmla="+- 0 7452 7403"/>
                  <a:gd name="T31" fmla="*/ 7452 h 56"/>
                  <a:gd name="T32" fmla="+- 0 5614 5561"/>
                  <a:gd name="T33" fmla="*/ T32 w 64"/>
                  <a:gd name="T34" fmla="+- 0 7455 7403"/>
                  <a:gd name="T35" fmla="*/ 7455 h 56"/>
                  <a:gd name="T36" fmla="+- 0 5612 5561"/>
                  <a:gd name="T37" fmla="*/ T36 w 64"/>
                  <a:gd name="T38" fmla="+- 0 7456 7403"/>
                  <a:gd name="T39" fmla="*/ 7456 h 56"/>
                  <a:gd name="T40" fmla="+- 0 5618 5561"/>
                  <a:gd name="T41" fmla="*/ T40 w 64"/>
                  <a:gd name="T42" fmla="+- 0 7456 7403"/>
                  <a:gd name="T43" fmla="*/ 7456 h 56"/>
                  <a:gd name="T44" fmla="+- 0 5623 5561"/>
                  <a:gd name="T45" fmla="*/ T44 w 64"/>
                  <a:gd name="T46" fmla="+- 0 7451 7403"/>
                  <a:gd name="T47" fmla="*/ 7451 h 56"/>
                  <a:gd name="T48" fmla="+- 0 5624 5561"/>
                  <a:gd name="T49" fmla="*/ T48 w 64"/>
                  <a:gd name="T50" fmla="+- 0 7448 7403"/>
                  <a:gd name="T51" fmla="*/ 7448 h 56"/>
                  <a:gd name="T52" fmla="+- 0 5624 5561"/>
                  <a:gd name="T53" fmla="*/ T52 w 64"/>
                  <a:gd name="T54" fmla="+- 0 7442 7403"/>
                  <a:gd name="T55" fmla="*/ 7442 h 56"/>
                  <a:gd name="T56" fmla="+- 0 5623 5561"/>
                  <a:gd name="T57" fmla="*/ T56 w 64"/>
                  <a:gd name="T58" fmla="+- 0 7439 7403"/>
                  <a:gd name="T59" fmla="*/ 7439 h 56"/>
                  <a:gd name="T60" fmla="+- 0 5620 5561"/>
                  <a:gd name="T61" fmla="*/ T60 w 64"/>
                  <a:gd name="T62" fmla="+- 0 7434 7403"/>
                  <a:gd name="T63" fmla="*/ 7434 h 56"/>
                  <a:gd name="T64" fmla="+- 0 5617 5561"/>
                  <a:gd name="T65" fmla="*/ T64 w 64"/>
                  <a:gd name="T66" fmla="+- 0 7432 7403"/>
                  <a:gd name="T67" fmla="*/ 743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4" h="56">
                    <a:moveTo>
                      <a:pt x="56" y="29"/>
                    </a:moveTo>
                    <a:lnTo>
                      <a:pt x="45" y="29"/>
                    </a:lnTo>
                    <a:lnTo>
                      <a:pt x="51" y="33"/>
                    </a:lnTo>
                    <a:lnTo>
                      <a:pt x="54" y="37"/>
                    </a:lnTo>
                    <a:lnTo>
                      <a:pt x="57" y="41"/>
                    </a:lnTo>
                    <a:lnTo>
                      <a:pt x="58" y="43"/>
                    </a:lnTo>
                    <a:lnTo>
                      <a:pt x="58" y="47"/>
                    </a:lnTo>
                    <a:lnTo>
                      <a:pt x="57" y="49"/>
                    </a:lnTo>
                    <a:lnTo>
                      <a:pt x="53" y="52"/>
                    </a:lnTo>
                    <a:lnTo>
                      <a:pt x="51" y="53"/>
                    </a:lnTo>
                    <a:lnTo>
                      <a:pt x="57" y="53"/>
                    </a:lnTo>
                    <a:lnTo>
                      <a:pt x="62" y="48"/>
                    </a:lnTo>
                    <a:lnTo>
                      <a:pt x="63" y="45"/>
                    </a:lnTo>
                    <a:lnTo>
                      <a:pt x="63" y="39"/>
                    </a:lnTo>
                    <a:lnTo>
                      <a:pt x="62" y="36"/>
                    </a:lnTo>
                    <a:lnTo>
                      <a:pt x="59" y="31"/>
                    </a:lnTo>
                    <a:lnTo>
                      <a:pt x="56"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42" name="Freeform 5856">
                <a:extLst>
                  <a:ext uri="{FF2B5EF4-FFF2-40B4-BE49-F238E27FC236}">
                    <a16:creationId xmlns:a16="http://schemas.microsoft.com/office/drawing/2014/main" id="{8E5A8343-BDC0-4F19-A5C4-481084EFCF8B}"/>
                  </a:ext>
                </a:extLst>
              </p:cNvPr>
              <p:cNvSpPr>
                <a:spLocks/>
              </p:cNvSpPr>
              <p:nvPr/>
            </p:nvSpPr>
            <p:spPr bwMode="auto">
              <a:xfrm>
                <a:off x="5561" y="7403"/>
                <a:ext cx="64" cy="56"/>
              </a:xfrm>
              <a:custGeom>
                <a:avLst/>
                <a:gdLst>
                  <a:gd name="T0" fmla="+- 0 5618 5561"/>
                  <a:gd name="T1" fmla="*/ T0 w 64"/>
                  <a:gd name="T2" fmla="+- 0 7405 7403"/>
                  <a:gd name="T3" fmla="*/ 7405 h 56"/>
                  <a:gd name="T4" fmla="+- 0 5612 5561"/>
                  <a:gd name="T5" fmla="*/ T4 w 64"/>
                  <a:gd name="T6" fmla="+- 0 7405 7403"/>
                  <a:gd name="T7" fmla="*/ 7405 h 56"/>
                  <a:gd name="T8" fmla="+- 0 5614 5561"/>
                  <a:gd name="T9" fmla="*/ T8 w 64"/>
                  <a:gd name="T10" fmla="+- 0 7406 7403"/>
                  <a:gd name="T11" fmla="*/ 7406 h 56"/>
                  <a:gd name="T12" fmla="+- 0 5617 5561"/>
                  <a:gd name="T13" fmla="*/ T12 w 64"/>
                  <a:gd name="T14" fmla="+- 0 7409 7403"/>
                  <a:gd name="T15" fmla="*/ 7409 h 56"/>
                  <a:gd name="T16" fmla="+- 0 5617 5561"/>
                  <a:gd name="T17" fmla="*/ T16 w 64"/>
                  <a:gd name="T18" fmla="+- 0 7411 7403"/>
                  <a:gd name="T19" fmla="*/ 7411 h 56"/>
                  <a:gd name="T20" fmla="+- 0 5617 5561"/>
                  <a:gd name="T21" fmla="*/ T20 w 64"/>
                  <a:gd name="T22" fmla="+- 0 7416 7403"/>
                  <a:gd name="T23" fmla="*/ 7416 h 56"/>
                  <a:gd name="T24" fmla="+- 0 5617 5561"/>
                  <a:gd name="T25" fmla="*/ T24 w 64"/>
                  <a:gd name="T26" fmla="+- 0 7418 7403"/>
                  <a:gd name="T27" fmla="*/ 7418 h 56"/>
                  <a:gd name="T28" fmla="+- 0 5615 5561"/>
                  <a:gd name="T29" fmla="*/ T28 w 64"/>
                  <a:gd name="T30" fmla="+- 0 7421 7403"/>
                  <a:gd name="T31" fmla="*/ 7421 h 56"/>
                  <a:gd name="T32" fmla="+- 0 5613 5561"/>
                  <a:gd name="T33" fmla="*/ T32 w 64"/>
                  <a:gd name="T34" fmla="+- 0 7423 7403"/>
                  <a:gd name="T35" fmla="*/ 7423 h 56"/>
                  <a:gd name="T36" fmla="+- 0 5610 5561"/>
                  <a:gd name="T37" fmla="*/ T36 w 64"/>
                  <a:gd name="T38" fmla="+- 0 7426 7403"/>
                  <a:gd name="T39" fmla="*/ 7426 h 56"/>
                  <a:gd name="T40" fmla="+- 0 5615 5561"/>
                  <a:gd name="T41" fmla="*/ T40 w 64"/>
                  <a:gd name="T42" fmla="+- 0 7426 7403"/>
                  <a:gd name="T43" fmla="*/ 7426 h 56"/>
                  <a:gd name="T44" fmla="+- 0 5617 5561"/>
                  <a:gd name="T45" fmla="*/ T44 w 64"/>
                  <a:gd name="T46" fmla="+- 0 7425 7403"/>
                  <a:gd name="T47" fmla="*/ 7425 h 56"/>
                  <a:gd name="T48" fmla="+- 0 5620 5561"/>
                  <a:gd name="T49" fmla="*/ T48 w 64"/>
                  <a:gd name="T50" fmla="+- 0 7422 7403"/>
                  <a:gd name="T51" fmla="*/ 7422 h 56"/>
                  <a:gd name="T52" fmla="+- 0 5622 5561"/>
                  <a:gd name="T53" fmla="*/ T52 w 64"/>
                  <a:gd name="T54" fmla="+- 0 7418 7403"/>
                  <a:gd name="T55" fmla="*/ 7418 h 56"/>
                  <a:gd name="T56" fmla="+- 0 5623 5561"/>
                  <a:gd name="T57" fmla="*/ T56 w 64"/>
                  <a:gd name="T58" fmla="+- 0 7416 7403"/>
                  <a:gd name="T59" fmla="*/ 7416 h 56"/>
                  <a:gd name="T60" fmla="+- 0 5623 5561"/>
                  <a:gd name="T61" fmla="*/ T60 w 64"/>
                  <a:gd name="T62" fmla="+- 0 7411 7403"/>
                  <a:gd name="T63" fmla="*/ 7411 h 56"/>
                  <a:gd name="T64" fmla="+- 0 5622 5561"/>
                  <a:gd name="T65" fmla="*/ T64 w 64"/>
                  <a:gd name="T66" fmla="+- 0 7409 7403"/>
                  <a:gd name="T67" fmla="*/ 7409 h 56"/>
                  <a:gd name="T68" fmla="+- 0 5618 5561"/>
                  <a:gd name="T69" fmla="*/ T68 w 64"/>
                  <a:gd name="T70" fmla="+- 0 7405 7403"/>
                  <a:gd name="T71"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4" h="56">
                    <a:moveTo>
                      <a:pt x="57" y="2"/>
                    </a:moveTo>
                    <a:lnTo>
                      <a:pt x="51" y="2"/>
                    </a:lnTo>
                    <a:lnTo>
                      <a:pt x="53" y="3"/>
                    </a:lnTo>
                    <a:lnTo>
                      <a:pt x="56" y="6"/>
                    </a:lnTo>
                    <a:lnTo>
                      <a:pt x="56" y="8"/>
                    </a:lnTo>
                    <a:lnTo>
                      <a:pt x="56" y="13"/>
                    </a:lnTo>
                    <a:lnTo>
                      <a:pt x="56" y="15"/>
                    </a:lnTo>
                    <a:lnTo>
                      <a:pt x="54" y="18"/>
                    </a:lnTo>
                    <a:lnTo>
                      <a:pt x="52" y="20"/>
                    </a:lnTo>
                    <a:lnTo>
                      <a:pt x="49" y="23"/>
                    </a:lnTo>
                    <a:lnTo>
                      <a:pt x="54" y="23"/>
                    </a:lnTo>
                    <a:lnTo>
                      <a:pt x="56" y="22"/>
                    </a:lnTo>
                    <a:lnTo>
                      <a:pt x="59" y="19"/>
                    </a:lnTo>
                    <a:lnTo>
                      <a:pt x="61" y="15"/>
                    </a:lnTo>
                    <a:lnTo>
                      <a:pt x="62" y="13"/>
                    </a:lnTo>
                    <a:lnTo>
                      <a:pt x="62" y="8"/>
                    </a:lnTo>
                    <a:lnTo>
                      <a:pt x="61" y="6"/>
                    </a:lnTo>
                    <a:lnTo>
                      <a:pt x="5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6" name="Group 485">
              <a:extLst>
                <a:ext uri="{FF2B5EF4-FFF2-40B4-BE49-F238E27FC236}">
                  <a16:creationId xmlns:a16="http://schemas.microsoft.com/office/drawing/2014/main" id="{20C2AA0B-F1E6-A741-9547-ABBCF7C67573}"/>
                </a:ext>
              </a:extLst>
            </p:cNvPr>
            <p:cNvGrpSpPr>
              <a:grpSpLocks/>
            </p:cNvGrpSpPr>
            <p:nvPr/>
          </p:nvGrpSpPr>
          <p:grpSpPr bwMode="auto">
            <a:xfrm>
              <a:off x="6047" y="7403"/>
              <a:ext cx="36" cy="55"/>
              <a:chOff x="6047" y="7403"/>
              <a:chExt cx="36" cy="55"/>
            </a:xfrm>
          </p:grpSpPr>
          <p:sp>
            <p:nvSpPr>
              <p:cNvPr id="635" name="Freeform 5858">
                <a:extLst>
                  <a:ext uri="{FF2B5EF4-FFF2-40B4-BE49-F238E27FC236}">
                    <a16:creationId xmlns:a16="http://schemas.microsoft.com/office/drawing/2014/main" id="{9C09ED03-4BCD-9265-0A0C-4A41BABBB403}"/>
                  </a:ext>
                </a:extLst>
              </p:cNvPr>
              <p:cNvSpPr>
                <a:spLocks/>
              </p:cNvSpPr>
              <p:nvPr/>
            </p:nvSpPr>
            <p:spPr bwMode="auto">
              <a:xfrm>
                <a:off x="6047" y="7403"/>
                <a:ext cx="36" cy="55"/>
              </a:xfrm>
              <a:custGeom>
                <a:avLst/>
                <a:gdLst>
                  <a:gd name="T0" fmla="+- 0 6076 6047"/>
                  <a:gd name="T1" fmla="*/ T0 w 36"/>
                  <a:gd name="T2" fmla="+- 0 7409 7403"/>
                  <a:gd name="T3" fmla="*/ 7409 h 55"/>
                  <a:gd name="T4" fmla="+- 0 6064 6047"/>
                  <a:gd name="T5" fmla="*/ T4 w 36"/>
                  <a:gd name="T6" fmla="+- 0 7409 7403"/>
                  <a:gd name="T7" fmla="*/ 7409 h 55"/>
                  <a:gd name="T8" fmla="+- 0 6067 6047"/>
                  <a:gd name="T9" fmla="*/ T8 w 36"/>
                  <a:gd name="T10" fmla="+- 0 7410 7403"/>
                  <a:gd name="T11" fmla="*/ 7410 h 55"/>
                  <a:gd name="T12" fmla="+- 0 6071 6047"/>
                  <a:gd name="T13" fmla="*/ T12 w 36"/>
                  <a:gd name="T14" fmla="+- 0 7414 7403"/>
                  <a:gd name="T15" fmla="*/ 7414 h 55"/>
                  <a:gd name="T16" fmla="+- 0 6072 6047"/>
                  <a:gd name="T17" fmla="*/ T16 w 36"/>
                  <a:gd name="T18" fmla="+- 0 7417 7403"/>
                  <a:gd name="T19" fmla="*/ 7417 h 55"/>
                  <a:gd name="T20" fmla="+- 0 6072 6047"/>
                  <a:gd name="T21" fmla="*/ T20 w 36"/>
                  <a:gd name="T22" fmla="+- 0 7425 7403"/>
                  <a:gd name="T23" fmla="*/ 7425 h 55"/>
                  <a:gd name="T24" fmla="+- 0 6070 6047"/>
                  <a:gd name="T25" fmla="*/ T24 w 36"/>
                  <a:gd name="T26" fmla="+- 0 7430 7403"/>
                  <a:gd name="T27" fmla="*/ 7430 h 55"/>
                  <a:gd name="T28" fmla="+- 0 6062 6047"/>
                  <a:gd name="T29" fmla="*/ T28 w 36"/>
                  <a:gd name="T30" fmla="+- 0 7440 7403"/>
                  <a:gd name="T31" fmla="*/ 7440 h 55"/>
                  <a:gd name="T32" fmla="+- 0 6056 6047"/>
                  <a:gd name="T33" fmla="*/ T32 w 36"/>
                  <a:gd name="T34" fmla="+- 0 7447 7403"/>
                  <a:gd name="T35" fmla="*/ 7447 h 55"/>
                  <a:gd name="T36" fmla="+- 0 6047 6047"/>
                  <a:gd name="T37" fmla="*/ T36 w 36"/>
                  <a:gd name="T38" fmla="+- 0 7456 7403"/>
                  <a:gd name="T39" fmla="*/ 7456 h 55"/>
                  <a:gd name="T40" fmla="+- 0 6047 6047"/>
                  <a:gd name="T41" fmla="*/ T40 w 36"/>
                  <a:gd name="T42" fmla="+- 0 7457 7403"/>
                  <a:gd name="T43" fmla="*/ 7457 h 55"/>
                  <a:gd name="T44" fmla="+- 0 6078 6047"/>
                  <a:gd name="T45" fmla="*/ T44 w 36"/>
                  <a:gd name="T46" fmla="+- 0 7457 7403"/>
                  <a:gd name="T47" fmla="*/ 7457 h 55"/>
                  <a:gd name="T48" fmla="+- 0 6080 6047"/>
                  <a:gd name="T49" fmla="*/ T48 w 36"/>
                  <a:gd name="T50" fmla="+- 0 7451 7403"/>
                  <a:gd name="T51" fmla="*/ 7451 h 55"/>
                  <a:gd name="T52" fmla="+- 0 6055 6047"/>
                  <a:gd name="T53" fmla="*/ T52 w 36"/>
                  <a:gd name="T54" fmla="+- 0 7451 7403"/>
                  <a:gd name="T55" fmla="*/ 7451 h 55"/>
                  <a:gd name="T56" fmla="+- 0 6057 6047"/>
                  <a:gd name="T57" fmla="*/ T56 w 36"/>
                  <a:gd name="T58" fmla="+- 0 7450 7403"/>
                  <a:gd name="T59" fmla="*/ 7450 h 55"/>
                  <a:gd name="T60" fmla="+- 0 6061 6047"/>
                  <a:gd name="T61" fmla="*/ T60 w 36"/>
                  <a:gd name="T62" fmla="+- 0 7445 7403"/>
                  <a:gd name="T63" fmla="*/ 7445 h 55"/>
                  <a:gd name="T64" fmla="+- 0 6072 6047"/>
                  <a:gd name="T65" fmla="*/ T64 w 36"/>
                  <a:gd name="T66" fmla="+- 0 7434 7403"/>
                  <a:gd name="T67" fmla="*/ 7434 h 55"/>
                  <a:gd name="T68" fmla="+- 0 6075 6047"/>
                  <a:gd name="T69" fmla="*/ T68 w 36"/>
                  <a:gd name="T70" fmla="+- 0 7429 7403"/>
                  <a:gd name="T71" fmla="*/ 7429 h 55"/>
                  <a:gd name="T72" fmla="+- 0 6077 6047"/>
                  <a:gd name="T73" fmla="*/ T72 w 36"/>
                  <a:gd name="T74" fmla="+- 0 7425 7403"/>
                  <a:gd name="T75" fmla="*/ 7425 h 55"/>
                  <a:gd name="T76" fmla="+- 0 6078 6047"/>
                  <a:gd name="T77" fmla="*/ T76 w 36"/>
                  <a:gd name="T78" fmla="+- 0 7422 7403"/>
                  <a:gd name="T79" fmla="*/ 7422 h 55"/>
                  <a:gd name="T80" fmla="+- 0 6079 6047"/>
                  <a:gd name="T81" fmla="*/ T80 w 36"/>
                  <a:gd name="T82" fmla="+- 0 7419 7403"/>
                  <a:gd name="T83" fmla="*/ 7419 h 55"/>
                  <a:gd name="T84" fmla="+- 0 6078 6047"/>
                  <a:gd name="T85" fmla="*/ T84 w 36"/>
                  <a:gd name="T86" fmla="+- 0 7413 7403"/>
                  <a:gd name="T87" fmla="*/ 7413 h 55"/>
                  <a:gd name="T88" fmla="+- 0 6077 6047"/>
                  <a:gd name="T89" fmla="*/ T88 w 36"/>
                  <a:gd name="T90" fmla="+- 0 7410 7403"/>
                  <a:gd name="T91" fmla="*/ 7410 h 55"/>
                  <a:gd name="T92" fmla="+- 0 6076 6047"/>
                  <a:gd name="T93" fmla="*/ T92 w 36"/>
                  <a:gd name="T94" fmla="+- 0 7409 7403"/>
                  <a:gd name="T95"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29" y="6"/>
                    </a:moveTo>
                    <a:lnTo>
                      <a:pt x="17" y="6"/>
                    </a:lnTo>
                    <a:lnTo>
                      <a:pt x="20" y="7"/>
                    </a:lnTo>
                    <a:lnTo>
                      <a:pt x="24" y="11"/>
                    </a:lnTo>
                    <a:lnTo>
                      <a:pt x="25" y="14"/>
                    </a:lnTo>
                    <a:lnTo>
                      <a:pt x="25" y="22"/>
                    </a:lnTo>
                    <a:lnTo>
                      <a:pt x="23" y="27"/>
                    </a:lnTo>
                    <a:lnTo>
                      <a:pt x="15" y="37"/>
                    </a:lnTo>
                    <a:lnTo>
                      <a:pt x="9" y="44"/>
                    </a:lnTo>
                    <a:lnTo>
                      <a:pt x="0" y="53"/>
                    </a:lnTo>
                    <a:lnTo>
                      <a:pt x="0" y="54"/>
                    </a:lnTo>
                    <a:lnTo>
                      <a:pt x="31" y="54"/>
                    </a:lnTo>
                    <a:lnTo>
                      <a:pt x="33" y="48"/>
                    </a:lnTo>
                    <a:lnTo>
                      <a:pt x="8" y="48"/>
                    </a:lnTo>
                    <a:lnTo>
                      <a:pt x="10" y="47"/>
                    </a:lnTo>
                    <a:lnTo>
                      <a:pt x="14" y="42"/>
                    </a:lnTo>
                    <a:lnTo>
                      <a:pt x="25" y="31"/>
                    </a:lnTo>
                    <a:lnTo>
                      <a:pt x="28" y="26"/>
                    </a:lnTo>
                    <a:lnTo>
                      <a:pt x="30" y="22"/>
                    </a:lnTo>
                    <a:lnTo>
                      <a:pt x="31" y="19"/>
                    </a:lnTo>
                    <a:lnTo>
                      <a:pt x="32" y="16"/>
                    </a:lnTo>
                    <a:lnTo>
                      <a:pt x="31" y="10"/>
                    </a:lnTo>
                    <a:lnTo>
                      <a:pt x="30" y="7"/>
                    </a:lnTo>
                    <a:lnTo>
                      <a:pt x="2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6" name="Freeform 5859">
                <a:extLst>
                  <a:ext uri="{FF2B5EF4-FFF2-40B4-BE49-F238E27FC236}">
                    <a16:creationId xmlns:a16="http://schemas.microsoft.com/office/drawing/2014/main" id="{D9B1BA3D-19BA-D76D-AFB8-FD8B4EDB1B09}"/>
                  </a:ext>
                </a:extLst>
              </p:cNvPr>
              <p:cNvSpPr>
                <a:spLocks/>
              </p:cNvSpPr>
              <p:nvPr/>
            </p:nvSpPr>
            <p:spPr bwMode="auto">
              <a:xfrm>
                <a:off x="6047" y="7403"/>
                <a:ext cx="36" cy="55"/>
              </a:xfrm>
              <a:custGeom>
                <a:avLst/>
                <a:gdLst>
                  <a:gd name="T0" fmla="+- 0 6082 6047"/>
                  <a:gd name="T1" fmla="*/ T0 w 36"/>
                  <a:gd name="T2" fmla="+- 0 7447 7403"/>
                  <a:gd name="T3" fmla="*/ 7447 h 55"/>
                  <a:gd name="T4" fmla="+- 0 6080 6047"/>
                  <a:gd name="T5" fmla="*/ T4 w 36"/>
                  <a:gd name="T6" fmla="+- 0 7447 7403"/>
                  <a:gd name="T7" fmla="*/ 7447 h 55"/>
                  <a:gd name="T8" fmla="+- 0 6078 6047"/>
                  <a:gd name="T9" fmla="*/ T8 w 36"/>
                  <a:gd name="T10" fmla="+- 0 7450 7403"/>
                  <a:gd name="T11" fmla="*/ 7450 h 55"/>
                  <a:gd name="T12" fmla="+- 0 6075 6047"/>
                  <a:gd name="T13" fmla="*/ T12 w 36"/>
                  <a:gd name="T14" fmla="+- 0 7451 7403"/>
                  <a:gd name="T15" fmla="*/ 7451 h 55"/>
                  <a:gd name="T16" fmla="+- 0 6074 6047"/>
                  <a:gd name="T17" fmla="*/ T16 w 36"/>
                  <a:gd name="T18" fmla="+- 0 7451 7403"/>
                  <a:gd name="T19" fmla="*/ 7451 h 55"/>
                  <a:gd name="T20" fmla="+- 0 6055 6047"/>
                  <a:gd name="T21" fmla="*/ T20 w 36"/>
                  <a:gd name="T22" fmla="+- 0 7451 7403"/>
                  <a:gd name="T23" fmla="*/ 7451 h 55"/>
                  <a:gd name="T24" fmla="+- 0 6080 6047"/>
                  <a:gd name="T25" fmla="*/ T24 w 36"/>
                  <a:gd name="T26" fmla="+- 0 7451 7403"/>
                  <a:gd name="T27" fmla="*/ 7451 h 55"/>
                  <a:gd name="T28" fmla="+- 0 6082 6047"/>
                  <a:gd name="T29" fmla="*/ T28 w 36"/>
                  <a:gd name="T30" fmla="+- 0 7447 7403"/>
                  <a:gd name="T31" fmla="*/ 7447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3" y="44"/>
                    </a:lnTo>
                    <a:lnTo>
                      <a:pt x="31" y="47"/>
                    </a:lnTo>
                    <a:lnTo>
                      <a:pt x="28" y="48"/>
                    </a:lnTo>
                    <a:lnTo>
                      <a:pt x="27" y="48"/>
                    </a:lnTo>
                    <a:lnTo>
                      <a:pt x="8" y="48"/>
                    </a:lnTo>
                    <a:lnTo>
                      <a:pt x="33"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7" name="Freeform 5860">
                <a:extLst>
                  <a:ext uri="{FF2B5EF4-FFF2-40B4-BE49-F238E27FC236}">
                    <a16:creationId xmlns:a16="http://schemas.microsoft.com/office/drawing/2014/main" id="{23A79504-0F9B-57A5-8022-43C5DFC95808}"/>
                  </a:ext>
                </a:extLst>
              </p:cNvPr>
              <p:cNvSpPr>
                <a:spLocks/>
              </p:cNvSpPr>
              <p:nvPr/>
            </p:nvSpPr>
            <p:spPr bwMode="auto">
              <a:xfrm>
                <a:off x="6047" y="7403"/>
                <a:ext cx="36" cy="55"/>
              </a:xfrm>
              <a:custGeom>
                <a:avLst/>
                <a:gdLst>
                  <a:gd name="T0" fmla="+- 0 6068 6047"/>
                  <a:gd name="T1" fmla="*/ T0 w 36"/>
                  <a:gd name="T2" fmla="+- 0 7403 7403"/>
                  <a:gd name="T3" fmla="*/ 7403 h 55"/>
                  <a:gd name="T4" fmla="+- 0 6059 6047"/>
                  <a:gd name="T5" fmla="*/ T4 w 36"/>
                  <a:gd name="T6" fmla="+- 0 7403 7403"/>
                  <a:gd name="T7" fmla="*/ 7403 h 55"/>
                  <a:gd name="T8" fmla="+- 0 6056 6047"/>
                  <a:gd name="T9" fmla="*/ T8 w 36"/>
                  <a:gd name="T10" fmla="+- 0 7404 7403"/>
                  <a:gd name="T11" fmla="*/ 7404 h 55"/>
                  <a:gd name="T12" fmla="+- 0 6050 6047"/>
                  <a:gd name="T13" fmla="*/ T12 w 36"/>
                  <a:gd name="T14" fmla="+- 0 7409 7403"/>
                  <a:gd name="T15" fmla="*/ 7409 h 55"/>
                  <a:gd name="T16" fmla="+- 0 6049 6047"/>
                  <a:gd name="T17" fmla="*/ T16 w 36"/>
                  <a:gd name="T18" fmla="+- 0 7413 7403"/>
                  <a:gd name="T19" fmla="*/ 7413 h 55"/>
                  <a:gd name="T20" fmla="+- 0 6048 6047"/>
                  <a:gd name="T21" fmla="*/ T20 w 36"/>
                  <a:gd name="T22" fmla="+- 0 7418 7403"/>
                  <a:gd name="T23" fmla="*/ 7418 h 55"/>
                  <a:gd name="T24" fmla="+- 0 6050 6047"/>
                  <a:gd name="T25" fmla="*/ T24 w 36"/>
                  <a:gd name="T26" fmla="+- 0 7418 7403"/>
                  <a:gd name="T27" fmla="*/ 7418 h 55"/>
                  <a:gd name="T28" fmla="+- 0 6051 6047"/>
                  <a:gd name="T29" fmla="*/ T28 w 36"/>
                  <a:gd name="T30" fmla="+- 0 7415 7403"/>
                  <a:gd name="T31" fmla="*/ 7415 h 55"/>
                  <a:gd name="T32" fmla="+- 0 6052 6047"/>
                  <a:gd name="T33" fmla="*/ T32 w 36"/>
                  <a:gd name="T34" fmla="+- 0 7413 7403"/>
                  <a:gd name="T35" fmla="*/ 7413 h 55"/>
                  <a:gd name="T36" fmla="+- 0 6056 6047"/>
                  <a:gd name="T37" fmla="*/ T36 w 36"/>
                  <a:gd name="T38" fmla="+- 0 7410 7403"/>
                  <a:gd name="T39" fmla="*/ 7410 h 55"/>
                  <a:gd name="T40" fmla="+- 0 6059 6047"/>
                  <a:gd name="T41" fmla="*/ T40 w 36"/>
                  <a:gd name="T42" fmla="+- 0 7409 7403"/>
                  <a:gd name="T43" fmla="*/ 7409 h 55"/>
                  <a:gd name="T44" fmla="+- 0 6076 6047"/>
                  <a:gd name="T45" fmla="*/ T44 w 36"/>
                  <a:gd name="T46" fmla="+- 0 7409 7403"/>
                  <a:gd name="T47" fmla="*/ 7409 h 55"/>
                  <a:gd name="T48" fmla="+- 0 6071 6047"/>
                  <a:gd name="T49" fmla="*/ T48 w 36"/>
                  <a:gd name="T50" fmla="+- 0 7404 7403"/>
                  <a:gd name="T51" fmla="*/ 7404 h 55"/>
                  <a:gd name="T52" fmla="+- 0 6068 6047"/>
                  <a:gd name="T53" fmla="*/ T52 w 36"/>
                  <a:gd name="T54" fmla="+- 0 7403 7403"/>
                  <a:gd name="T55" fmla="*/ 740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2" y="0"/>
                    </a:lnTo>
                    <a:lnTo>
                      <a:pt x="9" y="1"/>
                    </a:lnTo>
                    <a:lnTo>
                      <a:pt x="3" y="6"/>
                    </a:lnTo>
                    <a:lnTo>
                      <a:pt x="2" y="10"/>
                    </a:lnTo>
                    <a:lnTo>
                      <a:pt x="1" y="15"/>
                    </a:lnTo>
                    <a:lnTo>
                      <a:pt x="3" y="15"/>
                    </a:lnTo>
                    <a:lnTo>
                      <a:pt x="4" y="12"/>
                    </a:lnTo>
                    <a:lnTo>
                      <a:pt x="5" y="10"/>
                    </a:lnTo>
                    <a:lnTo>
                      <a:pt x="9" y="7"/>
                    </a:lnTo>
                    <a:lnTo>
                      <a:pt x="12" y="6"/>
                    </a:lnTo>
                    <a:lnTo>
                      <a:pt x="29" y="6"/>
                    </a:lnTo>
                    <a:lnTo>
                      <a:pt x="24"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7" name="Group 486">
              <a:extLst>
                <a:ext uri="{FF2B5EF4-FFF2-40B4-BE49-F238E27FC236}">
                  <a16:creationId xmlns:a16="http://schemas.microsoft.com/office/drawing/2014/main" id="{E8B0501C-D85C-3FA5-3887-7D4E3DC06C25}"/>
                </a:ext>
              </a:extLst>
            </p:cNvPr>
            <p:cNvGrpSpPr>
              <a:grpSpLocks/>
            </p:cNvGrpSpPr>
            <p:nvPr/>
          </p:nvGrpSpPr>
          <p:grpSpPr bwMode="auto">
            <a:xfrm>
              <a:off x="6503" y="7403"/>
              <a:ext cx="37" cy="55"/>
              <a:chOff x="6503" y="7403"/>
              <a:chExt cx="37" cy="55"/>
            </a:xfrm>
          </p:grpSpPr>
          <p:sp>
            <p:nvSpPr>
              <p:cNvPr id="632" name="Freeform 5862">
                <a:extLst>
                  <a:ext uri="{FF2B5EF4-FFF2-40B4-BE49-F238E27FC236}">
                    <a16:creationId xmlns:a16="http://schemas.microsoft.com/office/drawing/2014/main" id="{59EFFB01-23FC-033A-E13A-F44C69237B56}"/>
                  </a:ext>
                </a:extLst>
              </p:cNvPr>
              <p:cNvSpPr>
                <a:spLocks/>
              </p:cNvSpPr>
              <p:nvPr/>
            </p:nvSpPr>
            <p:spPr bwMode="auto">
              <a:xfrm>
                <a:off x="6503" y="7403"/>
                <a:ext cx="37" cy="55"/>
              </a:xfrm>
              <a:custGeom>
                <a:avLst/>
                <a:gdLst>
                  <a:gd name="T0" fmla="+- 0 6532 6503"/>
                  <a:gd name="T1" fmla="*/ T0 w 37"/>
                  <a:gd name="T2" fmla="+- 0 7443 7403"/>
                  <a:gd name="T3" fmla="*/ 7443 h 55"/>
                  <a:gd name="T4" fmla="+- 0 6525 6503"/>
                  <a:gd name="T5" fmla="*/ T4 w 37"/>
                  <a:gd name="T6" fmla="+- 0 7443 7403"/>
                  <a:gd name="T7" fmla="*/ 7443 h 55"/>
                  <a:gd name="T8" fmla="+- 0 6525 6503"/>
                  <a:gd name="T9" fmla="*/ T8 w 37"/>
                  <a:gd name="T10" fmla="+- 0 7457 7403"/>
                  <a:gd name="T11" fmla="*/ 7457 h 55"/>
                  <a:gd name="T12" fmla="+- 0 6532 6503"/>
                  <a:gd name="T13" fmla="*/ T12 w 37"/>
                  <a:gd name="T14" fmla="+- 0 7457 7403"/>
                  <a:gd name="T15" fmla="*/ 7457 h 55"/>
                  <a:gd name="T16" fmla="+- 0 6532 6503"/>
                  <a:gd name="T17" fmla="*/ T16 w 37"/>
                  <a:gd name="T18" fmla="+- 0 7443 7403"/>
                  <a:gd name="T19" fmla="*/ 7443 h 55"/>
                </a:gdLst>
                <a:ahLst/>
                <a:cxnLst>
                  <a:cxn ang="0">
                    <a:pos x="T1" y="T3"/>
                  </a:cxn>
                  <a:cxn ang="0">
                    <a:pos x="T5" y="T7"/>
                  </a:cxn>
                  <a:cxn ang="0">
                    <a:pos x="T9" y="T11"/>
                  </a:cxn>
                  <a:cxn ang="0">
                    <a:pos x="T13" y="T15"/>
                  </a:cxn>
                  <a:cxn ang="0">
                    <a:pos x="T17" y="T19"/>
                  </a:cxn>
                </a:cxnLst>
                <a:rect l="0" t="0" r="r" b="b"/>
                <a:pathLst>
                  <a:path w="37" h="55">
                    <a:moveTo>
                      <a:pt x="29" y="40"/>
                    </a:moveTo>
                    <a:lnTo>
                      <a:pt x="22" y="40"/>
                    </a:lnTo>
                    <a:lnTo>
                      <a:pt x="22" y="54"/>
                    </a:lnTo>
                    <a:lnTo>
                      <a:pt x="29" y="54"/>
                    </a:lnTo>
                    <a:lnTo>
                      <a:pt x="29"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3" name="Freeform 5863">
                <a:extLst>
                  <a:ext uri="{FF2B5EF4-FFF2-40B4-BE49-F238E27FC236}">
                    <a16:creationId xmlns:a16="http://schemas.microsoft.com/office/drawing/2014/main" id="{D0EC1422-400B-2D22-1CA5-C695B5A2CF38}"/>
                  </a:ext>
                </a:extLst>
              </p:cNvPr>
              <p:cNvSpPr>
                <a:spLocks/>
              </p:cNvSpPr>
              <p:nvPr/>
            </p:nvSpPr>
            <p:spPr bwMode="auto">
              <a:xfrm>
                <a:off x="6503" y="7403"/>
                <a:ext cx="37" cy="55"/>
              </a:xfrm>
              <a:custGeom>
                <a:avLst/>
                <a:gdLst>
                  <a:gd name="T0" fmla="+- 0 6532 6503"/>
                  <a:gd name="T1" fmla="*/ T0 w 37"/>
                  <a:gd name="T2" fmla="+- 0 7403 7403"/>
                  <a:gd name="T3" fmla="*/ 7403 h 55"/>
                  <a:gd name="T4" fmla="+- 0 6527 6503"/>
                  <a:gd name="T5" fmla="*/ T4 w 37"/>
                  <a:gd name="T6" fmla="+- 0 7403 7403"/>
                  <a:gd name="T7" fmla="*/ 7403 h 55"/>
                  <a:gd name="T8" fmla="+- 0 6503 6503"/>
                  <a:gd name="T9" fmla="*/ T8 w 37"/>
                  <a:gd name="T10" fmla="+- 0 7438 7403"/>
                  <a:gd name="T11" fmla="*/ 7438 h 55"/>
                  <a:gd name="T12" fmla="+- 0 6503 6503"/>
                  <a:gd name="T13" fmla="*/ T12 w 37"/>
                  <a:gd name="T14" fmla="+- 0 7443 7403"/>
                  <a:gd name="T15" fmla="*/ 7443 h 55"/>
                  <a:gd name="T16" fmla="+- 0 6539 6503"/>
                  <a:gd name="T17" fmla="*/ T16 w 37"/>
                  <a:gd name="T18" fmla="+- 0 7443 7403"/>
                  <a:gd name="T19" fmla="*/ 7443 h 55"/>
                  <a:gd name="T20" fmla="+- 0 6539 6503"/>
                  <a:gd name="T21" fmla="*/ T20 w 37"/>
                  <a:gd name="T22" fmla="+- 0 7438 7403"/>
                  <a:gd name="T23" fmla="*/ 7438 h 55"/>
                  <a:gd name="T24" fmla="+- 0 6506 6503"/>
                  <a:gd name="T25" fmla="*/ T24 w 37"/>
                  <a:gd name="T26" fmla="+- 0 7438 7403"/>
                  <a:gd name="T27" fmla="*/ 7438 h 55"/>
                  <a:gd name="T28" fmla="+- 0 6525 6503"/>
                  <a:gd name="T29" fmla="*/ T28 w 37"/>
                  <a:gd name="T30" fmla="+- 0 7411 7403"/>
                  <a:gd name="T31" fmla="*/ 7411 h 55"/>
                  <a:gd name="T32" fmla="+- 0 6532 6503"/>
                  <a:gd name="T33" fmla="*/ T32 w 37"/>
                  <a:gd name="T34" fmla="+- 0 7411 7403"/>
                  <a:gd name="T35" fmla="*/ 7411 h 55"/>
                  <a:gd name="T36" fmla="+- 0 6532 6503"/>
                  <a:gd name="T37" fmla="*/ T36 w 37"/>
                  <a:gd name="T38" fmla="+- 0 7403 7403"/>
                  <a:gd name="T39" fmla="*/ 740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37" h="55">
                    <a:moveTo>
                      <a:pt x="29" y="0"/>
                    </a:moveTo>
                    <a:lnTo>
                      <a:pt x="24" y="0"/>
                    </a:lnTo>
                    <a:lnTo>
                      <a:pt x="0" y="35"/>
                    </a:lnTo>
                    <a:lnTo>
                      <a:pt x="0" y="40"/>
                    </a:lnTo>
                    <a:lnTo>
                      <a:pt x="36" y="40"/>
                    </a:lnTo>
                    <a:lnTo>
                      <a:pt x="36" y="35"/>
                    </a:lnTo>
                    <a:lnTo>
                      <a:pt x="3" y="35"/>
                    </a:lnTo>
                    <a:lnTo>
                      <a:pt x="22" y="8"/>
                    </a:lnTo>
                    <a:lnTo>
                      <a:pt x="29" y="8"/>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4" name="Freeform 5864">
                <a:extLst>
                  <a:ext uri="{FF2B5EF4-FFF2-40B4-BE49-F238E27FC236}">
                    <a16:creationId xmlns:a16="http://schemas.microsoft.com/office/drawing/2014/main" id="{7EC65C3A-1CFE-475D-175B-405983B1639D}"/>
                  </a:ext>
                </a:extLst>
              </p:cNvPr>
              <p:cNvSpPr>
                <a:spLocks/>
              </p:cNvSpPr>
              <p:nvPr/>
            </p:nvSpPr>
            <p:spPr bwMode="auto">
              <a:xfrm>
                <a:off x="6503" y="7403"/>
                <a:ext cx="37" cy="55"/>
              </a:xfrm>
              <a:custGeom>
                <a:avLst/>
                <a:gdLst>
                  <a:gd name="T0" fmla="+- 0 6532 6503"/>
                  <a:gd name="T1" fmla="*/ T0 w 37"/>
                  <a:gd name="T2" fmla="+- 0 7411 7403"/>
                  <a:gd name="T3" fmla="*/ 7411 h 55"/>
                  <a:gd name="T4" fmla="+- 0 6525 6503"/>
                  <a:gd name="T5" fmla="*/ T4 w 37"/>
                  <a:gd name="T6" fmla="+- 0 7411 7403"/>
                  <a:gd name="T7" fmla="*/ 7411 h 55"/>
                  <a:gd name="T8" fmla="+- 0 6525 6503"/>
                  <a:gd name="T9" fmla="*/ T8 w 37"/>
                  <a:gd name="T10" fmla="+- 0 7438 7403"/>
                  <a:gd name="T11" fmla="*/ 7438 h 55"/>
                  <a:gd name="T12" fmla="+- 0 6532 6503"/>
                  <a:gd name="T13" fmla="*/ T12 w 37"/>
                  <a:gd name="T14" fmla="+- 0 7438 7403"/>
                  <a:gd name="T15" fmla="*/ 7438 h 55"/>
                  <a:gd name="T16" fmla="+- 0 6532 6503"/>
                  <a:gd name="T17" fmla="*/ T16 w 37"/>
                  <a:gd name="T18" fmla="+- 0 7411 7403"/>
                  <a:gd name="T19" fmla="*/ 7411 h 55"/>
                </a:gdLst>
                <a:ahLst/>
                <a:cxnLst>
                  <a:cxn ang="0">
                    <a:pos x="T1" y="T3"/>
                  </a:cxn>
                  <a:cxn ang="0">
                    <a:pos x="T5" y="T7"/>
                  </a:cxn>
                  <a:cxn ang="0">
                    <a:pos x="T9" y="T11"/>
                  </a:cxn>
                  <a:cxn ang="0">
                    <a:pos x="T13" y="T15"/>
                  </a:cxn>
                  <a:cxn ang="0">
                    <a:pos x="T17" y="T19"/>
                  </a:cxn>
                </a:cxnLst>
                <a:rect l="0" t="0" r="r" b="b"/>
                <a:pathLst>
                  <a:path w="37" h="55">
                    <a:moveTo>
                      <a:pt x="29" y="8"/>
                    </a:moveTo>
                    <a:lnTo>
                      <a:pt x="22" y="8"/>
                    </a:lnTo>
                    <a:lnTo>
                      <a:pt x="22" y="35"/>
                    </a:lnTo>
                    <a:lnTo>
                      <a:pt x="29" y="35"/>
                    </a:lnTo>
                    <a:lnTo>
                      <a:pt x="2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8" name="Group 487">
              <a:extLst>
                <a:ext uri="{FF2B5EF4-FFF2-40B4-BE49-F238E27FC236}">
                  <a16:creationId xmlns:a16="http://schemas.microsoft.com/office/drawing/2014/main" id="{AB21513D-DDC6-B7D8-0788-91EF032AB18D}"/>
                </a:ext>
              </a:extLst>
            </p:cNvPr>
            <p:cNvGrpSpPr>
              <a:grpSpLocks/>
            </p:cNvGrpSpPr>
            <p:nvPr/>
          </p:nvGrpSpPr>
          <p:grpSpPr bwMode="auto">
            <a:xfrm>
              <a:off x="6929" y="7403"/>
              <a:ext cx="66" cy="56"/>
              <a:chOff x="6929" y="7403"/>
              <a:chExt cx="66" cy="56"/>
            </a:xfrm>
          </p:grpSpPr>
          <p:sp>
            <p:nvSpPr>
              <p:cNvPr id="627" name="Freeform 5866">
                <a:extLst>
                  <a:ext uri="{FF2B5EF4-FFF2-40B4-BE49-F238E27FC236}">
                    <a16:creationId xmlns:a16="http://schemas.microsoft.com/office/drawing/2014/main" id="{16993E48-115D-EA0D-2C84-16D35F73E59D}"/>
                  </a:ext>
                </a:extLst>
              </p:cNvPr>
              <p:cNvSpPr>
                <a:spLocks/>
              </p:cNvSpPr>
              <p:nvPr/>
            </p:nvSpPr>
            <p:spPr bwMode="auto">
              <a:xfrm>
                <a:off x="6929" y="7403"/>
                <a:ext cx="66" cy="56"/>
              </a:xfrm>
              <a:custGeom>
                <a:avLst/>
                <a:gdLst>
                  <a:gd name="T0" fmla="+- 0 6944 6929"/>
                  <a:gd name="T1" fmla="*/ T0 w 66"/>
                  <a:gd name="T2" fmla="+- 0 7409 7403"/>
                  <a:gd name="T3" fmla="*/ 7409 h 56"/>
                  <a:gd name="T4" fmla="+- 0 6934 6929"/>
                  <a:gd name="T5" fmla="*/ T4 w 66"/>
                  <a:gd name="T6" fmla="+- 0 7409 7403"/>
                  <a:gd name="T7" fmla="*/ 7409 h 56"/>
                  <a:gd name="T8" fmla="+- 0 6936 6929"/>
                  <a:gd name="T9" fmla="*/ T8 w 66"/>
                  <a:gd name="T10" fmla="+- 0 7410 7403"/>
                  <a:gd name="T11" fmla="*/ 7410 h 56"/>
                  <a:gd name="T12" fmla="+- 0 6937 6929"/>
                  <a:gd name="T13" fmla="*/ T12 w 66"/>
                  <a:gd name="T14" fmla="+- 0 7412 7403"/>
                  <a:gd name="T15" fmla="*/ 7412 h 56"/>
                  <a:gd name="T16" fmla="+- 0 6937 6929"/>
                  <a:gd name="T17" fmla="*/ T16 w 66"/>
                  <a:gd name="T18" fmla="+- 0 7413 7403"/>
                  <a:gd name="T19" fmla="*/ 7413 h 56"/>
                  <a:gd name="T20" fmla="+- 0 6937 6929"/>
                  <a:gd name="T21" fmla="*/ T20 w 66"/>
                  <a:gd name="T22" fmla="+- 0 7453 7403"/>
                  <a:gd name="T23" fmla="*/ 7453 h 56"/>
                  <a:gd name="T24" fmla="+- 0 6930 6929"/>
                  <a:gd name="T25" fmla="*/ T24 w 66"/>
                  <a:gd name="T26" fmla="+- 0 7456 7403"/>
                  <a:gd name="T27" fmla="*/ 7456 h 56"/>
                  <a:gd name="T28" fmla="+- 0 6930 6929"/>
                  <a:gd name="T29" fmla="*/ T28 w 66"/>
                  <a:gd name="T30" fmla="+- 0 7457 7403"/>
                  <a:gd name="T31" fmla="*/ 7457 h 56"/>
                  <a:gd name="T32" fmla="+- 0 6950 6929"/>
                  <a:gd name="T33" fmla="*/ T32 w 66"/>
                  <a:gd name="T34" fmla="+- 0 7457 7403"/>
                  <a:gd name="T35" fmla="*/ 7457 h 56"/>
                  <a:gd name="T36" fmla="+- 0 6950 6929"/>
                  <a:gd name="T37" fmla="*/ T36 w 66"/>
                  <a:gd name="T38" fmla="+- 0 7456 7403"/>
                  <a:gd name="T39" fmla="*/ 7456 h 56"/>
                  <a:gd name="T40" fmla="+- 0 6948 6929"/>
                  <a:gd name="T41" fmla="*/ T40 w 66"/>
                  <a:gd name="T42" fmla="+- 0 7456 7403"/>
                  <a:gd name="T43" fmla="*/ 7456 h 56"/>
                  <a:gd name="T44" fmla="+- 0 6946 6929"/>
                  <a:gd name="T45" fmla="*/ T44 w 66"/>
                  <a:gd name="T46" fmla="+- 0 7455 7403"/>
                  <a:gd name="T47" fmla="*/ 7455 h 56"/>
                  <a:gd name="T48" fmla="+- 0 6946 6929"/>
                  <a:gd name="T49" fmla="*/ T48 w 66"/>
                  <a:gd name="T50" fmla="+- 0 7455 7403"/>
                  <a:gd name="T51" fmla="*/ 7455 h 56"/>
                  <a:gd name="T52" fmla="+- 0 6944 6929"/>
                  <a:gd name="T53" fmla="*/ T52 w 66"/>
                  <a:gd name="T54" fmla="+- 0 7453 7403"/>
                  <a:gd name="T55" fmla="*/ 7453 h 56"/>
                  <a:gd name="T56" fmla="+- 0 6944 6929"/>
                  <a:gd name="T57" fmla="*/ T56 w 66"/>
                  <a:gd name="T58" fmla="+- 0 7453 7403"/>
                  <a:gd name="T59" fmla="*/ 7453 h 56"/>
                  <a:gd name="T60" fmla="+- 0 6944 6929"/>
                  <a:gd name="T61" fmla="*/ T60 w 66"/>
                  <a:gd name="T62" fmla="+- 0 7409 7403"/>
                  <a:gd name="T63" fmla="*/ 740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6" h="56">
                    <a:moveTo>
                      <a:pt x="15" y="6"/>
                    </a:moveTo>
                    <a:lnTo>
                      <a:pt x="5" y="6"/>
                    </a:lnTo>
                    <a:lnTo>
                      <a:pt x="7" y="7"/>
                    </a:lnTo>
                    <a:lnTo>
                      <a:pt x="8" y="9"/>
                    </a:lnTo>
                    <a:lnTo>
                      <a:pt x="8" y="10"/>
                    </a:lnTo>
                    <a:lnTo>
                      <a:pt x="8" y="50"/>
                    </a:lnTo>
                    <a:lnTo>
                      <a:pt x="1" y="53"/>
                    </a:lnTo>
                    <a:lnTo>
                      <a:pt x="1" y="54"/>
                    </a:lnTo>
                    <a:lnTo>
                      <a:pt x="21" y="54"/>
                    </a:lnTo>
                    <a:lnTo>
                      <a:pt x="21" y="53"/>
                    </a:lnTo>
                    <a:lnTo>
                      <a:pt x="19" y="53"/>
                    </a:lnTo>
                    <a:lnTo>
                      <a:pt x="17" y="52"/>
                    </a:lnTo>
                    <a:lnTo>
                      <a:pt x="15" y="50"/>
                    </a:lnTo>
                    <a:lnTo>
                      <a:pt x="1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8" name="Freeform 5867">
                <a:extLst>
                  <a:ext uri="{FF2B5EF4-FFF2-40B4-BE49-F238E27FC236}">
                    <a16:creationId xmlns:a16="http://schemas.microsoft.com/office/drawing/2014/main" id="{3F144A23-45B3-C28B-A3E2-AEEB16BD4397}"/>
                  </a:ext>
                </a:extLst>
              </p:cNvPr>
              <p:cNvSpPr>
                <a:spLocks/>
              </p:cNvSpPr>
              <p:nvPr/>
            </p:nvSpPr>
            <p:spPr bwMode="auto">
              <a:xfrm>
                <a:off x="6929" y="7403"/>
                <a:ext cx="66" cy="56"/>
              </a:xfrm>
              <a:custGeom>
                <a:avLst/>
                <a:gdLst>
                  <a:gd name="T0" fmla="+- 0 6944 6929"/>
                  <a:gd name="T1" fmla="*/ T0 w 66"/>
                  <a:gd name="T2" fmla="+- 0 7403 7403"/>
                  <a:gd name="T3" fmla="*/ 7403 h 56"/>
                  <a:gd name="T4" fmla="+- 0 6942 6929"/>
                  <a:gd name="T5" fmla="*/ T4 w 66"/>
                  <a:gd name="T6" fmla="+- 0 7403 7403"/>
                  <a:gd name="T7" fmla="*/ 7403 h 56"/>
                  <a:gd name="T8" fmla="+- 0 6929 6929"/>
                  <a:gd name="T9" fmla="*/ T8 w 66"/>
                  <a:gd name="T10" fmla="+- 0 7409 7403"/>
                  <a:gd name="T11" fmla="*/ 7409 h 56"/>
                  <a:gd name="T12" fmla="+- 0 6930 6929"/>
                  <a:gd name="T13" fmla="*/ T12 w 66"/>
                  <a:gd name="T14" fmla="+- 0 7410 7403"/>
                  <a:gd name="T15" fmla="*/ 7410 h 56"/>
                  <a:gd name="T16" fmla="+- 0 6934 6929"/>
                  <a:gd name="T17" fmla="*/ T16 w 66"/>
                  <a:gd name="T18" fmla="+- 0 7409 7403"/>
                  <a:gd name="T19" fmla="*/ 7409 h 56"/>
                  <a:gd name="T20" fmla="+- 0 6944 6929"/>
                  <a:gd name="T21" fmla="*/ T20 w 66"/>
                  <a:gd name="T22" fmla="+- 0 7409 7403"/>
                  <a:gd name="T23" fmla="*/ 7409 h 56"/>
                  <a:gd name="T24" fmla="+- 0 6944 6929"/>
                  <a:gd name="T25" fmla="*/ T24 w 66"/>
                  <a:gd name="T26" fmla="+- 0 7403 7403"/>
                  <a:gd name="T27" fmla="*/ 7403 h 56"/>
                </a:gdLst>
                <a:ahLst/>
                <a:cxnLst>
                  <a:cxn ang="0">
                    <a:pos x="T1" y="T3"/>
                  </a:cxn>
                  <a:cxn ang="0">
                    <a:pos x="T5" y="T7"/>
                  </a:cxn>
                  <a:cxn ang="0">
                    <a:pos x="T9" y="T11"/>
                  </a:cxn>
                  <a:cxn ang="0">
                    <a:pos x="T13" y="T15"/>
                  </a:cxn>
                  <a:cxn ang="0">
                    <a:pos x="T17" y="T19"/>
                  </a:cxn>
                  <a:cxn ang="0">
                    <a:pos x="T21" y="T23"/>
                  </a:cxn>
                  <a:cxn ang="0">
                    <a:pos x="T25" y="T27"/>
                  </a:cxn>
                </a:cxnLst>
                <a:rect l="0" t="0" r="r" b="b"/>
                <a:pathLst>
                  <a:path w="66" h="56">
                    <a:moveTo>
                      <a:pt x="15" y="0"/>
                    </a:moveTo>
                    <a:lnTo>
                      <a:pt x="13" y="0"/>
                    </a:lnTo>
                    <a:lnTo>
                      <a:pt x="0" y="6"/>
                    </a:lnTo>
                    <a:lnTo>
                      <a:pt x="1" y="7"/>
                    </a:lnTo>
                    <a:lnTo>
                      <a:pt x="5" y="6"/>
                    </a:lnTo>
                    <a:lnTo>
                      <a:pt x="15"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9" name="Freeform 5868">
                <a:extLst>
                  <a:ext uri="{FF2B5EF4-FFF2-40B4-BE49-F238E27FC236}">
                    <a16:creationId xmlns:a16="http://schemas.microsoft.com/office/drawing/2014/main" id="{644F4CA7-7498-4C2F-6970-5820C2999AEE}"/>
                  </a:ext>
                </a:extLst>
              </p:cNvPr>
              <p:cNvSpPr>
                <a:spLocks/>
              </p:cNvSpPr>
              <p:nvPr/>
            </p:nvSpPr>
            <p:spPr bwMode="auto">
              <a:xfrm>
                <a:off x="6929" y="7403"/>
                <a:ext cx="66" cy="56"/>
              </a:xfrm>
              <a:custGeom>
                <a:avLst/>
                <a:gdLst>
                  <a:gd name="T0" fmla="+- 0 6994 6929"/>
                  <a:gd name="T1" fmla="*/ T0 w 66"/>
                  <a:gd name="T2" fmla="+- 0 7403 7403"/>
                  <a:gd name="T3" fmla="*/ 7403 h 56"/>
                  <a:gd name="T4" fmla="+- 0 6989 6929"/>
                  <a:gd name="T5" fmla="*/ T4 w 66"/>
                  <a:gd name="T6" fmla="+- 0 7403 7403"/>
                  <a:gd name="T7" fmla="*/ 7403 h 56"/>
                  <a:gd name="T8" fmla="+- 0 6986 6929"/>
                  <a:gd name="T9" fmla="*/ T8 w 66"/>
                  <a:gd name="T10" fmla="+- 0 7403 7403"/>
                  <a:gd name="T11" fmla="*/ 7403 h 56"/>
                  <a:gd name="T12" fmla="+- 0 6961 6929"/>
                  <a:gd name="T13" fmla="*/ T12 w 66"/>
                  <a:gd name="T14" fmla="+- 0 7444 7403"/>
                  <a:gd name="T15" fmla="*/ 7444 h 56"/>
                  <a:gd name="T16" fmla="+- 0 6964 6929"/>
                  <a:gd name="T17" fmla="*/ T16 w 66"/>
                  <a:gd name="T18" fmla="+- 0 7450 7403"/>
                  <a:gd name="T19" fmla="*/ 7450 h 56"/>
                  <a:gd name="T20" fmla="+- 0 6971 6929"/>
                  <a:gd name="T21" fmla="*/ T20 w 66"/>
                  <a:gd name="T22" fmla="+- 0 7457 7403"/>
                  <a:gd name="T23" fmla="*/ 7457 h 56"/>
                  <a:gd name="T24" fmla="+- 0 6974 6929"/>
                  <a:gd name="T25" fmla="*/ T24 w 66"/>
                  <a:gd name="T26" fmla="+- 0 7458 7403"/>
                  <a:gd name="T27" fmla="*/ 7458 h 56"/>
                  <a:gd name="T28" fmla="+- 0 6983 6929"/>
                  <a:gd name="T29" fmla="*/ T28 w 66"/>
                  <a:gd name="T30" fmla="+- 0 7458 7403"/>
                  <a:gd name="T31" fmla="*/ 7458 h 56"/>
                  <a:gd name="T32" fmla="+- 0 6987 6929"/>
                  <a:gd name="T33" fmla="*/ T32 w 66"/>
                  <a:gd name="T34" fmla="+- 0 7456 7403"/>
                  <a:gd name="T35" fmla="*/ 7456 h 56"/>
                  <a:gd name="T36" fmla="+- 0 6977 6929"/>
                  <a:gd name="T37" fmla="*/ T36 w 66"/>
                  <a:gd name="T38" fmla="+- 0 7456 7403"/>
                  <a:gd name="T39" fmla="*/ 7456 h 56"/>
                  <a:gd name="T40" fmla="+- 0 6975 6929"/>
                  <a:gd name="T41" fmla="*/ T40 w 66"/>
                  <a:gd name="T42" fmla="+- 0 7455 7403"/>
                  <a:gd name="T43" fmla="*/ 7455 h 56"/>
                  <a:gd name="T44" fmla="+- 0 6972 6929"/>
                  <a:gd name="T45" fmla="*/ T44 w 66"/>
                  <a:gd name="T46" fmla="+- 0 7452 7403"/>
                  <a:gd name="T47" fmla="*/ 7452 h 56"/>
                  <a:gd name="T48" fmla="+- 0 6971 6929"/>
                  <a:gd name="T49" fmla="*/ T48 w 66"/>
                  <a:gd name="T50" fmla="+- 0 7450 7403"/>
                  <a:gd name="T51" fmla="*/ 7450 h 56"/>
                  <a:gd name="T52" fmla="+- 0 6969 6929"/>
                  <a:gd name="T53" fmla="*/ T52 w 66"/>
                  <a:gd name="T54" fmla="+- 0 7444 7403"/>
                  <a:gd name="T55" fmla="*/ 7444 h 56"/>
                  <a:gd name="T56" fmla="+- 0 6968 6929"/>
                  <a:gd name="T57" fmla="*/ T56 w 66"/>
                  <a:gd name="T58" fmla="+- 0 7441 7403"/>
                  <a:gd name="T59" fmla="*/ 7441 h 56"/>
                  <a:gd name="T60" fmla="+- 0 6969 6929"/>
                  <a:gd name="T61" fmla="*/ T60 w 66"/>
                  <a:gd name="T62" fmla="+- 0 7435 7403"/>
                  <a:gd name="T63" fmla="*/ 7435 h 56"/>
                  <a:gd name="T64" fmla="+- 0 6975 6929"/>
                  <a:gd name="T65" fmla="*/ T64 w 66"/>
                  <a:gd name="T66" fmla="+- 0 7427 7403"/>
                  <a:gd name="T67" fmla="*/ 7427 h 56"/>
                  <a:gd name="T68" fmla="+- 0 6970 6929"/>
                  <a:gd name="T69" fmla="*/ T68 w 66"/>
                  <a:gd name="T70" fmla="+- 0 7427 7403"/>
                  <a:gd name="T71" fmla="*/ 7427 h 56"/>
                  <a:gd name="T72" fmla="+- 0 6994 6929"/>
                  <a:gd name="T73" fmla="*/ T72 w 66"/>
                  <a:gd name="T74" fmla="+- 0 7404 7403"/>
                  <a:gd name="T75" fmla="*/ 7404 h 56"/>
                  <a:gd name="T76" fmla="+- 0 6994 6929"/>
                  <a:gd name="T77" fmla="*/ T76 w 66"/>
                  <a:gd name="T78" fmla="+- 0 7403 7403"/>
                  <a:gd name="T79"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66" h="56">
                    <a:moveTo>
                      <a:pt x="65" y="0"/>
                    </a:moveTo>
                    <a:lnTo>
                      <a:pt x="60" y="0"/>
                    </a:lnTo>
                    <a:lnTo>
                      <a:pt x="57" y="0"/>
                    </a:lnTo>
                    <a:lnTo>
                      <a:pt x="32" y="41"/>
                    </a:lnTo>
                    <a:lnTo>
                      <a:pt x="35" y="47"/>
                    </a:lnTo>
                    <a:lnTo>
                      <a:pt x="42" y="54"/>
                    </a:lnTo>
                    <a:lnTo>
                      <a:pt x="45" y="55"/>
                    </a:lnTo>
                    <a:lnTo>
                      <a:pt x="54" y="55"/>
                    </a:lnTo>
                    <a:lnTo>
                      <a:pt x="58" y="53"/>
                    </a:lnTo>
                    <a:lnTo>
                      <a:pt x="48" y="53"/>
                    </a:lnTo>
                    <a:lnTo>
                      <a:pt x="46" y="52"/>
                    </a:lnTo>
                    <a:lnTo>
                      <a:pt x="43" y="49"/>
                    </a:lnTo>
                    <a:lnTo>
                      <a:pt x="42" y="47"/>
                    </a:lnTo>
                    <a:lnTo>
                      <a:pt x="40" y="41"/>
                    </a:lnTo>
                    <a:lnTo>
                      <a:pt x="39" y="38"/>
                    </a:lnTo>
                    <a:lnTo>
                      <a:pt x="40" y="32"/>
                    </a:lnTo>
                    <a:lnTo>
                      <a:pt x="46" y="24"/>
                    </a:lnTo>
                    <a:lnTo>
                      <a:pt x="41" y="24"/>
                    </a:lnTo>
                    <a:lnTo>
                      <a:pt x="65" y="1"/>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0" name="Freeform 5869">
                <a:extLst>
                  <a:ext uri="{FF2B5EF4-FFF2-40B4-BE49-F238E27FC236}">
                    <a16:creationId xmlns:a16="http://schemas.microsoft.com/office/drawing/2014/main" id="{20B9629F-3CD1-9914-2B3D-9C2BD7E31137}"/>
                  </a:ext>
                </a:extLst>
              </p:cNvPr>
              <p:cNvSpPr>
                <a:spLocks/>
              </p:cNvSpPr>
              <p:nvPr/>
            </p:nvSpPr>
            <p:spPr bwMode="auto">
              <a:xfrm>
                <a:off x="6929" y="7403"/>
                <a:ext cx="66" cy="56"/>
              </a:xfrm>
              <a:custGeom>
                <a:avLst/>
                <a:gdLst>
                  <a:gd name="T0" fmla="+- 0 6990 6929"/>
                  <a:gd name="T1" fmla="*/ T0 w 66"/>
                  <a:gd name="T2" fmla="+- 0 7427 7403"/>
                  <a:gd name="T3" fmla="*/ 7427 h 56"/>
                  <a:gd name="T4" fmla="+- 0 6981 6929"/>
                  <a:gd name="T5" fmla="*/ T4 w 66"/>
                  <a:gd name="T6" fmla="+- 0 7427 7403"/>
                  <a:gd name="T7" fmla="*/ 7427 h 56"/>
                  <a:gd name="T8" fmla="+- 0 6983 6929"/>
                  <a:gd name="T9" fmla="*/ T8 w 66"/>
                  <a:gd name="T10" fmla="+- 0 7429 7403"/>
                  <a:gd name="T11" fmla="*/ 7429 h 56"/>
                  <a:gd name="T12" fmla="+- 0 6987 6929"/>
                  <a:gd name="T13" fmla="*/ T12 w 66"/>
                  <a:gd name="T14" fmla="+- 0 7435 7403"/>
                  <a:gd name="T15" fmla="*/ 7435 h 56"/>
                  <a:gd name="T16" fmla="+- 0 6988 6929"/>
                  <a:gd name="T17" fmla="*/ T16 w 66"/>
                  <a:gd name="T18" fmla="+- 0 7439 7403"/>
                  <a:gd name="T19" fmla="*/ 7439 h 56"/>
                  <a:gd name="T20" fmla="+- 0 6988 6929"/>
                  <a:gd name="T21" fmla="*/ T20 w 66"/>
                  <a:gd name="T22" fmla="+- 0 7448 7403"/>
                  <a:gd name="T23" fmla="*/ 7448 h 56"/>
                  <a:gd name="T24" fmla="+- 0 6987 6929"/>
                  <a:gd name="T25" fmla="*/ T24 w 66"/>
                  <a:gd name="T26" fmla="+- 0 7451 7403"/>
                  <a:gd name="T27" fmla="*/ 7451 h 56"/>
                  <a:gd name="T28" fmla="+- 0 6983 6929"/>
                  <a:gd name="T29" fmla="*/ T28 w 66"/>
                  <a:gd name="T30" fmla="+- 0 7455 7403"/>
                  <a:gd name="T31" fmla="*/ 7455 h 56"/>
                  <a:gd name="T32" fmla="+- 0 6981 6929"/>
                  <a:gd name="T33" fmla="*/ T32 w 66"/>
                  <a:gd name="T34" fmla="+- 0 7456 7403"/>
                  <a:gd name="T35" fmla="*/ 7456 h 56"/>
                  <a:gd name="T36" fmla="+- 0 6987 6929"/>
                  <a:gd name="T37" fmla="*/ T36 w 66"/>
                  <a:gd name="T38" fmla="+- 0 7456 7403"/>
                  <a:gd name="T39" fmla="*/ 7456 h 56"/>
                  <a:gd name="T40" fmla="+- 0 6993 6929"/>
                  <a:gd name="T41" fmla="*/ T40 w 66"/>
                  <a:gd name="T42" fmla="+- 0 7448 7403"/>
                  <a:gd name="T43" fmla="*/ 7448 h 56"/>
                  <a:gd name="T44" fmla="+- 0 6995 6929"/>
                  <a:gd name="T45" fmla="*/ T44 w 66"/>
                  <a:gd name="T46" fmla="+- 0 7444 7403"/>
                  <a:gd name="T47" fmla="*/ 7444 h 56"/>
                  <a:gd name="T48" fmla="+- 0 6995 6929"/>
                  <a:gd name="T49" fmla="*/ T48 w 66"/>
                  <a:gd name="T50" fmla="+- 0 7435 7403"/>
                  <a:gd name="T51" fmla="*/ 7435 h 56"/>
                  <a:gd name="T52" fmla="+- 0 6993 6929"/>
                  <a:gd name="T53" fmla="*/ T52 w 66"/>
                  <a:gd name="T54" fmla="+- 0 7431 7403"/>
                  <a:gd name="T55" fmla="*/ 7431 h 56"/>
                  <a:gd name="T56" fmla="+- 0 6990 6929"/>
                  <a:gd name="T57" fmla="*/ T56 w 66"/>
                  <a:gd name="T58" fmla="+- 0 7427 7403"/>
                  <a:gd name="T59" fmla="*/ 742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66" h="56">
                    <a:moveTo>
                      <a:pt x="61" y="24"/>
                    </a:moveTo>
                    <a:lnTo>
                      <a:pt x="52" y="24"/>
                    </a:lnTo>
                    <a:lnTo>
                      <a:pt x="54" y="26"/>
                    </a:lnTo>
                    <a:lnTo>
                      <a:pt x="58" y="32"/>
                    </a:lnTo>
                    <a:lnTo>
                      <a:pt x="59" y="36"/>
                    </a:lnTo>
                    <a:lnTo>
                      <a:pt x="59" y="45"/>
                    </a:lnTo>
                    <a:lnTo>
                      <a:pt x="58" y="48"/>
                    </a:lnTo>
                    <a:lnTo>
                      <a:pt x="54" y="52"/>
                    </a:lnTo>
                    <a:lnTo>
                      <a:pt x="52" y="53"/>
                    </a:lnTo>
                    <a:lnTo>
                      <a:pt x="58" y="53"/>
                    </a:lnTo>
                    <a:lnTo>
                      <a:pt x="64" y="45"/>
                    </a:lnTo>
                    <a:lnTo>
                      <a:pt x="66" y="41"/>
                    </a:lnTo>
                    <a:lnTo>
                      <a:pt x="66" y="32"/>
                    </a:lnTo>
                    <a:lnTo>
                      <a:pt x="64" y="28"/>
                    </a:lnTo>
                    <a:lnTo>
                      <a:pt x="61"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31" name="Freeform 5870">
                <a:extLst>
                  <a:ext uri="{FF2B5EF4-FFF2-40B4-BE49-F238E27FC236}">
                    <a16:creationId xmlns:a16="http://schemas.microsoft.com/office/drawing/2014/main" id="{3056B6FE-0A43-4DE4-1902-43073B9628AA}"/>
                  </a:ext>
                </a:extLst>
              </p:cNvPr>
              <p:cNvSpPr>
                <a:spLocks/>
              </p:cNvSpPr>
              <p:nvPr/>
            </p:nvSpPr>
            <p:spPr bwMode="auto">
              <a:xfrm>
                <a:off x="6929" y="7403"/>
                <a:ext cx="66" cy="56"/>
              </a:xfrm>
              <a:custGeom>
                <a:avLst/>
                <a:gdLst>
                  <a:gd name="T0" fmla="+- 0 6985 6929"/>
                  <a:gd name="T1" fmla="*/ T0 w 66"/>
                  <a:gd name="T2" fmla="+- 0 7424 7403"/>
                  <a:gd name="T3" fmla="*/ 7424 h 56"/>
                  <a:gd name="T4" fmla="+- 0 6977 6929"/>
                  <a:gd name="T5" fmla="*/ T4 w 66"/>
                  <a:gd name="T6" fmla="+- 0 7424 7403"/>
                  <a:gd name="T7" fmla="*/ 7424 h 56"/>
                  <a:gd name="T8" fmla="+- 0 6974 6929"/>
                  <a:gd name="T9" fmla="*/ T8 w 66"/>
                  <a:gd name="T10" fmla="+- 0 7425 7403"/>
                  <a:gd name="T11" fmla="*/ 7425 h 56"/>
                  <a:gd name="T12" fmla="+- 0 6970 6929"/>
                  <a:gd name="T13" fmla="*/ T12 w 66"/>
                  <a:gd name="T14" fmla="+- 0 7427 7403"/>
                  <a:gd name="T15" fmla="*/ 7427 h 56"/>
                  <a:gd name="T16" fmla="+- 0 6975 6929"/>
                  <a:gd name="T17" fmla="*/ T16 w 66"/>
                  <a:gd name="T18" fmla="+- 0 7427 7403"/>
                  <a:gd name="T19" fmla="*/ 7427 h 56"/>
                  <a:gd name="T20" fmla="+- 0 6977 6929"/>
                  <a:gd name="T21" fmla="*/ T20 w 66"/>
                  <a:gd name="T22" fmla="+- 0 7427 7403"/>
                  <a:gd name="T23" fmla="*/ 7427 h 56"/>
                  <a:gd name="T24" fmla="+- 0 6990 6929"/>
                  <a:gd name="T25" fmla="*/ T24 w 66"/>
                  <a:gd name="T26" fmla="+- 0 7427 7403"/>
                  <a:gd name="T27" fmla="*/ 7427 h 56"/>
                  <a:gd name="T28" fmla="+- 0 6988 6929"/>
                  <a:gd name="T29" fmla="*/ T28 w 66"/>
                  <a:gd name="T30" fmla="+- 0 7425 7403"/>
                  <a:gd name="T31" fmla="*/ 7425 h 56"/>
                  <a:gd name="T32" fmla="+- 0 6985 6929"/>
                  <a:gd name="T33" fmla="*/ T32 w 66"/>
                  <a:gd name="T34" fmla="+- 0 7424 7403"/>
                  <a:gd name="T35" fmla="*/ 74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66" h="56">
                    <a:moveTo>
                      <a:pt x="56" y="21"/>
                    </a:moveTo>
                    <a:lnTo>
                      <a:pt x="48" y="21"/>
                    </a:lnTo>
                    <a:lnTo>
                      <a:pt x="45" y="22"/>
                    </a:lnTo>
                    <a:lnTo>
                      <a:pt x="41" y="24"/>
                    </a:lnTo>
                    <a:lnTo>
                      <a:pt x="46" y="24"/>
                    </a:lnTo>
                    <a:lnTo>
                      <a:pt x="48" y="24"/>
                    </a:lnTo>
                    <a:lnTo>
                      <a:pt x="61" y="24"/>
                    </a:lnTo>
                    <a:lnTo>
                      <a:pt x="59" y="22"/>
                    </a:lnTo>
                    <a:lnTo>
                      <a:pt x="5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89" name="Group 488">
              <a:extLst>
                <a:ext uri="{FF2B5EF4-FFF2-40B4-BE49-F238E27FC236}">
                  <a16:creationId xmlns:a16="http://schemas.microsoft.com/office/drawing/2014/main" id="{A5675CC1-6A92-4498-CD0E-31F09ECCA162}"/>
                </a:ext>
              </a:extLst>
            </p:cNvPr>
            <p:cNvGrpSpPr>
              <a:grpSpLocks/>
            </p:cNvGrpSpPr>
            <p:nvPr/>
          </p:nvGrpSpPr>
          <p:grpSpPr bwMode="auto">
            <a:xfrm>
              <a:off x="7386" y="7403"/>
              <a:ext cx="59" cy="55"/>
              <a:chOff x="7386" y="7403"/>
              <a:chExt cx="59" cy="55"/>
            </a:xfrm>
          </p:grpSpPr>
          <p:sp>
            <p:nvSpPr>
              <p:cNvPr id="623" name="Freeform 5872">
                <a:extLst>
                  <a:ext uri="{FF2B5EF4-FFF2-40B4-BE49-F238E27FC236}">
                    <a16:creationId xmlns:a16="http://schemas.microsoft.com/office/drawing/2014/main" id="{AB3AA9FA-D14D-6EAF-CC18-667622E4E4E1}"/>
                  </a:ext>
                </a:extLst>
              </p:cNvPr>
              <p:cNvSpPr>
                <a:spLocks/>
              </p:cNvSpPr>
              <p:nvPr/>
            </p:nvSpPr>
            <p:spPr bwMode="auto">
              <a:xfrm>
                <a:off x="7386" y="7403"/>
                <a:ext cx="59" cy="55"/>
              </a:xfrm>
              <a:custGeom>
                <a:avLst/>
                <a:gdLst>
                  <a:gd name="T0" fmla="+- 0 7400 7386"/>
                  <a:gd name="T1" fmla="*/ T0 w 59"/>
                  <a:gd name="T2" fmla="+- 0 7409 7403"/>
                  <a:gd name="T3" fmla="*/ 7409 h 55"/>
                  <a:gd name="T4" fmla="+- 0 7390 7386"/>
                  <a:gd name="T5" fmla="*/ T4 w 59"/>
                  <a:gd name="T6" fmla="+- 0 7409 7403"/>
                  <a:gd name="T7" fmla="*/ 7409 h 55"/>
                  <a:gd name="T8" fmla="+- 0 7392 7386"/>
                  <a:gd name="T9" fmla="*/ T8 w 59"/>
                  <a:gd name="T10" fmla="+- 0 7410 7403"/>
                  <a:gd name="T11" fmla="*/ 7410 h 55"/>
                  <a:gd name="T12" fmla="+- 0 7393 7386"/>
                  <a:gd name="T13" fmla="*/ T12 w 59"/>
                  <a:gd name="T14" fmla="+- 0 7412 7403"/>
                  <a:gd name="T15" fmla="*/ 7412 h 55"/>
                  <a:gd name="T16" fmla="+- 0 7393 7386"/>
                  <a:gd name="T17" fmla="*/ T16 w 59"/>
                  <a:gd name="T18" fmla="+- 0 7413 7403"/>
                  <a:gd name="T19" fmla="*/ 7413 h 55"/>
                  <a:gd name="T20" fmla="+- 0 7393 7386"/>
                  <a:gd name="T21" fmla="*/ T20 w 59"/>
                  <a:gd name="T22" fmla="+- 0 7453 7403"/>
                  <a:gd name="T23" fmla="*/ 7453 h 55"/>
                  <a:gd name="T24" fmla="+- 0 7393 7386"/>
                  <a:gd name="T25" fmla="*/ T24 w 59"/>
                  <a:gd name="T26" fmla="+- 0 7454 7403"/>
                  <a:gd name="T27" fmla="*/ 7454 h 55"/>
                  <a:gd name="T28" fmla="+- 0 7392 7386"/>
                  <a:gd name="T29" fmla="*/ T28 w 59"/>
                  <a:gd name="T30" fmla="+- 0 7455 7403"/>
                  <a:gd name="T31" fmla="*/ 7455 h 55"/>
                  <a:gd name="T32" fmla="+- 0 7391 7386"/>
                  <a:gd name="T33" fmla="*/ T32 w 59"/>
                  <a:gd name="T34" fmla="+- 0 7455 7403"/>
                  <a:gd name="T35" fmla="*/ 7455 h 55"/>
                  <a:gd name="T36" fmla="+- 0 7389 7386"/>
                  <a:gd name="T37" fmla="*/ T36 w 59"/>
                  <a:gd name="T38" fmla="+- 0 7456 7403"/>
                  <a:gd name="T39" fmla="*/ 7456 h 55"/>
                  <a:gd name="T40" fmla="+- 0 7387 7386"/>
                  <a:gd name="T41" fmla="*/ T40 w 59"/>
                  <a:gd name="T42" fmla="+- 0 7456 7403"/>
                  <a:gd name="T43" fmla="*/ 7456 h 55"/>
                  <a:gd name="T44" fmla="+- 0 7387 7386"/>
                  <a:gd name="T45" fmla="*/ T44 w 59"/>
                  <a:gd name="T46" fmla="+- 0 7457 7403"/>
                  <a:gd name="T47" fmla="*/ 7457 h 55"/>
                  <a:gd name="T48" fmla="+- 0 7407 7386"/>
                  <a:gd name="T49" fmla="*/ T48 w 59"/>
                  <a:gd name="T50" fmla="+- 0 7457 7403"/>
                  <a:gd name="T51" fmla="*/ 7457 h 55"/>
                  <a:gd name="T52" fmla="+- 0 7407 7386"/>
                  <a:gd name="T53" fmla="*/ T52 w 59"/>
                  <a:gd name="T54" fmla="+- 0 7456 7403"/>
                  <a:gd name="T55" fmla="*/ 7456 h 55"/>
                  <a:gd name="T56" fmla="+- 0 7404 7386"/>
                  <a:gd name="T57" fmla="*/ T56 w 59"/>
                  <a:gd name="T58" fmla="+- 0 7456 7403"/>
                  <a:gd name="T59" fmla="*/ 7456 h 55"/>
                  <a:gd name="T60" fmla="+- 0 7403 7386"/>
                  <a:gd name="T61" fmla="*/ T60 w 59"/>
                  <a:gd name="T62" fmla="+- 0 7455 7403"/>
                  <a:gd name="T63" fmla="*/ 7455 h 55"/>
                  <a:gd name="T64" fmla="+- 0 7402 7386"/>
                  <a:gd name="T65" fmla="*/ T64 w 59"/>
                  <a:gd name="T66" fmla="+- 0 7455 7403"/>
                  <a:gd name="T67" fmla="*/ 7455 h 55"/>
                  <a:gd name="T68" fmla="+- 0 7400 7386"/>
                  <a:gd name="T69" fmla="*/ T68 w 59"/>
                  <a:gd name="T70" fmla="+- 0 7453 7403"/>
                  <a:gd name="T71" fmla="*/ 7453 h 55"/>
                  <a:gd name="T72" fmla="+- 0 7400 7386"/>
                  <a:gd name="T73" fmla="*/ T72 w 59"/>
                  <a:gd name="T74" fmla="+- 0 7453 7403"/>
                  <a:gd name="T75" fmla="*/ 7453 h 55"/>
                  <a:gd name="T76" fmla="+- 0 7400 7386"/>
                  <a:gd name="T77" fmla="*/ T76 w 59"/>
                  <a:gd name="T78" fmla="+- 0 7409 7403"/>
                  <a:gd name="T79"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59" h="55">
                    <a:moveTo>
                      <a:pt x="14" y="6"/>
                    </a:moveTo>
                    <a:lnTo>
                      <a:pt x="4" y="6"/>
                    </a:lnTo>
                    <a:lnTo>
                      <a:pt x="6" y="7"/>
                    </a:lnTo>
                    <a:lnTo>
                      <a:pt x="7" y="9"/>
                    </a:lnTo>
                    <a:lnTo>
                      <a:pt x="7" y="10"/>
                    </a:lnTo>
                    <a:lnTo>
                      <a:pt x="7" y="50"/>
                    </a:lnTo>
                    <a:lnTo>
                      <a:pt x="7" y="51"/>
                    </a:lnTo>
                    <a:lnTo>
                      <a:pt x="6" y="52"/>
                    </a:lnTo>
                    <a:lnTo>
                      <a:pt x="5" y="52"/>
                    </a:lnTo>
                    <a:lnTo>
                      <a:pt x="3" y="53"/>
                    </a:lnTo>
                    <a:lnTo>
                      <a:pt x="1" y="53"/>
                    </a:lnTo>
                    <a:lnTo>
                      <a:pt x="1" y="54"/>
                    </a:lnTo>
                    <a:lnTo>
                      <a:pt x="21" y="54"/>
                    </a:lnTo>
                    <a:lnTo>
                      <a:pt x="21" y="53"/>
                    </a:lnTo>
                    <a:lnTo>
                      <a:pt x="18" y="53"/>
                    </a:lnTo>
                    <a:lnTo>
                      <a:pt x="17" y="52"/>
                    </a:lnTo>
                    <a:lnTo>
                      <a:pt x="16" y="52"/>
                    </a:lnTo>
                    <a:lnTo>
                      <a:pt x="14"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4" name="Freeform 5873">
                <a:extLst>
                  <a:ext uri="{FF2B5EF4-FFF2-40B4-BE49-F238E27FC236}">
                    <a16:creationId xmlns:a16="http://schemas.microsoft.com/office/drawing/2014/main" id="{D187EC37-1C96-354F-B95E-9998520F238F}"/>
                  </a:ext>
                </a:extLst>
              </p:cNvPr>
              <p:cNvSpPr>
                <a:spLocks/>
              </p:cNvSpPr>
              <p:nvPr/>
            </p:nvSpPr>
            <p:spPr bwMode="auto">
              <a:xfrm>
                <a:off x="7386" y="7403"/>
                <a:ext cx="59" cy="55"/>
              </a:xfrm>
              <a:custGeom>
                <a:avLst/>
                <a:gdLst>
                  <a:gd name="T0" fmla="+- 0 7400 7386"/>
                  <a:gd name="T1" fmla="*/ T0 w 59"/>
                  <a:gd name="T2" fmla="+- 0 7403 7403"/>
                  <a:gd name="T3" fmla="*/ 7403 h 55"/>
                  <a:gd name="T4" fmla="+- 0 7399 7386"/>
                  <a:gd name="T5" fmla="*/ T4 w 59"/>
                  <a:gd name="T6" fmla="+- 0 7403 7403"/>
                  <a:gd name="T7" fmla="*/ 7403 h 55"/>
                  <a:gd name="T8" fmla="+- 0 7386 7386"/>
                  <a:gd name="T9" fmla="*/ T8 w 59"/>
                  <a:gd name="T10" fmla="+- 0 7409 7403"/>
                  <a:gd name="T11" fmla="*/ 7409 h 55"/>
                  <a:gd name="T12" fmla="+- 0 7386 7386"/>
                  <a:gd name="T13" fmla="*/ T12 w 59"/>
                  <a:gd name="T14" fmla="+- 0 7410 7403"/>
                  <a:gd name="T15" fmla="*/ 7410 h 55"/>
                  <a:gd name="T16" fmla="+- 0 7390 7386"/>
                  <a:gd name="T17" fmla="*/ T16 w 59"/>
                  <a:gd name="T18" fmla="+- 0 7409 7403"/>
                  <a:gd name="T19" fmla="*/ 7409 h 55"/>
                  <a:gd name="T20" fmla="+- 0 7400 7386"/>
                  <a:gd name="T21" fmla="*/ T20 w 59"/>
                  <a:gd name="T22" fmla="+- 0 7409 7403"/>
                  <a:gd name="T23" fmla="*/ 7409 h 55"/>
                  <a:gd name="T24" fmla="+- 0 7400 7386"/>
                  <a:gd name="T25" fmla="*/ T24 w 59"/>
                  <a:gd name="T26" fmla="+- 0 7403 7403"/>
                  <a:gd name="T27" fmla="*/ 7403 h 55"/>
                </a:gdLst>
                <a:ahLst/>
                <a:cxnLst>
                  <a:cxn ang="0">
                    <a:pos x="T1" y="T3"/>
                  </a:cxn>
                  <a:cxn ang="0">
                    <a:pos x="T5" y="T7"/>
                  </a:cxn>
                  <a:cxn ang="0">
                    <a:pos x="T9" y="T11"/>
                  </a:cxn>
                  <a:cxn ang="0">
                    <a:pos x="T13" y="T15"/>
                  </a:cxn>
                  <a:cxn ang="0">
                    <a:pos x="T17" y="T19"/>
                  </a:cxn>
                  <a:cxn ang="0">
                    <a:pos x="T21" y="T23"/>
                  </a:cxn>
                  <a:cxn ang="0">
                    <a:pos x="T25" y="T27"/>
                  </a:cxn>
                </a:cxnLst>
                <a:rect l="0" t="0" r="r" b="b"/>
                <a:pathLst>
                  <a:path w="59" h="55">
                    <a:moveTo>
                      <a:pt x="14" y="0"/>
                    </a:moveTo>
                    <a:lnTo>
                      <a:pt x="13" y="0"/>
                    </a:lnTo>
                    <a:lnTo>
                      <a:pt x="0" y="6"/>
                    </a:lnTo>
                    <a:lnTo>
                      <a:pt x="0" y="7"/>
                    </a:lnTo>
                    <a:lnTo>
                      <a:pt x="4"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5" name="Freeform 5874">
                <a:extLst>
                  <a:ext uri="{FF2B5EF4-FFF2-40B4-BE49-F238E27FC236}">
                    <a16:creationId xmlns:a16="http://schemas.microsoft.com/office/drawing/2014/main" id="{3F6DC43F-FE9F-A0C9-5ED3-6185F0BE1829}"/>
                  </a:ext>
                </a:extLst>
              </p:cNvPr>
              <p:cNvSpPr>
                <a:spLocks/>
              </p:cNvSpPr>
              <p:nvPr/>
            </p:nvSpPr>
            <p:spPr bwMode="auto">
              <a:xfrm>
                <a:off x="7386" y="7403"/>
                <a:ext cx="59" cy="55"/>
              </a:xfrm>
              <a:custGeom>
                <a:avLst/>
                <a:gdLst>
                  <a:gd name="T0" fmla="+- 0 7438 7386"/>
                  <a:gd name="T1" fmla="*/ T0 w 59"/>
                  <a:gd name="T2" fmla="+- 0 7409 7403"/>
                  <a:gd name="T3" fmla="*/ 7409 h 55"/>
                  <a:gd name="T4" fmla="+- 0 7428 7386"/>
                  <a:gd name="T5" fmla="*/ T4 w 59"/>
                  <a:gd name="T6" fmla="+- 0 7409 7403"/>
                  <a:gd name="T7" fmla="*/ 7409 h 55"/>
                  <a:gd name="T8" fmla="+- 0 7430 7386"/>
                  <a:gd name="T9" fmla="*/ T8 w 59"/>
                  <a:gd name="T10" fmla="+- 0 7410 7403"/>
                  <a:gd name="T11" fmla="*/ 7410 h 55"/>
                  <a:gd name="T12" fmla="+- 0 7431 7386"/>
                  <a:gd name="T13" fmla="*/ T12 w 59"/>
                  <a:gd name="T14" fmla="+- 0 7412 7403"/>
                  <a:gd name="T15" fmla="*/ 7412 h 55"/>
                  <a:gd name="T16" fmla="+- 0 7431 7386"/>
                  <a:gd name="T17" fmla="*/ T16 w 59"/>
                  <a:gd name="T18" fmla="+- 0 7413 7403"/>
                  <a:gd name="T19" fmla="*/ 7413 h 55"/>
                  <a:gd name="T20" fmla="+- 0 7431 7386"/>
                  <a:gd name="T21" fmla="*/ T20 w 59"/>
                  <a:gd name="T22" fmla="+- 0 7453 7403"/>
                  <a:gd name="T23" fmla="*/ 7453 h 55"/>
                  <a:gd name="T24" fmla="+- 0 7431 7386"/>
                  <a:gd name="T25" fmla="*/ T24 w 59"/>
                  <a:gd name="T26" fmla="+- 0 7454 7403"/>
                  <a:gd name="T27" fmla="*/ 7454 h 55"/>
                  <a:gd name="T28" fmla="+- 0 7429 7386"/>
                  <a:gd name="T29" fmla="*/ T28 w 59"/>
                  <a:gd name="T30" fmla="+- 0 7455 7403"/>
                  <a:gd name="T31" fmla="*/ 7455 h 55"/>
                  <a:gd name="T32" fmla="+- 0 7428 7386"/>
                  <a:gd name="T33" fmla="*/ T32 w 59"/>
                  <a:gd name="T34" fmla="+- 0 7455 7403"/>
                  <a:gd name="T35" fmla="*/ 7455 h 55"/>
                  <a:gd name="T36" fmla="+- 0 7427 7386"/>
                  <a:gd name="T37" fmla="*/ T36 w 59"/>
                  <a:gd name="T38" fmla="+- 0 7456 7403"/>
                  <a:gd name="T39" fmla="*/ 7456 h 55"/>
                  <a:gd name="T40" fmla="+- 0 7424 7386"/>
                  <a:gd name="T41" fmla="*/ T40 w 59"/>
                  <a:gd name="T42" fmla="+- 0 7456 7403"/>
                  <a:gd name="T43" fmla="*/ 7456 h 55"/>
                  <a:gd name="T44" fmla="+- 0 7424 7386"/>
                  <a:gd name="T45" fmla="*/ T44 w 59"/>
                  <a:gd name="T46" fmla="+- 0 7457 7403"/>
                  <a:gd name="T47" fmla="*/ 7457 h 55"/>
                  <a:gd name="T48" fmla="+- 0 7444 7386"/>
                  <a:gd name="T49" fmla="*/ T48 w 59"/>
                  <a:gd name="T50" fmla="+- 0 7457 7403"/>
                  <a:gd name="T51" fmla="*/ 7457 h 55"/>
                  <a:gd name="T52" fmla="+- 0 7444 7386"/>
                  <a:gd name="T53" fmla="*/ T52 w 59"/>
                  <a:gd name="T54" fmla="+- 0 7456 7403"/>
                  <a:gd name="T55" fmla="*/ 7456 h 55"/>
                  <a:gd name="T56" fmla="+- 0 7442 7386"/>
                  <a:gd name="T57" fmla="*/ T56 w 59"/>
                  <a:gd name="T58" fmla="+- 0 7456 7403"/>
                  <a:gd name="T59" fmla="*/ 7456 h 55"/>
                  <a:gd name="T60" fmla="+- 0 7440 7386"/>
                  <a:gd name="T61" fmla="*/ T60 w 59"/>
                  <a:gd name="T62" fmla="+- 0 7455 7403"/>
                  <a:gd name="T63" fmla="*/ 7455 h 55"/>
                  <a:gd name="T64" fmla="+- 0 7439 7386"/>
                  <a:gd name="T65" fmla="*/ T64 w 59"/>
                  <a:gd name="T66" fmla="+- 0 7455 7403"/>
                  <a:gd name="T67" fmla="*/ 7455 h 55"/>
                  <a:gd name="T68" fmla="+- 0 7438 7386"/>
                  <a:gd name="T69" fmla="*/ T68 w 59"/>
                  <a:gd name="T70" fmla="+- 0 7453 7403"/>
                  <a:gd name="T71" fmla="*/ 7453 h 55"/>
                  <a:gd name="T72" fmla="+- 0 7438 7386"/>
                  <a:gd name="T73" fmla="*/ T72 w 59"/>
                  <a:gd name="T74" fmla="+- 0 7453 7403"/>
                  <a:gd name="T75" fmla="*/ 7453 h 55"/>
                  <a:gd name="T76" fmla="+- 0 7438 7386"/>
                  <a:gd name="T77" fmla="*/ T76 w 59"/>
                  <a:gd name="T78" fmla="+- 0 7409 7403"/>
                  <a:gd name="T79" fmla="*/ 740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59" h="55">
                    <a:moveTo>
                      <a:pt x="52" y="6"/>
                    </a:moveTo>
                    <a:lnTo>
                      <a:pt x="42" y="6"/>
                    </a:lnTo>
                    <a:lnTo>
                      <a:pt x="44" y="7"/>
                    </a:lnTo>
                    <a:lnTo>
                      <a:pt x="45" y="9"/>
                    </a:lnTo>
                    <a:lnTo>
                      <a:pt x="45" y="10"/>
                    </a:lnTo>
                    <a:lnTo>
                      <a:pt x="45" y="50"/>
                    </a:lnTo>
                    <a:lnTo>
                      <a:pt x="45" y="51"/>
                    </a:lnTo>
                    <a:lnTo>
                      <a:pt x="43" y="52"/>
                    </a:lnTo>
                    <a:lnTo>
                      <a:pt x="42" y="52"/>
                    </a:lnTo>
                    <a:lnTo>
                      <a:pt x="41" y="53"/>
                    </a:lnTo>
                    <a:lnTo>
                      <a:pt x="38" y="53"/>
                    </a:lnTo>
                    <a:lnTo>
                      <a:pt x="38" y="54"/>
                    </a:lnTo>
                    <a:lnTo>
                      <a:pt x="58" y="54"/>
                    </a:lnTo>
                    <a:lnTo>
                      <a:pt x="58" y="53"/>
                    </a:lnTo>
                    <a:lnTo>
                      <a:pt x="56" y="53"/>
                    </a:lnTo>
                    <a:lnTo>
                      <a:pt x="54" y="52"/>
                    </a:lnTo>
                    <a:lnTo>
                      <a:pt x="53" y="52"/>
                    </a:lnTo>
                    <a:lnTo>
                      <a:pt x="52" y="50"/>
                    </a:lnTo>
                    <a:lnTo>
                      <a:pt x="5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6" name="Freeform 5875">
                <a:extLst>
                  <a:ext uri="{FF2B5EF4-FFF2-40B4-BE49-F238E27FC236}">
                    <a16:creationId xmlns:a16="http://schemas.microsoft.com/office/drawing/2014/main" id="{5C8920B8-9981-3F96-41BF-43501C1B44DD}"/>
                  </a:ext>
                </a:extLst>
              </p:cNvPr>
              <p:cNvSpPr>
                <a:spLocks/>
              </p:cNvSpPr>
              <p:nvPr/>
            </p:nvSpPr>
            <p:spPr bwMode="auto">
              <a:xfrm>
                <a:off x="7386" y="7403"/>
                <a:ext cx="59" cy="55"/>
              </a:xfrm>
              <a:custGeom>
                <a:avLst/>
                <a:gdLst>
                  <a:gd name="T0" fmla="+- 0 7438 7386"/>
                  <a:gd name="T1" fmla="*/ T0 w 59"/>
                  <a:gd name="T2" fmla="+- 0 7403 7403"/>
                  <a:gd name="T3" fmla="*/ 7403 h 55"/>
                  <a:gd name="T4" fmla="+- 0 7436 7386"/>
                  <a:gd name="T5" fmla="*/ T4 w 59"/>
                  <a:gd name="T6" fmla="+- 0 7403 7403"/>
                  <a:gd name="T7" fmla="*/ 7403 h 55"/>
                  <a:gd name="T8" fmla="+- 0 7423 7386"/>
                  <a:gd name="T9" fmla="*/ T8 w 59"/>
                  <a:gd name="T10" fmla="+- 0 7409 7403"/>
                  <a:gd name="T11" fmla="*/ 7409 h 55"/>
                  <a:gd name="T12" fmla="+- 0 7424 7386"/>
                  <a:gd name="T13" fmla="*/ T12 w 59"/>
                  <a:gd name="T14" fmla="+- 0 7410 7403"/>
                  <a:gd name="T15" fmla="*/ 7410 h 55"/>
                  <a:gd name="T16" fmla="+- 0 7428 7386"/>
                  <a:gd name="T17" fmla="*/ T16 w 59"/>
                  <a:gd name="T18" fmla="+- 0 7409 7403"/>
                  <a:gd name="T19" fmla="*/ 7409 h 55"/>
                  <a:gd name="T20" fmla="+- 0 7438 7386"/>
                  <a:gd name="T21" fmla="*/ T20 w 59"/>
                  <a:gd name="T22" fmla="+- 0 7409 7403"/>
                  <a:gd name="T23" fmla="*/ 7409 h 55"/>
                  <a:gd name="T24" fmla="+- 0 7438 7386"/>
                  <a:gd name="T25" fmla="*/ T24 w 59"/>
                  <a:gd name="T26" fmla="+- 0 7403 7403"/>
                  <a:gd name="T27" fmla="*/ 7403 h 55"/>
                </a:gdLst>
                <a:ahLst/>
                <a:cxnLst>
                  <a:cxn ang="0">
                    <a:pos x="T1" y="T3"/>
                  </a:cxn>
                  <a:cxn ang="0">
                    <a:pos x="T5" y="T7"/>
                  </a:cxn>
                  <a:cxn ang="0">
                    <a:pos x="T9" y="T11"/>
                  </a:cxn>
                  <a:cxn ang="0">
                    <a:pos x="T13" y="T15"/>
                  </a:cxn>
                  <a:cxn ang="0">
                    <a:pos x="T17" y="T19"/>
                  </a:cxn>
                  <a:cxn ang="0">
                    <a:pos x="T21" y="T23"/>
                  </a:cxn>
                  <a:cxn ang="0">
                    <a:pos x="T25" y="T27"/>
                  </a:cxn>
                </a:cxnLst>
                <a:rect l="0" t="0" r="r" b="b"/>
                <a:pathLst>
                  <a:path w="59" h="55">
                    <a:moveTo>
                      <a:pt x="52" y="0"/>
                    </a:moveTo>
                    <a:lnTo>
                      <a:pt x="50" y="0"/>
                    </a:lnTo>
                    <a:lnTo>
                      <a:pt x="37" y="6"/>
                    </a:lnTo>
                    <a:lnTo>
                      <a:pt x="38" y="7"/>
                    </a:lnTo>
                    <a:lnTo>
                      <a:pt x="42" y="6"/>
                    </a:lnTo>
                    <a:lnTo>
                      <a:pt x="52" y="6"/>
                    </a:lnTo>
                    <a:lnTo>
                      <a:pt x="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0" name="Group 489">
              <a:extLst>
                <a:ext uri="{FF2B5EF4-FFF2-40B4-BE49-F238E27FC236}">
                  <a16:creationId xmlns:a16="http://schemas.microsoft.com/office/drawing/2014/main" id="{853EBDAB-F0D9-ABB6-5E95-D82DF722F532}"/>
                </a:ext>
              </a:extLst>
            </p:cNvPr>
            <p:cNvGrpSpPr>
              <a:grpSpLocks/>
            </p:cNvGrpSpPr>
            <p:nvPr/>
          </p:nvGrpSpPr>
          <p:grpSpPr bwMode="auto">
            <a:xfrm>
              <a:off x="7842" y="7403"/>
              <a:ext cx="64" cy="56"/>
              <a:chOff x="7842" y="7403"/>
              <a:chExt cx="64" cy="56"/>
            </a:xfrm>
          </p:grpSpPr>
          <p:sp>
            <p:nvSpPr>
              <p:cNvPr id="618" name="Freeform 5877">
                <a:extLst>
                  <a:ext uri="{FF2B5EF4-FFF2-40B4-BE49-F238E27FC236}">
                    <a16:creationId xmlns:a16="http://schemas.microsoft.com/office/drawing/2014/main" id="{1E88E6F5-CAE7-5EF8-F419-BEB3CCCEBABD}"/>
                  </a:ext>
                </a:extLst>
              </p:cNvPr>
              <p:cNvSpPr>
                <a:spLocks/>
              </p:cNvSpPr>
              <p:nvPr/>
            </p:nvSpPr>
            <p:spPr bwMode="auto">
              <a:xfrm>
                <a:off x="7842" y="7403"/>
                <a:ext cx="64" cy="56"/>
              </a:xfrm>
              <a:custGeom>
                <a:avLst/>
                <a:gdLst>
                  <a:gd name="T0" fmla="+- 0 7856 7842"/>
                  <a:gd name="T1" fmla="*/ T0 w 64"/>
                  <a:gd name="T2" fmla="+- 0 7409 7403"/>
                  <a:gd name="T3" fmla="*/ 7409 h 56"/>
                  <a:gd name="T4" fmla="+- 0 7847 7842"/>
                  <a:gd name="T5" fmla="*/ T4 w 64"/>
                  <a:gd name="T6" fmla="+- 0 7409 7403"/>
                  <a:gd name="T7" fmla="*/ 7409 h 56"/>
                  <a:gd name="T8" fmla="+- 0 7849 7842"/>
                  <a:gd name="T9" fmla="*/ T8 w 64"/>
                  <a:gd name="T10" fmla="+- 0 7410 7403"/>
                  <a:gd name="T11" fmla="*/ 7410 h 56"/>
                  <a:gd name="T12" fmla="+- 0 7850 7842"/>
                  <a:gd name="T13" fmla="*/ T12 w 64"/>
                  <a:gd name="T14" fmla="+- 0 7412 7403"/>
                  <a:gd name="T15" fmla="*/ 7412 h 56"/>
                  <a:gd name="T16" fmla="+- 0 7850 7842"/>
                  <a:gd name="T17" fmla="*/ T16 w 64"/>
                  <a:gd name="T18" fmla="+- 0 7413 7403"/>
                  <a:gd name="T19" fmla="*/ 7413 h 56"/>
                  <a:gd name="T20" fmla="+- 0 7850 7842"/>
                  <a:gd name="T21" fmla="*/ T20 w 64"/>
                  <a:gd name="T22" fmla="+- 0 7453 7403"/>
                  <a:gd name="T23" fmla="*/ 7453 h 56"/>
                  <a:gd name="T24" fmla="+- 0 7843 7842"/>
                  <a:gd name="T25" fmla="*/ T24 w 64"/>
                  <a:gd name="T26" fmla="+- 0 7456 7403"/>
                  <a:gd name="T27" fmla="*/ 7456 h 56"/>
                  <a:gd name="T28" fmla="+- 0 7843 7842"/>
                  <a:gd name="T29" fmla="*/ T28 w 64"/>
                  <a:gd name="T30" fmla="+- 0 7457 7403"/>
                  <a:gd name="T31" fmla="*/ 7457 h 56"/>
                  <a:gd name="T32" fmla="+- 0 7863 7842"/>
                  <a:gd name="T33" fmla="*/ T32 w 64"/>
                  <a:gd name="T34" fmla="+- 0 7457 7403"/>
                  <a:gd name="T35" fmla="*/ 7457 h 56"/>
                  <a:gd name="T36" fmla="+- 0 7863 7842"/>
                  <a:gd name="T37" fmla="*/ T36 w 64"/>
                  <a:gd name="T38" fmla="+- 0 7456 7403"/>
                  <a:gd name="T39" fmla="*/ 7456 h 56"/>
                  <a:gd name="T40" fmla="+- 0 7861 7842"/>
                  <a:gd name="T41" fmla="*/ T40 w 64"/>
                  <a:gd name="T42" fmla="+- 0 7456 7403"/>
                  <a:gd name="T43" fmla="*/ 7456 h 56"/>
                  <a:gd name="T44" fmla="+- 0 7859 7842"/>
                  <a:gd name="T45" fmla="*/ T44 w 64"/>
                  <a:gd name="T46" fmla="+- 0 7455 7403"/>
                  <a:gd name="T47" fmla="*/ 7455 h 56"/>
                  <a:gd name="T48" fmla="+- 0 7858 7842"/>
                  <a:gd name="T49" fmla="*/ T48 w 64"/>
                  <a:gd name="T50" fmla="+- 0 7455 7403"/>
                  <a:gd name="T51" fmla="*/ 7455 h 56"/>
                  <a:gd name="T52" fmla="+- 0 7857 7842"/>
                  <a:gd name="T53" fmla="*/ T52 w 64"/>
                  <a:gd name="T54" fmla="+- 0 7453 7403"/>
                  <a:gd name="T55" fmla="*/ 7453 h 56"/>
                  <a:gd name="T56" fmla="+- 0 7857 7842"/>
                  <a:gd name="T57" fmla="*/ T56 w 64"/>
                  <a:gd name="T58" fmla="+- 0 7453 7403"/>
                  <a:gd name="T59" fmla="*/ 7453 h 56"/>
                  <a:gd name="T60" fmla="+- 0 7856 7842"/>
                  <a:gd name="T61" fmla="*/ T60 w 64"/>
                  <a:gd name="T62" fmla="+- 0 7409 7403"/>
                  <a:gd name="T63" fmla="*/ 740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64" h="56">
                    <a:moveTo>
                      <a:pt x="14" y="6"/>
                    </a:moveTo>
                    <a:lnTo>
                      <a:pt x="5" y="6"/>
                    </a:lnTo>
                    <a:lnTo>
                      <a:pt x="7" y="7"/>
                    </a:lnTo>
                    <a:lnTo>
                      <a:pt x="8" y="9"/>
                    </a:lnTo>
                    <a:lnTo>
                      <a:pt x="8" y="10"/>
                    </a:lnTo>
                    <a:lnTo>
                      <a:pt x="8" y="50"/>
                    </a:lnTo>
                    <a:lnTo>
                      <a:pt x="1" y="53"/>
                    </a:lnTo>
                    <a:lnTo>
                      <a:pt x="1" y="54"/>
                    </a:lnTo>
                    <a:lnTo>
                      <a:pt x="21" y="54"/>
                    </a:lnTo>
                    <a:lnTo>
                      <a:pt x="21" y="53"/>
                    </a:lnTo>
                    <a:lnTo>
                      <a:pt x="19" y="53"/>
                    </a:lnTo>
                    <a:lnTo>
                      <a:pt x="17" y="52"/>
                    </a:lnTo>
                    <a:lnTo>
                      <a:pt x="16" y="52"/>
                    </a:lnTo>
                    <a:lnTo>
                      <a:pt x="15" y="50"/>
                    </a:lnTo>
                    <a:lnTo>
                      <a:pt x="1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9" name="Freeform 5878">
                <a:extLst>
                  <a:ext uri="{FF2B5EF4-FFF2-40B4-BE49-F238E27FC236}">
                    <a16:creationId xmlns:a16="http://schemas.microsoft.com/office/drawing/2014/main" id="{8BFBB3D5-D895-3442-303F-E58079501332}"/>
                  </a:ext>
                </a:extLst>
              </p:cNvPr>
              <p:cNvSpPr>
                <a:spLocks/>
              </p:cNvSpPr>
              <p:nvPr/>
            </p:nvSpPr>
            <p:spPr bwMode="auto">
              <a:xfrm>
                <a:off x="7842" y="7403"/>
                <a:ext cx="64" cy="56"/>
              </a:xfrm>
              <a:custGeom>
                <a:avLst/>
                <a:gdLst>
                  <a:gd name="T0" fmla="+- 0 7856 7842"/>
                  <a:gd name="T1" fmla="*/ T0 w 64"/>
                  <a:gd name="T2" fmla="+- 0 7403 7403"/>
                  <a:gd name="T3" fmla="*/ 7403 h 56"/>
                  <a:gd name="T4" fmla="+- 0 7855 7842"/>
                  <a:gd name="T5" fmla="*/ T4 w 64"/>
                  <a:gd name="T6" fmla="+- 0 7403 7403"/>
                  <a:gd name="T7" fmla="*/ 7403 h 56"/>
                  <a:gd name="T8" fmla="+- 0 7842 7842"/>
                  <a:gd name="T9" fmla="*/ T8 w 64"/>
                  <a:gd name="T10" fmla="+- 0 7409 7403"/>
                  <a:gd name="T11" fmla="*/ 7409 h 56"/>
                  <a:gd name="T12" fmla="+- 0 7843 7842"/>
                  <a:gd name="T13" fmla="*/ T12 w 64"/>
                  <a:gd name="T14" fmla="+- 0 7410 7403"/>
                  <a:gd name="T15" fmla="*/ 7410 h 56"/>
                  <a:gd name="T16" fmla="+- 0 7847 7842"/>
                  <a:gd name="T17" fmla="*/ T16 w 64"/>
                  <a:gd name="T18" fmla="+- 0 7409 7403"/>
                  <a:gd name="T19" fmla="*/ 7409 h 56"/>
                  <a:gd name="T20" fmla="+- 0 7856 7842"/>
                  <a:gd name="T21" fmla="*/ T20 w 64"/>
                  <a:gd name="T22" fmla="+- 0 7409 7403"/>
                  <a:gd name="T23" fmla="*/ 7409 h 56"/>
                  <a:gd name="T24" fmla="+- 0 7856 7842"/>
                  <a:gd name="T25" fmla="*/ T24 w 64"/>
                  <a:gd name="T26" fmla="+- 0 7403 7403"/>
                  <a:gd name="T27" fmla="*/ 7403 h 56"/>
                </a:gdLst>
                <a:ahLst/>
                <a:cxnLst>
                  <a:cxn ang="0">
                    <a:pos x="T1" y="T3"/>
                  </a:cxn>
                  <a:cxn ang="0">
                    <a:pos x="T5" y="T7"/>
                  </a:cxn>
                  <a:cxn ang="0">
                    <a:pos x="T9" y="T11"/>
                  </a:cxn>
                  <a:cxn ang="0">
                    <a:pos x="T13" y="T15"/>
                  </a:cxn>
                  <a:cxn ang="0">
                    <a:pos x="T17" y="T19"/>
                  </a:cxn>
                  <a:cxn ang="0">
                    <a:pos x="T21" y="T23"/>
                  </a:cxn>
                  <a:cxn ang="0">
                    <a:pos x="T25" y="T27"/>
                  </a:cxn>
                </a:cxnLst>
                <a:rect l="0" t="0" r="r" b="b"/>
                <a:pathLst>
                  <a:path w="64" h="56">
                    <a:moveTo>
                      <a:pt x="14" y="0"/>
                    </a:moveTo>
                    <a:lnTo>
                      <a:pt x="13" y="0"/>
                    </a:lnTo>
                    <a:lnTo>
                      <a:pt x="0" y="6"/>
                    </a:lnTo>
                    <a:lnTo>
                      <a:pt x="1" y="7"/>
                    </a:lnTo>
                    <a:lnTo>
                      <a:pt x="5" y="6"/>
                    </a:lnTo>
                    <a:lnTo>
                      <a:pt x="14" y="6"/>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0" name="Freeform 5879">
                <a:extLst>
                  <a:ext uri="{FF2B5EF4-FFF2-40B4-BE49-F238E27FC236}">
                    <a16:creationId xmlns:a16="http://schemas.microsoft.com/office/drawing/2014/main" id="{24A97133-1E2F-E89F-8A05-44904A27396F}"/>
                  </a:ext>
                </a:extLst>
              </p:cNvPr>
              <p:cNvSpPr>
                <a:spLocks/>
              </p:cNvSpPr>
              <p:nvPr/>
            </p:nvSpPr>
            <p:spPr bwMode="auto">
              <a:xfrm>
                <a:off x="7842" y="7403"/>
                <a:ext cx="64" cy="56"/>
              </a:xfrm>
              <a:custGeom>
                <a:avLst/>
                <a:gdLst>
                  <a:gd name="T0" fmla="+- 0 7895 7842"/>
                  <a:gd name="T1" fmla="*/ T0 w 64"/>
                  <a:gd name="T2" fmla="+- 0 7403 7403"/>
                  <a:gd name="T3" fmla="*/ 7403 h 56"/>
                  <a:gd name="T4" fmla="+- 0 7886 7842"/>
                  <a:gd name="T5" fmla="*/ T4 w 64"/>
                  <a:gd name="T6" fmla="+- 0 7403 7403"/>
                  <a:gd name="T7" fmla="*/ 7403 h 56"/>
                  <a:gd name="T8" fmla="+- 0 7882 7842"/>
                  <a:gd name="T9" fmla="*/ T8 w 64"/>
                  <a:gd name="T10" fmla="+- 0 7404 7403"/>
                  <a:gd name="T11" fmla="*/ 7404 h 56"/>
                  <a:gd name="T12" fmla="+- 0 7877 7842"/>
                  <a:gd name="T13" fmla="*/ T12 w 64"/>
                  <a:gd name="T14" fmla="+- 0 7409 7403"/>
                  <a:gd name="T15" fmla="*/ 7409 h 56"/>
                  <a:gd name="T16" fmla="+- 0 7876 7842"/>
                  <a:gd name="T17" fmla="*/ T16 w 64"/>
                  <a:gd name="T18" fmla="+- 0 7411 7403"/>
                  <a:gd name="T19" fmla="*/ 7411 h 56"/>
                  <a:gd name="T20" fmla="+- 0 7876 7842"/>
                  <a:gd name="T21" fmla="*/ T20 w 64"/>
                  <a:gd name="T22" fmla="+- 0 7418 7403"/>
                  <a:gd name="T23" fmla="*/ 7418 h 56"/>
                  <a:gd name="T24" fmla="+- 0 7876 7842"/>
                  <a:gd name="T25" fmla="*/ T24 w 64"/>
                  <a:gd name="T26" fmla="+- 0 7420 7403"/>
                  <a:gd name="T27" fmla="*/ 7420 h 56"/>
                  <a:gd name="T28" fmla="+- 0 7879 7842"/>
                  <a:gd name="T29" fmla="*/ T28 w 64"/>
                  <a:gd name="T30" fmla="+- 0 7424 7403"/>
                  <a:gd name="T31" fmla="*/ 7424 h 56"/>
                  <a:gd name="T32" fmla="+- 0 7881 7842"/>
                  <a:gd name="T33" fmla="*/ T32 w 64"/>
                  <a:gd name="T34" fmla="+- 0 7427 7403"/>
                  <a:gd name="T35" fmla="*/ 7427 h 56"/>
                  <a:gd name="T36" fmla="+- 0 7886 7842"/>
                  <a:gd name="T37" fmla="*/ T36 w 64"/>
                  <a:gd name="T38" fmla="+- 0 7430 7403"/>
                  <a:gd name="T39" fmla="*/ 7430 h 56"/>
                  <a:gd name="T40" fmla="+- 0 7882 7842"/>
                  <a:gd name="T41" fmla="*/ T40 w 64"/>
                  <a:gd name="T42" fmla="+- 0 7433 7403"/>
                  <a:gd name="T43" fmla="*/ 7433 h 56"/>
                  <a:gd name="T44" fmla="+- 0 7879 7842"/>
                  <a:gd name="T45" fmla="*/ T44 w 64"/>
                  <a:gd name="T46" fmla="+- 0 7436 7403"/>
                  <a:gd name="T47" fmla="*/ 7436 h 56"/>
                  <a:gd name="T48" fmla="+- 0 7876 7842"/>
                  <a:gd name="T49" fmla="*/ T48 w 64"/>
                  <a:gd name="T50" fmla="+- 0 7440 7403"/>
                  <a:gd name="T51" fmla="*/ 7440 h 56"/>
                  <a:gd name="T52" fmla="+- 0 7875 7842"/>
                  <a:gd name="T53" fmla="*/ T52 w 64"/>
                  <a:gd name="T54" fmla="+- 0 7442 7403"/>
                  <a:gd name="T55" fmla="*/ 7442 h 56"/>
                  <a:gd name="T56" fmla="+- 0 7875 7842"/>
                  <a:gd name="T57" fmla="*/ T56 w 64"/>
                  <a:gd name="T58" fmla="+- 0 7448 7403"/>
                  <a:gd name="T59" fmla="*/ 7448 h 56"/>
                  <a:gd name="T60" fmla="+- 0 7876 7842"/>
                  <a:gd name="T61" fmla="*/ T60 w 64"/>
                  <a:gd name="T62" fmla="+- 0 7451 7403"/>
                  <a:gd name="T63" fmla="*/ 7451 h 56"/>
                  <a:gd name="T64" fmla="+- 0 7881 7842"/>
                  <a:gd name="T65" fmla="*/ T64 w 64"/>
                  <a:gd name="T66" fmla="+- 0 7457 7403"/>
                  <a:gd name="T67" fmla="*/ 7457 h 56"/>
                  <a:gd name="T68" fmla="+- 0 7885 7842"/>
                  <a:gd name="T69" fmla="*/ T68 w 64"/>
                  <a:gd name="T70" fmla="+- 0 7458 7403"/>
                  <a:gd name="T71" fmla="*/ 7458 h 56"/>
                  <a:gd name="T72" fmla="+- 0 7895 7842"/>
                  <a:gd name="T73" fmla="*/ T72 w 64"/>
                  <a:gd name="T74" fmla="+- 0 7458 7403"/>
                  <a:gd name="T75" fmla="*/ 7458 h 56"/>
                  <a:gd name="T76" fmla="+- 0 7899 7842"/>
                  <a:gd name="T77" fmla="*/ T76 w 64"/>
                  <a:gd name="T78" fmla="+- 0 7457 7403"/>
                  <a:gd name="T79" fmla="*/ 7457 h 56"/>
                  <a:gd name="T80" fmla="+- 0 7900 7842"/>
                  <a:gd name="T81" fmla="*/ T80 w 64"/>
                  <a:gd name="T82" fmla="+- 0 7456 7403"/>
                  <a:gd name="T83" fmla="*/ 7456 h 56"/>
                  <a:gd name="T84" fmla="+- 0 7888 7842"/>
                  <a:gd name="T85" fmla="*/ T84 w 64"/>
                  <a:gd name="T86" fmla="+- 0 7456 7403"/>
                  <a:gd name="T87" fmla="*/ 7456 h 56"/>
                  <a:gd name="T88" fmla="+- 0 7886 7842"/>
                  <a:gd name="T89" fmla="*/ T88 w 64"/>
                  <a:gd name="T90" fmla="+- 0 7455 7403"/>
                  <a:gd name="T91" fmla="*/ 7455 h 56"/>
                  <a:gd name="T92" fmla="+- 0 7882 7842"/>
                  <a:gd name="T93" fmla="*/ T92 w 64"/>
                  <a:gd name="T94" fmla="+- 0 7451 7403"/>
                  <a:gd name="T95" fmla="*/ 7451 h 56"/>
                  <a:gd name="T96" fmla="+- 0 7881 7842"/>
                  <a:gd name="T97" fmla="*/ T96 w 64"/>
                  <a:gd name="T98" fmla="+- 0 7448 7403"/>
                  <a:gd name="T99" fmla="*/ 7448 h 56"/>
                  <a:gd name="T100" fmla="+- 0 7881 7842"/>
                  <a:gd name="T101" fmla="*/ T100 w 64"/>
                  <a:gd name="T102" fmla="+- 0 7442 7403"/>
                  <a:gd name="T103" fmla="*/ 7442 h 56"/>
                  <a:gd name="T104" fmla="+- 0 7882 7842"/>
                  <a:gd name="T105" fmla="*/ T104 w 64"/>
                  <a:gd name="T106" fmla="+- 0 7440 7403"/>
                  <a:gd name="T107" fmla="*/ 7440 h 56"/>
                  <a:gd name="T108" fmla="+- 0 7884 7842"/>
                  <a:gd name="T109" fmla="*/ T108 w 64"/>
                  <a:gd name="T110" fmla="+- 0 7436 7403"/>
                  <a:gd name="T111" fmla="*/ 7436 h 56"/>
                  <a:gd name="T112" fmla="+- 0 7885 7842"/>
                  <a:gd name="T113" fmla="*/ T112 w 64"/>
                  <a:gd name="T114" fmla="+- 0 7434 7403"/>
                  <a:gd name="T115" fmla="*/ 7434 h 56"/>
                  <a:gd name="T116" fmla="+- 0 7888 7842"/>
                  <a:gd name="T117" fmla="*/ T116 w 64"/>
                  <a:gd name="T118" fmla="+- 0 7432 7403"/>
                  <a:gd name="T119" fmla="*/ 7432 h 56"/>
                  <a:gd name="T120" fmla="+- 0 7899 7842"/>
                  <a:gd name="T121" fmla="*/ T120 w 64"/>
                  <a:gd name="T122" fmla="+- 0 7432 7403"/>
                  <a:gd name="T123" fmla="*/ 7432 h 56"/>
                  <a:gd name="T124" fmla="+- 0 7898 7842"/>
                  <a:gd name="T125" fmla="*/ T124 w 64"/>
                  <a:gd name="T126" fmla="+- 0 7431 7403"/>
                  <a:gd name="T127" fmla="*/ 7431 h 56"/>
                  <a:gd name="T128" fmla="+- 0 7894 7842"/>
                  <a:gd name="T129" fmla="*/ T128 w 64"/>
                  <a:gd name="T130" fmla="+- 0 7428 7403"/>
                  <a:gd name="T131" fmla="*/ 7428 h 56"/>
                  <a:gd name="T132" fmla="+- 0 7896 7842"/>
                  <a:gd name="T133" fmla="*/ T132 w 64"/>
                  <a:gd name="T134" fmla="+- 0 7426 7403"/>
                  <a:gd name="T135" fmla="*/ 7426 h 56"/>
                  <a:gd name="T136" fmla="+- 0 7892 7842"/>
                  <a:gd name="T137" fmla="*/ T136 w 64"/>
                  <a:gd name="T138" fmla="+- 0 7426 7403"/>
                  <a:gd name="T139" fmla="*/ 7426 h 56"/>
                  <a:gd name="T140" fmla="+- 0 7885 7842"/>
                  <a:gd name="T141" fmla="*/ T140 w 64"/>
                  <a:gd name="T142" fmla="+- 0 7421 7403"/>
                  <a:gd name="T143" fmla="*/ 7421 h 56"/>
                  <a:gd name="T144" fmla="+- 0 7882 7842"/>
                  <a:gd name="T145" fmla="*/ T144 w 64"/>
                  <a:gd name="T146" fmla="+- 0 7417 7403"/>
                  <a:gd name="T147" fmla="*/ 7417 h 56"/>
                  <a:gd name="T148" fmla="+- 0 7881 7842"/>
                  <a:gd name="T149" fmla="*/ T148 w 64"/>
                  <a:gd name="T150" fmla="+- 0 7413 7403"/>
                  <a:gd name="T151" fmla="*/ 7413 h 56"/>
                  <a:gd name="T152" fmla="+- 0 7881 7842"/>
                  <a:gd name="T153" fmla="*/ T152 w 64"/>
                  <a:gd name="T154" fmla="+- 0 7411 7403"/>
                  <a:gd name="T155" fmla="*/ 7411 h 56"/>
                  <a:gd name="T156" fmla="+- 0 7882 7842"/>
                  <a:gd name="T157" fmla="*/ T156 w 64"/>
                  <a:gd name="T158" fmla="+- 0 7409 7403"/>
                  <a:gd name="T159" fmla="*/ 7409 h 56"/>
                  <a:gd name="T160" fmla="+- 0 7886 7842"/>
                  <a:gd name="T161" fmla="*/ T160 w 64"/>
                  <a:gd name="T162" fmla="+- 0 7406 7403"/>
                  <a:gd name="T163" fmla="*/ 7406 h 56"/>
                  <a:gd name="T164" fmla="+- 0 7888 7842"/>
                  <a:gd name="T165" fmla="*/ T164 w 64"/>
                  <a:gd name="T166" fmla="+- 0 7405 7403"/>
                  <a:gd name="T167" fmla="*/ 7405 h 56"/>
                  <a:gd name="T168" fmla="+- 0 7899 7842"/>
                  <a:gd name="T169" fmla="*/ T168 w 64"/>
                  <a:gd name="T170" fmla="+- 0 7405 7403"/>
                  <a:gd name="T171" fmla="*/ 7405 h 56"/>
                  <a:gd name="T172" fmla="+- 0 7898 7842"/>
                  <a:gd name="T173" fmla="*/ T172 w 64"/>
                  <a:gd name="T174" fmla="+- 0 7404 7403"/>
                  <a:gd name="T175" fmla="*/ 7404 h 56"/>
                  <a:gd name="T176" fmla="+- 0 7895 7842"/>
                  <a:gd name="T177" fmla="*/ T176 w 64"/>
                  <a:gd name="T178" fmla="+- 0 7403 7403"/>
                  <a:gd name="T179"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Lst>
                <a:rect l="0" t="0" r="r" b="b"/>
                <a:pathLst>
                  <a:path w="64" h="56">
                    <a:moveTo>
                      <a:pt x="53" y="0"/>
                    </a:moveTo>
                    <a:lnTo>
                      <a:pt x="44" y="0"/>
                    </a:lnTo>
                    <a:lnTo>
                      <a:pt x="40" y="1"/>
                    </a:lnTo>
                    <a:lnTo>
                      <a:pt x="35" y="6"/>
                    </a:lnTo>
                    <a:lnTo>
                      <a:pt x="34" y="8"/>
                    </a:lnTo>
                    <a:lnTo>
                      <a:pt x="34" y="15"/>
                    </a:lnTo>
                    <a:lnTo>
                      <a:pt x="34" y="17"/>
                    </a:lnTo>
                    <a:lnTo>
                      <a:pt x="37" y="21"/>
                    </a:lnTo>
                    <a:lnTo>
                      <a:pt x="39" y="24"/>
                    </a:lnTo>
                    <a:lnTo>
                      <a:pt x="44" y="27"/>
                    </a:lnTo>
                    <a:lnTo>
                      <a:pt x="40" y="30"/>
                    </a:lnTo>
                    <a:lnTo>
                      <a:pt x="37" y="33"/>
                    </a:lnTo>
                    <a:lnTo>
                      <a:pt x="34" y="37"/>
                    </a:lnTo>
                    <a:lnTo>
                      <a:pt x="33" y="39"/>
                    </a:lnTo>
                    <a:lnTo>
                      <a:pt x="33" y="45"/>
                    </a:lnTo>
                    <a:lnTo>
                      <a:pt x="34" y="48"/>
                    </a:lnTo>
                    <a:lnTo>
                      <a:pt x="39" y="54"/>
                    </a:lnTo>
                    <a:lnTo>
                      <a:pt x="43" y="55"/>
                    </a:lnTo>
                    <a:lnTo>
                      <a:pt x="53" y="55"/>
                    </a:lnTo>
                    <a:lnTo>
                      <a:pt x="57" y="54"/>
                    </a:lnTo>
                    <a:lnTo>
                      <a:pt x="58" y="53"/>
                    </a:lnTo>
                    <a:lnTo>
                      <a:pt x="46" y="53"/>
                    </a:lnTo>
                    <a:lnTo>
                      <a:pt x="44" y="52"/>
                    </a:lnTo>
                    <a:lnTo>
                      <a:pt x="40" y="48"/>
                    </a:lnTo>
                    <a:lnTo>
                      <a:pt x="39" y="45"/>
                    </a:lnTo>
                    <a:lnTo>
                      <a:pt x="39" y="39"/>
                    </a:lnTo>
                    <a:lnTo>
                      <a:pt x="40" y="37"/>
                    </a:lnTo>
                    <a:lnTo>
                      <a:pt x="42" y="33"/>
                    </a:lnTo>
                    <a:lnTo>
                      <a:pt x="43" y="31"/>
                    </a:lnTo>
                    <a:lnTo>
                      <a:pt x="46" y="29"/>
                    </a:lnTo>
                    <a:lnTo>
                      <a:pt x="57" y="29"/>
                    </a:lnTo>
                    <a:lnTo>
                      <a:pt x="56" y="28"/>
                    </a:lnTo>
                    <a:lnTo>
                      <a:pt x="52" y="25"/>
                    </a:lnTo>
                    <a:lnTo>
                      <a:pt x="54" y="23"/>
                    </a:lnTo>
                    <a:lnTo>
                      <a:pt x="50" y="23"/>
                    </a:lnTo>
                    <a:lnTo>
                      <a:pt x="43" y="18"/>
                    </a:lnTo>
                    <a:lnTo>
                      <a:pt x="40" y="14"/>
                    </a:lnTo>
                    <a:lnTo>
                      <a:pt x="39" y="10"/>
                    </a:lnTo>
                    <a:lnTo>
                      <a:pt x="39" y="8"/>
                    </a:lnTo>
                    <a:lnTo>
                      <a:pt x="40" y="6"/>
                    </a:lnTo>
                    <a:lnTo>
                      <a:pt x="44" y="3"/>
                    </a:lnTo>
                    <a:lnTo>
                      <a:pt x="46" y="2"/>
                    </a:lnTo>
                    <a:lnTo>
                      <a:pt x="57" y="2"/>
                    </a:lnTo>
                    <a:lnTo>
                      <a:pt x="56" y="1"/>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1" name="Freeform 5880">
                <a:extLst>
                  <a:ext uri="{FF2B5EF4-FFF2-40B4-BE49-F238E27FC236}">
                    <a16:creationId xmlns:a16="http://schemas.microsoft.com/office/drawing/2014/main" id="{0B886A93-3D8D-41D6-6E48-A9BE68BE67B7}"/>
                  </a:ext>
                </a:extLst>
              </p:cNvPr>
              <p:cNvSpPr>
                <a:spLocks/>
              </p:cNvSpPr>
              <p:nvPr/>
            </p:nvSpPr>
            <p:spPr bwMode="auto">
              <a:xfrm>
                <a:off x="7842" y="7403"/>
                <a:ext cx="64" cy="56"/>
              </a:xfrm>
              <a:custGeom>
                <a:avLst/>
                <a:gdLst>
                  <a:gd name="T0" fmla="+- 0 7899 7842"/>
                  <a:gd name="T1" fmla="*/ T0 w 64"/>
                  <a:gd name="T2" fmla="+- 0 7432 7403"/>
                  <a:gd name="T3" fmla="*/ 7432 h 56"/>
                  <a:gd name="T4" fmla="+- 0 7888 7842"/>
                  <a:gd name="T5" fmla="*/ T4 w 64"/>
                  <a:gd name="T6" fmla="+- 0 7432 7403"/>
                  <a:gd name="T7" fmla="*/ 7432 h 56"/>
                  <a:gd name="T8" fmla="+- 0 7893 7842"/>
                  <a:gd name="T9" fmla="*/ T8 w 64"/>
                  <a:gd name="T10" fmla="+- 0 7436 7403"/>
                  <a:gd name="T11" fmla="*/ 7436 h 56"/>
                  <a:gd name="T12" fmla="+- 0 7897 7842"/>
                  <a:gd name="T13" fmla="*/ T12 w 64"/>
                  <a:gd name="T14" fmla="+- 0 7440 7403"/>
                  <a:gd name="T15" fmla="*/ 7440 h 56"/>
                  <a:gd name="T16" fmla="+- 0 7900 7842"/>
                  <a:gd name="T17" fmla="*/ T16 w 64"/>
                  <a:gd name="T18" fmla="+- 0 7444 7403"/>
                  <a:gd name="T19" fmla="*/ 7444 h 56"/>
                  <a:gd name="T20" fmla="+- 0 7900 7842"/>
                  <a:gd name="T21" fmla="*/ T20 w 64"/>
                  <a:gd name="T22" fmla="+- 0 7446 7403"/>
                  <a:gd name="T23" fmla="*/ 7446 h 56"/>
                  <a:gd name="T24" fmla="+- 0 7900 7842"/>
                  <a:gd name="T25" fmla="*/ T24 w 64"/>
                  <a:gd name="T26" fmla="+- 0 7450 7403"/>
                  <a:gd name="T27" fmla="*/ 7450 h 56"/>
                  <a:gd name="T28" fmla="+- 0 7899 7842"/>
                  <a:gd name="T29" fmla="*/ T28 w 64"/>
                  <a:gd name="T30" fmla="+- 0 7452 7403"/>
                  <a:gd name="T31" fmla="*/ 7452 h 56"/>
                  <a:gd name="T32" fmla="+- 0 7896 7842"/>
                  <a:gd name="T33" fmla="*/ T32 w 64"/>
                  <a:gd name="T34" fmla="+- 0 7455 7403"/>
                  <a:gd name="T35" fmla="*/ 7455 h 56"/>
                  <a:gd name="T36" fmla="+- 0 7894 7842"/>
                  <a:gd name="T37" fmla="*/ T36 w 64"/>
                  <a:gd name="T38" fmla="+- 0 7456 7403"/>
                  <a:gd name="T39" fmla="*/ 7456 h 56"/>
                  <a:gd name="T40" fmla="+- 0 7900 7842"/>
                  <a:gd name="T41" fmla="*/ T40 w 64"/>
                  <a:gd name="T42" fmla="+- 0 7456 7403"/>
                  <a:gd name="T43" fmla="*/ 7456 h 56"/>
                  <a:gd name="T44" fmla="+- 0 7904 7842"/>
                  <a:gd name="T45" fmla="*/ T44 w 64"/>
                  <a:gd name="T46" fmla="+- 0 7451 7403"/>
                  <a:gd name="T47" fmla="*/ 7451 h 56"/>
                  <a:gd name="T48" fmla="+- 0 7906 7842"/>
                  <a:gd name="T49" fmla="*/ T48 w 64"/>
                  <a:gd name="T50" fmla="+- 0 7448 7403"/>
                  <a:gd name="T51" fmla="*/ 7448 h 56"/>
                  <a:gd name="T52" fmla="+- 0 7906 7842"/>
                  <a:gd name="T53" fmla="*/ T52 w 64"/>
                  <a:gd name="T54" fmla="+- 0 7442 7403"/>
                  <a:gd name="T55" fmla="*/ 7442 h 56"/>
                  <a:gd name="T56" fmla="+- 0 7905 7842"/>
                  <a:gd name="T57" fmla="*/ T56 w 64"/>
                  <a:gd name="T58" fmla="+- 0 7439 7403"/>
                  <a:gd name="T59" fmla="*/ 7439 h 56"/>
                  <a:gd name="T60" fmla="+- 0 7901 7842"/>
                  <a:gd name="T61" fmla="*/ T60 w 64"/>
                  <a:gd name="T62" fmla="+- 0 7434 7403"/>
                  <a:gd name="T63" fmla="*/ 7434 h 56"/>
                  <a:gd name="T64" fmla="+- 0 7899 7842"/>
                  <a:gd name="T65" fmla="*/ T64 w 64"/>
                  <a:gd name="T66" fmla="+- 0 7432 7403"/>
                  <a:gd name="T67" fmla="*/ 7432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64" h="56">
                    <a:moveTo>
                      <a:pt x="57" y="29"/>
                    </a:moveTo>
                    <a:lnTo>
                      <a:pt x="46" y="29"/>
                    </a:lnTo>
                    <a:lnTo>
                      <a:pt x="51" y="33"/>
                    </a:lnTo>
                    <a:lnTo>
                      <a:pt x="55" y="37"/>
                    </a:lnTo>
                    <a:lnTo>
                      <a:pt x="58" y="41"/>
                    </a:lnTo>
                    <a:lnTo>
                      <a:pt x="58" y="43"/>
                    </a:lnTo>
                    <a:lnTo>
                      <a:pt x="58" y="47"/>
                    </a:lnTo>
                    <a:lnTo>
                      <a:pt x="57" y="49"/>
                    </a:lnTo>
                    <a:lnTo>
                      <a:pt x="54" y="52"/>
                    </a:lnTo>
                    <a:lnTo>
                      <a:pt x="52" y="53"/>
                    </a:lnTo>
                    <a:lnTo>
                      <a:pt x="58" y="53"/>
                    </a:lnTo>
                    <a:lnTo>
                      <a:pt x="62" y="48"/>
                    </a:lnTo>
                    <a:lnTo>
                      <a:pt x="64" y="45"/>
                    </a:lnTo>
                    <a:lnTo>
                      <a:pt x="64" y="39"/>
                    </a:lnTo>
                    <a:lnTo>
                      <a:pt x="63" y="36"/>
                    </a:lnTo>
                    <a:lnTo>
                      <a:pt x="59" y="31"/>
                    </a:lnTo>
                    <a:lnTo>
                      <a:pt x="57"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22" name="Freeform 5881">
                <a:extLst>
                  <a:ext uri="{FF2B5EF4-FFF2-40B4-BE49-F238E27FC236}">
                    <a16:creationId xmlns:a16="http://schemas.microsoft.com/office/drawing/2014/main" id="{1589EEDC-60EA-FE55-BCEF-A02ADE12F1A4}"/>
                  </a:ext>
                </a:extLst>
              </p:cNvPr>
              <p:cNvSpPr>
                <a:spLocks/>
              </p:cNvSpPr>
              <p:nvPr/>
            </p:nvSpPr>
            <p:spPr bwMode="auto">
              <a:xfrm>
                <a:off x="7842" y="7403"/>
                <a:ext cx="64" cy="56"/>
              </a:xfrm>
              <a:custGeom>
                <a:avLst/>
                <a:gdLst>
                  <a:gd name="T0" fmla="+- 0 7899 7842"/>
                  <a:gd name="T1" fmla="*/ T0 w 64"/>
                  <a:gd name="T2" fmla="+- 0 7405 7403"/>
                  <a:gd name="T3" fmla="*/ 7405 h 56"/>
                  <a:gd name="T4" fmla="+- 0 7893 7842"/>
                  <a:gd name="T5" fmla="*/ T4 w 64"/>
                  <a:gd name="T6" fmla="+- 0 7405 7403"/>
                  <a:gd name="T7" fmla="*/ 7405 h 56"/>
                  <a:gd name="T8" fmla="+- 0 7895 7842"/>
                  <a:gd name="T9" fmla="*/ T8 w 64"/>
                  <a:gd name="T10" fmla="+- 0 7406 7403"/>
                  <a:gd name="T11" fmla="*/ 7406 h 56"/>
                  <a:gd name="T12" fmla="+- 0 7898 7842"/>
                  <a:gd name="T13" fmla="*/ T12 w 64"/>
                  <a:gd name="T14" fmla="+- 0 7409 7403"/>
                  <a:gd name="T15" fmla="*/ 7409 h 56"/>
                  <a:gd name="T16" fmla="+- 0 7899 7842"/>
                  <a:gd name="T17" fmla="*/ T16 w 64"/>
                  <a:gd name="T18" fmla="+- 0 7411 7403"/>
                  <a:gd name="T19" fmla="*/ 7411 h 56"/>
                  <a:gd name="T20" fmla="+- 0 7899 7842"/>
                  <a:gd name="T21" fmla="*/ T20 w 64"/>
                  <a:gd name="T22" fmla="+- 0 7416 7403"/>
                  <a:gd name="T23" fmla="*/ 7416 h 56"/>
                  <a:gd name="T24" fmla="+- 0 7899 7842"/>
                  <a:gd name="T25" fmla="*/ T24 w 64"/>
                  <a:gd name="T26" fmla="+- 0 7418 7403"/>
                  <a:gd name="T27" fmla="*/ 7418 h 56"/>
                  <a:gd name="T28" fmla="+- 0 7897 7842"/>
                  <a:gd name="T29" fmla="*/ T28 w 64"/>
                  <a:gd name="T30" fmla="+- 0 7421 7403"/>
                  <a:gd name="T31" fmla="*/ 7421 h 56"/>
                  <a:gd name="T32" fmla="+- 0 7895 7842"/>
                  <a:gd name="T33" fmla="*/ T32 w 64"/>
                  <a:gd name="T34" fmla="+- 0 7423 7403"/>
                  <a:gd name="T35" fmla="*/ 7423 h 56"/>
                  <a:gd name="T36" fmla="+- 0 7892 7842"/>
                  <a:gd name="T37" fmla="*/ T36 w 64"/>
                  <a:gd name="T38" fmla="+- 0 7426 7403"/>
                  <a:gd name="T39" fmla="*/ 7426 h 56"/>
                  <a:gd name="T40" fmla="+- 0 7896 7842"/>
                  <a:gd name="T41" fmla="*/ T40 w 64"/>
                  <a:gd name="T42" fmla="+- 0 7426 7403"/>
                  <a:gd name="T43" fmla="*/ 7426 h 56"/>
                  <a:gd name="T44" fmla="+- 0 7898 7842"/>
                  <a:gd name="T45" fmla="*/ T44 w 64"/>
                  <a:gd name="T46" fmla="+- 0 7425 7403"/>
                  <a:gd name="T47" fmla="*/ 7425 h 56"/>
                  <a:gd name="T48" fmla="+- 0 7901 7842"/>
                  <a:gd name="T49" fmla="*/ T48 w 64"/>
                  <a:gd name="T50" fmla="+- 0 7422 7403"/>
                  <a:gd name="T51" fmla="*/ 7422 h 56"/>
                  <a:gd name="T52" fmla="+- 0 7904 7842"/>
                  <a:gd name="T53" fmla="*/ T52 w 64"/>
                  <a:gd name="T54" fmla="+- 0 7418 7403"/>
                  <a:gd name="T55" fmla="*/ 7418 h 56"/>
                  <a:gd name="T56" fmla="+- 0 7905 7842"/>
                  <a:gd name="T57" fmla="*/ T56 w 64"/>
                  <a:gd name="T58" fmla="+- 0 7416 7403"/>
                  <a:gd name="T59" fmla="*/ 7416 h 56"/>
                  <a:gd name="T60" fmla="+- 0 7905 7842"/>
                  <a:gd name="T61" fmla="*/ T60 w 64"/>
                  <a:gd name="T62" fmla="+- 0 7411 7403"/>
                  <a:gd name="T63" fmla="*/ 7411 h 56"/>
                  <a:gd name="T64" fmla="+- 0 7903 7842"/>
                  <a:gd name="T65" fmla="*/ T64 w 64"/>
                  <a:gd name="T66" fmla="+- 0 7409 7403"/>
                  <a:gd name="T67" fmla="*/ 7409 h 56"/>
                  <a:gd name="T68" fmla="+- 0 7899 7842"/>
                  <a:gd name="T69" fmla="*/ T68 w 64"/>
                  <a:gd name="T70" fmla="+- 0 7405 7403"/>
                  <a:gd name="T71"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64" h="56">
                    <a:moveTo>
                      <a:pt x="57" y="2"/>
                    </a:moveTo>
                    <a:lnTo>
                      <a:pt x="51" y="2"/>
                    </a:lnTo>
                    <a:lnTo>
                      <a:pt x="53" y="3"/>
                    </a:lnTo>
                    <a:lnTo>
                      <a:pt x="56" y="6"/>
                    </a:lnTo>
                    <a:lnTo>
                      <a:pt x="57" y="8"/>
                    </a:lnTo>
                    <a:lnTo>
                      <a:pt x="57" y="13"/>
                    </a:lnTo>
                    <a:lnTo>
                      <a:pt x="57" y="15"/>
                    </a:lnTo>
                    <a:lnTo>
                      <a:pt x="55" y="18"/>
                    </a:lnTo>
                    <a:lnTo>
                      <a:pt x="53" y="20"/>
                    </a:lnTo>
                    <a:lnTo>
                      <a:pt x="50" y="23"/>
                    </a:lnTo>
                    <a:lnTo>
                      <a:pt x="54" y="23"/>
                    </a:lnTo>
                    <a:lnTo>
                      <a:pt x="56" y="22"/>
                    </a:lnTo>
                    <a:lnTo>
                      <a:pt x="59" y="19"/>
                    </a:lnTo>
                    <a:lnTo>
                      <a:pt x="62" y="15"/>
                    </a:lnTo>
                    <a:lnTo>
                      <a:pt x="63" y="13"/>
                    </a:lnTo>
                    <a:lnTo>
                      <a:pt x="63" y="8"/>
                    </a:lnTo>
                    <a:lnTo>
                      <a:pt x="61" y="6"/>
                    </a:lnTo>
                    <a:lnTo>
                      <a:pt x="5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1" name="Group 490">
              <a:extLst>
                <a:ext uri="{FF2B5EF4-FFF2-40B4-BE49-F238E27FC236}">
                  <a16:creationId xmlns:a16="http://schemas.microsoft.com/office/drawing/2014/main" id="{8B978AFA-F81D-AA69-BE22-CE9B185DA9C7}"/>
                </a:ext>
              </a:extLst>
            </p:cNvPr>
            <p:cNvGrpSpPr>
              <a:grpSpLocks/>
            </p:cNvGrpSpPr>
            <p:nvPr/>
          </p:nvGrpSpPr>
          <p:grpSpPr bwMode="auto">
            <a:xfrm>
              <a:off x="8293" y="7403"/>
              <a:ext cx="71" cy="56"/>
              <a:chOff x="8293" y="7403"/>
              <a:chExt cx="71" cy="56"/>
            </a:xfrm>
          </p:grpSpPr>
          <p:sp>
            <p:nvSpPr>
              <p:cNvPr id="612" name="Freeform 5883">
                <a:extLst>
                  <a:ext uri="{FF2B5EF4-FFF2-40B4-BE49-F238E27FC236}">
                    <a16:creationId xmlns:a16="http://schemas.microsoft.com/office/drawing/2014/main" id="{AD4DAF91-E384-6212-7616-48FE4165F8F7}"/>
                  </a:ext>
                </a:extLst>
              </p:cNvPr>
              <p:cNvSpPr>
                <a:spLocks/>
              </p:cNvSpPr>
              <p:nvPr/>
            </p:nvSpPr>
            <p:spPr bwMode="auto">
              <a:xfrm>
                <a:off x="8293" y="7403"/>
                <a:ext cx="71" cy="56"/>
              </a:xfrm>
              <a:custGeom>
                <a:avLst/>
                <a:gdLst>
                  <a:gd name="T0" fmla="+- 0 8325 8293"/>
                  <a:gd name="T1" fmla="*/ T0 w 71"/>
                  <a:gd name="T2" fmla="+- 0 7403 7403"/>
                  <a:gd name="T3" fmla="*/ 7403 h 56"/>
                  <a:gd name="T4" fmla="+- 0 8320 8293"/>
                  <a:gd name="T5" fmla="*/ T4 w 71"/>
                  <a:gd name="T6" fmla="+- 0 7403 7403"/>
                  <a:gd name="T7" fmla="*/ 7403 h 56"/>
                  <a:gd name="T8" fmla="+- 0 8317 8293"/>
                  <a:gd name="T9" fmla="*/ T8 w 71"/>
                  <a:gd name="T10" fmla="+- 0 7403 7403"/>
                  <a:gd name="T11" fmla="*/ 7403 h 56"/>
                  <a:gd name="T12" fmla="+- 0 8293 8293"/>
                  <a:gd name="T13" fmla="*/ T12 w 71"/>
                  <a:gd name="T14" fmla="+- 0 7444 7403"/>
                  <a:gd name="T15" fmla="*/ 7444 h 56"/>
                  <a:gd name="T16" fmla="+- 0 8295 8293"/>
                  <a:gd name="T17" fmla="*/ T16 w 71"/>
                  <a:gd name="T18" fmla="+- 0 7450 7403"/>
                  <a:gd name="T19" fmla="*/ 7450 h 56"/>
                  <a:gd name="T20" fmla="+- 0 8302 8293"/>
                  <a:gd name="T21" fmla="*/ T20 w 71"/>
                  <a:gd name="T22" fmla="+- 0 7457 7403"/>
                  <a:gd name="T23" fmla="*/ 7457 h 56"/>
                  <a:gd name="T24" fmla="+- 0 8305 8293"/>
                  <a:gd name="T25" fmla="*/ T24 w 71"/>
                  <a:gd name="T26" fmla="+- 0 7458 7403"/>
                  <a:gd name="T27" fmla="*/ 7458 h 56"/>
                  <a:gd name="T28" fmla="+- 0 8314 8293"/>
                  <a:gd name="T29" fmla="*/ T28 w 71"/>
                  <a:gd name="T30" fmla="+- 0 7458 7403"/>
                  <a:gd name="T31" fmla="*/ 7458 h 56"/>
                  <a:gd name="T32" fmla="+- 0 8319 8293"/>
                  <a:gd name="T33" fmla="*/ T32 w 71"/>
                  <a:gd name="T34" fmla="+- 0 7456 7403"/>
                  <a:gd name="T35" fmla="*/ 7456 h 56"/>
                  <a:gd name="T36" fmla="+- 0 8308 8293"/>
                  <a:gd name="T37" fmla="*/ T36 w 71"/>
                  <a:gd name="T38" fmla="+- 0 7456 7403"/>
                  <a:gd name="T39" fmla="*/ 7456 h 56"/>
                  <a:gd name="T40" fmla="+- 0 8307 8293"/>
                  <a:gd name="T41" fmla="*/ T40 w 71"/>
                  <a:gd name="T42" fmla="+- 0 7455 7403"/>
                  <a:gd name="T43" fmla="*/ 7455 h 56"/>
                  <a:gd name="T44" fmla="+- 0 8304 8293"/>
                  <a:gd name="T45" fmla="*/ T44 w 71"/>
                  <a:gd name="T46" fmla="+- 0 7452 7403"/>
                  <a:gd name="T47" fmla="*/ 7452 h 56"/>
                  <a:gd name="T48" fmla="+- 0 8302 8293"/>
                  <a:gd name="T49" fmla="*/ T48 w 71"/>
                  <a:gd name="T50" fmla="+- 0 7450 7403"/>
                  <a:gd name="T51" fmla="*/ 7450 h 56"/>
                  <a:gd name="T52" fmla="+- 0 8300 8293"/>
                  <a:gd name="T53" fmla="*/ T52 w 71"/>
                  <a:gd name="T54" fmla="+- 0 7444 7403"/>
                  <a:gd name="T55" fmla="*/ 7444 h 56"/>
                  <a:gd name="T56" fmla="+- 0 8300 8293"/>
                  <a:gd name="T57" fmla="*/ T56 w 71"/>
                  <a:gd name="T58" fmla="+- 0 7441 7403"/>
                  <a:gd name="T59" fmla="*/ 7441 h 56"/>
                  <a:gd name="T60" fmla="+- 0 8300 8293"/>
                  <a:gd name="T61" fmla="*/ T60 w 71"/>
                  <a:gd name="T62" fmla="+- 0 7435 7403"/>
                  <a:gd name="T63" fmla="*/ 7435 h 56"/>
                  <a:gd name="T64" fmla="+- 0 8306 8293"/>
                  <a:gd name="T65" fmla="*/ T64 w 71"/>
                  <a:gd name="T66" fmla="+- 0 7427 7403"/>
                  <a:gd name="T67" fmla="*/ 7427 h 56"/>
                  <a:gd name="T68" fmla="+- 0 8301 8293"/>
                  <a:gd name="T69" fmla="*/ T68 w 71"/>
                  <a:gd name="T70" fmla="+- 0 7427 7403"/>
                  <a:gd name="T71" fmla="*/ 7427 h 56"/>
                  <a:gd name="T72" fmla="+- 0 8325 8293"/>
                  <a:gd name="T73" fmla="*/ T72 w 71"/>
                  <a:gd name="T74" fmla="+- 0 7404 7403"/>
                  <a:gd name="T75" fmla="*/ 7404 h 56"/>
                  <a:gd name="T76" fmla="+- 0 8325 8293"/>
                  <a:gd name="T77" fmla="*/ T76 w 71"/>
                  <a:gd name="T78" fmla="+- 0 7403 7403"/>
                  <a:gd name="T79"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71" h="56">
                    <a:moveTo>
                      <a:pt x="32" y="0"/>
                    </a:moveTo>
                    <a:lnTo>
                      <a:pt x="27" y="0"/>
                    </a:lnTo>
                    <a:lnTo>
                      <a:pt x="24" y="0"/>
                    </a:lnTo>
                    <a:lnTo>
                      <a:pt x="0" y="41"/>
                    </a:lnTo>
                    <a:lnTo>
                      <a:pt x="2" y="47"/>
                    </a:lnTo>
                    <a:lnTo>
                      <a:pt x="9" y="54"/>
                    </a:lnTo>
                    <a:lnTo>
                      <a:pt x="12" y="55"/>
                    </a:lnTo>
                    <a:lnTo>
                      <a:pt x="21" y="55"/>
                    </a:lnTo>
                    <a:lnTo>
                      <a:pt x="26" y="53"/>
                    </a:lnTo>
                    <a:lnTo>
                      <a:pt x="15" y="53"/>
                    </a:lnTo>
                    <a:lnTo>
                      <a:pt x="14" y="52"/>
                    </a:lnTo>
                    <a:lnTo>
                      <a:pt x="11" y="49"/>
                    </a:lnTo>
                    <a:lnTo>
                      <a:pt x="9" y="47"/>
                    </a:lnTo>
                    <a:lnTo>
                      <a:pt x="7" y="41"/>
                    </a:lnTo>
                    <a:lnTo>
                      <a:pt x="7" y="38"/>
                    </a:lnTo>
                    <a:lnTo>
                      <a:pt x="7" y="32"/>
                    </a:lnTo>
                    <a:lnTo>
                      <a:pt x="13" y="24"/>
                    </a:lnTo>
                    <a:lnTo>
                      <a:pt x="8" y="24"/>
                    </a:lnTo>
                    <a:lnTo>
                      <a:pt x="32" y="1"/>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3" name="Freeform 5884">
                <a:extLst>
                  <a:ext uri="{FF2B5EF4-FFF2-40B4-BE49-F238E27FC236}">
                    <a16:creationId xmlns:a16="http://schemas.microsoft.com/office/drawing/2014/main" id="{4E241ADC-18B6-5139-A506-4E9700C5285F}"/>
                  </a:ext>
                </a:extLst>
              </p:cNvPr>
              <p:cNvSpPr>
                <a:spLocks/>
              </p:cNvSpPr>
              <p:nvPr/>
            </p:nvSpPr>
            <p:spPr bwMode="auto">
              <a:xfrm>
                <a:off x="8293" y="7403"/>
                <a:ext cx="71" cy="56"/>
              </a:xfrm>
              <a:custGeom>
                <a:avLst/>
                <a:gdLst>
                  <a:gd name="T0" fmla="+- 0 8321 8293"/>
                  <a:gd name="T1" fmla="*/ T0 w 71"/>
                  <a:gd name="T2" fmla="+- 0 7427 7403"/>
                  <a:gd name="T3" fmla="*/ 7427 h 56"/>
                  <a:gd name="T4" fmla="+- 0 8312 8293"/>
                  <a:gd name="T5" fmla="*/ T4 w 71"/>
                  <a:gd name="T6" fmla="+- 0 7427 7403"/>
                  <a:gd name="T7" fmla="*/ 7427 h 56"/>
                  <a:gd name="T8" fmla="+- 0 8315 8293"/>
                  <a:gd name="T9" fmla="*/ T8 w 71"/>
                  <a:gd name="T10" fmla="+- 0 7429 7403"/>
                  <a:gd name="T11" fmla="*/ 7429 h 56"/>
                  <a:gd name="T12" fmla="+- 0 8318 8293"/>
                  <a:gd name="T13" fmla="*/ T12 w 71"/>
                  <a:gd name="T14" fmla="+- 0 7435 7403"/>
                  <a:gd name="T15" fmla="*/ 7435 h 56"/>
                  <a:gd name="T16" fmla="+- 0 8319 8293"/>
                  <a:gd name="T17" fmla="*/ T16 w 71"/>
                  <a:gd name="T18" fmla="+- 0 7439 7403"/>
                  <a:gd name="T19" fmla="*/ 7439 h 56"/>
                  <a:gd name="T20" fmla="+- 0 8319 8293"/>
                  <a:gd name="T21" fmla="*/ T20 w 71"/>
                  <a:gd name="T22" fmla="+- 0 7448 7403"/>
                  <a:gd name="T23" fmla="*/ 7448 h 56"/>
                  <a:gd name="T24" fmla="+- 0 8318 8293"/>
                  <a:gd name="T25" fmla="*/ T24 w 71"/>
                  <a:gd name="T26" fmla="+- 0 7451 7403"/>
                  <a:gd name="T27" fmla="*/ 7451 h 56"/>
                  <a:gd name="T28" fmla="+- 0 8315 8293"/>
                  <a:gd name="T29" fmla="*/ T28 w 71"/>
                  <a:gd name="T30" fmla="+- 0 7455 7403"/>
                  <a:gd name="T31" fmla="*/ 7455 h 56"/>
                  <a:gd name="T32" fmla="+- 0 8313 8293"/>
                  <a:gd name="T33" fmla="*/ T32 w 71"/>
                  <a:gd name="T34" fmla="+- 0 7456 7403"/>
                  <a:gd name="T35" fmla="*/ 7456 h 56"/>
                  <a:gd name="T36" fmla="+- 0 8319 8293"/>
                  <a:gd name="T37" fmla="*/ T36 w 71"/>
                  <a:gd name="T38" fmla="+- 0 7456 7403"/>
                  <a:gd name="T39" fmla="*/ 7456 h 56"/>
                  <a:gd name="T40" fmla="+- 0 8325 8293"/>
                  <a:gd name="T41" fmla="*/ T40 w 71"/>
                  <a:gd name="T42" fmla="+- 0 7448 7403"/>
                  <a:gd name="T43" fmla="*/ 7448 h 56"/>
                  <a:gd name="T44" fmla="+- 0 8326 8293"/>
                  <a:gd name="T45" fmla="*/ T44 w 71"/>
                  <a:gd name="T46" fmla="+- 0 7444 7403"/>
                  <a:gd name="T47" fmla="*/ 7444 h 56"/>
                  <a:gd name="T48" fmla="+- 0 8326 8293"/>
                  <a:gd name="T49" fmla="*/ T48 w 71"/>
                  <a:gd name="T50" fmla="+- 0 7435 7403"/>
                  <a:gd name="T51" fmla="*/ 7435 h 56"/>
                  <a:gd name="T52" fmla="+- 0 8325 8293"/>
                  <a:gd name="T53" fmla="*/ T52 w 71"/>
                  <a:gd name="T54" fmla="+- 0 7431 7403"/>
                  <a:gd name="T55" fmla="*/ 7431 h 56"/>
                  <a:gd name="T56" fmla="+- 0 8321 8293"/>
                  <a:gd name="T57" fmla="*/ T56 w 71"/>
                  <a:gd name="T58" fmla="+- 0 7427 7403"/>
                  <a:gd name="T59" fmla="*/ 7427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71" h="56">
                    <a:moveTo>
                      <a:pt x="28" y="24"/>
                    </a:moveTo>
                    <a:lnTo>
                      <a:pt x="19" y="24"/>
                    </a:lnTo>
                    <a:lnTo>
                      <a:pt x="22" y="26"/>
                    </a:lnTo>
                    <a:lnTo>
                      <a:pt x="25" y="32"/>
                    </a:lnTo>
                    <a:lnTo>
                      <a:pt x="26" y="36"/>
                    </a:lnTo>
                    <a:lnTo>
                      <a:pt x="26" y="45"/>
                    </a:lnTo>
                    <a:lnTo>
                      <a:pt x="25" y="48"/>
                    </a:lnTo>
                    <a:lnTo>
                      <a:pt x="22" y="52"/>
                    </a:lnTo>
                    <a:lnTo>
                      <a:pt x="20" y="53"/>
                    </a:lnTo>
                    <a:lnTo>
                      <a:pt x="26" y="53"/>
                    </a:lnTo>
                    <a:lnTo>
                      <a:pt x="32" y="45"/>
                    </a:lnTo>
                    <a:lnTo>
                      <a:pt x="33" y="41"/>
                    </a:lnTo>
                    <a:lnTo>
                      <a:pt x="33" y="32"/>
                    </a:lnTo>
                    <a:lnTo>
                      <a:pt x="32" y="28"/>
                    </a:lnTo>
                    <a:lnTo>
                      <a:pt x="2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4" name="Freeform 5885">
                <a:extLst>
                  <a:ext uri="{FF2B5EF4-FFF2-40B4-BE49-F238E27FC236}">
                    <a16:creationId xmlns:a16="http://schemas.microsoft.com/office/drawing/2014/main" id="{73DB7ACD-7F11-06ED-F204-FAA610BB51E3}"/>
                  </a:ext>
                </a:extLst>
              </p:cNvPr>
              <p:cNvSpPr>
                <a:spLocks/>
              </p:cNvSpPr>
              <p:nvPr/>
            </p:nvSpPr>
            <p:spPr bwMode="auto">
              <a:xfrm>
                <a:off x="8293" y="7403"/>
                <a:ext cx="71" cy="56"/>
              </a:xfrm>
              <a:custGeom>
                <a:avLst/>
                <a:gdLst>
                  <a:gd name="T0" fmla="+- 0 8316 8293"/>
                  <a:gd name="T1" fmla="*/ T0 w 71"/>
                  <a:gd name="T2" fmla="+- 0 7424 7403"/>
                  <a:gd name="T3" fmla="*/ 7424 h 56"/>
                  <a:gd name="T4" fmla="+- 0 8309 8293"/>
                  <a:gd name="T5" fmla="*/ T4 w 71"/>
                  <a:gd name="T6" fmla="+- 0 7424 7403"/>
                  <a:gd name="T7" fmla="*/ 7424 h 56"/>
                  <a:gd name="T8" fmla="+- 0 8305 8293"/>
                  <a:gd name="T9" fmla="*/ T8 w 71"/>
                  <a:gd name="T10" fmla="+- 0 7425 7403"/>
                  <a:gd name="T11" fmla="*/ 7425 h 56"/>
                  <a:gd name="T12" fmla="+- 0 8301 8293"/>
                  <a:gd name="T13" fmla="*/ T12 w 71"/>
                  <a:gd name="T14" fmla="+- 0 7427 7403"/>
                  <a:gd name="T15" fmla="*/ 7427 h 56"/>
                  <a:gd name="T16" fmla="+- 0 8306 8293"/>
                  <a:gd name="T17" fmla="*/ T16 w 71"/>
                  <a:gd name="T18" fmla="+- 0 7427 7403"/>
                  <a:gd name="T19" fmla="*/ 7427 h 56"/>
                  <a:gd name="T20" fmla="+- 0 8309 8293"/>
                  <a:gd name="T21" fmla="*/ T20 w 71"/>
                  <a:gd name="T22" fmla="+- 0 7427 7403"/>
                  <a:gd name="T23" fmla="*/ 7427 h 56"/>
                  <a:gd name="T24" fmla="+- 0 8321 8293"/>
                  <a:gd name="T25" fmla="*/ T24 w 71"/>
                  <a:gd name="T26" fmla="+- 0 7427 7403"/>
                  <a:gd name="T27" fmla="*/ 7427 h 56"/>
                  <a:gd name="T28" fmla="+- 0 8319 8293"/>
                  <a:gd name="T29" fmla="*/ T28 w 71"/>
                  <a:gd name="T30" fmla="+- 0 7425 7403"/>
                  <a:gd name="T31" fmla="*/ 7425 h 56"/>
                  <a:gd name="T32" fmla="+- 0 8316 8293"/>
                  <a:gd name="T33" fmla="*/ T32 w 71"/>
                  <a:gd name="T34" fmla="+- 0 7424 7403"/>
                  <a:gd name="T35" fmla="*/ 7424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71" h="56">
                    <a:moveTo>
                      <a:pt x="23" y="21"/>
                    </a:moveTo>
                    <a:lnTo>
                      <a:pt x="16" y="21"/>
                    </a:lnTo>
                    <a:lnTo>
                      <a:pt x="12" y="22"/>
                    </a:lnTo>
                    <a:lnTo>
                      <a:pt x="8" y="24"/>
                    </a:lnTo>
                    <a:lnTo>
                      <a:pt x="13" y="24"/>
                    </a:lnTo>
                    <a:lnTo>
                      <a:pt x="16" y="24"/>
                    </a:lnTo>
                    <a:lnTo>
                      <a:pt x="28" y="24"/>
                    </a:lnTo>
                    <a:lnTo>
                      <a:pt x="26" y="22"/>
                    </a:lnTo>
                    <a:lnTo>
                      <a:pt x="2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5" name="Freeform 5886">
                <a:extLst>
                  <a:ext uri="{FF2B5EF4-FFF2-40B4-BE49-F238E27FC236}">
                    <a16:creationId xmlns:a16="http://schemas.microsoft.com/office/drawing/2014/main" id="{22C7A7DA-3E8C-B24A-455B-DB40339D8AC7}"/>
                  </a:ext>
                </a:extLst>
              </p:cNvPr>
              <p:cNvSpPr>
                <a:spLocks/>
              </p:cNvSpPr>
              <p:nvPr/>
            </p:nvSpPr>
            <p:spPr bwMode="auto">
              <a:xfrm>
                <a:off x="8293" y="7403"/>
                <a:ext cx="71" cy="56"/>
              </a:xfrm>
              <a:custGeom>
                <a:avLst/>
                <a:gdLst>
                  <a:gd name="T0" fmla="+- 0 8358 8293"/>
                  <a:gd name="T1" fmla="*/ T0 w 71"/>
                  <a:gd name="T2" fmla="+- 0 7409 7403"/>
                  <a:gd name="T3" fmla="*/ 7409 h 56"/>
                  <a:gd name="T4" fmla="+- 0 8346 8293"/>
                  <a:gd name="T5" fmla="*/ T4 w 71"/>
                  <a:gd name="T6" fmla="+- 0 7409 7403"/>
                  <a:gd name="T7" fmla="*/ 7409 h 56"/>
                  <a:gd name="T8" fmla="+- 0 8348 8293"/>
                  <a:gd name="T9" fmla="*/ T8 w 71"/>
                  <a:gd name="T10" fmla="+- 0 7410 7403"/>
                  <a:gd name="T11" fmla="*/ 7410 h 56"/>
                  <a:gd name="T12" fmla="+- 0 8352 8293"/>
                  <a:gd name="T13" fmla="*/ T12 w 71"/>
                  <a:gd name="T14" fmla="+- 0 7414 7403"/>
                  <a:gd name="T15" fmla="*/ 7414 h 56"/>
                  <a:gd name="T16" fmla="+- 0 8353 8293"/>
                  <a:gd name="T17" fmla="*/ T16 w 71"/>
                  <a:gd name="T18" fmla="+- 0 7417 7403"/>
                  <a:gd name="T19" fmla="*/ 7417 h 56"/>
                  <a:gd name="T20" fmla="+- 0 8353 8293"/>
                  <a:gd name="T21" fmla="*/ T20 w 71"/>
                  <a:gd name="T22" fmla="+- 0 7425 7403"/>
                  <a:gd name="T23" fmla="*/ 7425 h 56"/>
                  <a:gd name="T24" fmla="+- 0 8351 8293"/>
                  <a:gd name="T25" fmla="*/ T24 w 71"/>
                  <a:gd name="T26" fmla="+- 0 7430 7403"/>
                  <a:gd name="T27" fmla="*/ 7430 h 56"/>
                  <a:gd name="T28" fmla="+- 0 8344 8293"/>
                  <a:gd name="T29" fmla="*/ T28 w 71"/>
                  <a:gd name="T30" fmla="+- 0 7440 7403"/>
                  <a:gd name="T31" fmla="*/ 7440 h 56"/>
                  <a:gd name="T32" fmla="+- 0 8337 8293"/>
                  <a:gd name="T33" fmla="*/ T32 w 71"/>
                  <a:gd name="T34" fmla="+- 0 7447 7403"/>
                  <a:gd name="T35" fmla="*/ 7447 h 56"/>
                  <a:gd name="T36" fmla="+- 0 8328 8293"/>
                  <a:gd name="T37" fmla="*/ T36 w 71"/>
                  <a:gd name="T38" fmla="+- 0 7456 7403"/>
                  <a:gd name="T39" fmla="*/ 7456 h 56"/>
                  <a:gd name="T40" fmla="+- 0 8328 8293"/>
                  <a:gd name="T41" fmla="*/ T40 w 71"/>
                  <a:gd name="T42" fmla="+- 0 7457 7403"/>
                  <a:gd name="T43" fmla="*/ 7457 h 56"/>
                  <a:gd name="T44" fmla="+- 0 8360 8293"/>
                  <a:gd name="T45" fmla="*/ T44 w 71"/>
                  <a:gd name="T46" fmla="+- 0 7457 7403"/>
                  <a:gd name="T47" fmla="*/ 7457 h 56"/>
                  <a:gd name="T48" fmla="+- 0 8362 8293"/>
                  <a:gd name="T49" fmla="*/ T48 w 71"/>
                  <a:gd name="T50" fmla="+- 0 7451 7403"/>
                  <a:gd name="T51" fmla="*/ 7451 h 56"/>
                  <a:gd name="T52" fmla="+- 0 8337 8293"/>
                  <a:gd name="T53" fmla="*/ T52 w 71"/>
                  <a:gd name="T54" fmla="+- 0 7451 7403"/>
                  <a:gd name="T55" fmla="*/ 7451 h 56"/>
                  <a:gd name="T56" fmla="+- 0 8338 8293"/>
                  <a:gd name="T57" fmla="*/ T56 w 71"/>
                  <a:gd name="T58" fmla="+- 0 7450 7403"/>
                  <a:gd name="T59" fmla="*/ 7450 h 56"/>
                  <a:gd name="T60" fmla="+- 0 8342 8293"/>
                  <a:gd name="T61" fmla="*/ T60 w 71"/>
                  <a:gd name="T62" fmla="+- 0 7445 7403"/>
                  <a:gd name="T63" fmla="*/ 7445 h 56"/>
                  <a:gd name="T64" fmla="+- 0 8353 8293"/>
                  <a:gd name="T65" fmla="*/ T64 w 71"/>
                  <a:gd name="T66" fmla="+- 0 7434 7403"/>
                  <a:gd name="T67" fmla="*/ 7434 h 56"/>
                  <a:gd name="T68" fmla="+- 0 8356 8293"/>
                  <a:gd name="T69" fmla="*/ T68 w 71"/>
                  <a:gd name="T70" fmla="+- 0 7429 7403"/>
                  <a:gd name="T71" fmla="*/ 7429 h 56"/>
                  <a:gd name="T72" fmla="+- 0 8358 8293"/>
                  <a:gd name="T73" fmla="*/ T72 w 71"/>
                  <a:gd name="T74" fmla="+- 0 7425 7403"/>
                  <a:gd name="T75" fmla="*/ 7425 h 56"/>
                  <a:gd name="T76" fmla="+- 0 8359 8293"/>
                  <a:gd name="T77" fmla="*/ T76 w 71"/>
                  <a:gd name="T78" fmla="+- 0 7422 7403"/>
                  <a:gd name="T79" fmla="*/ 7422 h 56"/>
                  <a:gd name="T80" fmla="+- 0 8360 8293"/>
                  <a:gd name="T81" fmla="*/ T80 w 71"/>
                  <a:gd name="T82" fmla="+- 0 7419 7403"/>
                  <a:gd name="T83" fmla="*/ 7419 h 56"/>
                  <a:gd name="T84" fmla="+- 0 8360 8293"/>
                  <a:gd name="T85" fmla="*/ T84 w 71"/>
                  <a:gd name="T86" fmla="+- 0 7413 7403"/>
                  <a:gd name="T87" fmla="*/ 7413 h 56"/>
                  <a:gd name="T88" fmla="+- 0 8359 8293"/>
                  <a:gd name="T89" fmla="*/ T88 w 71"/>
                  <a:gd name="T90" fmla="+- 0 7410 7403"/>
                  <a:gd name="T91" fmla="*/ 7410 h 56"/>
                  <a:gd name="T92" fmla="+- 0 8358 8293"/>
                  <a:gd name="T93" fmla="*/ T92 w 71"/>
                  <a:gd name="T94" fmla="+- 0 7409 7403"/>
                  <a:gd name="T95" fmla="*/ 7409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1" h="56">
                    <a:moveTo>
                      <a:pt x="65" y="6"/>
                    </a:moveTo>
                    <a:lnTo>
                      <a:pt x="53" y="6"/>
                    </a:lnTo>
                    <a:lnTo>
                      <a:pt x="55" y="7"/>
                    </a:lnTo>
                    <a:lnTo>
                      <a:pt x="59" y="11"/>
                    </a:lnTo>
                    <a:lnTo>
                      <a:pt x="60" y="14"/>
                    </a:lnTo>
                    <a:lnTo>
                      <a:pt x="60" y="22"/>
                    </a:lnTo>
                    <a:lnTo>
                      <a:pt x="58" y="27"/>
                    </a:lnTo>
                    <a:lnTo>
                      <a:pt x="51" y="37"/>
                    </a:lnTo>
                    <a:lnTo>
                      <a:pt x="44" y="44"/>
                    </a:lnTo>
                    <a:lnTo>
                      <a:pt x="35" y="53"/>
                    </a:lnTo>
                    <a:lnTo>
                      <a:pt x="35" y="54"/>
                    </a:lnTo>
                    <a:lnTo>
                      <a:pt x="67" y="54"/>
                    </a:lnTo>
                    <a:lnTo>
                      <a:pt x="69" y="48"/>
                    </a:lnTo>
                    <a:lnTo>
                      <a:pt x="44" y="48"/>
                    </a:lnTo>
                    <a:lnTo>
                      <a:pt x="45" y="47"/>
                    </a:lnTo>
                    <a:lnTo>
                      <a:pt x="49" y="42"/>
                    </a:lnTo>
                    <a:lnTo>
                      <a:pt x="60" y="31"/>
                    </a:lnTo>
                    <a:lnTo>
                      <a:pt x="63" y="26"/>
                    </a:lnTo>
                    <a:lnTo>
                      <a:pt x="65" y="22"/>
                    </a:lnTo>
                    <a:lnTo>
                      <a:pt x="66" y="19"/>
                    </a:lnTo>
                    <a:lnTo>
                      <a:pt x="67" y="16"/>
                    </a:lnTo>
                    <a:lnTo>
                      <a:pt x="67" y="10"/>
                    </a:lnTo>
                    <a:lnTo>
                      <a:pt x="66" y="7"/>
                    </a:lnTo>
                    <a:lnTo>
                      <a:pt x="6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6" name="Freeform 5887">
                <a:extLst>
                  <a:ext uri="{FF2B5EF4-FFF2-40B4-BE49-F238E27FC236}">
                    <a16:creationId xmlns:a16="http://schemas.microsoft.com/office/drawing/2014/main" id="{40063139-CF5E-4B77-D5D9-30724E6307A0}"/>
                  </a:ext>
                </a:extLst>
              </p:cNvPr>
              <p:cNvSpPr>
                <a:spLocks/>
              </p:cNvSpPr>
              <p:nvPr/>
            </p:nvSpPr>
            <p:spPr bwMode="auto">
              <a:xfrm>
                <a:off x="8293" y="7403"/>
                <a:ext cx="71" cy="56"/>
              </a:xfrm>
              <a:custGeom>
                <a:avLst/>
                <a:gdLst>
                  <a:gd name="T0" fmla="+- 0 8363 8293"/>
                  <a:gd name="T1" fmla="*/ T0 w 71"/>
                  <a:gd name="T2" fmla="+- 0 7447 7403"/>
                  <a:gd name="T3" fmla="*/ 7447 h 56"/>
                  <a:gd name="T4" fmla="+- 0 8362 8293"/>
                  <a:gd name="T5" fmla="*/ T4 w 71"/>
                  <a:gd name="T6" fmla="+- 0 7447 7403"/>
                  <a:gd name="T7" fmla="*/ 7447 h 56"/>
                  <a:gd name="T8" fmla="+- 0 8360 8293"/>
                  <a:gd name="T9" fmla="*/ T8 w 71"/>
                  <a:gd name="T10" fmla="+- 0 7450 7403"/>
                  <a:gd name="T11" fmla="*/ 7450 h 56"/>
                  <a:gd name="T12" fmla="+- 0 8356 8293"/>
                  <a:gd name="T13" fmla="*/ T12 w 71"/>
                  <a:gd name="T14" fmla="+- 0 7451 7403"/>
                  <a:gd name="T15" fmla="*/ 7451 h 56"/>
                  <a:gd name="T16" fmla="+- 0 8355 8293"/>
                  <a:gd name="T17" fmla="*/ T16 w 71"/>
                  <a:gd name="T18" fmla="+- 0 7451 7403"/>
                  <a:gd name="T19" fmla="*/ 7451 h 56"/>
                  <a:gd name="T20" fmla="+- 0 8337 8293"/>
                  <a:gd name="T21" fmla="*/ T20 w 71"/>
                  <a:gd name="T22" fmla="+- 0 7451 7403"/>
                  <a:gd name="T23" fmla="*/ 7451 h 56"/>
                  <a:gd name="T24" fmla="+- 0 8362 8293"/>
                  <a:gd name="T25" fmla="*/ T24 w 71"/>
                  <a:gd name="T26" fmla="+- 0 7451 7403"/>
                  <a:gd name="T27" fmla="*/ 7451 h 56"/>
                  <a:gd name="T28" fmla="+- 0 8363 8293"/>
                  <a:gd name="T29" fmla="*/ T28 w 71"/>
                  <a:gd name="T30" fmla="+- 0 7447 7403"/>
                  <a:gd name="T31" fmla="*/ 7447 h 56"/>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71" h="56">
                    <a:moveTo>
                      <a:pt x="70" y="44"/>
                    </a:moveTo>
                    <a:lnTo>
                      <a:pt x="69" y="44"/>
                    </a:lnTo>
                    <a:lnTo>
                      <a:pt x="67" y="47"/>
                    </a:lnTo>
                    <a:lnTo>
                      <a:pt x="63" y="48"/>
                    </a:lnTo>
                    <a:lnTo>
                      <a:pt x="62" y="48"/>
                    </a:lnTo>
                    <a:lnTo>
                      <a:pt x="44" y="48"/>
                    </a:lnTo>
                    <a:lnTo>
                      <a:pt x="69" y="48"/>
                    </a:lnTo>
                    <a:lnTo>
                      <a:pt x="70"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7" name="Freeform 5888">
                <a:extLst>
                  <a:ext uri="{FF2B5EF4-FFF2-40B4-BE49-F238E27FC236}">
                    <a16:creationId xmlns:a16="http://schemas.microsoft.com/office/drawing/2014/main" id="{B4791502-F645-5D04-EBCB-7150B11A9D6B}"/>
                  </a:ext>
                </a:extLst>
              </p:cNvPr>
              <p:cNvSpPr>
                <a:spLocks/>
              </p:cNvSpPr>
              <p:nvPr/>
            </p:nvSpPr>
            <p:spPr bwMode="auto">
              <a:xfrm>
                <a:off x="8293" y="7403"/>
                <a:ext cx="71" cy="56"/>
              </a:xfrm>
              <a:custGeom>
                <a:avLst/>
                <a:gdLst>
                  <a:gd name="T0" fmla="+- 0 8349 8293"/>
                  <a:gd name="T1" fmla="*/ T0 w 71"/>
                  <a:gd name="T2" fmla="+- 0 7403 7403"/>
                  <a:gd name="T3" fmla="*/ 7403 h 56"/>
                  <a:gd name="T4" fmla="+- 0 8341 8293"/>
                  <a:gd name="T5" fmla="*/ T4 w 71"/>
                  <a:gd name="T6" fmla="+- 0 7403 7403"/>
                  <a:gd name="T7" fmla="*/ 7403 h 56"/>
                  <a:gd name="T8" fmla="+- 0 8337 8293"/>
                  <a:gd name="T9" fmla="*/ T8 w 71"/>
                  <a:gd name="T10" fmla="+- 0 7404 7403"/>
                  <a:gd name="T11" fmla="*/ 7404 h 56"/>
                  <a:gd name="T12" fmla="+- 0 8332 8293"/>
                  <a:gd name="T13" fmla="*/ T12 w 71"/>
                  <a:gd name="T14" fmla="+- 0 7409 7403"/>
                  <a:gd name="T15" fmla="*/ 7409 h 56"/>
                  <a:gd name="T16" fmla="+- 0 8330 8293"/>
                  <a:gd name="T17" fmla="*/ T16 w 71"/>
                  <a:gd name="T18" fmla="+- 0 7413 7403"/>
                  <a:gd name="T19" fmla="*/ 7413 h 56"/>
                  <a:gd name="T20" fmla="+- 0 8330 8293"/>
                  <a:gd name="T21" fmla="*/ T20 w 71"/>
                  <a:gd name="T22" fmla="+- 0 7418 7403"/>
                  <a:gd name="T23" fmla="*/ 7418 h 56"/>
                  <a:gd name="T24" fmla="+- 0 8331 8293"/>
                  <a:gd name="T25" fmla="*/ T24 w 71"/>
                  <a:gd name="T26" fmla="+- 0 7418 7403"/>
                  <a:gd name="T27" fmla="*/ 7418 h 56"/>
                  <a:gd name="T28" fmla="+- 0 8332 8293"/>
                  <a:gd name="T29" fmla="*/ T28 w 71"/>
                  <a:gd name="T30" fmla="+- 0 7415 7403"/>
                  <a:gd name="T31" fmla="*/ 7415 h 56"/>
                  <a:gd name="T32" fmla="+- 0 8334 8293"/>
                  <a:gd name="T33" fmla="*/ T32 w 71"/>
                  <a:gd name="T34" fmla="+- 0 7413 7403"/>
                  <a:gd name="T35" fmla="*/ 7413 h 56"/>
                  <a:gd name="T36" fmla="+- 0 8338 8293"/>
                  <a:gd name="T37" fmla="*/ T36 w 71"/>
                  <a:gd name="T38" fmla="+- 0 7410 7403"/>
                  <a:gd name="T39" fmla="*/ 7410 h 56"/>
                  <a:gd name="T40" fmla="+- 0 8340 8293"/>
                  <a:gd name="T41" fmla="*/ T40 w 71"/>
                  <a:gd name="T42" fmla="+- 0 7409 7403"/>
                  <a:gd name="T43" fmla="*/ 7409 h 56"/>
                  <a:gd name="T44" fmla="+- 0 8358 8293"/>
                  <a:gd name="T45" fmla="*/ T44 w 71"/>
                  <a:gd name="T46" fmla="+- 0 7409 7403"/>
                  <a:gd name="T47" fmla="*/ 7409 h 56"/>
                  <a:gd name="T48" fmla="+- 0 8353 8293"/>
                  <a:gd name="T49" fmla="*/ T48 w 71"/>
                  <a:gd name="T50" fmla="+- 0 7404 7403"/>
                  <a:gd name="T51" fmla="*/ 7404 h 56"/>
                  <a:gd name="T52" fmla="+- 0 8349 8293"/>
                  <a:gd name="T53" fmla="*/ T52 w 71"/>
                  <a:gd name="T54" fmla="+- 0 7403 7403"/>
                  <a:gd name="T55"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71" h="56">
                    <a:moveTo>
                      <a:pt x="56" y="0"/>
                    </a:moveTo>
                    <a:lnTo>
                      <a:pt x="48" y="0"/>
                    </a:lnTo>
                    <a:lnTo>
                      <a:pt x="44" y="1"/>
                    </a:lnTo>
                    <a:lnTo>
                      <a:pt x="39" y="6"/>
                    </a:lnTo>
                    <a:lnTo>
                      <a:pt x="37" y="10"/>
                    </a:lnTo>
                    <a:lnTo>
                      <a:pt x="37" y="15"/>
                    </a:lnTo>
                    <a:lnTo>
                      <a:pt x="38" y="15"/>
                    </a:lnTo>
                    <a:lnTo>
                      <a:pt x="39" y="12"/>
                    </a:lnTo>
                    <a:lnTo>
                      <a:pt x="41" y="10"/>
                    </a:lnTo>
                    <a:lnTo>
                      <a:pt x="45" y="7"/>
                    </a:lnTo>
                    <a:lnTo>
                      <a:pt x="47" y="6"/>
                    </a:lnTo>
                    <a:lnTo>
                      <a:pt x="65" y="6"/>
                    </a:lnTo>
                    <a:lnTo>
                      <a:pt x="60" y="1"/>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2" name="Group 491">
              <a:extLst>
                <a:ext uri="{FF2B5EF4-FFF2-40B4-BE49-F238E27FC236}">
                  <a16:creationId xmlns:a16="http://schemas.microsoft.com/office/drawing/2014/main" id="{9F32CF09-62C1-9972-B6F7-B2C8028A6A83}"/>
                </a:ext>
              </a:extLst>
            </p:cNvPr>
            <p:cNvGrpSpPr>
              <a:grpSpLocks/>
            </p:cNvGrpSpPr>
            <p:nvPr/>
          </p:nvGrpSpPr>
          <p:grpSpPr bwMode="auto">
            <a:xfrm>
              <a:off x="8786" y="7403"/>
              <a:ext cx="35" cy="56"/>
              <a:chOff x="8786" y="7403"/>
              <a:chExt cx="35" cy="56"/>
            </a:xfrm>
          </p:grpSpPr>
          <p:sp>
            <p:nvSpPr>
              <p:cNvPr id="610" name="Freeform 5890">
                <a:extLst>
                  <a:ext uri="{FF2B5EF4-FFF2-40B4-BE49-F238E27FC236}">
                    <a16:creationId xmlns:a16="http://schemas.microsoft.com/office/drawing/2014/main" id="{144B1D4E-6AFB-5E07-672A-A51FC1B9DC98}"/>
                  </a:ext>
                </a:extLst>
              </p:cNvPr>
              <p:cNvSpPr>
                <a:spLocks/>
              </p:cNvSpPr>
              <p:nvPr/>
            </p:nvSpPr>
            <p:spPr bwMode="auto">
              <a:xfrm>
                <a:off x="8786" y="7403"/>
                <a:ext cx="35" cy="56"/>
              </a:xfrm>
              <a:custGeom>
                <a:avLst/>
                <a:gdLst>
                  <a:gd name="T0" fmla="+- 0 8807 8786"/>
                  <a:gd name="T1" fmla="*/ T0 w 35"/>
                  <a:gd name="T2" fmla="+- 0 7403 7403"/>
                  <a:gd name="T3" fmla="*/ 7403 h 56"/>
                  <a:gd name="T4" fmla="+- 0 8801 8786"/>
                  <a:gd name="T5" fmla="*/ T4 w 35"/>
                  <a:gd name="T6" fmla="+- 0 7403 7403"/>
                  <a:gd name="T7" fmla="*/ 7403 h 56"/>
                  <a:gd name="T8" fmla="+- 0 8798 8786"/>
                  <a:gd name="T9" fmla="*/ T8 w 35"/>
                  <a:gd name="T10" fmla="+- 0 7404 7403"/>
                  <a:gd name="T11" fmla="*/ 7404 h 56"/>
                  <a:gd name="T12" fmla="+- 0 8793 8786"/>
                  <a:gd name="T13" fmla="*/ T12 w 35"/>
                  <a:gd name="T14" fmla="+- 0 7407 7403"/>
                  <a:gd name="T15" fmla="*/ 7407 h 56"/>
                  <a:gd name="T16" fmla="+- 0 8790 8786"/>
                  <a:gd name="T17" fmla="*/ T16 w 35"/>
                  <a:gd name="T18" fmla="+- 0 7411 7403"/>
                  <a:gd name="T19" fmla="*/ 7411 h 56"/>
                  <a:gd name="T20" fmla="+- 0 8787 8786"/>
                  <a:gd name="T21" fmla="*/ T20 w 35"/>
                  <a:gd name="T22" fmla="+- 0 7420 7403"/>
                  <a:gd name="T23" fmla="*/ 7420 h 56"/>
                  <a:gd name="T24" fmla="+- 0 8786 8786"/>
                  <a:gd name="T25" fmla="*/ T24 w 35"/>
                  <a:gd name="T26" fmla="+- 0 7425 7403"/>
                  <a:gd name="T27" fmla="*/ 7425 h 56"/>
                  <a:gd name="T28" fmla="+- 0 8786 8786"/>
                  <a:gd name="T29" fmla="*/ T28 w 35"/>
                  <a:gd name="T30" fmla="+- 0 7438 7403"/>
                  <a:gd name="T31" fmla="*/ 7438 h 56"/>
                  <a:gd name="T32" fmla="+- 0 8787 8786"/>
                  <a:gd name="T33" fmla="*/ T32 w 35"/>
                  <a:gd name="T34" fmla="+- 0 7444 7403"/>
                  <a:gd name="T35" fmla="*/ 7444 h 56"/>
                  <a:gd name="T36" fmla="+- 0 8793 8786"/>
                  <a:gd name="T37" fmla="*/ T36 w 35"/>
                  <a:gd name="T38" fmla="+- 0 7455 7403"/>
                  <a:gd name="T39" fmla="*/ 7455 h 56"/>
                  <a:gd name="T40" fmla="+- 0 8798 8786"/>
                  <a:gd name="T41" fmla="*/ T40 w 35"/>
                  <a:gd name="T42" fmla="+- 0 7458 7403"/>
                  <a:gd name="T43" fmla="*/ 7458 h 56"/>
                  <a:gd name="T44" fmla="+- 0 8805 8786"/>
                  <a:gd name="T45" fmla="*/ T44 w 35"/>
                  <a:gd name="T46" fmla="+- 0 7458 7403"/>
                  <a:gd name="T47" fmla="*/ 7458 h 56"/>
                  <a:gd name="T48" fmla="+- 0 8808 8786"/>
                  <a:gd name="T49" fmla="*/ T48 w 35"/>
                  <a:gd name="T50" fmla="+- 0 7457 7403"/>
                  <a:gd name="T51" fmla="*/ 7457 h 56"/>
                  <a:gd name="T52" fmla="+- 0 8810 8786"/>
                  <a:gd name="T53" fmla="*/ T52 w 35"/>
                  <a:gd name="T54" fmla="+- 0 7456 7403"/>
                  <a:gd name="T55" fmla="*/ 7456 h 56"/>
                  <a:gd name="T56" fmla="+- 0 8800 8786"/>
                  <a:gd name="T57" fmla="*/ T56 w 35"/>
                  <a:gd name="T58" fmla="+- 0 7456 7403"/>
                  <a:gd name="T59" fmla="*/ 7456 h 56"/>
                  <a:gd name="T60" fmla="+- 0 8798 8786"/>
                  <a:gd name="T61" fmla="*/ T60 w 35"/>
                  <a:gd name="T62" fmla="+- 0 7454 7403"/>
                  <a:gd name="T63" fmla="*/ 7454 h 56"/>
                  <a:gd name="T64" fmla="+- 0 8794 8786"/>
                  <a:gd name="T65" fmla="*/ T64 w 35"/>
                  <a:gd name="T66" fmla="+- 0 7445 7403"/>
                  <a:gd name="T67" fmla="*/ 7445 h 56"/>
                  <a:gd name="T68" fmla="+- 0 8794 8786"/>
                  <a:gd name="T69" fmla="*/ T68 w 35"/>
                  <a:gd name="T70" fmla="+- 0 7439 7403"/>
                  <a:gd name="T71" fmla="*/ 7439 h 56"/>
                  <a:gd name="T72" fmla="+- 0 8794 8786"/>
                  <a:gd name="T73" fmla="*/ T72 w 35"/>
                  <a:gd name="T74" fmla="+- 0 7425 7403"/>
                  <a:gd name="T75" fmla="*/ 7425 h 56"/>
                  <a:gd name="T76" fmla="+- 0 8803 8786"/>
                  <a:gd name="T77" fmla="*/ T76 w 35"/>
                  <a:gd name="T78" fmla="+- 0 7405 7403"/>
                  <a:gd name="T79" fmla="*/ 7405 h 56"/>
                  <a:gd name="T80" fmla="+- 0 8811 8786"/>
                  <a:gd name="T81" fmla="*/ T80 w 35"/>
                  <a:gd name="T82" fmla="+- 0 7405 7403"/>
                  <a:gd name="T83" fmla="*/ 7405 h 56"/>
                  <a:gd name="T84" fmla="+- 0 8811 8786"/>
                  <a:gd name="T85" fmla="*/ T84 w 35"/>
                  <a:gd name="T86" fmla="+- 0 7405 7403"/>
                  <a:gd name="T87" fmla="*/ 7405 h 56"/>
                  <a:gd name="T88" fmla="+- 0 8807 8786"/>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8" y="36"/>
                    </a:lnTo>
                    <a:lnTo>
                      <a:pt x="8" y="22"/>
                    </a:lnTo>
                    <a:lnTo>
                      <a:pt x="17"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11" name="Freeform 5891">
                <a:extLst>
                  <a:ext uri="{FF2B5EF4-FFF2-40B4-BE49-F238E27FC236}">
                    <a16:creationId xmlns:a16="http://schemas.microsoft.com/office/drawing/2014/main" id="{58C6883C-F787-9566-5537-FE5D24AC7BBF}"/>
                  </a:ext>
                </a:extLst>
              </p:cNvPr>
              <p:cNvSpPr>
                <a:spLocks/>
              </p:cNvSpPr>
              <p:nvPr/>
            </p:nvSpPr>
            <p:spPr bwMode="auto">
              <a:xfrm>
                <a:off x="8786" y="7403"/>
                <a:ext cx="35" cy="56"/>
              </a:xfrm>
              <a:custGeom>
                <a:avLst/>
                <a:gdLst>
                  <a:gd name="T0" fmla="+- 0 8811 8786"/>
                  <a:gd name="T1" fmla="*/ T0 w 35"/>
                  <a:gd name="T2" fmla="+- 0 7405 7403"/>
                  <a:gd name="T3" fmla="*/ 7405 h 56"/>
                  <a:gd name="T4" fmla="+- 0 8803 8786"/>
                  <a:gd name="T5" fmla="*/ T4 w 35"/>
                  <a:gd name="T6" fmla="+- 0 7405 7403"/>
                  <a:gd name="T7" fmla="*/ 7405 h 56"/>
                  <a:gd name="T8" fmla="+- 0 8807 8786"/>
                  <a:gd name="T9" fmla="*/ T8 w 35"/>
                  <a:gd name="T10" fmla="+- 0 7407 7403"/>
                  <a:gd name="T11" fmla="*/ 7407 h 56"/>
                  <a:gd name="T12" fmla="+- 0 8809 8786"/>
                  <a:gd name="T13" fmla="*/ T12 w 35"/>
                  <a:gd name="T14" fmla="+- 0 7408 7403"/>
                  <a:gd name="T15" fmla="*/ 7408 h 56"/>
                  <a:gd name="T16" fmla="+- 0 8810 8786"/>
                  <a:gd name="T17" fmla="*/ T16 w 35"/>
                  <a:gd name="T18" fmla="+- 0 7410 7403"/>
                  <a:gd name="T19" fmla="*/ 7410 h 56"/>
                  <a:gd name="T20" fmla="+- 0 8812 8786"/>
                  <a:gd name="T21" fmla="*/ T20 w 35"/>
                  <a:gd name="T22" fmla="+- 0 7417 7403"/>
                  <a:gd name="T23" fmla="*/ 7417 h 56"/>
                  <a:gd name="T24" fmla="+- 0 8812 8786"/>
                  <a:gd name="T25" fmla="*/ T24 w 35"/>
                  <a:gd name="T26" fmla="+- 0 7420 7403"/>
                  <a:gd name="T27" fmla="*/ 7420 h 56"/>
                  <a:gd name="T28" fmla="+- 0 8812 8786"/>
                  <a:gd name="T29" fmla="*/ T28 w 35"/>
                  <a:gd name="T30" fmla="+- 0 7438 7403"/>
                  <a:gd name="T31" fmla="*/ 7438 h 56"/>
                  <a:gd name="T32" fmla="+- 0 8812 8786"/>
                  <a:gd name="T33" fmla="*/ T32 w 35"/>
                  <a:gd name="T34" fmla="+- 0 7443 7403"/>
                  <a:gd name="T35" fmla="*/ 7443 h 56"/>
                  <a:gd name="T36" fmla="+- 0 8810 8786"/>
                  <a:gd name="T37" fmla="*/ T36 w 35"/>
                  <a:gd name="T38" fmla="+- 0 7450 7403"/>
                  <a:gd name="T39" fmla="*/ 7450 h 56"/>
                  <a:gd name="T40" fmla="+- 0 8809 8786"/>
                  <a:gd name="T41" fmla="*/ T40 w 35"/>
                  <a:gd name="T42" fmla="+- 0 7452 7403"/>
                  <a:gd name="T43" fmla="*/ 7452 h 56"/>
                  <a:gd name="T44" fmla="+- 0 8807 8786"/>
                  <a:gd name="T45" fmla="*/ T44 w 35"/>
                  <a:gd name="T46" fmla="+- 0 7454 7403"/>
                  <a:gd name="T47" fmla="*/ 7454 h 56"/>
                  <a:gd name="T48" fmla="+- 0 8803 8786"/>
                  <a:gd name="T49" fmla="*/ T48 w 35"/>
                  <a:gd name="T50" fmla="+- 0 7456 7403"/>
                  <a:gd name="T51" fmla="*/ 7456 h 56"/>
                  <a:gd name="T52" fmla="+- 0 8810 8786"/>
                  <a:gd name="T53" fmla="*/ T52 w 35"/>
                  <a:gd name="T54" fmla="+- 0 7456 7403"/>
                  <a:gd name="T55" fmla="*/ 7456 h 56"/>
                  <a:gd name="T56" fmla="+- 0 8820 8786"/>
                  <a:gd name="T57" fmla="*/ T56 w 35"/>
                  <a:gd name="T58" fmla="+- 0 7421 7403"/>
                  <a:gd name="T59" fmla="*/ 7421 h 56"/>
                  <a:gd name="T60" fmla="+- 0 8818 8786"/>
                  <a:gd name="T61" fmla="*/ T60 w 35"/>
                  <a:gd name="T62" fmla="+- 0 7414 7403"/>
                  <a:gd name="T63" fmla="*/ 7414 h 56"/>
                  <a:gd name="T64" fmla="+- 0 8811 8786"/>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2"/>
                    </a:moveTo>
                    <a:lnTo>
                      <a:pt x="17" y="2"/>
                    </a:lnTo>
                    <a:lnTo>
                      <a:pt x="21" y="4"/>
                    </a:lnTo>
                    <a:lnTo>
                      <a:pt x="23" y="5"/>
                    </a:lnTo>
                    <a:lnTo>
                      <a:pt x="24" y="7"/>
                    </a:lnTo>
                    <a:lnTo>
                      <a:pt x="26" y="14"/>
                    </a:lnTo>
                    <a:lnTo>
                      <a:pt x="26" y="17"/>
                    </a:lnTo>
                    <a:lnTo>
                      <a:pt x="26" y="35"/>
                    </a:lnTo>
                    <a:lnTo>
                      <a:pt x="26" y="40"/>
                    </a:lnTo>
                    <a:lnTo>
                      <a:pt x="24" y="47"/>
                    </a:lnTo>
                    <a:lnTo>
                      <a:pt x="23" y="49"/>
                    </a:lnTo>
                    <a:lnTo>
                      <a:pt x="21" y="51"/>
                    </a:lnTo>
                    <a:lnTo>
                      <a:pt x="17" y="53"/>
                    </a:lnTo>
                    <a:lnTo>
                      <a:pt x="24" y="53"/>
                    </a:lnTo>
                    <a:lnTo>
                      <a:pt x="34" y="18"/>
                    </a:lnTo>
                    <a:lnTo>
                      <a:pt x="32" y="11"/>
                    </a:lnTo>
                    <a:lnTo>
                      <a:pt x="2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3" name="Group 492">
              <a:extLst>
                <a:ext uri="{FF2B5EF4-FFF2-40B4-BE49-F238E27FC236}">
                  <a16:creationId xmlns:a16="http://schemas.microsoft.com/office/drawing/2014/main" id="{9F85822F-DEB0-7B72-F5AC-8030BF0993C2}"/>
                </a:ext>
              </a:extLst>
            </p:cNvPr>
            <p:cNvGrpSpPr>
              <a:grpSpLocks/>
            </p:cNvGrpSpPr>
            <p:nvPr/>
          </p:nvGrpSpPr>
          <p:grpSpPr bwMode="auto">
            <a:xfrm>
              <a:off x="0" y="7403"/>
              <a:ext cx="9277" cy="335"/>
              <a:chOff x="0" y="7403"/>
              <a:chExt cx="9277" cy="335"/>
            </a:xfrm>
          </p:grpSpPr>
          <p:sp>
            <p:nvSpPr>
              <p:cNvPr id="607" name="Freeform 5893">
                <a:extLst>
                  <a:ext uri="{FF2B5EF4-FFF2-40B4-BE49-F238E27FC236}">
                    <a16:creationId xmlns:a16="http://schemas.microsoft.com/office/drawing/2014/main" id="{A399657D-D550-13D8-586C-D9CDBF113954}"/>
                  </a:ext>
                </a:extLst>
              </p:cNvPr>
              <p:cNvSpPr>
                <a:spLocks/>
              </p:cNvSpPr>
              <p:nvPr/>
            </p:nvSpPr>
            <p:spPr bwMode="auto">
              <a:xfrm>
                <a:off x="9242" y="7403"/>
                <a:ext cx="35" cy="56"/>
              </a:xfrm>
              <a:custGeom>
                <a:avLst/>
                <a:gdLst>
                  <a:gd name="T0" fmla="+- 0 9263 9242"/>
                  <a:gd name="T1" fmla="*/ T0 w 35"/>
                  <a:gd name="T2" fmla="+- 0 7403 7403"/>
                  <a:gd name="T3" fmla="*/ 7403 h 56"/>
                  <a:gd name="T4" fmla="+- 0 9257 9242"/>
                  <a:gd name="T5" fmla="*/ T4 w 35"/>
                  <a:gd name="T6" fmla="+- 0 7403 7403"/>
                  <a:gd name="T7" fmla="*/ 7403 h 56"/>
                  <a:gd name="T8" fmla="+- 0 9254 9242"/>
                  <a:gd name="T9" fmla="*/ T8 w 35"/>
                  <a:gd name="T10" fmla="+- 0 7404 7403"/>
                  <a:gd name="T11" fmla="*/ 7404 h 56"/>
                  <a:gd name="T12" fmla="+- 0 9249 9242"/>
                  <a:gd name="T13" fmla="*/ T12 w 35"/>
                  <a:gd name="T14" fmla="+- 0 7407 7403"/>
                  <a:gd name="T15" fmla="*/ 7407 h 56"/>
                  <a:gd name="T16" fmla="+- 0 9247 9242"/>
                  <a:gd name="T17" fmla="*/ T16 w 35"/>
                  <a:gd name="T18" fmla="+- 0 7411 7403"/>
                  <a:gd name="T19" fmla="*/ 7411 h 56"/>
                  <a:gd name="T20" fmla="+- 0 9243 9242"/>
                  <a:gd name="T21" fmla="*/ T20 w 35"/>
                  <a:gd name="T22" fmla="+- 0 7420 7403"/>
                  <a:gd name="T23" fmla="*/ 7420 h 56"/>
                  <a:gd name="T24" fmla="+- 0 9242 9242"/>
                  <a:gd name="T25" fmla="*/ T24 w 35"/>
                  <a:gd name="T26" fmla="+- 0 7425 7403"/>
                  <a:gd name="T27" fmla="*/ 7425 h 56"/>
                  <a:gd name="T28" fmla="+- 0 9242 9242"/>
                  <a:gd name="T29" fmla="*/ T28 w 35"/>
                  <a:gd name="T30" fmla="+- 0 7438 7403"/>
                  <a:gd name="T31" fmla="*/ 7438 h 56"/>
                  <a:gd name="T32" fmla="+- 0 9243 9242"/>
                  <a:gd name="T33" fmla="*/ T32 w 35"/>
                  <a:gd name="T34" fmla="+- 0 7444 7403"/>
                  <a:gd name="T35" fmla="*/ 7444 h 56"/>
                  <a:gd name="T36" fmla="+- 0 9250 9242"/>
                  <a:gd name="T37" fmla="*/ T36 w 35"/>
                  <a:gd name="T38" fmla="+- 0 7455 7403"/>
                  <a:gd name="T39" fmla="*/ 7455 h 56"/>
                  <a:gd name="T40" fmla="+- 0 9254 9242"/>
                  <a:gd name="T41" fmla="*/ T40 w 35"/>
                  <a:gd name="T42" fmla="+- 0 7458 7403"/>
                  <a:gd name="T43" fmla="*/ 7458 h 56"/>
                  <a:gd name="T44" fmla="+- 0 9262 9242"/>
                  <a:gd name="T45" fmla="*/ T44 w 35"/>
                  <a:gd name="T46" fmla="+- 0 7458 7403"/>
                  <a:gd name="T47" fmla="*/ 7458 h 56"/>
                  <a:gd name="T48" fmla="+- 0 9264 9242"/>
                  <a:gd name="T49" fmla="*/ T48 w 35"/>
                  <a:gd name="T50" fmla="+- 0 7457 7403"/>
                  <a:gd name="T51" fmla="*/ 7457 h 56"/>
                  <a:gd name="T52" fmla="+- 0 9266 9242"/>
                  <a:gd name="T53" fmla="*/ T52 w 35"/>
                  <a:gd name="T54" fmla="+- 0 7456 7403"/>
                  <a:gd name="T55" fmla="*/ 7456 h 56"/>
                  <a:gd name="T56" fmla="+- 0 9256 9242"/>
                  <a:gd name="T57" fmla="*/ T56 w 35"/>
                  <a:gd name="T58" fmla="+- 0 7456 7403"/>
                  <a:gd name="T59" fmla="*/ 7456 h 56"/>
                  <a:gd name="T60" fmla="+- 0 9254 9242"/>
                  <a:gd name="T61" fmla="*/ T60 w 35"/>
                  <a:gd name="T62" fmla="+- 0 7454 7403"/>
                  <a:gd name="T63" fmla="*/ 7454 h 56"/>
                  <a:gd name="T64" fmla="+- 0 9251 9242"/>
                  <a:gd name="T65" fmla="*/ T64 w 35"/>
                  <a:gd name="T66" fmla="+- 0 7445 7403"/>
                  <a:gd name="T67" fmla="*/ 7445 h 56"/>
                  <a:gd name="T68" fmla="+- 0 9250 9242"/>
                  <a:gd name="T69" fmla="*/ T68 w 35"/>
                  <a:gd name="T70" fmla="+- 0 7439 7403"/>
                  <a:gd name="T71" fmla="*/ 7439 h 56"/>
                  <a:gd name="T72" fmla="+- 0 9250 9242"/>
                  <a:gd name="T73" fmla="*/ T72 w 35"/>
                  <a:gd name="T74" fmla="+- 0 7425 7403"/>
                  <a:gd name="T75" fmla="*/ 7425 h 56"/>
                  <a:gd name="T76" fmla="+- 0 9259 9242"/>
                  <a:gd name="T77" fmla="*/ T76 w 35"/>
                  <a:gd name="T78" fmla="+- 0 7405 7403"/>
                  <a:gd name="T79" fmla="*/ 7405 h 56"/>
                  <a:gd name="T80" fmla="+- 0 9268 9242"/>
                  <a:gd name="T81" fmla="*/ T80 w 35"/>
                  <a:gd name="T82" fmla="+- 0 7405 7403"/>
                  <a:gd name="T83" fmla="*/ 7405 h 56"/>
                  <a:gd name="T84" fmla="+- 0 9267 9242"/>
                  <a:gd name="T85" fmla="*/ T84 w 35"/>
                  <a:gd name="T86" fmla="+- 0 7405 7403"/>
                  <a:gd name="T87" fmla="*/ 7405 h 56"/>
                  <a:gd name="T88" fmla="+- 0 9263 9242"/>
                  <a:gd name="T89" fmla="*/ T88 w 35"/>
                  <a:gd name="T90" fmla="+- 0 7403 7403"/>
                  <a:gd name="T91" fmla="*/ 740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4"/>
                    </a:lnTo>
                    <a:lnTo>
                      <a:pt x="5" y="8"/>
                    </a:lnTo>
                    <a:lnTo>
                      <a:pt x="1" y="17"/>
                    </a:lnTo>
                    <a:lnTo>
                      <a:pt x="0" y="22"/>
                    </a:lnTo>
                    <a:lnTo>
                      <a:pt x="0" y="35"/>
                    </a:lnTo>
                    <a:lnTo>
                      <a:pt x="1" y="41"/>
                    </a:lnTo>
                    <a:lnTo>
                      <a:pt x="8" y="52"/>
                    </a:lnTo>
                    <a:lnTo>
                      <a:pt x="12" y="55"/>
                    </a:lnTo>
                    <a:lnTo>
                      <a:pt x="20" y="55"/>
                    </a:lnTo>
                    <a:lnTo>
                      <a:pt x="22" y="54"/>
                    </a:lnTo>
                    <a:lnTo>
                      <a:pt x="24" y="53"/>
                    </a:lnTo>
                    <a:lnTo>
                      <a:pt x="14" y="53"/>
                    </a:lnTo>
                    <a:lnTo>
                      <a:pt x="12" y="51"/>
                    </a:lnTo>
                    <a:lnTo>
                      <a:pt x="9" y="42"/>
                    </a:lnTo>
                    <a:lnTo>
                      <a:pt x="8" y="36"/>
                    </a:lnTo>
                    <a:lnTo>
                      <a:pt x="8" y="22"/>
                    </a:lnTo>
                    <a:lnTo>
                      <a:pt x="17" y="2"/>
                    </a:lnTo>
                    <a:lnTo>
                      <a:pt x="26" y="2"/>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08" name="Freeform 5894">
                <a:extLst>
                  <a:ext uri="{FF2B5EF4-FFF2-40B4-BE49-F238E27FC236}">
                    <a16:creationId xmlns:a16="http://schemas.microsoft.com/office/drawing/2014/main" id="{D7603CF3-BB92-C666-AF69-5E0AAF23711C}"/>
                  </a:ext>
                </a:extLst>
              </p:cNvPr>
              <p:cNvSpPr>
                <a:spLocks/>
              </p:cNvSpPr>
              <p:nvPr/>
            </p:nvSpPr>
            <p:spPr bwMode="auto">
              <a:xfrm>
                <a:off x="9242" y="7403"/>
                <a:ext cx="35" cy="56"/>
              </a:xfrm>
              <a:custGeom>
                <a:avLst/>
                <a:gdLst>
                  <a:gd name="T0" fmla="+- 0 9268 9242"/>
                  <a:gd name="T1" fmla="*/ T0 w 35"/>
                  <a:gd name="T2" fmla="+- 0 7405 7403"/>
                  <a:gd name="T3" fmla="*/ 7405 h 56"/>
                  <a:gd name="T4" fmla="+- 0 9259 9242"/>
                  <a:gd name="T5" fmla="*/ T4 w 35"/>
                  <a:gd name="T6" fmla="+- 0 7405 7403"/>
                  <a:gd name="T7" fmla="*/ 7405 h 56"/>
                  <a:gd name="T8" fmla="+- 0 9263 9242"/>
                  <a:gd name="T9" fmla="*/ T8 w 35"/>
                  <a:gd name="T10" fmla="+- 0 7407 7403"/>
                  <a:gd name="T11" fmla="*/ 7407 h 56"/>
                  <a:gd name="T12" fmla="+- 0 9265 9242"/>
                  <a:gd name="T13" fmla="*/ T12 w 35"/>
                  <a:gd name="T14" fmla="+- 0 7408 7403"/>
                  <a:gd name="T15" fmla="*/ 7408 h 56"/>
                  <a:gd name="T16" fmla="+- 0 9266 9242"/>
                  <a:gd name="T17" fmla="*/ T16 w 35"/>
                  <a:gd name="T18" fmla="+- 0 7410 7403"/>
                  <a:gd name="T19" fmla="*/ 7410 h 56"/>
                  <a:gd name="T20" fmla="+- 0 9268 9242"/>
                  <a:gd name="T21" fmla="*/ T20 w 35"/>
                  <a:gd name="T22" fmla="+- 0 7417 7403"/>
                  <a:gd name="T23" fmla="*/ 7417 h 56"/>
                  <a:gd name="T24" fmla="+- 0 9268 9242"/>
                  <a:gd name="T25" fmla="*/ T24 w 35"/>
                  <a:gd name="T26" fmla="+- 0 7420 7403"/>
                  <a:gd name="T27" fmla="*/ 7420 h 56"/>
                  <a:gd name="T28" fmla="+- 0 9269 9242"/>
                  <a:gd name="T29" fmla="*/ T28 w 35"/>
                  <a:gd name="T30" fmla="+- 0 7438 7403"/>
                  <a:gd name="T31" fmla="*/ 7438 h 56"/>
                  <a:gd name="T32" fmla="+- 0 9268 9242"/>
                  <a:gd name="T33" fmla="*/ T32 w 35"/>
                  <a:gd name="T34" fmla="+- 0 7443 7403"/>
                  <a:gd name="T35" fmla="*/ 7443 h 56"/>
                  <a:gd name="T36" fmla="+- 0 9266 9242"/>
                  <a:gd name="T37" fmla="*/ T36 w 35"/>
                  <a:gd name="T38" fmla="+- 0 7450 7403"/>
                  <a:gd name="T39" fmla="*/ 7450 h 56"/>
                  <a:gd name="T40" fmla="+- 0 9265 9242"/>
                  <a:gd name="T41" fmla="*/ T40 w 35"/>
                  <a:gd name="T42" fmla="+- 0 7452 7403"/>
                  <a:gd name="T43" fmla="*/ 7452 h 56"/>
                  <a:gd name="T44" fmla="+- 0 9264 9242"/>
                  <a:gd name="T45" fmla="*/ T44 w 35"/>
                  <a:gd name="T46" fmla="+- 0 7454 7403"/>
                  <a:gd name="T47" fmla="*/ 7454 h 56"/>
                  <a:gd name="T48" fmla="+- 0 9259 9242"/>
                  <a:gd name="T49" fmla="*/ T48 w 35"/>
                  <a:gd name="T50" fmla="+- 0 7456 7403"/>
                  <a:gd name="T51" fmla="*/ 7456 h 56"/>
                  <a:gd name="T52" fmla="+- 0 9266 9242"/>
                  <a:gd name="T53" fmla="*/ T52 w 35"/>
                  <a:gd name="T54" fmla="+- 0 7456 7403"/>
                  <a:gd name="T55" fmla="*/ 7456 h 56"/>
                  <a:gd name="T56" fmla="+- 0 9276 9242"/>
                  <a:gd name="T57" fmla="*/ T56 w 35"/>
                  <a:gd name="T58" fmla="+- 0 7421 7403"/>
                  <a:gd name="T59" fmla="*/ 7421 h 56"/>
                  <a:gd name="T60" fmla="+- 0 9274 9242"/>
                  <a:gd name="T61" fmla="*/ T60 w 35"/>
                  <a:gd name="T62" fmla="+- 0 7414 7403"/>
                  <a:gd name="T63" fmla="*/ 7414 h 56"/>
                  <a:gd name="T64" fmla="+- 0 9268 9242"/>
                  <a:gd name="T65" fmla="*/ T64 w 35"/>
                  <a:gd name="T66" fmla="+- 0 7405 7403"/>
                  <a:gd name="T67" fmla="*/ 7405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2"/>
                    </a:moveTo>
                    <a:lnTo>
                      <a:pt x="17" y="2"/>
                    </a:lnTo>
                    <a:lnTo>
                      <a:pt x="21" y="4"/>
                    </a:lnTo>
                    <a:lnTo>
                      <a:pt x="23" y="5"/>
                    </a:lnTo>
                    <a:lnTo>
                      <a:pt x="24" y="7"/>
                    </a:lnTo>
                    <a:lnTo>
                      <a:pt x="26" y="14"/>
                    </a:lnTo>
                    <a:lnTo>
                      <a:pt x="26" y="17"/>
                    </a:lnTo>
                    <a:lnTo>
                      <a:pt x="27" y="35"/>
                    </a:lnTo>
                    <a:lnTo>
                      <a:pt x="26" y="40"/>
                    </a:lnTo>
                    <a:lnTo>
                      <a:pt x="24" y="47"/>
                    </a:lnTo>
                    <a:lnTo>
                      <a:pt x="23" y="49"/>
                    </a:lnTo>
                    <a:lnTo>
                      <a:pt x="22" y="51"/>
                    </a:lnTo>
                    <a:lnTo>
                      <a:pt x="17" y="53"/>
                    </a:lnTo>
                    <a:lnTo>
                      <a:pt x="24" y="53"/>
                    </a:lnTo>
                    <a:lnTo>
                      <a:pt x="34" y="18"/>
                    </a:lnTo>
                    <a:lnTo>
                      <a:pt x="32" y="11"/>
                    </a:lnTo>
                    <a:lnTo>
                      <a:pt x="2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609" name="Picture 608">
                <a:extLst>
                  <a:ext uri="{FF2B5EF4-FFF2-40B4-BE49-F238E27FC236}">
                    <a16:creationId xmlns:a16="http://schemas.microsoft.com/office/drawing/2014/main" id="{24B486AB-CA9C-891E-06D6-48C3F0D013D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7666"/>
                <a:ext cx="598"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94" name="Group 493">
              <a:extLst>
                <a:ext uri="{FF2B5EF4-FFF2-40B4-BE49-F238E27FC236}">
                  <a16:creationId xmlns:a16="http://schemas.microsoft.com/office/drawing/2014/main" id="{250A7EE0-9BF9-E8A7-3DA9-D87D0657C4D1}"/>
                </a:ext>
              </a:extLst>
            </p:cNvPr>
            <p:cNvGrpSpPr>
              <a:grpSpLocks/>
            </p:cNvGrpSpPr>
            <p:nvPr/>
          </p:nvGrpSpPr>
          <p:grpSpPr bwMode="auto">
            <a:xfrm>
              <a:off x="1027" y="7843"/>
              <a:ext cx="36" cy="55"/>
              <a:chOff x="1027" y="7843"/>
              <a:chExt cx="36" cy="55"/>
            </a:xfrm>
          </p:grpSpPr>
          <p:sp>
            <p:nvSpPr>
              <p:cNvPr id="604" name="Freeform 5897">
                <a:extLst>
                  <a:ext uri="{FF2B5EF4-FFF2-40B4-BE49-F238E27FC236}">
                    <a16:creationId xmlns:a16="http://schemas.microsoft.com/office/drawing/2014/main" id="{DBC52A1B-B64D-389D-631B-4EAE4EF1478A}"/>
                  </a:ext>
                </a:extLst>
              </p:cNvPr>
              <p:cNvSpPr>
                <a:spLocks/>
              </p:cNvSpPr>
              <p:nvPr/>
            </p:nvSpPr>
            <p:spPr bwMode="auto">
              <a:xfrm>
                <a:off x="1027" y="7843"/>
                <a:ext cx="36" cy="55"/>
              </a:xfrm>
              <a:custGeom>
                <a:avLst/>
                <a:gdLst>
                  <a:gd name="T0" fmla="+- 0 1057 1027"/>
                  <a:gd name="T1" fmla="*/ T0 w 36"/>
                  <a:gd name="T2" fmla="+- 0 7849 7843"/>
                  <a:gd name="T3" fmla="*/ 7849 h 55"/>
                  <a:gd name="T4" fmla="+- 0 1045 1027"/>
                  <a:gd name="T5" fmla="*/ T4 w 36"/>
                  <a:gd name="T6" fmla="+- 0 7849 7843"/>
                  <a:gd name="T7" fmla="*/ 7849 h 55"/>
                  <a:gd name="T8" fmla="+- 0 1047 1027"/>
                  <a:gd name="T9" fmla="*/ T8 w 36"/>
                  <a:gd name="T10" fmla="+- 0 7850 7843"/>
                  <a:gd name="T11" fmla="*/ 7850 h 55"/>
                  <a:gd name="T12" fmla="+- 0 1051 1027"/>
                  <a:gd name="T13" fmla="*/ T12 w 36"/>
                  <a:gd name="T14" fmla="+- 0 7854 7843"/>
                  <a:gd name="T15" fmla="*/ 7854 h 55"/>
                  <a:gd name="T16" fmla="+- 0 1052 1027"/>
                  <a:gd name="T17" fmla="*/ T16 w 36"/>
                  <a:gd name="T18" fmla="+- 0 7857 7843"/>
                  <a:gd name="T19" fmla="*/ 7857 h 55"/>
                  <a:gd name="T20" fmla="+- 0 1052 1027"/>
                  <a:gd name="T21" fmla="*/ T20 w 36"/>
                  <a:gd name="T22" fmla="+- 0 7865 7843"/>
                  <a:gd name="T23" fmla="*/ 7865 h 55"/>
                  <a:gd name="T24" fmla="+- 0 1050 1027"/>
                  <a:gd name="T25" fmla="*/ T24 w 36"/>
                  <a:gd name="T26" fmla="+- 0 7870 7843"/>
                  <a:gd name="T27" fmla="*/ 7870 h 55"/>
                  <a:gd name="T28" fmla="+- 0 1043 1027"/>
                  <a:gd name="T29" fmla="*/ T28 w 36"/>
                  <a:gd name="T30" fmla="+- 0 7881 7843"/>
                  <a:gd name="T31" fmla="*/ 7881 h 55"/>
                  <a:gd name="T32" fmla="+- 0 1036 1027"/>
                  <a:gd name="T33" fmla="*/ T32 w 36"/>
                  <a:gd name="T34" fmla="+- 0 7887 7843"/>
                  <a:gd name="T35" fmla="*/ 7887 h 55"/>
                  <a:gd name="T36" fmla="+- 0 1027 1027"/>
                  <a:gd name="T37" fmla="*/ T36 w 36"/>
                  <a:gd name="T38" fmla="+- 0 7896 7843"/>
                  <a:gd name="T39" fmla="*/ 7896 h 55"/>
                  <a:gd name="T40" fmla="+- 0 1027 1027"/>
                  <a:gd name="T41" fmla="*/ T40 w 36"/>
                  <a:gd name="T42" fmla="+- 0 7897 7843"/>
                  <a:gd name="T43" fmla="*/ 7897 h 55"/>
                  <a:gd name="T44" fmla="+- 0 1059 1027"/>
                  <a:gd name="T45" fmla="*/ T44 w 36"/>
                  <a:gd name="T46" fmla="+- 0 7897 7843"/>
                  <a:gd name="T47" fmla="*/ 7897 h 55"/>
                  <a:gd name="T48" fmla="+- 0 1061 1027"/>
                  <a:gd name="T49" fmla="*/ T48 w 36"/>
                  <a:gd name="T50" fmla="+- 0 7891 7843"/>
                  <a:gd name="T51" fmla="*/ 7891 h 55"/>
                  <a:gd name="T52" fmla="+- 0 1035 1027"/>
                  <a:gd name="T53" fmla="*/ T52 w 36"/>
                  <a:gd name="T54" fmla="+- 0 7891 7843"/>
                  <a:gd name="T55" fmla="*/ 7891 h 55"/>
                  <a:gd name="T56" fmla="+- 0 1037 1027"/>
                  <a:gd name="T57" fmla="*/ T56 w 36"/>
                  <a:gd name="T58" fmla="+- 0 7890 7843"/>
                  <a:gd name="T59" fmla="*/ 7890 h 55"/>
                  <a:gd name="T60" fmla="+- 0 1041 1027"/>
                  <a:gd name="T61" fmla="*/ T60 w 36"/>
                  <a:gd name="T62" fmla="+- 0 7886 7843"/>
                  <a:gd name="T63" fmla="*/ 7886 h 55"/>
                  <a:gd name="T64" fmla="+- 0 1052 1027"/>
                  <a:gd name="T65" fmla="*/ T64 w 36"/>
                  <a:gd name="T66" fmla="+- 0 7874 7843"/>
                  <a:gd name="T67" fmla="*/ 7874 h 55"/>
                  <a:gd name="T68" fmla="+- 0 1055 1027"/>
                  <a:gd name="T69" fmla="*/ T68 w 36"/>
                  <a:gd name="T70" fmla="+- 0 7869 7843"/>
                  <a:gd name="T71" fmla="*/ 7869 h 55"/>
                  <a:gd name="T72" fmla="+- 0 1057 1027"/>
                  <a:gd name="T73" fmla="*/ T72 w 36"/>
                  <a:gd name="T74" fmla="+- 0 7865 7843"/>
                  <a:gd name="T75" fmla="*/ 7865 h 55"/>
                  <a:gd name="T76" fmla="+- 0 1058 1027"/>
                  <a:gd name="T77" fmla="*/ T76 w 36"/>
                  <a:gd name="T78" fmla="+- 0 7862 7843"/>
                  <a:gd name="T79" fmla="*/ 7862 h 55"/>
                  <a:gd name="T80" fmla="+- 0 1059 1027"/>
                  <a:gd name="T81" fmla="*/ T80 w 36"/>
                  <a:gd name="T82" fmla="+- 0 7860 7843"/>
                  <a:gd name="T83" fmla="*/ 7860 h 55"/>
                  <a:gd name="T84" fmla="+- 0 1059 1027"/>
                  <a:gd name="T85" fmla="*/ T84 w 36"/>
                  <a:gd name="T86" fmla="+- 0 7853 7843"/>
                  <a:gd name="T87" fmla="*/ 7853 h 55"/>
                  <a:gd name="T88" fmla="+- 0 1058 1027"/>
                  <a:gd name="T89" fmla="*/ T88 w 36"/>
                  <a:gd name="T90" fmla="+- 0 7850 7843"/>
                  <a:gd name="T91" fmla="*/ 7850 h 55"/>
                  <a:gd name="T92" fmla="+- 0 1057 1027"/>
                  <a:gd name="T93" fmla="*/ T92 w 36"/>
                  <a:gd name="T94" fmla="+- 0 7849 7843"/>
                  <a:gd name="T95" fmla="*/ 7849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6" h="55">
                    <a:moveTo>
                      <a:pt x="30" y="6"/>
                    </a:moveTo>
                    <a:lnTo>
                      <a:pt x="18" y="6"/>
                    </a:lnTo>
                    <a:lnTo>
                      <a:pt x="20" y="7"/>
                    </a:lnTo>
                    <a:lnTo>
                      <a:pt x="24" y="11"/>
                    </a:lnTo>
                    <a:lnTo>
                      <a:pt x="25" y="14"/>
                    </a:lnTo>
                    <a:lnTo>
                      <a:pt x="25" y="22"/>
                    </a:lnTo>
                    <a:lnTo>
                      <a:pt x="23" y="27"/>
                    </a:lnTo>
                    <a:lnTo>
                      <a:pt x="16" y="38"/>
                    </a:lnTo>
                    <a:lnTo>
                      <a:pt x="9" y="44"/>
                    </a:lnTo>
                    <a:lnTo>
                      <a:pt x="0" y="53"/>
                    </a:lnTo>
                    <a:lnTo>
                      <a:pt x="0" y="54"/>
                    </a:lnTo>
                    <a:lnTo>
                      <a:pt x="32" y="54"/>
                    </a:lnTo>
                    <a:lnTo>
                      <a:pt x="34" y="48"/>
                    </a:lnTo>
                    <a:lnTo>
                      <a:pt x="8" y="48"/>
                    </a:lnTo>
                    <a:lnTo>
                      <a:pt x="10" y="47"/>
                    </a:lnTo>
                    <a:lnTo>
                      <a:pt x="14" y="43"/>
                    </a:lnTo>
                    <a:lnTo>
                      <a:pt x="25" y="31"/>
                    </a:lnTo>
                    <a:lnTo>
                      <a:pt x="28" y="26"/>
                    </a:lnTo>
                    <a:lnTo>
                      <a:pt x="30" y="22"/>
                    </a:lnTo>
                    <a:lnTo>
                      <a:pt x="31" y="19"/>
                    </a:lnTo>
                    <a:lnTo>
                      <a:pt x="32" y="17"/>
                    </a:lnTo>
                    <a:lnTo>
                      <a:pt x="32" y="10"/>
                    </a:lnTo>
                    <a:lnTo>
                      <a:pt x="31" y="7"/>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05" name="Freeform 5898">
                <a:extLst>
                  <a:ext uri="{FF2B5EF4-FFF2-40B4-BE49-F238E27FC236}">
                    <a16:creationId xmlns:a16="http://schemas.microsoft.com/office/drawing/2014/main" id="{8FA4F1AF-B1F6-B8D9-1235-65A091186672}"/>
                  </a:ext>
                </a:extLst>
              </p:cNvPr>
              <p:cNvSpPr>
                <a:spLocks/>
              </p:cNvSpPr>
              <p:nvPr/>
            </p:nvSpPr>
            <p:spPr bwMode="auto">
              <a:xfrm>
                <a:off x="1027" y="7843"/>
                <a:ext cx="36" cy="55"/>
              </a:xfrm>
              <a:custGeom>
                <a:avLst/>
                <a:gdLst>
                  <a:gd name="T0" fmla="+- 0 1062 1027"/>
                  <a:gd name="T1" fmla="*/ T0 w 36"/>
                  <a:gd name="T2" fmla="+- 0 7887 7843"/>
                  <a:gd name="T3" fmla="*/ 7887 h 55"/>
                  <a:gd name="T4" fmla="+- 0 1061 1027"/>
                  <a:gd name="T5" fmla="*/ T4 w 36"/>
                  <a:gd name="T6" fmla="+- 0 7887 7843"/>
                  <a:gd name="T7" fmla="*/ 7887 h 55"/>
                  <a:gd name="T8" fmla="+- 0 1058 1027"/>
                  <a:gd name="T9" fmla="*/ T8 w 36"/>
                  <a:gd name="T10" fmla="+- 0 7890 7843"/>
                  <a:gd name="T11" fmla="*/ 7890 h 55"/>
                  <a:gd name="T12" fmla="+- 0 1055 1027"/>
                  <a:gd name="T13" fmla="*/ T12 w 36"/>
                  <a:gd name="T14" fmla="+- 0 7891 7843"/>
                  <a:gd name="T15" fmla="*/ 7891 h 55"/>
                  <a:gd name="T16" fmla="+- 0 1054 1027"/>
                  <a:gd name="T17" fmla="*/ T16 w 36"/>
                  <a:gd name="T18" fmla="+- 0 7891 7843"/>
                  <a:gd name="T19" fmla="*/ 7891 h 55"/>
                  <a:gd name="T20" fmla="+- 0 1035 1027"/>
                  <a:gd name="T21" fmla="*/ T20 w 36"/>
                  <a:gd name="T22" fmla="+- 0 7891 7843"/>
                  <a:gd name="T23" fmla="*/ 7891 h 55"/>
                  <a:gd name="T24" fmla="+- 0 1061 1027"/>
                  <a:gd name="T25" fmla="*/ T24 w 36"/>
                  <a:gd name="T26" fmla="+- 0 7891 7843"/>
                  <a:gd name="T27" fmla="*/ 7891 h 55"/>
                  <a:gd name="T28" fmla="+- 0 1062 1027"/>
                  <a:gd name="T29" fmla="*/ T28 w 36"/>
                  <a:gd name="T30" fmla="+- 0 7887 7843"/>
                  <a:gd name="T31" fmla="*/ 7887 h 55"/>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36" h="55">
                    <a:moveTo>
                      <a:pt x="35" y="44"/>
                    </a:moveTo>
                    <a:lnTo>
                      <a:pt x="34" y="44"/>
                    </a:lnTo>
                    <a:lnTo>
                      <a:pt x="31" y="47"/>
                    </a:lnTo>
                    <a:lnTo>
                      <a:pt x="28" y="48"/>
                    </a:lnTo>
                    <a:lnTo>
                      <a:pt x="27" y="48"/>
                    </a:lnTo>
                    <a:lnTo>
                      <a:pt x="8" y="48"/>
                    </a:lnTo>
                    <a:lnTo>
                      <a:pt x="34" y="48"/>
                    </a:lnTo>
                    <a:lnTo>
                      <a:pt x="3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06" name="Freeform 5899">
                <a:extLst>
                  <a:ext uri="{FF2B5EF4-FFF2-40B4-BE49-F238E27FC236}">
                    <a16:creationId xmlns:a16="http://schemas.microsoft.com/office/drawing/2014/main" id="{34D90C24-FC44-2AF7-3D8B-49CC4178D4AA}"/>
                  </a:ext>
                </a:extLst>
              </p:cNvPr>
              <p:cNvSpPr>
                <a:spLocks/>
              </p:cNvSpPr>
              <p:nvPr/>
            </p:nvSpPr>
            <p:spPr bwMode="auto">
              <a:xfrm>
                <a:off x="1027" y="7843"/>
                <a:ext cx="36" cy="55"/>
              </a:xfrm>
              <a:custGeom>
                <a:avLst/>
                <a:gdLst>
                  <a:gd name="T0" fmla="+- 0 1048 1027"/>
                  <a:gd name="T1" fmla="*/ T0 w 36"/>
                  <a:gd name="T2" fmla="+- 0 7843 7843"/>
                  <a:gd name="T3" fmla="*/ 7843 h 55"/>
                  <a:gd name="T4" fmla="+- 0 1040 1027"/>
                  <a:gd name="T5" fmla="*/ T4 w 36"/>
                  <a:gd name="T6" fmla="+- 0 7843 7843"/>
                  <a:gd name="T7" fmla="*/ 7843 h 55"/>
                  <a:gd name="T8" fmla="+- 0 1036 1027"/>
                  <a:gd name="T9" fmla="*/ T8 w 36"/>
                  <a:gd name="T10" fmla="+- 0 7844 7843"/>
                  <a:gd name="T11" fmla="*/ 7844 h 55"/>
                  <a:gd name="T12" fmla="+- 0 1031 1027"/>
                  <a:gd name="T13" fmla="*/ T12 w 36"/>
                  <a:gd name="T14" fmla="+- 0 7849 7843"/>
                  <a:gd name="T15" fmla="*/ 7849 h 55"/>
                  <a:gd name="T16" fmla="+- 0 1029 1027"/>
                  <a:gd name="T17" fmla="*/ T16 w 36"/>
                  <a:gd name="T18" fmla="+- 0 7853 7843"/>
                  <a:gd name="T19" fmla="*/ 7853 h 55"/>
                  <a:gd name="T20" fmla="+- 0 1029 1027"/>
                  <a:gd name="T21" fmla="*/ T20 w 36"/>
                  <a:gd name="T22" fmla="+- 0 7858 7843"/>
                  <a:gd name="T23" fmla="*/ 7858 h 55"/>
                  <a:gd name="T24" fmla="+- 0 1030 1027"/>
                  <a:gd name="T25" fmla="*/ T24 w 36"/>
                  <a:gd name="T26" fmla="+- 0 7858 7843"/>
                  <a:gd name="T27" fmla="*/ 7858 h 55"/>
                  <a:gd name="T28" fmla="+- 0 1031 1027"/>
                  <a:gd name="T29" fmla="*/ T28 w 36"/>
                  <a:gd name="T30" fmla="+- 0 7855 7843"/>
                  <a:gd name="T31" fmla="*/ 7855 h 55"/>
                  <a:gd name="T32" fmla="+- 0 1033 1027"/>
                  <a:gd name="T33" fmla="*/ T32 w 36"/>
                  <a:gd name="T34" fmla="+- 0 7853 7843"/>
                  <a:gd name="T35" fmla="*/ 7853 h 55"/>
                  <a:gd name="T36" fmla="+- 0 1037 1027"/>
                  <a:gd name="T37" fmla="*/ T36 w 36"/>
                  <a:gd name="T38" fmla="+- 0 7850 7843"/>
                  <a:gd name="T39" fmla="*/ 7850 h 55"/>
                  <a:gd name="T40" fmla="+- 0 1039 1027"/>
                  <a:gd name="T41" fmla="*/ T40 w 36"/>
                  <a:gd name="T42" fmla="+- 0 7849 7843"/>
                  <a:gd name="T43" fmla="*/ 7849 h 55"/>
                  <a:gd name="T44" fmla="+- 0 1057 1027"/>
                  <a:gd name="T45" fmla="*/ T44 w 36"/>
                  <a:gd name="T46" fmla="+- 0 7849 7843"/>
                  <a:gd name="T47" fmla="*/ 7849 h 55"/>
                  <a:gd name="T48" fmla="+- 0 1052 1027"/>
                  <a:gd name="T49" fmla="*/ T48 w 36"/>
                  <a:gd name="T50" fmla="+- 0 7844 7843"/>
                  <a:gd name="T51" fmla="*/ 7844 h 55"/>
                  <a:gd name="T52" fmla="+- 0 1048 1027"/>
                  <a:gd name="T53" fmla="*/ T52 w 36"/>
                  <a:gd name="T54" fmla="+- 0 7843 7843"/>
                  <a:gd name="T55" fmla="*/ 7843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6" h="55">
                    <a:moveTo>
                      <a:pt x="21" y="0"/>
                    </a:moveTo>
                    <a:lnTo>
                      <a:pt x="13" y="0"/>
                    </a:lnTo>
                    <a:lnTo>
                      <a:pt x="9" y="1"/>
                    </a:lnTo>
                    <a:lnTo>
                      <a:pt x="4" y="6"/>
                    </a:lnTo>
                    <a:lnTo>
                      <a:pt x="2" y="10"/>
                    </a:lnTo>
                    <a:lnTo>
                      <a:pt x="2" y="15"/>
                    </a:lnTo>
                    <a:lnTo>
                      <a:pt x="3" y="15"/>
                    </a:lnTo>
                    <a:lnTo>
                      <a:pt x="4" y="12"/>
                    </a:lnTo>
                    <a:lnTo>
                      <a:pt x="6" y="10"/>
                    </a:lnTo>
                    <a:lnTo>
                      <a:pt x="10" y="7"/>
                    </a:lnTo>
                    <a:lnTo>
                      <a:pt x="12" y="6"/>
                    </a:lnTo>
                    <a:lnTo>
                      <a:pt x="30" y="6"/>
                    </a:lnTo>
                    <a:lnTo>
                      <a:pt x="25" y="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5" name="Group 494">
              <a:extLst>
                <a:ext uri="{FF2B5EF4-FFF2-40B4-BE49-F238E27FC236}">
                  <a16:creationId xmlns:a16="http://schemas.microsoft.com/office/drawing/2014/main" id="{41C10C04-F93F-FAE9-1093-2137845FD04D}"/>
                </a:ext>
              </a:extLst>
            </p:cNvPr>
            <p:cNvGrpSpPr>
              <a:grpSpLocks/>
            </p:cNvGrpSpPr>
            <p:nvPr/>
          </p:nvGrpSpPr>
          <p:grpSpPr bwMode="auto">
            <a:xfrm>
              <a:off x="1485" y="7843"/>
              <a:ext cx="35" cy="56"/>
              <a:chOff x="1485" y="7843"/>
              <a:chExt cx="35" cy="56"/>
            </a:xfrm>
          </p:grpSpPr>
          <p:sp>
            <p:nvSpPr>
              <p:cNvPr id="602" name="Freeform 5901">
                <a:extLst>
                  <a:ext uri="{FF2B5EF4-FFF2-40B4-BE49-F238E27FC236}">
                    <a16:creationId xmlns:a16="http://schemas.microsoft.com/office/drawing/2014/main" id="{3D109282-DF38-3D4E-93B7-29B03429F075}"/>
                  </a:ext>
                </a:extLst>
              </p:cNvPr>
              <p:cNvSpPr>
                <a:spLocks/>
              </p:cNvSpPr>
              <p:nvPr/>
            </p:nvSpPr>
            <p:spPr bwMode="auto">
              <a:xfrm>
                <a:off x="1485" y="7843"/>
                <a:ext cx="35" cy="56"/>
              </a:xfrm>
              <a:custGeom>
                <a:avLst/>
                <a:gdLst>
                  <a:gd name="T0" fmla="+- 0 1506 1485"/>
                  <a:gd name="T1" fmla="*/ T0 w 35"/>
                  <a:gd name="T2" fmla="+- 0 7843 7843"/>
                  <a:gd name="T3" fmla="*/ 7843 h 56"/>
                  <a:gd name="T4" fmla="+- 0 1500 1485"/>
                  <a:gd name="T5" fmla="*/ T4 w 35"/>
                  <a:gd name="T6" fmla="+- 0 7843 7843"/>
                  <a:gd name="T7" fmla="*/ 7843 h 56"/>
                  <a:gd name="T8" fmla="+- 0 1497 1485"/>
                  <a:gd name="T9" fmla="*/ T8 w 35"/>
                  <a:gd name="T10" fmla="+- 0 7844 7843"/>
                  <a:gd name="T11" fmla="*/ 7844 h 56"/>
                  <a:gd name="T12" fmla="+- 0 1495 1485"/>
                  <a:gd name="T13" fmla="*/ T12 w 35"/>
                  <a:gd name="T14" fmla="+- 0 7846 7843"/>
                  <a:gd name="T15" fmla="*/ 7846 h 56"/>
                  <a:gd name="T16" fmla="+- 0 1492 1485"/>
                  <a:gd name="T17" fmla="*/ T16 w 35"/>
                  <a:gd name="T18" fmla="+- 0 7848 7843"/>
                  <a:gd name="T19" fmla="*/ 7848 h 56"/>
                  <a:gd name="T20" fmla="+- 0 1489 1485"/>
                  <a:gd name="T21" fmla="*/ T20 w 35"/>
                  <a:gd name="T22" fmla="+- 0 7851 7843"/>
                  <a:gd name="T23" fmla="*/ 7851 h 56"/>
                  <a:gd name="T24" fmla="+- 0 1486 1485"/>
                  <a:gd name="T25" fmla="*/ T24 w 35"/>
                  <a:gd name="T26" fmla="+- 0 7860 7843"/>
                  <a:gd name="T27" fmla="*/ 7860 h 56"/>
                  <a:gd name="T28" fmla="+- 0 1485 1485"/>
                  <a:gd name="T29" fmla="*/ T28 w 35"/>
                  <a:gd name="T30" fmla="+- 0 7865 7843"/>
                  <a:gd name="T31" fmla="*/ 7865 h 56"/>
                  <a:gd name="T32" fmla="+- 0 1485 1485"/>
                  <a:gd name="T33" fmla="*/ T32 w 35"/>
                  <a:gd name="T34" fmla="+- 0 7878 7843"/>
                  <a:gd name="T35" fmla="*/ 7878 h 56"/>
                  <a:gd name="T36" fmla="+- 0 1486 1485"/>
                  <a:gd name="T37" fmla="*/ T36 w 35"/>
                  <a:gd name="T38" fmla="+- 0 7884 7843"/>
                  <a:gd name="T39" fmla="*/ 7884 h 56"/>
                  <a:gd name="T40" fmla="+- 0 1492 1485"/>
                  <a:gd name="T41" fmla="*/ T40 w 35"/>
                  <a:gd name="T42" fmla="+- 0 7895 7843"/>
                  <a:gd name="T43" fmla="*/ 7895 h 56"/>
                  <a:gd name="T44" fmla="+- 0 1497 1485"/>
                  <a:gd name="T45" fmla="*/ T44 w 35"/>
                  <a:gd name="T46" fmla="+- 0 7898 7843"/>
                  <a:gd name="T47" fmla="*/ 7898 h 56"/>
                  <a:gd name="T48" fmla="+- 0 1504 1485"/>
                  <a:gd name="T49" fmla="*/ T48 w 35"/>
                  <a:gd name="T50" fmla="+- 0 7898 7843"/>
                  <a:gd name="T51" fmla="*/ 7898 h 56"/>
                  <a:gd name="T52" fmla="+- 0 1507 1485"/>
                  <a:gd name="T53" fmla="*/ T52 w 35"/>
                  <a:gd name="T54" fmla="+- 0 7897 7843"/>
                  <a:gd name="T55" fmla="*/ 7897 h 56"/>
                  <a:gd name="T56" fmla="+- 0 1509 1485"/>
                  <a:gd name="T57" fmla="*/ T56 w 35"/>
                  <a:gd name="T58" fmla="+- 0 7896 7843"/>
                  <a:gd name="T59" fmla="*/ 7896 h 56"/>
                  <a:gd name="T60" fmla="+- 0 1499 1485"/>
                  <a:gd name="T61" fmla="*/ T60 w 35"/>
                  <a:gd name="T62" fmla="+- 0 7896 7843"/>
                  <a:gd name="T63" fmla="*/ 7896 h 56"/>
                  <a:gd name="T64" fmla="+- 0 1497 1485"/>
                  <a:gd name="T65" fmla="*/ T64 w 35"/>
                  <a:gd name="T66" fmla="+- 0 7894 7843"/>
                  <a:gd name="T67" fmla="*/ 7894 h 56"/>
                  <a:gd name="T68" fmla="+- 0 1493 1485"/>
                  <a:gd name="T69" fmla="*/ T68 w 35"/>
                  <a:gd name="T70" fmla="+- 0 7885 7843"/>
                  <a:gd name="T71" fmla="*/ 7885 h 56"/>
                  <a:gd name="T72" fmla="+- 0 1492 1485"/>
                  <a:gd name="T73" fmla="*/ T72 w 35"/>
                  <a:gd name="T74" fmla="+- 0 7879 7843"/>
                  <a:gd name="T75" fmla="*/ 7879 h 56"/>
                  <a:gd name="T76" fmla="+- 0 1493 1485"/>
                  <a:gd name="T77" fmla="*/ T76 w 35"/>
                  <a:gd name="T78" fmla="+- 0 7865 7843"/>
                  <a:gd name="T79" fmla="*/ 7865 h 56"/>
                  <a:gd name="T80" fmla="+- 0 1502 1485"/>
                  <a:gd name="T81" fmla="*/ T80 w 35"/>
                  <a:gd name="T82" fmla="+- 0 7846 7843"/>
                  <a:gd name="T83" fmla="*/ 7846 h 56"/>
                  <a:gd name="T84" fmla="+- 0 1510 1485"/>
                  <a:gd name="T85" fmla="*/ T84 w 35"/>
                  <a:gd name="T86" fmla="+- 0 7846 7843"/>
                  <a:gd name="T87" fmla="*/ 7846 h 56"/>
                  <a:gd name="T88" fmla="+- 0 1510 1485"/>
                  <a:gd name="T89" fmla="*/ T88 w 35"/>
                  <a:gd name="T90" fmla="+- 0 7845 7843"/>
                  <a:gd name="T91" fmla="*/ 7845 h 56"/>
                  <a:gd name="T92" fmla="+- 0 1506 1485"/>
                  <a:gd name="T93" fmla="*/ T92 w 35"/>
                  <a:gd name="T94" fmla="+- 0 7843 7843"/>
                  <a:gd name="T95"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5" y="0"/>
                    </a:lnTo>
                    <a:lnTo>
                      <a:pt x="12" y="1"/>
                    </a:lnTo>
                    <a:lnTo>
                      <a:pt x="10" y="3"/>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8" y="42"/>
                    </a:lnTo>
                    <a:lnTo>
                      <a:pt x="7"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03" name="Freeform 5902">
                <a:extLst>
                  <a:ext uri="{FF2B5EF4-FFF2-40B4-BE49-F238E27FC236}">
                    <a16:creationId xmlns:a16="http://schemas.microsoft.com/office/drawing/2014/main" id="{B61D0824-4C1E-2ECC-ABBC-E94C8AECF26E}"/>
                  </a:ext>
                </a:extLst>
              </p:cNvPr>
              <p:cNvSpPr>
                <a:spLocks/>
              </p:cNvSpPr>
              <p:nvPr/>
            </p:nvSpPr>
            <p:spPr bwMode="auto">
              <a:xfrm>
                <a:off x="1485" y="7843"/>
                <a:ext cx="35" cy="56"/>
              </a:xfrm>
              <a:custGeom>
                <a:avLst/>
                <a:gdLst>
                  <a:gd name="T0" fmla="+- 0 1510 1485"/>
                  <a:gd name="T1" fmla="*/ T0 w 35"/>
                  <a:gd name="T2" fmla="+- 0 7846 7843"/>
                  <a:gd name="T3" fmla="*/ 7846 h 56"/>
                  <a:gd name="T4" fmla="+- 0 1502 1485"/>
                  <a:gd name="T5" fmla="*/ T4 w 35"/>
                  <a:gd name="T6" fmla="+- 0 7846 7843"/>
                  <a:gd name="T7" fmla="*/ 7846 h 56"/>
                  <a:gd name="T8" fmla="+- 0 1506 1485"/>
                  <a:gd name="T9" fmla="*/ T8 w 35"/>
                  <a:gd name="T10" fmla="+- 0 7847 7843"/>
                  <a:gd name="T11" fmla="*/ 7847 h 56"/>
                  <a:gd name="T12" fmla="+- 0 1507 1485"/>
                  <a:gd name="T13" fmla="*/ T12 w 35"/>
                  <a:gd name="T14" fmla="+- 0 7848 7843"/>
                  <a:gd name="T15" fmla="*/ 7848 h 56"/>
                  <a:gd name="T16" fmla="+- 0 1509 1485"/>
                  <a:gd name="T17" fmla="*/ T16 w 35"/>
                  <a:gd name="T18" fmla="+- 0 7850 7843"/>
                  <a:gd name="T19" fmla="*/ 7850 h 56"/>
                  <a:gd name="T20" fmla="+- 0 1511 1485"/>
                  <a:gd name="T21" fmla="*/ T20 w 35"/>
                  <a:gd name="T22" fmla="+- 0 7857 7843"/>
                  <a:gd name="T23" fmla="*/ 7857 h 56"/>
                  <a:gd name="T24" fmla="+- 0 1511 1485"/>
                  <a:gd name="T25" fmla="*/ T24 w 35"/>
                  <a:gd name="T26" fmla="+- 0 7860 7843"/>
                  <a:gd name="T27" fmla="*/ 7860 h 56"/>
                  <a:gd name="T28" fmla="+- 0 1511 1485"/>
                  <a:gd name="T29" fmla="*/ T28 w 35"/>
                  <a:gd name="T30" fmla="+- 0 7878 7843"/>
                  <a:gd name="T31" fmla="*/ 7878 h 56"/>
                  <a:gd name="T32" fmla="+- 0 1511 1485"/>
                  <a:gd name="T33" fmla="*/ T32 w 35"/>
                  <a:gd name="T34" fmla="+- 0 7883 7843"/>
                  <a:gd name="T35" fmla="*/ 7883 h 56"/>
                  <a:gd name="T36" fmla="+- 0 1510 1485"/>
                  <a:gd name="T37" fmla="*/ T36 w 35"/>
                  <a:gd name="T38" fmla="+- 0 7888 7843"/>
                  <a:gd name="T39" fmla="*/ 7888 h 56"/>
                  <a:gd name="T40" fmla="+- 0 1509 1485"/>
                  <a:gd name="T41" fmla="*/ T40 w 35"/>
                  <a:gd name="T42" fmla="+- 0 7891 7843"/>
                  <a:gd name="T43" fmla="*/ 7891 h 56"/>
                  <a:gd name="T44" fmla="+- 0 1508 1485"/>
                  <a:gd name="T45" fmla="*/ T44 w 35"/>
                  <a:gd name="T46" fmla="+- 0 7893 7843"/>
                  <a:gd name="T47" fmla="*/ 7893 h 56"/>
                  <a:gd name="T48" fmla="+- 0 1506 1485"/>
                  <a:gd name="T49" fmla="*/ T48 w 35"/>
                  <a:gd name="T50" fmla="+- 0 7894 7843"/>
                  <a:gd name="T51" fmla="*/ 7894 h 56"/>
                  <a:gd name="T52" fmla="+- 0 1502 1485"/>
                  <a:gd name="T53" fmla="*/ T52 w 35"/>
                  <a:gd name="T54" fmla="+- 0 7896 7843"/>
                  <a:gd name="T55" fmla="*/ 7896 h 56"/>
                  <a:gd name="T56" fmla="+- 0 1509 1485"/>
                  <a:gd name="T57" fmla="*/ T56 w 35"/>
                  <a:gd name="T58" fmla="+- 0 7896 7843"/>
                  <a:gd name="T59" fmla="*/ 7896 h 56"/>
                  <a:gd name="T60" fmla="+- 0 1519 1485"/>
                  <a:gd name="T61" fmla="*/ T60 w 35"/>
                  <a:gd name="T62" fmla="+- 0 7861 7843"/>
                  <a:gd name="T63" fmla="*/ 7861 h 56"/>
                  <a:gd name="T64" fmla="+- 0 1517 1485"/>
                  <a:gd name="T65" fmla="*/ T64 w 35"/>
                  <a:gd name="T66" fmla="+- 0 7854 7843"/>
                  <a:gd name="T67" fmla="*/ 7854 h 56"/>
                  <a:gd name="T68" fmla="+- 0 1510 1485"/>
                  <a:gd name="T69" fmla="*/ T68 w 35"/>
                  <a:gd name="T70" fmla="+- 0 7846 7843"/>
                  <a:gd name="T71"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5" y="45"/>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6" name="Group 495">
              <a:extLst>
                <a:ext uri="{FF2B5EF4-FFF2-40B4-BE49-F238E27FC236}">
                  <a16:creationId xmlns:a16="http://schemas.microsoft.com/office/drawing/2014/main" id="{F4F39F79-DC74-9709-41FC-D29DAD9BA707}"/>
                </a:ext>
              </a:extLst>
            </p:cNvPr>
            <p:cNvGrpSpPr>
              <a:grpSpLocks/>
            </p:cNvGrpSpPr>
            <p:nvPr/>
          </p:nvGrpSpPr>
          <p:grpSpPr bwMode="auto">
            <a:xfrm>
              <a:off x="1941" y="7843"/>
              <a:ext cx="35" cy="56"/>
              <a:chOff x="1941" y="7843"/>
              <a:chExt cx="35" cy="56"/>
            </a:xfrm>
          </p:grpSpPr>
          <p:sp>
            <p:nvSpPr>
              <p:cNvPr id="600" name="Freeform 5904">
                <a:extLst>
                  <a:ext uri="{FF2B5EF4-FFF2-40B4-BE49-F238E27FC236}">
                    <a16:creationId xmlns:a16="http://schemas.microsoft.com/office/drawing/2014/main" id="{26F97E03-0F6A-4C2D-B32D-FB1F274188CC}"/>
                  </a:ext>
                </a:extLst>
              </p:cNvPr>
              <p:cNvSpPr>
                <a:spLocks/>
              </p:cNvSpPr>
              <p:nvPr/>
            </p:nvSpPr>
            <p:spPr bwMode="auto">
              <a:xfrm>
                <a:off x="1941" y="7843"/>
                <a:ext cx="35" cy="56"/>
              </a:xfrm>
              <a:custGeom>
                <a:avLst/>
                <a:gdLst>
                  <a:gd name="T0" fmla="+- 0 1962 1941"/>
                  <a:gd name="T1" fmla="*/ T0 w 35"/>
                  <a:gd name="T2" fmla="+- 0 7843 7843"/>
                  <a:gd name="T3" fmla="*/ 7843 h 56"/>
                  <a:gd name="T4" fmla="+- 0 1956 1941"/>
                  <a:gd name="T5" fmla="*/ T4 w 35"/>
                  <a:gd name="T6" fmla="+- 0 7843 7843"/>
                  <a:gd name="T7" fmla="*/ 7843 h 56"/>
                  <a:gd name="T8" fmla="+- 0 1953 1941"/>
                  <a:gd name="T9" fmla="*/ T8 w 35"/>
                  <a:gd name="T10" fmla="+- 0 7844 7843"/>
                  <a:gd name="T11" fmla="*/ 7844 h 56"/>
                  <a:gd name="T12" fmla="+- 0 1948 1941"/>
                  <a:gd name="T13" fmla="*/ T12 w 35"/>
                  <a:gd name="T14" fmla="+- 0 7848 7843"/>
                  <a:gd name="T15" fmla="*/ 7848 h 56"/>
                  <a:gd name="T16" fmla="+- 0 1945 1941"/>
                  <a:gd name="T17" fmla="*/ T16 w 35"/>
                  <a:gd name="T18" fmla="+- 0 7851 7843"/>
                  <a:gd name="T19" fmla="*/ 7851 h 56"/>
                  <a:gd name="T20" fmla="+- 0 1942 1941"/>
                  <a:gd name="T21" fmla="*/ T20 w 35"/>
                  <a:gd name="T22" fmla="+- 0 7860 7843"/>
                  <a:gd name="T23" fmla="*/ 7860 h 56"/>
                  <a:gd name="T24" fmla="+- 0 1941 1941"/>
                  <a:gd name="T25" fmla="*/ T24 w 35"/>
                  <a:gd name="T26" fmla="+- 0 7865 7843"/>
                  <a:gd name="T27" fmla="*/ 7865 h 56"/>
                  <a:gd name="T28" fmla="+- 0 1941 1941"/>
                  <a:gd name="T29" fmla="*/ T28 w 35"/>
                  <a:gd name="T30" fmla="+- 0 7878 7843"/>
                  <a:gd name="T31" fmla="*/ 7878 h 56"/>
                  <a:gd name="T32" fmla="+- 0 1942 1941"/>
                  <a:gd name="T33" fmla="*/ T32 w 35"/>
                  <a:gd name="T34" fmla="+- 0 7884 7843"/>
                  <a:gd name="T35" fmla="*/ 7884 h 56"/>
                  <a:gd name="T36" fmla="+- 0 1949 1941"/>
                  <a:gd name="T37" fmla="*/ T36 w 35"/>
                  <a:gd name="T38" fmla="+- 0 7895 7843"/>
                  <a:gd name="T39" fmla="*/ 7895 h 56"/>
                  <a:gd name="T40" fmla="+- 0 1953 1941"/>
                  <a:gd name="T41" fmla="*/ T40 w 35"/>
                  <a:gd name="T42" fmla="+- 0 7898 7843"/>
                  <a:gd name="T43" fmla="*/ 7898 h 56"/>
                  <a:gd name="T44" fmla="+- 0 1960 1941"/>
                  <a:gd name="T45" fmla="*/ T44 w 35"/>
                  <a:gd name="T46" fmla="+- 0 7898 7843"/>
                  <a:gd name="T47" fmla="*/ 7898 h 56"/>
                  <a:gd name="T48" fmla="+- 0 1963 1941"/>
                  <a:gd name="T49" fmla="*/ T48 w 35"/>
                  <a:gd name="T50" fmla="+- 0 7897 7843"/>
                  <a:gd name="T51" fmla="*/ 7897 h 56"/>
                  <a:gd name="T52" fmla="+- 0 1965 1941"/>
                  <a:gd name="T53" fmla="*/ T52 w 35"/>
                  <a:gd name="T54" fmla="+- 0 7896 7843"/>
                  <a:gd name="T55" fmla="*/ 7896 h 56"/>
                  <a:gd name="T56" fmla="+- 0 1955 1941"/>
                  <a:gd name="T57" fmla="*/ T56 w 35"/>
                  <a:gd name="T58" fmla="+- 0 7896 7843"/>
                  <a:gd name="T59" fmla="*/ 7896 h 56"/>
                  <a:gd name="T60" fmla="+- 0 1953 1941"/>
                  <a:gd name="T61" fmla="*/ T60 w 35"/>
                  <a:gd name="T62" fmla="+- 0 7894 7843"/>
                  <a:gd name="T63" fmla="*/ 7894 h 56"/>
                  <a:gd name="T64" fmla="+- 0 1951 1941"/>
                  <a:gd name="T65" fmla="*/ T64 w 35"/>
                  <a:gd name="T66" fmla="+- 0 7890 7843"/>
                  <a:gd name="T67" fmla="*/ 7890 h 56"/>
                  <a:gd name="T68" fmla="+- 0 1950 1941"/>
                  <a:gd name="T69" fmla="*/ T68 w 35"/>
                  <a:gd name="T70" fmla="+- 0 7885 7843"/>
                  <a:gd name="T71" fmla="*/ 7885 h 56"/>
                  <a:gd name="T72" fmla="+- 0 1949 1941"/>
                  <a:gd name="T73" fmla="*/ T72 w 35"/>
                  <a:gd name="T74" fmla="+- 0 7879 7843"/>
                  <a:gd name="T75" fmla="*/ 7879 h 56"/>
                  <a:gd name="T76" fmla="+- 0 1958 1941"/>
                  <a:gd name="T77" fmla="*/ T76 w 35"/>
                  <a:gd name="T78" fmla="+- 0 7846 7843"/>
                  <a:gd name="T79" fmla="*/ 7846 h 56"/>
                  <a:gd name="T80" fmla="+- 0 1966 1941"/>
                  <a:gd name="T81" fmla="*/ T80 w 35"/>
                  <a:gd name="T82" fmla="+- 0 7846 7843"/>
                  <a:gd name="T83" fmla="*/ 7846 h 56"/>
                  <a:gd name="T84" fmla="+- 0 1966 1941"/>
                  <a:gd name="T85" fmla="*/ T84 w 35"/>
                  <a:gd name="T86" fmla="+- 0 7845 7843"/>
                  <a:gd name="T87" fmla="*/ 7845 h 56"/>
                  <a:gd name="T88" fmla="+- 0 1962 1941"/>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10" y="47"/>
                    </a:lnTo>
                    <a:lnTo>
                      <a:pt x="9" y="42"/>
                    </a:lnTo>
                    <a:lnTo>
                      <a:pt x="8"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601" name="Freeform 5905">
                <a:extLst>
                  <a:ext uri="{FF2B5EF4-FFF2-40B4-BE49-F238E27FC236}">
                    <a16:creationId xmlns:a16="http://schemas.microsoft.com/office/drawing/2014/main" id="{5DA7D859-D269-DA53-65F8-A48F9D85015B}"/>
                  </a:ext>
                </a:extLst>
              </p:cNvPr>
              <p:cNvSpPr>
                <a:spLocks/>
              </p:cNvSpPr>
              <p:nvPr/>
            </p:nvSpPr>
            <p:spPr bwMode="auto">
              <a:xfrm>
                <a:off x="1941" y="7843"/>
                <a:ext cx="35" cy="56"/>
              </a:xfrm>
              <a:custGeom>
                <a:avLst/>
                <a:gdLst>
                  <a:gd name="T0" fmla="+- 0 1966 1941"/>
                  <a:gd name="T1" fmla="*/ T0 w 35"/>
                  <a:gd name="T2" fmla="+- 0 7846 7843"/>
                  <a:gd name="T3" fmla="*/ 7846 h 56"/>
                  <a:gd name="T4" fmla="+- 0 1958 1941"/>
                  <a:gd name="T5" fmla="*/ T4 w 35"/>
                  <a:gd name="T6" fmla="+- 0 7846 7843"/>
                  <a:gd name="T7" fmla="*/ 7846 h 56"/>
                  <a:gd name="T8" fmla="+- 0 1962 1941"/>
                  <a:gd name="T9" fmla="*/ T8 w 35"/>
                  <a:gd name="T10" fmla="+- 0 7847 7843"/>
                  <a:gd name="T11" fmla="*/ 7847 h 56"/>
                  <a:gd name="T12" fmla="+- 0 1964 1941"/>
                  <a:gd name="T13" fmla="*/ T12 w 35"/>
                  <a:gd name="T14" fmla="+- 0 7848 7843"/>
                  <a:gd name="T15" fmla="*/ 7848 h 56"/>
                  <a:gd name="T16" fmla="+- 0 1968 1941"/>
                  <a:gd name="T17" fmla="*/ T16 w 35"/>
                  <a:gd name="T18" fmla="+- 0 7878 7843"/>
                  <a:gd name="T19" fmla="*/ 7878 h 56"/>
                  <a:gd name="T20" fmla="+- 0 1967 1941"/>
                  <a:gd name="T21" fmla="*/ T20 w 35"/>
                  <a:gd name="T22" fmla="+- 0 7883 7843"/>
                  <a:gd name="T23" fmla="*/ 7883 h 56"/>
                  <a:gd name="T24" fmla="+- 0 1965 1941"/>
                  <a:gd name="T25" fmla="*/ T24 w 35"/>
                  <a:gd name="T26" fmla="+- 0 7891 7843"/>
                  <a:gd name="T27" fmla="*/ 7891 h 56"/>
                  <a:gd name="T28" fmla="+- 0 1964 1941"/>
                  <a:gd name="T29" fmla="*/ T28 w 35"/>
                  <a:gd name="T30" fmla="+- 0 7893 7843"/>
                  <a:gd name="T31" fmla="*/ 7893 h 56"/>
                  <a:gd name="T32" fmla="+- 0 1962 1941"/>
                  <a:gd name="T33" fmla="*/ T32 w 35"/>
                  <a:gd name="T34" fmla="+- 0 7894 7843"/>
                  <a:gd name="T35" fmla="*/ 7894 h 56"/>
                  <a:gd name="T36" fmla="+- 0 1958 1941"/>
                  <a:gd name="T37" fmla="*/ T36 w 35"/>
                  <a:gd name="T38" fmla="+- 0 7896 7843"/>
                  <a:gd name="T39" fmla="*/ 7896 h 56"/>
                  <a:gd name="T40" fmla="+- 0 1965 1941"/>
                  <a:gd name="T41" fmla="*/ T40 w 35"/>
                  <a:gd name="T42" fmla="+- 0 7896 7843"/>
                  <a:gd name="T43" fmla="*/ 7896 h 56"/>
                  <a:gd name="T44" fmla="+- 0 1975 1941"/>
                  <a:gd name="T45" fmla="*/ T44 w 35"/>
                  <a:gd name="T46" fmla="+- 0 7861 7843"/>
                  <a:gd name="T47" fmla="*/ 7861 h 56"/>
                  <a:gd name="T48" fmla="+- 0 1973 1941"/>
                  <a:gd name="T49" fmla="*/ T48 w 35"/>
                  <a:gd name="T50" fmla="+- 0 7854 7843"/>
                  <a:gd name="T51" fmla="*/ 7854 h 56"/>
                  <a:gd name="T52" fmla="+- 0 1966 1941"/>
                  <a:gd name="T53" fmla="*/ T52 w 35"/>
                  <a:gd name="T54" fmla="+- 0 7846 7843"/>
                  <a:gd name="T55"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5" y="3"/>
                    </a:moveTo>
                    <a:lnTo>
                      <a:pt x="17" y="3"/>
                    </a:lnTo>
                    <a:lnTo>
                      <a:pt x="21" y="4"/>
                    </a:lnTo>
                    <a:lnTo>
                      <a:pt x="23" y="5"/>
                    </a:lnTo>
                    <a:lnTo>
                      <a:pt x="27"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7" name="Group 496">
              <a:extLst>
                <a:ext uri="{FF2B5EF4-FFF2-40B4-BE49-F238E27FC236}">
                  <a16:creationId xmlns:a16="http://schemas.microsoft.com/office/drawing/2014/main" id="{656A3BA1-58F4-7F75-60CE-2DA3929518BE}"/>
                </a:ext>
              </a:extLst>
            </p:cNvPr>
            <p:cNvGrpSpPr>
              <a:grpSpLocks/>
            </p:cNvGrpSpPr>
            <p:nvPr/>
          </p:nvGrpSpPr>
          <p:grpSpPr bwMode="auto">
            <a:xfrm>
              <a:off x="2397" y="7843"/>
              <a:ext cx="35" cy="56"/>
              <a:chOff x="2397" y="7843"/>
              <a:chExt cx="35" cy="56"/>
            </a:xfrm>
          </p:grpSpPr>
          <p:sp>
            <p:nvSpPr>
              <p:cNvPr id="598" name="Freeform 5907">
                <a:extLst>
                  <a:ext uri="{FF2B5EF4-FFF2-40B4-BE49-F238E27FC236}">
                    <a16:creationId xmlns:a16="http://schemas.microsoft.com/office/drawing/2014/main" id="{0D1CBC72-7505-7EB6-69BC-AD77D826CB2D}"/>
                  </a:ext>
                </a:extLst>
              </p:cNvPr>
              <p:cNvSpPr>
                <a:spLocks/>
              </p:cNvSpPr>
              <p:nvPr/>
            </p:nvSpPr>
            <p:spPr bwMode="auto">
              <a:xfrm>
                <a:off x="2397" y="7843"/>
                <a:ext cx="35" cy="56"/>
              </a:xfrm>
              <a:custGeom>
                <a:avLst/>
                <a:gdLst>
                  <a:gd name="T0" fmla="+- 0 2419 2397"/>
                  <a:gd name="T1" fmla="*/ T0 w 35"/>
                  <a:gd name="T2" fmla="+- 0 7843 7843"/>
                  <a:gd name="T3" fmla="*/ 7843 h 56"/>
                  <a:gd name="T4" fmla="+- 0 2412 2397"/>
                  <a:gd name="T5" fmla="*/ T4 w 35"/>
                  <a:gd name="T6" fmla="+- 0 7843 7843"/>
                  <a:gd name="T7" fmla="*/ 7843 h 56"/>
                  <a:gd name="T8" fmla="+- 0 2410 2397"/>
                  <a:gd name="T9" fmla="*/ T8 w 35"/>
                  <a:gd name="T10" fmla="+- 0 7844 7843"/>
                  <a:gd name="T11" fmla="*/ 7844 h 56"/>
                  <a:gd name="T12" fmla="+- 0 2404 2397"/>
                  <a:gd name="T13" fmla="*/ T12 w 35"/>
                  <a:gd name="T14" fmla="+- 0 7848 7843"/>
                  <a:gd name="T15" fmla="*/ 7848 h 56"/>
                  <a:gd name="T16" fmla="+- 0 2402 2397"/>
                  <a:gd name="T17" fmla="*/ T16 w 35"/>
                  <a:gd name="T18" fmla="+- 0 7851 7843"/>
                  <a:gd name="T19" fmla="*/ 7851 h 56"/>
                  <a:gd name="T20" fmla="+- 0 2398 2397"/>
                  <a:gd name="T21" fmla="*/ T20 w 35"/>
                  <a:gd name="T22" fmla="+- 0 7860 7843"/>
                  <a:gd name="T23" fmla="*/ 7860 h 56"/>
                  <a:gd name="T24" fmla="+- 0 2397 2397"/>
                  <a:gd name="T25" fmla="*/ T24 w 35"/>
                  <a:gd name="T26" fmla="+- 0 7865 7843"/>
                  <a:gd name="T27" fmla="*/ 7865 h 56"/>
                  <a:gd name="T28" fmla="+- 0 2397 2397"/>
                  <a:gd name="T29" fmla="*/ T28 w 35"/>
                  <a:gd name="T30" fmla="+- 0 7878 7843"/>
                  <a:gd name="T31" fmla="*/ 7878 h 56"/>
                  <a:gd name="T32" fmla="+- 0 2399 2397"/>
                  <a:gd name="T33" fmla="*/ T32 w 35"/>
                  <a:gd name="T34" fmla="+- 0 7884 7843"/>
                  <a:gd name="T35" fmla="*/ 7884 h 56"/>
                  <a:gd name="T36" fmla="+- 0 2405 2397"/>
                  <a:gd name="T37" fmla="*/ T36 w 35"/>
                  <a:gd name="T38" fmla="+- 0 7895 7843"/>
                  <a:gd name="T39" fmla="*/ 7895 h 56"/>
                  <a:gd name="T40" fmla="+- 0 2409 2397"/>
                  <a:gd name="T41" fmla="*/ T40 w 35"/>
                  <a:gd name="T42" fmla="+- 0 7898 7843"/>
                  <a:gd name="T43" fmla="*/ 7898 h 56"/>
                  <a:gd name="T44" fmla="+- 0 2417 2397"/>
                  <a:gd name="T45" fmla="*/ T44 w 35"/>
                  <a:gd name="T46" fmla="+- 0 7898 7843"/>
                  <a:gd name="T47" fmla="*/ 7898 h 56"/>
                  <a:gd name="T48" fmla="+- 0 2420 2397"/>
                  <a:gd name="T49" fmla="*/ T48 w 35"/>
                  <a:gd name="T50" fmla="+- 0 7897 7843"/>
                  <a:gd name="T51" fmla="*/ 7897 h 56"/>
                  <a:gd name="T52" fmla="+- 0 2422 2397"/>
                  <a:gd name="T53" fmla="*/ T52 w 35"/>
                  <a:gd name="T54" fmla="+- 0 7896 7843"/>
                  <a:gd name="T55" fmla="*/ 7896 h 56"/>
                  <a:gd name="T56" fmla="+- 0 2411 2397"/>
                  <a:gd name="T57" fmla="*/ T56 w 35"/>
                  <a:gd name="T58" fmla="+- 0 7896 7843"/>
                  <a:gd name="T59" fmla="*/ 7896 h 56"/>
                  <a:gd name="T60" fmla="+- 0 2409 2397"/>
                  <a:gd name="T61" fmla="*/ T60 w 35"/>
                  <a:gd name="T62" fmla="+- 0 7894 7843"/>
                  <a:gd name="T63" fmla="*/ 7894 h 56"/>
                  <a:gd name="T64" fmla="+- 0 2406 2397"/>
                  <a:gd name="T65" fmla="*/ T64 w 35"/>
                  <a:gd name="T66" fmla="+- 0 7885 7843"/>
                  <a:gd name="T67" fmla="*/ 7885 h 56"/>
                  <a:gd name="T68" fmla="+- 0 2405 2397"/>
                  <a:gd name="T69" fmla="*/ T68 w 35"/>
                  <a:gd name="T70" fmla="+- 0 7879 7843"/>
                  <a:gd name="T71" fmla="*/ 7879 h 56"/>
                  <a:gd name="T72" fmla="+- 0 2405 2397"/>
                  <a:gd name="T73" fmla="*/ T72 w 35"/>
                  <a:gd name="T74" fmla="+- 0 7865 7843"/>
                  <a:gd name="T75" fmla="*/ 7865 h 56"/>
                  <a:gd name="T76" fmla="+- 0 2415 2397"/>
                  <a:gd name="T77" fmla="*/ T76 w 35"/>
                  <a:gd name="T78" fmla="+- 0 7846 7843"/>
                  <a:gd name="T79" fmla="*/ 7846 h 56"/>
                  <a:gd name="T80" fmla="+- 0 2423 2397"/>
                  <a:gd name="T81" fmla="*/ T80 w 35"/>
                  <a:gd name="T82" fmla="+- 0 7846 7843"/>
                  <a:gd name="T83" fmla="*/ 7846 h 56"/>
                  <a:gd name="T84" fmla="+- 0 2422 2397"/>
                  <a:gd name="T85" fmla="*/ T84 w 35"/>
                  <a:gd name="T86" fmla="+- 0 7845 7843"/>
                  <a:gd name="T87" fmla="*/ 7845 h 56"/>
                  <a:gd name="T88" fmla="+- 0 2419 2397"/>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3" y="54"/>
                    </a:lnTo>
                    <a:lnTo>
                      <a:pt x="25" y="53"/>
                    </a:lnTo>
                    <a:lnTo>
                      <a:pt x="14" y="53"/>
                    </a:lnTo>
                    <a:lnTo>
                      <a:pt x="12" y="51"/>
                    </a:lnTo>
                    <a:lnTo>
                      <a:pt x="9" y="42"/>
                    </a:lnTo>
                    <a:lnTo>
                      <a:pt x="8" y="36"/>
                    </a:lnTo>
                    <a:lnTo>
                      <a:pt x="8" y="22"/>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99" name="Freeform 5908">
                <a:extLst>
                  <a:ext uri="{FF2B5EF4-FFF2-40B4-BE49-F238E27FC236}">
                    <a16:creationId xmlns:a16="http://schemas.microsoft.com/office/drawing/2014/main" id="{A585CBB8-2721-99F2-B711-BEDB0AE9218F}"/>
                  </a:ext>
                </a:extLst>
              </p:cNvPr>
              <p:cNvSpPr>
                <a:spLocks/>
              </p:cNvSpPr>
              <p:nvPr/>
            </p:nvSpPr>
            <p:spPr bwMode="auto">
              <a:xfrm>
                <a:off x="2397" y="7843"/>
                <a:ext cx="35" cy="56"/>
              </a:xfrm>
              <a:custGeom>
                <a:avLst/>
                <a:gdLst>
                  <a:gd name="T0" fmla="+- 0 2423 2397"/>
                  <a:gd name="T1" fmla="*/ T0 w 35"/>
                  <a:gd name="T2" fmla="+- 0 7846 7843"/>
                  <a:gd name="T3" fmla="*/ 7846 h 56"/>
                  <a:gd name="T4" fmla="+- 0 2415 2397"/>
                  <a:gd name="T5" fmla="*/ T4 w 35"/>
                  <a:gd name="T6" fmla="+- 0 7846 7843"/>
                  <a:gd name="T7" fmla="*/ 7846 h 56"/>
                  <a:gd name="T8" fmla="+- 0 2419 2397"/>
                  <a:gd name="T9" fmla="*/ T8 w 35"/>
                  <a:gd name="T10" fmla="+- 0 7847 7843"/>
                  <a:gd name="T11" fmla="*/ 7847 h 56"/>
                  <a:gd name="T12" fmla="+- 0 2420 2397"/>
                  <a:gd name="T13" fmla="*/ T12 w 35"/>
                  <a:gd name="T14" fmla="+- 0 7848 7843"/>
                  <a:gd name="T15" fmla="*/ 7848 h 56"/>
                  <a:gd name="T16" fmla="+- 0 2421 2397"/>
                  <a:gd name="T17" fmla="*/ T16 w 35"/>
                  <a:gd name="T18" fmla="+- 0 7850 7843"/>
                  <a:gd name="T19" fmla="*/ 7850 h 56"/>
                  <a:gd name="T20" fmla="+- 0 2423 2397"/>
                  <a:gd name="T21" fmla="*/ T20 w 35"/>
                  <a:gd name="T22" fmla="+- 0 7857 7843"/>
                  <a:gd name="T23" fmla="*/ 7857 h 56"/>
                  <a:gd name="T24" fmla="+- 0 2424 2397"/>
                  <a:gd name="T25" fmla="*/ T24 w 35"/>
                  <a:gd name="T26" fmla="+- 0 7860 7843"/>
                  <a:gd name="T27" fmla="*/ 7860 h 56"/>
                  <a:gd name="T28" fmla="+- 0 2424 2397"/>
                  <a:gd name="T29" fmla="*/ T28 w 35"/>
                  <a:gd name="T30" fmla="+- 0 7878 7843"/>
                  <a:gd name="T31" fmla="*/ 7878 h 56"/>
                  <a:gd name="T32" fmla="+- 0 2424 2397"/>
                  <a:gd name="T33" fmla="*/ T32 w 35"/>
                  <a:gd name="T34" fmla="+- 0 7883 7843"/>
                  <a:gd name="T35" fmla="*/ 7883 h 56"/>
                  <a:gd name="T36" fmla="+- 0 2422 2397"/>
                  <a:gd name="T37" fmla="*/ T36 w 35"/>
                  <a:gd name="T38" fmla="+- 0 7888 7843"/>
                  <a:gd name="T39" fmla="*/ 7888 h 56"/>
                  <a:gd name="T40" fmla="+- 0 2422 2397"/>
                  <a:gd name="T41" fmla="*/ T40 w 35"/>
                  <a:gd name="T42" fmla="+- 0 7891 7843"/>
                  <a:gd name="T43" fmla="*/ 7891 h 56"/>
                  <a:gd name="T44" fmla="+- 0 2420 2397"/>
                  <a:gd name="T45" fmla="*/ T44 w 35"/>
                  <a:gd name="T46" fmla="+- 0 7893 7843"/>
                  <a:gd name="T47" fmla="*/ 7893 h 56"/>
                  <a:gd name="T48" fmla="+- 0 2419 2397"/>
                  <a:gd name="T49" fmla="*/ T48 w 35"/>
                  <a:gd name="T50" fmla="+- 0 7894 7843"/>
                  <a:gd name="T51" fmla="*/ 7894 h 56"/>
                  <a:gd name="T52" fmla="+- 0 2414 2397"/>
                  <a:gd name="T53" fmla="*/ T52 w 35"/>
                  <a:gd name="T54" fmla="+- 0 7896 7843"/>
                  <a:gd name="T55" fmla="*/ 7896 h 56"/>
                  <a:gd name="T56" fmla="+- 0 2422 2397"/>
                  <a:gd name="T57" fmla="*/ T56 w 35"/>
                  <a:gd name="T58" fmla="+- 0 7896 7843"/>
                  <a:gd name="T59" fmla="*/ 7896 h 56"/>
                  <a:gd name="T60" fmla="+- 0 2432 2397"/>
                  <a:gd name="T61" fmla="*/ T60 w 35"/>
                  <a:gd name="T62" fmla="+- 0 7861 7843"/>
                  <a:gd name="T63" fmla="*/ 7861 h 56"/>
                  <a:gd name="T64" fmla="+- 0 2430 2397"/>
                  <a:gd name="T65" fmla="*/ T64 w 35"/>
                  <a:gd name="T66" fmla="+- 0 7854 7843"/>
                  <a:gd name="T67" fmla="*/ 7854 h 56"/>
                  <a:gd name="T68" fmla="+- 0 2423 2397"/>
                  <a:gd name="T69" fmla="*/ T68 w 35"/>
                  <a:gd name="T70" fmla="+- 0 7846 7843"/>
                  <a:gd name="T71"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5" h="56">
                    <a:moveTo>
                      <a:pt x="26" y="3"/>
                    </a:moveTo>
                    <a:lnTo>
                      <a:pt x="18" y="3"/>
                    </a:lnTo>
                    <a:lnTo>
                      <a:pt x="22" y="4"/>
                    </a:lnTo>
                    <a:lnTo>
                      <a:pt x="23" y="5"/>
                    </a:lnTo>
                    <a:lnTo>
                      <a:pt x="24" y="7"/>
                    </a:lnTo>
                    <a:lnTo>
                      <a:pt x="26" y="14"/>
                    </a:lnTo>
                    <a:lnTo>
                      <a:pt x="27" y="17"/>
                    </a:lnTo>
                    <a:lnTo>
                      <a:pt x="27" y="35"/>
                    </a:lnTo>
                    <a:lnTo>
                      <a:pt x="27" y="40"/>
                    </a:lnTo>
                    <a:lnTo>
                      <a:pt x="25" y="45"/>
                    </a:lnTo>
                    <a:lnTo>
                      <a:pt x="25" y="48"/>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8" name="Group 497">
              <a:extLst>
                <a:ext uri="{FF2B5EF4-FFF2-40B4-BE49-F238E27FC236}">
                  <a16:creationId xmlns:a16="http://schemas.microsoft.com/office/drawing/2014/main" id="{CF371907-16DF-5616-8B75-0B7093AA864B}"/>
                </a:ext>
              </a:extLst>
            </p:cNvPr>
            <p:cNvGrpSpPr>
              <a:grpSpLocks/>
            </p:cNvGrpSpPr>
            <p:nvPr/>
          </p:nvGrpSpPr>
          <p:grpSpPr bwMode="auto">
            <a:xfrm>
              <a:off x="2854" y="7843"/>
              <a:ext cx="35" cy="56"/>
              <a:chOff x="2854" y="7843"/>
              <a:chExt cx="35" cy="56"/>
            </a:xfrm>
          </p:grpSpPr>
          <p:sp>
            <p:nvSpPr>
              <p:cNvPr id="596" name="Freeform 5910">
                <a:extLst>
                  <a:ext uri="{FF2B5EF4-FFF2-40B4-BE49-F238E27FC236}">
                    <a16:creationId xmlns:a16="http://schemas.microsoft.com/office/drawing/2014/main" id="{3921A097-52E0-612B-0268-9727257E8CF3}"/>
                  </a:ext>
                </a:extLst>
              </p:cNvPr>
              <p:cNvSpPr>
                <a:spLocks/>
              </p:cNvSpPr>
              <p:nvPr/>
            </p:nvSpPr>
            <p:spPr bwMode="auto">
              <a:xfrm>
                <a:off x="2854" y="7843"/>
                <a:ext cx="35" cy="56"/>
              </a:xfrm>
              <a:custGeom>
                <a:avLst/>
                <a:gdLst>
                  <a:gd name="T0" fmla="+- 0 2875 2854"/>
                  <a:gd name="T1" fmla="*/ T0 w 35"/>
                  <a:gd name="T2" fmla="+- 0 7843 7843"/>
                  <a:gd name="T3" fmla="*/ 7843 h 56"/>
                  <a:gd name="T4" fmla="+- 0 2868 2854"/>
                  <a:gd name="T5" fmla="*/ T4 w 35"/>
                  <a:gd name="T6" fmla="+- 0 7843 7843"/>
                  <a:gd name="T7" fmla="*/ 7843 h 56"/>
                  <a:gd name="T8" fmla="+- 0 2866 2854"/>
                  <a:gd name="T9" fmla="*/ T8 w 35"/>
                  <a:gd name="T10" fmla="+- 0 7844 7843"/>
                  <a:gd name="T11" fmla="*/ 7844 h 56"/>
                  <a:gd name="T12" fmla="+- 0 2861 2854"/>
                  <a:gd name="T13" fmla="*/ T12 w 35"/>
                  <a:gd name="T14" fmla="+- 0 7848 7843"/>
                  <a:gd name="T15" fmla="*/ 7848 h 56"/>
                  <a:gd name="T16" fmla="+- 0 2858 2854"/>
                  <a:gd name="T17" fmla="*/ T16 w 35"/>
                  <a:gd name="T18" fmla="+- 0 7851 7843"/>
                  <a:gd name="T19" fmla="*/ 7851 h 56"/>
                  <a:gd name="T20" fmla="+- 0 2855 2854"/>
                  <a:gd name="T21" fmla="*/ T20 w 35"/>
                  <a:gd name="T22" fmla="+- 0 7860 7843"/>
                  <a:gd name="T23" fmla="*/ 7860 h 56"/>
                  <a:gd name="T24" fmla="+- 0 2854 2854"/>
                  <a:gd name="T25" fmla="*/ T24 w 35"/>
                  <a:gd name="T26" fmla="+- 0 7865 7843"/>
                  <a:gd name="T27" fmla="*/ 7865 h 56"/>
                  <a:gd name="T28" fmla="+- 0 2854 2854"/>
                  <a:gd name="T29" fmla="*/ T28 w 35"/>
                  <a:gd name="T30" fmla="+- 0 7878 7843"/>
                  <a:gd name="T31" fmla="*/ 7878 h 56"/>
                  <a:gd name="T32" fmla="+- 0 2855 2854"/>
                  <a:gd name="T33" fmla="*/ T32 w 35"/>
                  <a:gd name="T34" fmla="+- 0 7884 7843"/>
                  <a:gd name="T35" fmla="*/ 7884 h 56"/>
                  <a:gd name="T36" fmla="+- 0 2861 2854"/>
                  <a:gd name="T37" fmla="*/ T36 w 35"/>
                  <a:gd name="T38" fmla="+- 0 7895 7843"/>
                  <a:gd name="T39" fmla="*/ 7895 h 56"/>
                  <a:gd name="T40" fmla="+- 0 2866 2854"/>
                  <a:gd name="T41" fmla="*/ T40 w 35"/>
                  <a:gd name="T42" fmla="+- 0 7898 7843"/>
                  <a:gd name="T43" fmla="*/ 7898 h 56"/>
                  <a:gd name="T44" fmla="+- 0 2873 2854"/>
                  <a:gd name="T45" fmla="*/ T44 w 35"/>
                  <a:gd name="T46" fmla="+- 0 7898 7843"/>
                  <a:gd name="T47" fmla="*/ 7898 h 56"/>
                  <a:gd name="T48" fmla="+- 0 2876 2854"/>
                  <a:gd name="T49" fmla="*/ T48 w 35"/>
                  <a:gd name="T50" fmla="+- 0 7897 7843"/>
                  <a:gd name="T51" fmla="*/ 7897 h 56"/>
                  <a:gd name="T52" fmla="+- 0 2878 2854"/>
                  <a:gd name="T53" fmla="*/ T52 w 35"/>
                  <a:gd name="T54" fmla="+- 0 7896 7843"/>
                  <a:gd name="T55" fmla="*/ 7896 h 56"/>
                  <a:gd name="T56" fmla="+- 0 2868 2854"/>
                  <a:gd name="T57" fmla="*/ T56 w 35"/>
                  <a:gd name="T58" fmla="+- 0 7896 7843"/>
                  <a:gd name="T59" fmla="*/ 7896 h 56"/>
                  <a:gd name="T60" fmla="+- 0 2866 2854"/>
                  <a:gd name="T61" fmla="*/ T60 w 35"/>
                  <a:gd name="T62" fmla="+- 0 7894 7843"/>
                  <a:gd name="T63" fmla="*/ 7894 h 56"/>
                  <a:gd name="T64" fmla="+- 0 2864 2854"/>
                  <a:gd name="T65" fmla="*/ T64 w 35"/>
                  <a:gd name="T66" fmla="+- 0 7890 7843"/>
                  <a:gd name="T67" fmla="*/ 7890 h 56"/>
                  <a:gd name="T68" fmla="+- 0 2862 2854"/>
                  <a:gd name="T69" fmla="*/ T68 w 35"/>
                  <a:gd name="T70" fmla="+- 0 7885 7843"/>
                  <a:gd name="T71" fmla="*/ 7885 h 56"/>
                  <a:gd name="T72" fmla="+- 0 2861 2854"/>
                  <a:gd name="T73" fmla="*/ T72 w 35"/>
                  <a:gd name="T74" fmla="+- 0 7879 7843"/>
                  <a:gd name="T75" fmla="*/ 7879 h 56"/>
                  <a:gd name="T76" fmla="+- 0 2871 2854"/>
                  <a:gd name="T77" fmla="*/ T76 w 35"/>
                  <a:gd name="T78" fmla="+- 0 7846 7843"/>
                  <a:gd name="T79" fmla="*/ 7846 h 56"/>
                  <a:gd name="T80" fmla="+- 0 2879 2854"/>
                  <a:gd name="T81" fmla="*/ T80 w 35"/>
                  <a:gd name="T82" fmla="+- 0 7846 7843"/>
                  <a:gd name="T83" fmla="*/ 7846 h 56"/>
                  <a:gd name="T84" fmla="+- 0 2879 2854"/>
                  <a:gd name="T85" fmla="*/ T84 w 35"/>
                  <a:gd name="T86" fmla="+- 0 7845 7843"/>
                  <a:gd name="T87" fmla="*/ 7845 h 56"/>
                  <a:gd name="T88" fmla="+- 0 2875 2854"/>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97" name="Freeform 5911">
                <a:extLst>
                  <a:ext uri="{FF2B5EF4-FFF2-40B4-BE49-F238E27FC236}">
                    <a16:creationId xmlns:a16="http://schemas.microsoft.com/office/drawing/2014/main" id="{B98E51DD-D174-472F-8EC9-038F1B5EBECF}"/>
                  </a:ext>
                </a:extLst>
              </p:cNvPr>
              <p:cNvSpPr>
                <a:spLocks/>
              </p:cNvSpPr>
              <p:nvPr/>
            </p:nvSpPr>
            <p:spPr bwMode="auto">
              <a:xfrm>
                <a:off x="2854" y="7843"/>
                <a:ext cx="35" cy="56"/>
              </a:xfrm>
              <a:custGeom>
                <a:avLst/>
                <a:gdLst>
                  <a:gd name="T0" fmla="+- 0 2879 2854"/>
                  <a:gd name="T1" fmla="*/ T0 w 35"/>
                  <a:gd name="T2" fmla="+- 0 7846 7843"/>
                  <a:gd name="T3" fmla="*/ 7846 h 56"/>
                  <a:gd name="T4" fmla="+- 0 2871 2854"/>
                  <a:gd name="T5" fmla="*/ T4 w 35"/>
                  <a:gd name="T6" fmla="+- 0 7846 7843"/>
                  <a:gd name="T7" fmla="*/ 7846 h 56"/>
                  <a:gd name="T8" fmla="+- 0 2875 2854"/>
                  <a:gd name="T9" fmla="*/ T8 w 35"/>
                  <a:gd name="T10" fmla="+- 0 7847 7843"/>
                  <a:gd name="T11" fmla="*/ 7847 h 56"/>
                  <a:gd name="T12" fmla="+- 0 2876 2854"/>
                  <a:gd name="T13" fmla="*/ T12 w 35"/>
                  <a:gd name="T14" fmla="+- 0 7848 7843"/>
                  <a:gd name="T15" fmla="*/ 7848 h 56"/>
                  <a:gd name="T16" fmla="+- 0 2878 2854"/>
                  <a:gd name="T17" fmla="*/ T16 w 35"/>
                  <a:gd name="T18" fmla="+- 0 7850 7843"/>
                  <a:gd name="T19" fmla="*/ 7850 h 56"/>
                  <a:gd name="T20" fmla="+- 0 2880 2854"/>
                  <a:gd name="T21" fmla="*/ T20 w 35"/>
                  <a:gd name="T22" fmla="+- 0 7857 7843"/>
                  <a:gd name="T23" fmla="*/ 7857 h 56"/>
                  <a:gd name="T24" fmla="+- 0 2880 2854"/>
                  <a:gd name="T25" fmla="*/ T24 w 35"/>
                  <a:gd name="T26" fmla="+- 0 7860 7843"/>
                  <a:gd name="T27" fmla="*/ 7860 h 56"/>
                  <a:gd name="T28" fmla="+- 0 2880 2854"/>
                  <a:gd name="T29" fmla="*/ T28 w 35"/>
                  <a:gd name="T30" fmla="+- 0 7878 7843"/>
                  <a:gd name="T31" fmla="*/ 7878 h 56"/>
                  <a:gd name="T32" fmla="+- 0 2880 2854"/>
                  <a:gd name="T33" fmla="*/ T32 w 35"/>
                  <a:gd name="T34" fmla="+- 0 7883 7843"/>
                  <a:gd name="T35" fmla="*/ 7883 h 56"/>
                  <a:gd name="T36" fmla="+- 0 2878 2854"/>
                  <a:gd name="T37" fmla="*/ T36 w 35"/>
                  <a:gd name="T38" fmla="+- 0 7891 7843"/>
                  <a:gd name="T39" fmla="*/ 7891 h 56"/>
                  <a:gd name="T40" fmla="+- 0 2877 2854"/>
                  <a:gd name="T41" fmla="*/ T40 w 35"/>
                  <a:gd name="T42" fmla="+- 0 7893 7843"/>
                  <a:gd name="T43" fmla="*/ 7893 h 56"/>
                  <a:gd name="T44" fmla="+- 0 2875 2854"/>
                  <a:gd name="T45" fmla="*/ T44 w 35"/>
                  <a:gd name="T46" fmla="+- 0 7894 7843"/>
                  <a:gd name="T47" fmla="*/ 7894 h 56"/>
                  <a:gd name="T48" fmla="+- 0 2871 2854"/>
                  <a:gd name="T49" fmla="*/ T48 w 35"/>
                  <a:gd name="T50" fmla="+- 0 7896 7843"/>
                  <a:gd name="T51" fmla="*/ 7896 h 56"/>
                  <a:gd name="T52" fmla="+- 0 2878 2854"/>
                  <a:gd name="T53" fmla="*/ T52 w 35"/>
                  <a:gd name="T54" fmla="+- 0 7896 7843"/>
                  <a:gd name="T55" fmla="*/ 7896 h 56"/>
                  <a:gd name="T56" fmla="+- 0 2888 2854"/>
                  <a:gd name="T57" fmla="*/ T56 w 35"/>
                  <a:gd name="T58" fmla="+- 0 7861 7843"/>
                  <a:gd name="T59" fmla="*/ 7861 h 56"/>
                  <a:gd name="T60" fmla="+- 0 2886 2854"/>
                  <a:gd name="T61" fmla="*/ T60 w 35"/>
                  <a:gd name="T62" fmla="+- 0 7854 7843"/>
                  <a:gd name="T63" fmla="*/ 7854 h 56"/>
                  <a:gd name="T64" fmla="+- 0 2879 2854"/>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499" name="Group 498">
              <a:extLst>
                <a:ext uri="{FF2B5EF4-FFF2-40B4-BE49-F238E27FC236}">
                  <a16:creationId xmlns:a16="http://schemas.microsoft.com/office/drawing/2014/main" id="{7DB614FD-D1F4-A2FD-BB89-8F1FCB489E05}"/>
                </a:ext>
              </a:extLst>
            </p:cNvPr>
            <p:cNvGrpSpPr>
              <a:grpSpLocks/>
            </p:cNvGrpSpPr>
            <p:nvPr/>
          </p:nvGrpSpPr>
          <p:grpSpPr bwMode="auto">
            <a:xfrm>
              <a:off x="3310" y="7844"/>
              <a:ext cx="34" cy="55"/>
              <a:chOff x="3310" y="7844"/>
              <a:chExt cx="34" cy="55"/>
            </a:xfrm>
          </p:grpSpPr>
          <p:sp>
            <p:nvSpPr>
              <p:cNvPr id="594" name="Freeform 5913">
                <a:extLst>
                  <a:ext uri="{FF2B5EF4-FFF2-40B4-BE49-F238E27FC236}">
                    <a16:creationId xmlns:a16="http://schemas.microsoft.com/office/drawing/2014/main" id="{27F21916-79B2-E225-3329-5E17412B65FA}"/>
                  </a:ext>
                </a:extLst>
              </p:cNvPr>
              <p:cNvSpPr>
                <a:spLocks/>
              </p:cNvSpPr>
              <p:nvPr/>
            </p:nvSpPr>
            <p:spPr bwMode="auto">
              <a:xfrm>
                <a:off x="3310" y="7844"/>
                <a:ext cx="34" cy="55"/>
              </a:xfrm>
              <a:custGeom>
                <a:avLst/>
                <a:gdLst>
                  <a:gd name="T0" fmla="+- 0 3342 3310"/>
                  <a:gd name="T1" fmla="*/ T0 w 34"/>
                  <a:gd name="T2" fmla="+- 0 7850 7844"/>
                  <a:gd name="T3" fmla="*/ 7850 h 55"/>
                  <a:gd name="T4" fmla="+- 0 3338 3310"/>
                  <a:gd name="T5" fmla="*/ T4 w 34"/>
                  <a:gd name="T6" fmla="+- 0 7850 7844"/>
                  <a:gd name="T7" fmla="*/ 7850 h 55"/>
                  <a:gd name="T8" fmla="+- 0 3322 3310"/>
                  <a:gd name="T9" fmla="*/ T8 w 34"/>
                  <a:gd name="T10" fmla="+- 0 7898 7844"/>
                  <a:gd name="T11" fmla="*/ 7898 h 55"/>
                  <a:gd name="T12" fmla="+- 0 3326 3310"/>
                  <a:gd name="T13" fmla="*/ T12 w 34"/>
                  <a:gd name="T14" fmla="+- 0 7898 7844"/>
                  <a:gd name="T15" fmla="*/ 7898 h 55"/>
                  <a:gd name="T16" fmla="+- 0 3342 3310"/>
                  <a:gd name="T17" fmla="*/ T16 w 34"/>
                  <a:gd name="T18" fmla="+- 0 7850 7844"/>
                  <a:gd name="T19" fmla="*/ 7850 h 55"/>
                </a:gdLst>
                <a:ahLst/>
                <a:cxnLst>
                  <a:cxn ang="0">
                    <a:pos x="T1" y="T3"/>
                  </a:cxn>
                  <a:cxn ang="0">
                    <a:pos x="T5" y="T7"/>
                  </a:cxn>
                  <a:cxn ang="0">
                    <a:pos x="T9" y="T11"/>
                  </a:cxn>
                  <a:cxn ang="0">
                    <a:pos x="T13" y="T15"/>
                  </a:cxn>
                  <a:cxn ang="0">
                    <a:pos x="T17" y="T19"/>
                  </a:cxn>
                </a:cxnLst>
                <a:rect l="0" t="0" r="r" b="b"/>
                <a:pathLst>
                  <a:path w="34" h="55">
                    <a:moveTo>
                      <a:pt x="32" y="6"/>
                    </a:moveTo>
                    <a:lnTo>
                      <a:pt x="28" y="6"/>
                    </a:lnTo>
                    <a:lnTo>
                      <a:pt x="12" y="54"/>
                    </a:lnTo>
                    <a:lnTo>
                      <a:pt x="16" y="54"/>
                    </a:lnTo>
                    <a:lnTo>
                      <a:pt x="3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95" name="Freeform 5914">
                <a:extLst>
                  <a:ext uri="{FF2B5EF4-FFF2-40B4-BE49-F238E27FC236}">
                    <a16:creationId xmlns:a16="http://schemas.microsoft.com/office/drawing/2014/main" id="{D67DAB10-698C-8F5B-6B8B-E9F5F0A85808}"/>
                  </a:ext>
                </a:extLst>
              </p:cNvPr>
              <p:cNvSpPr>
                <a:spLocks/>
              </p:cNvSpPr>
              <p:nvPr/>
            </p:nvSpPr>
            <p:spPr bwMode="auto">
              <a:xfrm>
                <a:off x="3310" y="7844"/>
                <a:ext cx="34" cy="55"/>
              </a:xfrm>
              <a:custGeom>
                <a:avLst/>
                <a:gdLst>
                  <a:gd name="T0" fmla="+- 0 3344 3310"/>
                  <a:gd name="T1" fmla="*/ T0 w 34"/>
                  <a:gd name="T2" fmla="+- 0 7844 7844"/>
                  <a:gd name="T3" fmla="*/ 7844 h 55"/>
                  <a:gd name="T4" fmla="+- 0 3315 3310"/>
                  <a:gd name="T5" fmla="*/ T4 w 34"/>
                  <a:gd name="T6" fmla="+- 0 7844 7844"/>
                  <a:gd name="T7" fmla="*/ 7844 h 55"/>
                  <a:gd name="T8" fmla="+- 0 3310 3310"/>
                  <a:gd name="T9" fmla="*/ T8 w 34"/>
                  <a:gd name="T10" fmla="+- 0 7857 7844"/>
                  <a:gd name="T11" fmla="*/ 7857 h 55"/>
                  <a:gd name="T12" fmla="+- 0 3311 3310"/>
                  <a:gd name="T13" fmla="*/ T12 w 34"/>
                  <a:gd name="T14" fmla="+- 0 7857 7844"/>
                  <a:gd name="T15" fmla="*/ 7857 h 55"/>
                  <a:gd name="T16" fmla="+- 0 3313 3310"/>
                  <a:gd name="T17" fmla="*/ T16 w 34"/>
                  <a:gd name="T18" fmla="+- 0 7855 7844"/>
                  <a:gd name="T19" fmla="*/ 7855 h 55"/>
                  <a:gd name="T20" fmla="+- 0 3314 3310"/>
                  <a:gd name="T21" fmla="*/ T20 w 34"/>
                  <a:gd name="T22" fmla="+- 0 7853 7844"/>
                  <a:gd name="T23" fmla="*/ 7853 h 55"/>
                  <a:gd name="T24" fmla="+- 0 3318 3310"/>
                  <a:gd name="T25" fmla="*/ T24 w 34"/>
                  <a:gd name="T26" fmla="+- 0 7851 7844"/>
                  <a:gd name="T27" fmla="*/ 7851 h 55"/>
                  <a:gd name="T28" fmla="+- 0 3320 3310"/>
                  <a:gd name="T29" fmla="*/ T28 w 34"/>
                  <a:gd name="T30" fmla="+- 0 7850 7844"/>
                  <a:gd name="T31" fmla="*/ 7850 h 55"/>
                  <a:gd name="T32" fmla="+- 0 3342 3310"/>
                  <a:gd name="T33" fmla="*/ T32 w 34"/>
                  <a:gd name="T34" fmla="+- 0 7850 7844"/>
                  <a:gd name="T35" fmla="*/ 7850 h 55"/>
                  <a:gd name="T36" fmla="+- 0 3344 3310"/>
                  <a:gd name="T37" fmla="*/ T36 w 34"/>
                  <a:gd name="T38" fmla="+- 0 7846 7844"/>
                  <a:gd name="T39" fmla="*/ 7846 h 55"/>
                  <a:gd name="T40" fmla="+- 0 3344 3310"/>
                  <a:gd name="T41" fmla="*/ T40 w 34"/>
                  <a:gd name="T42" fmla="+- 0 7844 7844"/>
                  <a:gd name="T43" fmla="*/ 7844 h 5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34" h="55">
                    <a:moveTo>
                      <a:pt x="34" y="0"/>
                    </a:moveTo>
                    <a:lnTo>
                      <a:pt x="5" y="0"/>
                    </a:lnTo>
                    <a:lnTo>
                      <a:pt x="0" y="13"/>
                    </a:lnTo>
                    <a:lnTo>
                      <a:pt x="1" y="13"/>
                    </a:lnTo>
                    <a:lnTo>
                      <a:pt x="3" y="11"/>
                    </a:lnTo>
                    <a:lnTo>
                      <a:pt x="4" y="9"/>
                    </a:lnTo>
                    <a:lnTo>
                      <a:pt x="8" y="7"/>
                    </a:lnTo>
                    <a:lnTo>
                      <a:pt x="10" y="6"/>
                    </a:lnTo>
                    <a:lnTo>
                      <a:pt x="32" y="6"/>
                    </a:lnTo>
                    <a:lnTo>
                      <a:pt x="34" y="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0" name="Group 499">
              <a:extLst>
                <a:ext uri="{FF2B5EF4-FFF2-40B4-BE49-F238E27FC236}">
                  <a16:creationId xmlns:a16="http://schemas.microsoft.com/office/drawing/2014/main" id="{8E691660-2AE7-E72A-4F40-2998A55BCBD2}"/>
                </a:ext>
              </a:extLst>
            </p:cNvPr>
            <p:cNvGrpSpPr>
              <a:grpSpLocks/>
            </p:cNvGrpSpPr>
            <p:nvPr/>
          </p:nvGrpSpPr>
          <p:grpSpPr bwMode="auto">
            <a:xfrm>
              <a:off x="3766" y="7843"/>
              <a:ext cx="35" cy="56"/>
              <a:chOff x="3766" y="7843"/>
              <a:chExt cx="35" cy="56"/>
            </a:xfrm>
          </p:grpSpPr>
          <p:sp>
            <p:nvSpPr>
              <p:cNvPr id="592" name="Freeform 5916">
                <a:extLst>
                  <a:ext uri="{FF2B5EF4-FFF2-40B4-BE49-F238E27FC236}">
                    <a16:creationId xmlns:a16="http://schemas.microsoft.com/office/drawing/2014/main" id="{D40EAA92-764B-45E8-C55E-2A7C54FF2790}"/>
                  </a:ext>
                </a:extLst>
              </p:cNvPr>
              <p:cNvSpPr>
                <a:spLocks/>
              </p:cNvSpPr>
              <p:nvPr/>
            </p:nvSpPr>
            <p:spPr bwMode="auto">
              <a:xfrm>
                <a:off x="3766" y="7843"/>
                <a:ext cx="35" cy="56"/>
              </a:xfrm>
              <a:custGeom>
                <a:avLst/>
                <a:gdLst>
                  <a:gd name="T0" fmla="+- 0 3788 3766"/>
                  <a:gd name="T1" fmla="*/ T0 w 35"/>
                  <a:gd name="T2" fmla="+- 0 7843 7843"/>
                  <a:gd name="T3" fmla="*/ 7843 h 56"/>
                  <a:gd name="T4" fmla="+- 0 3781 3766"/>
                  <a:gd name="T5" fmla="*/ T4 w 35"/>
                  <a:gd name="T6" fmla="+- 0 7843 7843"/>
                  <a:gd name="T7" fmla="*/ 7843 h 56"/>
                  <a:gd name="T8" fmla="+- 0 3779 3766"/>
                  <a:gd name="T9" fmla="*/ T8 w 35"/>
                  <a:gd name="T10" fmla="+- 0 7844 7843"/>
                  <a:gd name="T11" fmla="*/ 7844 h 56"/>
                  <a:gd name="T12" fmla="+- 0 3773 3766"/>
                  <a:gd name="T13" fmla="*/ T12 w 35"/>
                  <a:gd name="T14" fmla="+- 0 7848 7843"/>
                  <a:gd name="T15" fmla="*/ 7848 h 56"/>
                  <a:gd name="T16" fmla="+- 0 3771 3766"/>
                  <a:gd name="T17" fmla="*/ T16 w 35"/>
                  <a:gd name="T18" fmla="+- 0 7851 7843"/>
                  <a:gd name="T19" fmla="*/ 7851 h 56"/>
                  <a:gd name="T20" fmla="+- 0 3767 3766"/>
                  <a:gd name="T21" fmla="*/ T20 w 35"/>
                  <a:gd name="T22" fmla="+- 0 7860 7843"/>
                  <a:gd name="T23" fmla="*/ 7860 h 56"/>
                  <a:gd name="T24" fmla="+- 0 3766 3766"/>
                  <a:gd name="T25" fmla="*/ T24 w 35"/>
                  <a:gd name="T26" fmla="+- 0 7865 7843"/>
                  <a:gd name="T27" fmla="*/ 7865 h 56"/>
                  <a:gd name="T28" fmla="+- 0 3766 3766"/>
                  <a:gd name="T29" fmla="*/ T28 w 35"/>
                  <a:gd name="T30" fmla="+- 0 7878 7843"/>
                  <a:gd name="T31" fmla="*/ 7878 h 56"/>
                  <a:gd name="T32" fmla="+- 0 3768 3766"/>
                  <a:gd name="T33" fmla="*/ T32 w 35"/>
                  <a:gd name="T34" fmla="+- 0 7884 7843"/>
                  <a:gd name="T35" fmla="*/ 7884 h 56"/>
                  <a:gd name="T36" fmla="+- 0 3774 3766"/>
                  <a:gd name="T37" fmla="*/ T36 w 35"/>
                  <a:gd name="T38" fmla="+- 0 7895 7843"/>
                  <a:gd name="T39" fmla="*/ 7895 h 56"/>
                  <a:gd name="T40" fmla="+- 0 3778 3766"/>
                  <a:gd name="T41" fmla="*/ T40 w 35"/>
                  <a:gd name="T42" fmla="+- 0 7898 7843"/>
                  <a:gd name="T43" fmla="*/ 7898 h 56"/>
                  <a:gd name="T44" fmla="+- 0 3786 3766"/>
                  <a:gd name="T45" fmla="*/ T44 w 35"/>
                  <a:gd name="T46" fmla="+- 0 7898 7843"/>
                  <a:gd name="T47" fmla="*/ 7898 h 56"/>
                  <a:gd name="T48" fmla="+- 0 3788 3766"/>
                  <a:gd name="T49" fmla="*/ T48 w 35"/>
                  <a:gd name="T50" fmla="+- 0 7897 7843"/>
                  <a:gd name="T51" fmla="*/ 7897 h 56"/>
                  <a:gd name="T52" fmla="+- 0 3791 3766"/>
                  <a:gd name="T53" fmla="*/ T52 w 35"/>
                  <a:gd name="T54" fmla="+- 0 7896 7843"/>
                  <a:gd name="T55" fmla="*/ 7896 h 56"/>
                  <a:gd name="T56" fmla="+- 0 3780 3766"/>
                  <a:gd name="T57" fmla="*/ T56 w 35"/>
                  <a:gd name="T58" fmla="+- 0 7896 7843"/>
                  <a:gd name="T59" fmla="*/ 7896 h 56"/>
                  <a:gd name="T60" fmla="+- 0 3778 3766"/>
                  <a:gd name="T61" fmla="*/ T60 w 35"/>
                  <a:gd name="T62" fmla="+- 0 7894 7843"/>
                  <a:gd name="T63" fmla="*/ 7894 h 56"/>
                  <a:gd name="T64" fmla="+- 0 3777 3766"/>
                  <a:gd name="T65" fmla="*/ T64 w 35"/>
                  <a:gd name="T66" fmla="+- 0 7890 7843"/>
                  <a:gd name="T67" fmla="*/ 7890 h 56"/>
                  <a:gd name="T68" fmla="+- 0 3775 3766"/>
                  <a:gd name="T69" fmla="*/ T68 w 35"/>
                  <a:gd name="T70" fmla="+- 0 7885 7843"/>
                  <a:gd name="T71" fmla="*/ 7885 h 56"/>
                  <a:gd name="T72" fmla="+- 0 3774 3766"/>
                  <a:gd name="T73" fmla="*/ T72 w 35"/>
                  <a:gd name="T74" fmla="+- 0 7879 7843"/>
                  <a:gd name="T75" fmla="*/ 7879 h 56"/>
                  <a:gd name="T76" fmla="+- 0 3784 3766"/>
                  <a:gd name="T77" fmla="*/ T76 w 35"/>
                  <a:gd name="T78" fmla="+- 0 7846 7843"/>
                  <a:gd name="T79" fmla="*/ 7846 h 56"/>
                  <a:gd name="T80" fmla="+- 0 3792 3766"/>
                  <a:gd name="T81" fmla="*/ T80 w 35"/>
                  <a:gd name="T82" fmla="+- 0 7846 7843"/>
                  <a:gd name="T83" fmla="*/ 7846 h 56"/>
                  <a:gd name="T84" fmla="+- 0 3791 3766"/>
                  <a:gd name="T85" fmla="*/ T84 w 35"/>
                  <a:gd name="T86" fmla="+- 0 7845 7843"/>
                  <a:gd name="T87" fmla="*/ 7845 h 56"/>
                  <a:gd name="T88" fmla="+- 0 3788 3766"/>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93" name="Freeform 5917">
                <a:extLst>
                  <a:ext uri="{FF2B5EF4-FFF2-40B4-BE49-F238E27FC236}">
                    <a16:creationId xmlns:a16="http://schemas.microsoft.com/office/drawing/2014/main" id="{56EEA0D2-E5F0-787E-0F97-E9E577A9A751}"/>
                  </a:ext>
                </a:extLst>
              </p:cNvPr>
              <p:cNvSpPr>
                <a:spLocks/>
              </p:cNvSpPr>
              <p:nvPr/>
            </p:nvSpPr>
            <p:spPr bwMode="auto">
              <a:xfrm>
                <a:off x="3766" y="7843"/>
                <a:ext cx="35" cy="56"/>
              </a:xfrm>
              <a:custGeom>
                <a:avLst/>
                <a:gdLst>
                  <a:gd name="T0" fmla="+- 0 3792 3766"/>
                  <a:gd name="T1" fmla="*/ T0 w 35"/>
                  <a:gd name="T2" fmla="+- 0 7846 7843"/>
                  <a:gd name="T3" fmla="*/ 7846 h 56"/>
                  <a:gd name="T4" fmla="+- 0 3784 3766"/>
                  <a:gd name="T5" fmla="*/ T4 w 35"/>
                  <a:gd name="T6" fmla="+- 0 7846 7843"/>
                  <a:gd name="T7" fmla="*/ 7846 h 56"/>
                  <a:gd name="T8" fmla="+- 0 3787 3766"/>
                  <a:gd name="T9" fmla="*/ T8 w 35"/>
                  <a:gd name="T10" fmla="+- 0 7847 7843"/>
                  <a:gd name="T11" fmla="*/ 7847 h 56"/>
                  <a:gd name="T12" fmla="+- 0 3789 3766"/>
                  <a:gd name="T13" fmla="*/ T12 w 35"/>
                  <a:gd name="T14" fmla="+- 0 7848 7843"/>
                  <a:gd name="T15" fmla="*/ 7848 h 56"/>
                  <a:gd name="T16" fmla="+- 0 3790 3766"/>
                  <a:gd name="T17" fmla="*/ T16 w 35"/>
                  <a:gd name="T18" fmla="+- 0 7850 7843"/>
                  <a:gd name="T19" fmla="*/ 7850 h 56"/>
                  <a:gd name="T20" fmla="+- 0 3792 3766"/>
                  <a:gd name="T21" fmla="*/ T20 w 35"/>
                  <a:gd name="T22" fmla="+- 0 7857 7843"/>
                  <a:gd name="T23" fmla="*/ 7857 h 56"/>
                  <a:gd name="T24" fmla="+- 0 3793 3766"/>
                  <a:gd name="T25" fmla="*/ T24 w 35"/>
                  <a:gd name="T26" fmla="+- 0 7860 7843"/>
                  <a:gd name="T27" fmla="*/ 7860 h 56"/>
                  <a:gd name="T28" fmla="+- 0 3793 3766"/>
                  <a:gd name="T29" fmla="*/ T28 w 35"/>
                  <a:gd name="T30" fmla="+- 0 7878 7843"/>
                  <a:gd name="T31" fmla="*/ 7878 h 56"/>
                  <a:gd name="T32" fmla="+- 0 3792 3766"/>
                  <a:gd name="T33" fmla="*/ T32 w 35"/>
                  <a:gd name="T34" fmla="+- 0 7883 7843"/>
                  <a:gd name="T35" fmla="*/ 7883 h 56"/>
                  <a:gd name="T36" fmla="+- 0 3790 3766"/>
                  <a:gd name="T37" fmla="*/ T36 w 35"/>
                  <a:gd name="T38" fmla="+- 0 7891 7843"/>
                  <a:gd name="T39" fmla="*/ 7891 h 56"/>
                  <a:gd name="T40" fmla="+- 0 3789 3766"/>
                  <a:gd name="T41" fmla="*/ T40 w 35"/>
                  <a:gd name="T42" fmla="+- 0 7893 7843"/>
                  <a:gd name="T43" fmla="*/ 7893 h 56"/>
                  <a:gd name="T44" fmla="+- 0 3788 3766"/>
                  <a:gd name="T45" fmla="*/ T44 w 35"/>
                  <a:gd name="T46" fmla="+- 0 7894 7843"/>
                  <a:gd name="T47" fmla="*/ 7894 h 56"/>
                  <a:gd name="T48" fmla="+- 0 3783 3766"/>
                  <a:gd name="T49" fmla="*/ T48 w 35"/>
                  <a:gd name="T50" fmla="+- 0 7896 7843"/>
                  <a:gd name="T51" fmla="*/ 7896 h 56"/>
                  <a:gd name="T52" fmla="+- 0 3791 3766"/>
                  <a:gd name="T53" fmla="*/ T52 w 35"/>
                  <a:gd name="T54" fmla="+- 0 7896 7843"/>
                  <a:gd name="T55" fmla="*/ 7896 h 56"/>
                  <a:gd name="T56" fmla="+- 0 3801 3766"/>
                  <a:gd name="T57" fmla="*/ T56 w 35"/>
                  <a:gd name="T58" fmla="+- 0 7861 7843"/>
                  <a:gd name="T59" fmla="*/ 7861 h 56"/>
                  <a:gd name="T60" fmla="+- 0 3799 3766"/>
                  <a:gd name="T61" fmla="*/ T60 w 35"/>
                  <a:gd name="T62" fmla="+- 0 7854 7843"/>
                  <a:gd name="T63" fmla="*/ 7854 h 56"/>
                  <a:gd name="T64" fmla="+- 0 3792 3766"/>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1" name="Group 500">
              <a:extLst>
                <a:ext uri="{FF2B5EF4-FFF2-40B4-BE49-F238E27FC236}">
                  <a16:creationId xmlns:a16="http://schemas.microsoft.com/office/drawing/2014/main" id="{DE752FB1-10DD-4CFB-B23D-5E46CCB1BEFA}"/>
                </a:ext>
              </a:extLst>
            </p:cNvPr>
            <p:cNvGrpSpPr>
              <a:grpSpLocks/>
            </p:cNvGrpSpPr>
            <p:nvPr/>
          </p:nvGrpSpPr>
          <p:grpSpPr bwMode="auto">
            <a:xfrm>
              <a:off x="4223" y="7843"/>
              <a:ext cx="35" cy="56"/>
              <a:chOff x="4223" y="7843"/>
              <a:chExt cx="35" cy="56"/>
            </a:xfrm>
          </p:grpSpPr>
          <p:sp>
            <p:nvSpPr>
              <p:cNvPr id="590" name="Freeform 5919">
                <a:extLst>
                  <a:ext uri="{FF2B5EF4-FFF2-40B4-BE49-F238E27FC236}">
                    <a16:creationId xmlns:a16="http://schemas.microsoft.com/office/drawing/2014/main" id="{2B316627-DF68-7819-66D2-05E219B52302}"/>
                  </a:ext>
                </a:extLst>
              </p:cNvPr>
              <p:cNvSpPr>
                <a:spLocks/>
              </p:cNvSpPr>
              <p:nvPr/>
            </p:nvSpPr>
            <p:spPr bwMode="auto">
              <a:xfrm>
                <a:off x="4223" y="7843"/>
                <a:ext cx="35" cy="56"/>
              </a:xfrm>
              <a:custGeom>
                <a:avLst/>
                <a:gdLst>
                  <a:gd name="T0" fmla="+- 0 4244 4223"/>
                  <a:gd name="T1" fmla="*/ T0 w 35"/>
                  <a:gd name="T2" fmla="+- 0 7843 7843"/>
                  <a:gd name="T3" fmla="*/ 7843 h 56"/>
                  <a:gd name="T4" fmla="+- 0 4237 4223"/>
                  <a:gd name="T5" fmla="*/ T4 w 35"/>
                  <a:gd name="T6" fmla="+- 0 7843 7843"/>
                  <a:gd name="T7" fmla="*/ 7843 h 56"/>
                  <a:gd name="T8" fmla="+- 0 4235 4223"/>
                  <a:gd name="T9" fmla="*/ T8 w 35"/>
                  <a:gd name="T10" fmla="+- 0 7844 7843"/>
                  <a:gd name="T11" fmla="*/ 7844 h 56"/>
                  <a:gd name="T12" fmla="+- 0 4230 4223"/>
                  <a:gd name="T13" fmla="*/ T12 w 35"/>
                  <a:gd name="T14" fmla="+- 0 7848 7843"/>
                  <a:gd name="T15" fmla="*/ 7848 h 56"/>
                  <a:gd name="T16" fmla="+- 0 4227 4223"/>
                  <a:gd name="T17" fmla="*/ T16 w 35"/>
                  <a:gd name="T18" fmla="+- 0 7851 7843"/>
                  <a:gd name="T19" fmla="*/ 7851 h 56"/>
                  <a:gd name="T20" fmla="+- 0 4223 4223"/>
                  <a:gd name="T21" fmla="*/ T20 w 35"/>
                  <a:gd name="T22" fmla="+- 0 7860 7843"/>
                  <a:gd name="T23" fmla="*/ 7860 h 56"/>
                  <a:gd name="T24" fmla="+- 0 4223 4223"/>
                  <a:gd name="T25" fmla="*/ T24 w 35"/>
                  <a:gd name="T26" fmla="+- 0 7865 7843"/>
                  <a:gd name="T27" fmla="*/ 7865 h 56"/>
                  <a:gd name="T28" fmla="+- 0 4223 4223"/>
                  <a:gd name="T29" fmla="*/ T28 w 35"/>
                  <a:gd name="T30" fmla="+- 0 7878 7843"/>
                  <a:gd name="T31" fmla="*/ 7878 h 56"/>
                  <a:gd name="T32" fmla="+- 0 4224 4223"/>
                  <a:gd name="T33" fmla="*/ T32 w 35"/>
                  <a:gd name="T34" fmla="+- 0 7884 7843"/>
                  <a:gd name="T35" fmla="*/ 7884 h 56"/>
                  <a:gd name="T36" fmla="+- 0 4230 4223"/>
                  <a:gd name="T37" fmla="*/ T36 w 35"/>
                  <a:gd name="T38" fmla="+- 0 7895 7843"/>
                  <a:gd name="T39" fmla="*/ 7895 h 56"/>
                  <a:gd name="T40" fmla="+- 0 4234 4223"/>
                  <a:gd name="T41" fmla="*/ T40 w 35"/>
                  <a:gd name="T42" fmla="+- 0 7898 7843"/>
                  <a:gd name="T43" fmla="*/ 7898 h 56"/>
                  <a:gd name="T44" fmla="+- 0 4242 4223"/>
                  <a:gd name="T45" fmla="*/ T44 w 35"/>
                  <a:gd name="T46" fmla="+- 0 7898 7843"/>
                  <a:gd name="T47" fmla="*/ 7898 h 56"/>
                  <a:gd name="T48" fmla="+- 0 4245 4223"/>
                  <a:gd name="T49" fmla="*/ T48 w 35"/>
                  <a:gd name="T50" fmla="+- 0 7897 7843"/>
                  <a:gd name="T51" fmla="*/ 7897 h 56"/>
                  <a:gd name="T52" fmla="+- 0 4247 4223"/>
                  <a:gd name="T53" fmla="*/ T52 w 35"/>
                  <a:gd name="T54" fmla="+- 0 7896 7843"/>
                  <a:gd name="T55" fmla="*/ 7896 h 56"/>
                  <a:gd name="T56" fmla="+- 0 4237 4223"/>
                  <a:gd name="T57" fmla="*/ T56 w 35"/>
                  <a:gd name="T58" fmla="+- 0 7896 7843"/>
                  <a:gd name="T59" fmla="*/ 7896 h 56"/>
                  <a:gd name="T60" fmla="+- 0 4234 4223"/>
                  <a:gd name="T61" fmla="*/ T60 w 35"/>
                  <a:gd name="T62" fmla="+- 0 7894 7843"/>
                  <a:gd name="T63" fmla="*/ 7894 h 56"/>
                  <a:gd name="T64" fmla="+- 0 4233 4223"/>
                  <a:gd name="T65" fmla="*/ T64 w 35"/>
                  <a:gd name="T66" fmla="+- 0 7890 7843"/>
                  <a:gd name="T67" fmla="*/ 7890 h 56"/>
                  <a:gd name="T68" fmla="+- 0 4231 4223"/>
                  <a:gd name="T69" fmla="*/ T68 w 35"/>
                  <a:gd name="T70" fmla="+- 0 7885 7843"/>
                  <a:gd name="T71" fmla="*/ 7885 h 56"/>
                  <a:gd name="T72" fmla="+- 0 4230 4223"/>
                  <a:gd name="T73" fmla="*/ T72 w 35"/>
                  <a:gd name="T74" fmla="+- 0 7879 7843"/>
                  <a:gd name="T75" fmla="*/ 7879 h 56"/>
                  <a:gd name="T76" fmla="+- 0 4240 4223"/>
                  <a:gd name="T77" fmla="*/ T76 w 35"/>
                  <a:gd name="T78" fmla="+- 0 7846 7843"/>
                  <a:gd name="T79" fmla="*/ 7846 h 56"/>
                  <a:gd name="T80" fmla="+- 0 4248 4223"/>
                  <a:gd name="T81" fmla="*/ T80 w 35"/>
                  <a:gd name="T82" fmla="+- 0 7846 7843"/>
                  <a:gd name="T83" fmla="*/ 7846 h 56"/>
                  <a:gd name="T84" fmla="+- 0 4248 4223"/>
                  <a:gd name="T85" fmla="*/ T84 w 35"/>
                  <a:gd name="T86" fmla="+- 0 7845 7843"/>
                  <a:gd name="T87" fmla="*/ 7845 h 56"/>
                  <a:gd name="T88" fmla="+- 0 4244 4223"/>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4" y="0"/>
                    </a:lnTo>
                    <a:lnTo>
                      <a:pt x="12" y="1"/>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91" name="Freeform 5920">
                <a:extLst>
                  <a:ext uri="{FF2B5EF4-FFF2-40B4-BE49-F238E27FC236}">
                    <a16:creationId xmlns:a16="http://schemas.microsoft.com/office/drawing/2014/main" id="{1F961203-9B0B-7E59-878A-6AC20918FFDD}"/>
                  </a:ext>
                </a:extLst>
              </p:cNvPr>
              <p:cNvSpPr>
                <a:spLocks/>
              </p:cNvSpPr>
              <p:nvPr/>
            </p:nvSpPr>
            <p:spPr bwMode="auto">
              <a:xfrm>
                <a:off x="4223" y="7843"/>
                <a:ext cx="35" cy="56"/>
              </a:xfrm>
              <a:custGeom>
                <a:avLst/>
                <a:gdLst>
                  <a:gd name="T0" fmla="+- 0 4248 4223"/>
                  <a:gd name="T1" fmla="*/ T0 w 35"/>
                  <a:gd name="T2" fmla="+- 0 7846 7843"/>
                  <a:gd name="T3" fmla="*/ 7846 h 56"/>
                  <a:gd name="T4" fmla="+- 0 4240 4223"/>
                  <a:gd name="T5" fmla="*/ T4 w 35"/>
                  <a:gd name="T6" fmla="+- 0 7846 7843"/>
                  <a:gd name="T7" fmla="*/ 7846 h 56"/>
                  <a:gd name="T8" fmla="+- 0 4244 4223"/>
                  <a:gd name="T9" fmla="*/ T8 w 35"/>
                  <a:gd name="T10" fmla="+- 0 7847 7843"/>
                  <a:gd name="T11" fmla="*/ 7847 h 56"/>
                  <a:gd name="T12" fmla="+- 0 4245 4223"/>
                  <a:gd name="T13" fmla="*/ T12 w 35"/>
                  <a:gd name="T14" fmla="+- 0 7848 7843"/>
                  <a:gd name="T15" fmla="*/ 7848 h 56"/>
                  <a:gd name="T16" fmla="+- 0 4246 4223"/>
                  <a:gd name="T17" fmla="*/ T16 w 35"/>
                  <a:gd name="T18" fmla="+- 0 7850 7843"/>
                  <a:gd name="T19" fmla="*/ 7850 h 56"/>
                  <a:gd name="T20" fmla="+- 0 4249 4223"/>
                  <a:gd name="T21" fmla="*/ T20 w 35"/>
                  <a:gd name="T22" fmla="+- 0 7857 7843"/>
                  <a:gd name="T23" fmla="*/ 7857 h 56"/>
                  <a:gd name="T24" fmla="+- 0 4249 4223"/>
                  <a:gd name="T25" fmla="*/ T24 w 35"/>
                  <a:gd name="T26" fmla="+- 0 7860 7843"/>
                  <a:gd name="T27" fmla="*/ 7860 h 56"/>
                  <a:gd name="T28" fmla="+- 0 4249 4223"/>
                  <a:gd name="T29" fmla="*/ T28 w 35"/>
                  <a:gd name="T30" fmla="+- 0 7878 7843"/>
                  <a:gd name="T31" fmla="*/ 7878 h 56"/>
                  <a:gd name="T32" fmla="+- 0 4249 4223"/>
                  <a:gd name="T33" fmla="*/ T32 w 35"/>
                  <a:gd name="T34" fmla="+- 0 7883 7843"/>
                  <a:gd name="T35" fmla="*/ 7883 h 56"/>
                  <a:gd name="T36" fmla="+- 0 4247 4223"/>
                  <a:gd name="T37" fmla="*/ T36 w 35"/>
                  <a:gd name="T38" fmla="+- 0 7891 7843"/>
                  <a:gd name="T39" fmla="*/ 7891 h 56"/>
                  <a:gd name="T40" fmla="+- 0 4246 4223"/>
                  <a:gd name="T41" fmla="*/ T40 w 35"/>
                  <a:gd name="T42" fmla="+- 0 7893 7843"/>
                  <a:gd name="T43" fmla="*/ 7893 h 56"/>
                  <a:gd name="T44" fmla="+- 0 4244 4223"/>
                  <a:gd name="T45" fmla="*/ T44 w 35"/>
                  <a:gd name="T46" fmla="+- 0 7894 7843"/>
                  <a:gd name="T47" fmla="*/ 7894 h 56"/>
                  <a:gd name="T48" fmla="+- 0 4240 4223"/>
                  <a:gd name="T49" fmla="*/ T48 w 35"/>
                  <a:gd name="T50" fmla="+- 0 7896 7843"/>
                  <a:gd name="T51" fmla="*/ 7896 h 56"/>
                  <a:gd name="T52" fmla="+- 0 4247 4223"/>
                  <a:gd name="T53" fmla="*/ T52 w 35"/>
                  <a:gd name="T54" fmla="+- 0 7896 7843"/>
                  <a:gd name="T55" fmla="*/ 7896 h 56"/>
                  <a:gd name="T56" fmla="+- 0 4257 4223"/>
                  <a:gd name="T57" fmla="*/ T56 w 35"/>
                  <a:gd name="T58" fmla="+- 0 7861 7843"/>
                  <a:gd name="T59" fmla="*/ 7861 h 56"/>
                  <a:gd name="T60" fmla="+- 0 4255 4223"/>
                  <a:gd name="T61" fmla="*/ T60 w 35"/>
                  <a:gd name="T62" fmla="+- 0 7854 7843"/>
                  <a:gd name="T63" fmla="*/ 7854 h 56"/>
                  <a:gd name="T64" fmla="+- 0 4248 4223"/>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4"/>
                    </a:lnTo>
                    <a:lnTo>
                      <a:pt x="26" y="17"/>
                    </a:lnTo>
                    <a:lnTo>
                      <a:pt x="26"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2" name="Group 501">
              <a:extLst>
                <a:ext uri="{FF2B5EF4-FFF2-40B4-BE49-F238E27FC236}">
                  <a16:creationId xmlns:a16="http://schemas.microsoft.com/office/drawing/2014/main" id="{CC8C8DA9-9C2C-8184-C452-07C742B264C0}"/>
                </a:ext>
              </a:extLst>
            </p:cNvPr>
            <p:cNvGrpSpPr>
              <a:grpSpLocks/>
            </p:cNvGrpSpPr>
            <p:nvPr/>
          </p:nvGrpSpPr>
          <p:grpSpPr bwMode="auto">
            <a:xfrm>
              <a:off x="4679" y="7843"/>
              <a:ext cx="35" cy="56"/>
              <a:chOff x="4679" y="7843"/>
              <a:chExt cx="35" cy="56"/>
            </a:xfrm>
          </p:grpSpPr>
          <p:sp>
            <p:nvSpPr>
              <p:cNvPr id="588" name="Freeform 5922">
                <a:extLst>
                  <a:ext uri="{FF2B5EF4-FFF2-40B4-BE49-F238E27FC236}">
                    <a16:creationId xmlns:a16="http://schemas.microsoft.com/office/drawing/2014/main" id="{7265816D-28CA-BE4F-C72B-E38F4F94D60F}"/>
                  </a:ext>
                </a:extLst>
              </p:cNvPr>
              <p:cNvSpPr>
                <a:spLocks/>
              </p:cNvSpPr>
              <p:nvPr/>
            </p:nvSpPr>
            <p:spPr bwMode="auto">
              <a:xfrm>
                <a:off x="4679" y="7843"/>
                <a:ext cx="35" cy="56"/>
              </a:xfrm>
              <a:custGeom>
                <a:avLst/>
                <a:gdLst>
                  <a:gd name="T0" fmla="+- 0 4700 4679"/>
                  <a:gd name="T1" fmla="*/ T0 w 35"/>
                  <a:gd name="T2" fmla="+- 0 7843 7843"/>
                  <a:gd name="T3" fmla="*/ 7843 h 56"/>
                  <a:gd name="T4" fmla="+- 0 4694 4679"/>
                  <a:gd name="T5" fmla="*/ T4 w 35"/>
                  <a:gd name="T6" fmla="+- 0 7843 7843"/>
                  <a:gd name="T7" fmla="*/ 7843 h 56"/>
                  <a:gd name="T8" fmla="+- 0 4691 4679"/>
                  <a:gd name="T9" fmla="*/ T8 w 35"/>
                  <a:gd name="T10" fmla="+- 0 7844 7843"/>
                  <a:gd name="T11" fmla="*/ 7844 h 56"/>
                  <a:gd name="T12" fmla="+- 0 4686 4679"/>
                  <a:gd name="T13" fmla="*/ T12 w 35"/>
                  <a:gd name="T14" fmla="+- 0 7848 7843"/>
                  <a:gd name="T15" fmla="*/ 7848 h 56"/>
                  <a:gd name="T16" fmla="+- 0 4684 4679"/>
                  <a:gd name="T17" fmla="*/ T16 w 35"/>
                  <a:gd name="T18" fmla="+- 0 7851 7843"/>
                  <a:gd name="T19" fmla="*/ 7851 h 56"/>
                  <a:gd name="T20" fmla="+- 0 4680 4679"/>
                  <a:gd name="T21" fmla="*/ T20 w 35"/>
                  <a:gd name="T22" fmla="+- 0 7860 7843"/>
                  <a:gd name="T23" fmla="*/ 7860 h 56"/>
                  <a:gd name="T24" fmla="+- 0 4679 4679"/>
                  <a:gd name="T25" fmla="*/ T24 w 35"/>
                  <a:gd name="T26" fmla="+- 0 7865 7843"/>
                  <a:gd name="T27" fmla="*/ 7865 h 56"/>
                  <a:gd name="T28" fmla="+- 0 4679 4679"/>
                  <a:gd name="T29" fmla="*/ T28 w 35"/>
                  <a:gd name="T30" fmla="+- 0 7878 7843"/>
                  <a:gd name="T31" fmla="*/ 7878 h 56"/>
                  <a:gd name="T32" fmla="+- 0 4680 4679"/>
                  <a:gd name="T33" fmla="*/ T32 w 35"/>
                  <a:gd name="T34" fmla="+- 0 7884 7843"/>
                  <a:gd name="T35" fmla="*/ 7884 h 56"/>
                  <a:gd name="T36" fmla="+- 0 4687 4679"/>
                  <a:gd name="T37" fmla="*/ T36 w 35"/>
                  <a:gd name="T38" fmla="+- 0 7895 7843"/>
                  <a:gd name="T39" fmla="*/ 7895 h 56"/>
                  <a:gd name="T40" fmla="+- 0 4691 4679"/>
                  <a:gd name="T41" fmla="*/ T40 w 35"/>
                  <a:gd name="T42" fmla="+- 0 7898 7843"/>
                  <a:gd name="T43" fmla="*/ 7898 h 56"/>
                  <a:gd name="T44" fmla="+- 0 4698 4679"/>
                  <a:gd name="T45" fmla="*/ T44 w 35"/>
                  <a:gd name="T46" fmla="+- 0 7898 7843"/>
                  <a:gd name="T47" fmla="*/ 7898 h 56"/>
                  <a:gd name="T48" fmla="+- 0 4701 4679"/>
                  <a:gd name="T49" fmla="*/ T48 w 35"/>
                  <a:gd name="T50" fmla="+- 0 7897 7843"/>
                  <a:gd name="T51" fmla="*/ 7897 h 56"/>
                  <a:gd name="T52" fmla="+- 0 4703 4679"/>
                  <a:gd name="T53" fmla="*/ T52 w 35"/>
                  <a:gd name="T54" fmla="+- 0 7896 7843"/>
                  <a:gd name="T55" fmla="*/ 7896 h 56"/>
                  <a:gd name="T56" fmla="+- 0 4693 4679"/>
                  <a:gd name="T57" fmla="*/ T56 w 35"/>
                  <a:gd name="T58" fmla="+- 0 7896 7843"/>
                  <a:gd name="T59" fmla="*/ 7896 h 56"/>
                  <a:gd name="T60" fmla="+- 0 4691 4679"/>
                  <a:gd name="T61" fmla="*/ T60 w 35"/>
                  <a:gd name="T62" fmla="+- 0 7894 7843"/>
                  <a:gd name="T63" fmla="*/ 7894 h 56"/>
                  <a:gd name="T64" fmla="+- 0 4688 4679"/>
                  <a:gd name="T65" fmla="*/ T64 w 35"/>
                  <a:gd name="T66" fmla="+- 0 7885 7843"/>
                  <a:gd name="T67" fmla="*/ 7885 h 56"/>
                  <a:gd name="T68" fmla="+- 0 4687 4679"/>
                  <a:gd name="T69" fmla="*/ T68 w 35"/>
                  <a:gd name="T70" fmla="+- 0 7879 7843"/>
                  <a:gd name="T71" fmla="*/ 7879 h 56"/>
                  <a:gd name="T72" fmla="+- 0 4687 4679"/>
                  <a:gd name="T73" fmla="*/ T72 w 35"/>
                  <a:gd name="T74" fmla="+- 0 7865 7843"/>
                  <a:gd name="T75" fmla="*/ 7865 h 56"/>
                  <a:gd name="T76" fmla="+- 0 4696 4679"/>
                  <a:gd name="T77" fmla="*/ T76 w 35"/>
                  <a:gd name="T78" fmla="+- 0 7846 7843"/>
                  <a:gd name="T79" fmla="*/ 7846 h 56"/>
                  <a:gd name="T80" fmla="+- 0 4704 4679"/>
                  <a:gd name="T81" fmla="*/ T80 w 35"/>
                  <a:gd name="T82" fmla="+- 0 7846 7843"/>
                  <a:gd name="T83" fmla="*/ 7846 h 56"/>
                  <a:gd name="T84" fmla="+- 0 4704 4679"/>
                  <a:gd name="T85" fmla="*/ T84 w 35"/>
                  <a:gd name="T86" fmla="+- 0 7845 7843"/>
                  <a:gd name="T87" fmla="*/ 7845 h 56"/>
                  <a:gd name="T88" fmla="+- 0 4700 4679"/>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5"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89" name="Freeform 5923">
                <a:extLst>
                  <a:ext uri="{FF2B5EF4-FFF2-40B4-BE49-F238E27FC236}">
                    <a16:creationId xmlns:a16="http://schemas.microsoft.com/office/drawing/2014/main" id="{78208BC0-BC4B-0E6C-8138-2CC4DB5F90A7}"/>
                  </a:ext>
                </a:extLst>
              </p:cNvPr>
              <p:cNvSpPr>
                <a:spLocks/>
              </p:cNvSpPr>
              <p:nvPr/>
            </p:nvSpPr>
            <p:spPr bwMode="auto">
              <a:xfrm>
                <a:off x="4679" y="7843"/>
                <a:ext cx="35" cy="56"/>
              </a:xfrm>
              <a:custGeom>
                <a:avLst/>
                <a:gdLst>
                  <a:gd name="T0" fmla="+- 0 4704 4679"/>
                  <a:gd name="T1" fmla="*/ T0 w 35"/>
                  <a:gd name="T2" fmla="+- 0 7846 7843"/>
                  <a:gd name="T3" fmla="*/ 7846 h 56"/>
                  <a:gd name="T4" fmla="+- 0 4696 4679"/>
                  <a:gd name="T5" fmla="*/ T4 w 35"/>
                  <a:gd name="T6" fmla="+- 0 7846 7843"/>
                  <a:gd name="T7" fmla="*/ 7846 h 56"/>
                  <a:gd name="T8" fmla="+- 0 4700 4679"/>
                  <a:gd name="T9" fmla="*/ T8 w 35"/>
                  <a:gd name="T10" fmla="+- 0 7847 7843"/>
                  <a:gd name="T11" fmla="*/ 7847 h 56"/>
                  <a:gd name="T12" fmla="+- 0 4702 4679"/>
                  <a:gd name="T13" fmla="*/ T12 w 35"/>
                  <a:gd name="T14" fmla="+- 0 7848 7843"/>
                  <a:gd name="T15" fmla="*/ 7848 h 56"/>
                  <a:gd name="T16" fmla="+- 0 4703 4679"/>
                  <a:gd name="T17" fmla="*/ T16 w 35"/>
                  <a:gd name="T18" fmla="+- 0 7850 7843"/>
                  <a:gd name="T19" fmla="*/ 7850 h 56"/>
                  <a:gd name="T20" fmla="+- 0 4705 4679"/>
                  <a:gd name="T21" fmla="*/ T20 w 35"/>
                  <a:gd name="T22" fmla="+- 0 7857 7843"/>
                  <a:gd name="T23" fmla="*/ 7857 h 56"/>
                  <a:gd name="T24" fmla="+- 0 4705 4679"/>
                  <a:gd name="T25" fmla="*/ T24 w 35"/>
                  <a:gd name="T26" fmla="+- 0 7860 7843"/>
                  <a:gd name="T27" fmla="*/ 7860 h 56"/>
                  <a:gd name="T28" fmla="+- 0 4706 4679"/>
                  <a:gd name="T29" fmla="*/ T28 w 35"/>
                  <a:gd name="T30" fmla="+- 0 7878 7843"/>
                  <a:gd name="T31" fmla="*/ 7878 h 56"/>
                  <a:gd name="T32" fmla="+- 0 4705 4679"/>
                  <a:gd name="T33" fmla="*/ T32 w 35"/>
                  <a:gd name="T34" fmla="+- 0 7883 7843"/>
                  <a:gd name="T35" fmla="*/ 7883 h 56"/>
                  <a:gd name="T36" fmla="+- 0 4703 4679"/>
                  <a:gd name="T37" fmla="*/ T36 w 35"/>
                  <a:gd name="T38" fmla="+- 0 7891 7843"/>
                  <a:gd name="T39" fmla="*/ 7891 h 56"/>
                  <a:gd name="T40" fmla="+- 0 4702 4679"/>
                  <a:gd name="T41" fmla="*/ T40 w 35"/>
                  <a:gd name="T42" fmla="+- 0 7893 7843"/>
                  <a:gd name="T43" fmla="*/ 7893 h 56"/>
                  <a:gd name="T44" fmla="+- 0 4700 4679"/>
                  <a:gd name="T45" fmla="*/ T44 w 35"/>
                  <a:gd name="T46" fmla="+- 0 7894 7843"/>
                  <a:gd name="T47" fmla="*/ 7894 h 56"/>
                  <a:gd name="T48" fmla="+- 0 4696 4679"/>
                  <a:gd name="T49" fmla="*/ T48 w 35"/>
                  <a:gd name="T50" fmla="+- 0 7896 7843"/>
                  <a:gd name="T51" fmla="*/ 7896 h 56"/>
                  <a:gd name="T52" fmla="+- 0 4703 4679"/>
                  <a:gd name="T53" fmla="*/ T52 w 35"/>
                  <a:gd name="T54" fmla="+- 0 7896 7843"/>
                  <a:gd name="T55" fmla="*/ 7896 h 56"/>
                  <a:gd name="T56" fmla="+- 0 4713 4679"/>
                  <a:gd name="T57" fmla="*/ T56 w 35"/>
                  <a:gd name="T58" fmla="+- 0 7861 7843"/>
                  <a:gd name="T59" fmla="*/ 7861 h 56"/>
                  <a:gd name="T60" fmla="+- 0 4711 4679"/>
                  <a:gd name="T61" fmla="*/ T60 w 35"/>
                  <a:gd name="T62" fmla="+- 0 7854 7843"/>
                  <a:gd name="T63" fmla="*/ 7854 h 56"/>
                  <a:gd name="T64" fmla="+- 0 4704 4679"/>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3" name="Group 502">
              <a:extLst>
                <a:ext uri="{FF2B5EF4-FFF2-40B4-BE49-F238E27FC236}">
                  <a16:creationId xmlns:a16="http://schemas.microsoft.com/office/drawing/2014/main" id="{E1E8EC72-B918-0E87-D4E5-6A2D848E547C}"/>
                </a:ext>
              </a:extLst>
            </p:cNvPr>
            <p:cNvGrpSpPr>
              <a:grpSpLocks/>
            </p:cNvGrpSpPr>
            <p:nvPr/>
          </p:nvGrpSpPr>
          <p:grpSpPr bwMode="auto">
            <a:xfrm>
              <a:off x="5135" y="7843"/>
              <a:ext cx="35" cy="56"/>
              <a:chOff x="5135" y="7843"/>
              <a:chExt cx="35" cy="56"/>
            </a:xfrm>
          </p:grpSpPr>
          <p:sp>
            <p:nvSpPr>
              <p:cNvPr id="586" name="Freeform 5925">
                <a:extLst>
                  <a:ext uri="{FF2B5EF4-FFF2-40B4-BE49-F238E27FC236}">
                    <a16:creationId xmlns:a16="http://schemas.microsoft.com/office/drawing/2014/main" id="{FC5C3EA8-AEE7-856F-5018-2AECECD2C9B9}"/>
                  </a:ext>
                </a:extLst>
              </p:cNvPr>
              <p:cNvSpPr>
                <a:spLocks/>
              </p:cNvSpPr>
              <p:nvPr/>
            </p:nvSpPr>
            <p:spPr bwMode="auto">
              <a:xfrm>
                <a:off x="5135" y="7843"/>
                <a:ext cx="35" cy="56"/>
              </a:xfrm>
              <a:custGeom>
                <a:avLst/>
                <a:gdLst>
                  <a:gd name="T0" fmla="+- 0 5157 5135"/>
                  <a:gd name="T1" fmla="*/ T0 w 35"/>
                  <a:gd name="T2" fmla="+- 0 7843 7843"/>
                  <a:gd name="T3" fmla="*/ 7843 h 56"/>
                  <a:gd name="T4" fmla="+- 0 5150 5135"/>
                  <a:gd name="T5" fmla="*/ T4 w 35"/>
                  <a:gd name="T6" fmla="+- 0 7843 7843"/>
                  <a:gd name="T7" fmla="*/ 7843 h 56"/>
                  <a:gd name="T8" fmla="+- 0 5148 5135"/>
                  <a:gd name="T9" fmla="*/ T8 w 35"/>
                  <a:gd name="T10" fmla="+- 0 7844 7843"/>
                  <a:gd name="T11" fmla="*/ 7844 h 56"/>
                  <a:gd name="T12" fmla="+- 0 5142 5135"/>
                  <a:gd name="T13" fmla="*/ T12 w 35"/>
                  <a:gd name="T14" fmla="+- 0 7848 7843"/>
                  <a:gd name="T15" fmla="*/ 7848 h 56"/>
                  <a:gd name="T16" fmla="+- 0 5140 5135"/>
                  <a:gd name="T17" fmla="*/ T16 w 35"/>
                  <a:gd name="T18" fmla="+- 0 7851 7843"/>
                  <a:gd name="T19" fmla="*/ 7851 h 56"/>
                  <a:gd name="T20" fmla="+- 0 5136 5135"/>
                  <a:gd name="T21" fmla="*/ T20 w 35"/>
                  <a:gd name="T22" fmla="+- 0 7860 7843"/>
                  <a:gd name="T23" fmla="*/ 7860 h 56"/>
                  <a:gd name="T24" fmla="+- 0 5135 5135"/>
                  <a:gd name="T25" fmla="*/ T24 w 35"/>
                  <a:gd name="T26" fmla="+- 0 7865 7843"/>
                  <a:gd name="T27" fmla="*/ 7865 h 56"/>
                  <a:gd name="T28" fmla="+- 0 5135 5135"/>
                  <a:gd name="T29" fmla="*/ T28 w 35"/>
                  <a:gd name="T30" fmla="+- 0 7878 7843"/>
                  <a:gd name="T31" fmla="*/ 7878 h 56"/>
                  <a:gd name="T32" fmla="+- 0 5137 5135"/>
                  <a:gd name="T33" fmla="*/ T32 w 35"/>
                  <a:gd name="T34" fmla="+- 0 7884 7843"/>
                  <a:gd name="T35" fmla="*/ 7884 h 56"/>
                  <a:gd name="T36" fmla="+- 0 5143 5135"/>
                  <a:gd name="T37" fmla="*/ T36 w 35"/>
                  <a:gd name="T38" fmla="+- 0 7895 7843"/>
                  <a:gd name="T39" fmla="*/ 7895 h 56"/>
                  <a:gd name="T40" fmla="+- 0 5147 5135"/>
                  <a:gd name="T41" fmla="*/ T40 w 35"/>
                  <a:gd name="T42" fmla="+- 0 7898 7843"/>
                  <a:gd name="T43" fmla="*/ 7898 h 56"/>
                  <a:gd name="T44" fmla="+- 0 5155 5135"/>
                  <a:gd name="T45" fmla="*/ T44 w 35"/>
                  <a:gd name="T46" fmla="+- 0 7898 7843"/>
                  <a:gd name="T47" fmla="*/ 7898 h 56"/>
                  <a:gd name="T48" fmla="+- 0 5157 5135"/>
                  <a:gd name="T49" fmla="*/ T48 w 35"/>
                  <a:gd name="T50" fmla="+- 0 7897 7843"/>
                  <a:gd name="T51" fmla="*/ 7897 h 56"/>
                  <a:gd name="T52" fmla="+- 0 5159 5135"/>
                  <a:gd name="T53" fmla="*/ T52 w 35"/>
                  <a:gd name="T54" fmla="+- 0 7896 7843"/>
                  <a:gd name="T55" fmla="*/ 7896 h 56"/>
                  <a:gd name="T56" fmla="+- 0 5149 5135"/>
                  <a:gd name="T57" fmla="*/ T56 w 35"/>
                  <a:gd name="T58" fmla="+- 0 7896 7843"/>
                  <a:gd name="T59" fmla="*/ 7896 h 56"/>
                  <a:gd name="T60" fmla="+- 0 5147 5135"/>
                  <a:gd name="T61" fmla="*/ T60 w 35"/>
                  <a:gd name="T62" fmla="+- 0 7894 7843"/>
                  <a:gd name="T63" fmla="*/ 7894 h 56"/>
                  <a:gd name="T64" fmla="+- 0 5146 5135"/>
                  <a:gd name="T65" fmla="*/ T64 w 35"/>
                  <a:gd name="T66" fmla="+- 0 7890 7843"/>
                  <a:gd name="T67" fmla="*/ 7890 h 56"/>
                  <a:gd name="T68" fmla="+- 0 5144 5135"/>
                  <a:gd name="T69" fmla="*/ T68 w 35"/>
                  <a:gd name="T70" fmla="+- 0 7885 7843"/>
                  <a:gd name="T71" fmla="*/ 7885 h 56"/>
                  <a:gd name="T72" fmla="+- 0 5143 5135"/>
                  <a:gd name="T73" fmla="*/ T72 w 35"/>
                  <a:gd name="T74" fmla="+- 0 7879 7843"/>
                  <a:gd name="T75" fmla="*/ 7879 h 56"/>
                  <a:gd name="T76" fmla="+- 0 5152 5135"/>
                  <a:gd name="T77" fmla="*/ T76 w 35"/>
                  <a:gd name="T78" fmla="+- 0 7846 7843"/>
                  <a:gd name="T79" fmla="*/ 7846 h 56"/>
                  <a:gd name="T80" fmla="+- 0 5161 5135"/>
                  <a:gd name="T81" fmla="*/ T80 w 35"/>
                  <a:gd name="T82" fmla="+- 0 7846 7843"/>
                  <a:gd name="T83" fmla="*/ 7846 h 56"/>
                  <a:gd name="T84" fmla="+- 0 5160 5135"/>
                  <a:gd name="T85" fmla="*/ T84 w 35"/>
                  <a:gd name="T86" fmla="+- 0 7845 7843"/>
                  <a:gd name="T87" fmla="*/ 7845 h 56"/>
                  <a:gd name="T88" fmla="+- 0 5157 5135"/>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4" y="53"/>
                    </a:lnTo>
                    <a:lnTo>
                      <a:pt x="14" y="53"/>
                    </a:lnTo>
                    <a:lnTo>
                      <a:pt x="12" y="51"/>
                    </a:lnTo>
                    <a:lnTo>
                      <a:pt x="11" y="47"/>
                    </a:lnTo>
                    <a:lnTo>
                      <a:pt x="9" y="42"/>
                    </a:lnTo>
                    <a:lnTo>
                      <a:pt x="8" y="36"/>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87" name="Freeform 5926">
                <a:extLst>
                  <a:ext uri="{FF2B5EF4-FFF2-40B4-BE49-F238E27FC236}">
                    <a16:creationId xmlns:a16="http://schemas.microsoft.com/office/drawing/2014/main" id="{1D03AA00-82A0-E9C5-43F0-CA0B5E307F42}"/>
                  </a:ext>
                </a:extLst>
              </p:cNvPr>
              <p:cNvSpPr>
                <a:spLocks/>
              </p:cNvSpPr>
              <p:nvPr/>
            </p:nvSpPr>
            <p:spPr bwMode="auto">
              <a:xfrm>
                <a:off x="5135" y="7843"/>
                <a:ext cx="35" cy="56"/>
              </a:xfrm>
              <a:custGeom>
                <a:avLst/>
                <a:gdLst>
                  <a:gd name="T0" fmla="+- 0 5161 5135"/>
                  <a:gd name="T1" fmla="*/ T0 w 35"/>
                  <a:gd name="T2" fmla="+- 0 7846 7843"/>
                  <a:gd name="T3" fmla="*/ 7846 h 56"/>
                  <a:gd name="T4" fmla="+- 0 5152 5135"/>
                  <a:gd name="T5" fmla="*/ T4 w 35"/>
                  <a:gd name="T6" fmla="+- 0 7846 7843"/>
                  <a:gd name="T7" fmla="*/ 7846 h 56"/>
                  <a:gd name="T8" fmla="+- 0 5156 5135"/>
                  <a:gd name="T9" fmla="*/ T8 w 35"/>
                  <a:gd name="T10" fmla="+- 0 7847 7843"/>
                  <a:gd name="T11" fmla="*/ 7847 h 56"/>
                  <a:gd name="T12" fmla="+- 0 5158 5135"/>
                  <a:gd name="T13" fmla="*/ T12 w 35"/>
                  <a:gd name="T14" fmla="+- 0 7848 7843"/>
                  <a:gd name="T15" fmla="*/ 7848 h 56"/>
                  <a:gd name="T16" fmla="+- 0 5159 5135"/>
                  <a:gd name="T17" fmla="*/ T16 w 35"/>
                  <a:gd name="T18" fmla="+- 0 7850 7843"/>
                  <a:gd name="T19" fmla="*/ 7850 h 56"/>
                  <a:gd name="T20" fmla="+- 0 5161 5135"/>
                  <a:gd name="T21" fmla="*/ T20 w 35"/>
                  <a:gd name="T22" fmla="+- 0 7857 7843"/>
                  <a:gd name="T23" fmla="*/ 7857 h 56"/>
                  <a:gd name="T24" fmla="+- 0 5162 5135"/>
                  <a:gd name="T25" fmla="*/ T24 w 35"/>
                  <a:gd name="T26" fmla="+- 0 7860 7843"/>
                  <a:gd name="T27" fmla="*/ 7860 h 56"/>
                  <a:gd name="T28" fmla="+- 0 5162 5135"/>
                  <a:gd name="T29" fmla="*/ T28 w 35"/>
                  <a:gd name="T30" fmla="+- 0 7878 7843"/>
                  <a:gd name="T31" fmla="*/ 7878 h 56"/>
                  <a:gd name="T32" fmla="+- 0 5161 5135"/>
                  <a:gd name="T33" fmla="*/ T32 w 35"/>
                  <a:gd name="T34" fmla="+- 0 7883 7843"/>
                  <a:gd name="T35" fmla="*/ 7883 h 56"/>
                  <a:gd name="T36" fmla="+- 0 5159 5135"/>
                  <a:gd name="T37" fmla="*/ T36 w 35"/>
                  <a:gd name="T38" fmla="+- 0 7891 7843"/>
                  <a:gd name="T39" fmla="*/ 7891 h 56"/>
                  <a:gd name="T40" fmla="+- 0 5158 5135"/>
                  <a:gd name="T41" fmla="*/ T40 w 35"/>
                  <a:gd name="T42" fmla="+- 0 7893 7843"/>
                  <a:gd name="T43" fmla="*/ 7893 h 56"/>
                  <a:gd name="T44" fmla="+- 0 5157 5135"/>
                  <a:gd name="T45" fmla="*/ T44 w 35"/>
                  <a:gd name="T46" fmla="+- 0 7894 7843"/>
                  <a:gd name="T47" fmla="*/ 7894 h 56"/>
                  <a:gd name="T48" fmla="+- 0 5152 5135"/>
                  <a:gd name="T49" fmla="*/ T48 w 35"/>
                  <a:gd name="T50" fmla="+- 0 7896 7843"/>
                  <a:gd name="T51" fmla="*/ 7896 h 56"/>
                  <a:gd name="T52" fmla="+- 0 5159 5135"/>
                  <a:gd name="T53" fmla="*/ T52 w 35"/>
                  <a:gd name="T54" fmla="+- 0 7896 7843"/>
                  <a:gd name="T55" fmla="*/ 7896 h 56"/>
                  <a:gd name="T56" fmla="+- 0 5170 5135"/>
                  <a:gd name="T57" fmla="*/ T56 w 35"/>
                  <a:gd name="T58" fmla="+- 0 7861 7843"/>
                  <a:gd name="T59" fmla="*/ 7861 h 56"/>
                  <a:gd name="T60" fmla="+- 0 5168 5135"/>
                  <a:gd name="T61" fmla="*/ T60 w 35"/>
                  <a:gd name="T62" fmla="+- 0 7854 7843"/>
                  <a:gd name="T63" fmla="*/ 7854 h 56"/>
                  <a:gd name="T64" fmla="+- 0 5161 5135"/>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4"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4" name="Group 503">
              <a:extLst>
                <a:ext uri="{FF2B5EF4-FFF2-40B4-BE49-F238E27FC236}">
                  <a16:creationId xmlns:a16="http://schemas.microsoft.com/office/drawing/2014/main" id="{50AE685D-6DD6-F72C-8B97-7EA299A43A35}"/>
                </a:ext>
              </a:extLst>
            </p:cNvPr>
            <p:cNvGrpSpPr>
              <a:grpSpLocks/>
            </p:cNvGrpSpPr>
            <p:nvPr/>
          </p:nvGrpSpPr>
          <p:grpSpPr bwMode="auto">
            <a:xfrm>
              <a:off x="5592" y="7843"/>
              <a:ext cx="35" cy="56"/>
              <a:chOff x="5592" y="7843"/>
              <a:chExt cx="35" cy="56"/>
            </a:xfrm>
          </p:grpSpPr>
          <p:sp>
            <p:nvSpPr>
              <p:cNvPr id="584" name="Freeform 5928">
                <a:extLst>
                  <a:ext uri="{FF2B5EF4-FFF2-40B4-BE49-F238E27FC236}">
                    <a16:creationId xmlns:a16="http://schemas.microsoft.com/office/drawing/2014/main" id="{8F71DB93-9881-8236-D6CF-161EDC364F00}"/>
                  </a:ext>
                </a:extLst>
              </p:cNvPr>
              <p:cNvSpPr>
                <a:spLocks/>
              </p:cNvSpPr>
              <p:nvPr/>
            </p:nvSpPr>
            <p:spPr bwMode="auto">
              <a:xfrm>
                <a:off x="5592" y="7843"/>
                <a:ext cx="35" cy="56"/>
              </a:xfrm>
              <a:custGeom>
                <a:avLst/>
                <a:gdLst>
                  <a:gd name="T0" fmla="+- 0 5613 5592"/>
                  <a:gd name="T1" fmla="*/ T0 w 35"/>
                  <a:gd name="T2" fmla="+- 0 7843 7843"/>
                  <a:gd name="T3" fmla="*/ 7843 h 56"/>
                  <a:gd name="T4" fmla="+- 0 5606 5592"/>
                  <a:gd name="T5" fmla="*/ T4 w 35"/>
                  <a:gd name="T6" fmla="+- 0 7843 7843"/>
                  <a:gd name="T7" fmla="*/ 7843 h 56"/>
                  <a:gd name="T8" fmla="+- 0 5604 5592"/>
                  <a:gd name="T9" fmla="*/ T8 w 35"/>
                  <a:gd name="T10" fmla="+- 0 7844 7843"/>
                  <a:gd name="T11" fmla="*/ 7844 h 56"/>
                  <a:gd name="T12" fmla="+- 0 5602 5592"/>
                  <a:gd name="T13" fmla="*/ T12 w 35"/>
                  <a:gd name="T14" fmla="+- 0 7846 7843"/>
                  <a:gd name="T15" fmla="*/ 7846 h 56"/>
                  <a:gd name="T16" fmla="+- 0 5599 5592"/>
                  <a:gd name="T17" fmla="*/ T16 w 35"/>
                  <a:gd name="T18" fmla="+- 0 7848 7843"/>
                  <a:gd name="T19" fmla="*/ 7848 h 56"/>
                  <a:gd name="T20" fmla="+- 0 5596 5592"/>
                  <a:gd name="T21" fmla="*/ T20 w 35"/>
                  <a:gd name="T22" fmla="+- 0 7851 7843"/>
                  <a:gd name="T23" fmla="*/ 7851 h 56"/>
                  <a:gd name="T24" fmla="+- 0 5592 5592"/>
                  <a:gd name="T25" fmla="*/ T24 w 35"/>
                  <a:gd name="T26" fmla="+- 0 7860 7843"/>
                  <a:gd name="T27" fmla="*/ 7860 h 56"/>
                  <a:gd name="T28" fmla="+- 0 5592 5592"/>
                  <a:gd name="T29" fmla="*/ T28 w 35"/>
                  <a:gd name="T30" fmla="+- 0 7865 7843"/>
                  <a:gd name="T31" fmla="*/ 7865 h 56"/>
                  <a:gd name="T32" fmla="+- 0 5592 5592"/>
                  <a:gd name="T33" fmla="*/ T32 w 35"/>
                  <a:gd name="T34" fmla="+- 0 7878 7843"/>
                  <a:gd name="T35" fmla="*/ 7878 h 56"/>
                  <a:gd name="T36" fmla="+- 0 5593 5592"/>
                  <a:gd name="T37" fmla="*/ T36 w 35"/>
                  <a:gd name="T38" fmla="+- 0 7884 7843"/>
                  <a:gd name="T39" fmla="*/ 7884 h 56"/>
                  <a:gd name="T40" fmla="+- 0 5599 5592"/>
                  <a:gd name="T41" fmla="*/ T40 w 35"/>
                  <a:gd name="T42" fmla="+- 0 7895 7843"/>
                  <a:gd name="T43" fmla="*/ 7895 h 56"/>
                  <a:gd name="T44" fmla="+- 0 5603 5592"/>
                  <a:gd name="T45" fmla="*/ T44 w 35"/>
                  <a:gd name="T46" fmla="+- 0 7898 7843"/>
                  <a:gd name="T47" fmla="*/ 7898 h 56"/>
                  <a:gd name="T48" fmla="+- 0 5611 5592"/>
                  <a:gd name="T49" fmla="*/ T48 w 35"/>
                  <a:gd name="T50" fmla="+- 0 7898 7843"/>
                  <a:gd name="T51" fmla="*/ 7898 h 56"/>
                  <a:gd name="T52" fmla="+- 0 5614 5592"/>
                  <a:gd name="T53" fmla="*/ T52 w 35"/>
                  <a:gd name="T54" fmla="+- 0 7897 7843"/>
                  <a:gd name="T55" fmla="*/ 7897 h 56"/>
                  <a:gd name="T56" fmla="+- 0 5616 5592"/>
                  <a:gd name="T57" fmla="*/ T56 w 35"/>
                  <a:gd name="T58" fmla="+- 0 7896 7843"/>
                  <a:gd name="T59" fmla="*/ 7896 h 56"/>
                  <a:gd name="T60" fmla="+- 0 5606 5592"/>
                  <a:gd name="T61" fmla="*/ T60 w 35"/>
                  <a:gd name="T62" fmla="+- 0 7896 7843"/>
                  <a:gd name="T63" fmla="*/ 7896 h 56"/>
                  <a:gd name="T64" fmla="+- 0 5603 5592"/>
                  <a:gd name="T65" fmla="*/ T64 w 35"/>
                  <a:gd name="T66" fmla="+- 0 7894 7843"/>
                  <a:gd name="T67" fmla="*/ 7894 h 56"/>
                  <a:gd name="T68" fmla="+- 0 5602 5592"/>
                  <a:gd name="T69" fmla="*/ T68 w 35"/>
                  <a:gd name="T70" fmla="+- 0 7890 7843"/>
                  <a:gd name="T71" fmla="*/ 7890 h 56"/>
                  <a:gd name="T72" fmla="+- 0 5600 5592"/>
                  <a:gd name="T73" fmla="*/ T72 w 35"/>
                  <a:gd name="T74" fmla="+- 0 7885 7843"/>
                  <a:gd name="T75" fmla="*/ 7885 h 56"/>
                  <a:gd name="T76" fmla="+- 0 5599 5592"/>
                  <a:gd name="T77" fmla="*/ T76 w 35"/>
                  <a:gd name="T78" fmla="+- 0 7879 7843"/>
                  <a:gd name="T79" fmla="*/ 7879 h 56"/>
                  <a:gd name="T80" fmla="+- 0 5609 5592"/>
                  <a:gd name="T81" fmla="*/ T80 w 35"/>
                  <a:gd name="T82" fmla="+- 0 7846 7843"/>
                  <a:gd name="T83" fmla="*/ 7846 h 56"/>
                  <a:gd name="T84" fmla="+- 0 5617 5592"/>
                  <a:gd name="T85" fmla="*/ T84 w 35"/>
                  <a:gd name="T86" fmla="+- 0 7846 7843"/>
                  <a:gd name="T87" fmla="*/ 7846 h 56"/>
                  <a:gd name="T88" fmla="+- 0 5617 5592"/>
                  <a:gd name="T89" fmla="*/ T88 w 35"/>
                  <a:gd name="T90" fmla="+- 0 7845 7843"/>
                  <a:gd name="T91" fmla="*/ 7845 h 56"/>
                  <a:gd name="T92" fmla="+- 0 5613 5592"/>
                  <a:gd name="T93" fmla="*/ T92 w 35"/>
                  <a:gd name="T94" fmla="+- 0 7843 7843"/>
                  <a:gd name="T95"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1" y="0"/>
                    </a:moveTo>
                    <a:lnTo>
                      <a:pt x="14" y="0"/>
                    </a:lnTo>
                    <a:lnTo>
                      <a:pt x="12" y="1"/>
                    </a:lnTo>
                    <a:lnTo>
                      <a:pt x="10" y="3"/>
                    </a:lnTo>
                    <a:lnTo>
                      <a:pt x="7" y="5"/>
                    </a:lnTo>
                    <a:lnTo>
                      <a:pt x="4" y="8"/>
                    </a:lnTo>
                    <a:lnTo>
                      <a:pt x="0" y="17"/>
                    </a:lnTo>
                    <a:lnTo>
                      <a:pt x="0" y="22"/>
                    </a:lnTo>
                    <a:lnTo>
                      <a:pt x="0" y="35"/>
                    </a:lnTo>
                    <a:lnTo>
                      <a:pt x="1" y="41"/>
                    </a:lnTo>
                    <a:lnTo>
                      <a:pt x="7" y="52"/>
                    </a:lnTo>
                    <a:lnTo>
                      <a:pt x="11" y="55"/>
                    </a:lnTo>
                    <a:lnTo>
                      <a:pt x="19" y="55"/>
                    </a:lnTo>
                    <a:lnTo>
                      <a:pt x="22" y="54"/>
                    </a:lnTo>
                    <a:lnTo>
                      <a:pt x="24" y="53"/>
                    </a:lnTo>
                    <a:lnTo>
                      <a:pt x="14" y="53"/>
                    </a:lnTo>
                    <a:lnTo>
                      <a:pt x="11"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85" name="Freeform 5929">
                <a:extLst>
                  <a:ext uri="{FF2B5EF4-FFF2-40B4-BE49-F238E27FC236}">
                    <a16:creationId xmlns:a16="http://schemas.microsoft.com/office/drawing/2014/main" id="{49FEB3B8-29CD-C284-990C-56D3C8B42A18}"/>
                  </a:ext>
                </a:extLst>
              </p:cNvPr>
              <p:cNvSpPr>
                <a:spLocks/>
              </p:cNvSpPr>
              <p:nvPr/>
            </p:nvSpPr>
            <p:spPr bwMode="auto">
              <a:xfrm>
                <a:off x="5592" y="7843"/>
                <a:ext cx="35" cy="56"/>
              </a:xfrm>
              <a:custGeom>
                <a:avLst/>
                <a:gdLst>
                  <a:gd name="T0" fmla="+- 0 5617 5592"/>
                  <a:gd name="T1" fmla="*/ T0 w 35"/>
                  <a:gd name="T2" fmla="+- 0 7846 7843"/>
                  <a:gd name="T3" fmla="*/ 7846 h 56"/>
                  <a:gd name="T4" fmla="+- 0 5609 5592"/>
                  <a:gd name="T5" fmla="*/ T4 w 35"/>
                  <a:gd name="T6" fmla="+- 0 7846 7843"/>
                  <a:gd name="T7" fmla="*/ 7846 h 56"/>
                  <a:gd name="T8" fmla="+- 0 5613 5592"/>
                  <a:gd name="T9" fmla="*/ T8 w 35"/>
                  <a:gd name="T10" fmla="+- 0 7847 7843"/>
                  <a:gd name="T11" fmla="*/ 7847 h 56"/>
                  <a:gd name="T12" fmla="+- 0 5614 5592"/>
                  <a:gd name="T13" fmla="*/ T12 w 35"/>
                  <a:gd name="T14" fmla="+- 0 7848 7843"/>
                  <a:gd name="T15" fmla="*/ 7848 h 56"/>
                  <a:gd name="T16" fmla="+- 0 5615 5592"/>
                  <a:gd name="T17" fmla="*/ T16 w 35"/>
                  <a:gd name="T18" fmla="+- 0 7850 7843"/>
                  <a:gd name="T19" fmla="*/ 7850 h 56"/>
                  <a:gd name="T20" fmla="+- 0 5618 5592"/>
                  <a:gd name="T21" fmla="*/ T20 w 35"/>
                  <a:gd name="T22" fmla="+- 0 7857 7843"/>
                  <a:gd name="T23" fmla="*/ 7857 h 56"/>
                  <a:gd name="T24" fmla="+- 0 5618 5592"/>
                  <a:gd name="T25" fmla="*/ T24 w 35"/>
                  <a:gd name="T26" fmla="+- 0 7860 7843"/>
                  <a:gd name="T27" fmla="*/ 7860 h 56"/>
                  <a:gd name="T28" fmla="+- 0 5618 5592"/>
                  <a:gd name="T29" fmla="*/ T28 w 35"/>
                  <a:gd name="T30" fmla="+- 0 7878 7843"/>
                  <a:gd name="T31" fmla="*/ 7878 h 56"/>
                  <a:gd name="T32" fmla="+- 0 5618 5592"/>
                  <a:gd name="T33" fmla="*/ T32 w 35"/>
                  <a:gd name="T34" fmla="+- 0 7883 7843"/>
                  <a:gd name="T35" fmla="*/ 7883 h 56"/>
                  <a:gd name="T36" fmla="+- 0 5616 5592"/>
                  <a:gd name="T37" fmla="*/ T36 w 35"/>
                  <a:gd name="T38" fmla="+- 0 7891 7843"/>
                  <a:gd name="T39" fmla="*/ 7891 h 56"/>
                  <a:gd name="T40" fmla="+- 0 5615 5592"/>
                  <a:gd name="T41" fmla="*/ T40 w 35"/>
                  <a:gd name="T42" fmla="+- 0 7893 7843"/>
                  <a:gd name="T43" fmla="*/ 7893 h 56"/>
                  <a:gd name="T44" fmla="+- 0 5613 5592"/>
                  <a:gd name="T45" fmla="*/ T44 w 35"/>
                  <a:gd name="T46" fmla="+- 0 7894 7843"/>
                  <a:gd name="T47" fmla="*/ 7894 h 56"/>
                  <a:gd name="T48" fmla="+- 0 5609 5592"/>
                  <a:gd name="T49" fmla="*/ T48 w 35"/>
                  <a:gd name="T50" fmla="+- 0 7896 7843"/>
                  <a:gd name="T51" fmla="*/ 7896 h 56"/>
                  <a:gd name="T52" fmla="+- 0 5616 5592"/>
                  <a:gd name="T53" fmla="*/ T52 w 35"/>
                  <a:gd name="T54" fmla="+- 0 7896 7843"/>
                  <a:gd name="T55" fmla="*/ 7896 h 56"/>
                  <a:gd name="T56" fmla="+- 0 5626 5592"/>
                  <a:gd name="T57" fmla="*/ T56 w 35"/>
                  <a:gd name="T58" fmla="+- 0 7861 7843"/>
                  <a:gd name="T59" fmla="*/ 7861 h 56"/>
                  <a:gd name="T60" fmla="+- 0 5624 5592"/>
                  <a:gd name="T61" fmla="*/ T60 w 35"/>
                  <a:gd name="T62" fmla="+- 0 7854 7843"/>
                  <a:gd name="T63" fmla="*/ 7854 h 56"/>
                  <a:gd name="T64" fmla="+- 0 5617 5592"/>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3" y="7"/>
                    </a:lnTo>
                    <a:lnTo>
                      <a:pt x="26" y="14"/>
                    </a:lnTo>
                    <a:lnTo>
                      <a:pt x="26" y="17"/>
                    </a:lnTo>
                    <a:lnTo>
                      <a:pt x="26"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5" name="Group 504">
              <a:extLst>
                <a:ext uri="{FF2B5EF4-FFF2-40B4-BE49-F238E27FC236}">
                  <a16:creationId xmlns:a16="http://schemas.microsoft.com/office/drawing/2014/main" id="{059928DC-34EB-7BAE-1110-6B0B9F4653DC}"/>
                </a:ext>
              </a:extLst>
            </p:cNvPr>
            <p:cNvGrpSpPr>
              <a:grpSpLocks/>
            </p:cNvGrpSpPr>
            <p:nvPr/>
          </p:nvGrpSpPr>
          <p:grpSpPr bwMode="auto">
            <a:xfrm>
              <a:off x="6048" y="7843"/>
              <a:ext cx="35" cy="56"/>
              <a:chOff x="6048" y="7843"/>
              <a:chExt cx="35" cy="56"/>
            </a:xfrm>
          </p:grpSpPr>
          <p:sp>
            <p:nvSpPr>
              <p:cNvPr id="582" name="Freeform 5931">
                <a:extLst>
                  <a:ext uri="{FF2B5EF4-FFF2-40B4-BE49-F238E27FC236}">
                    <a16:creationId xmlns:a16="http://schemas.microsoft.com/office/drawing/2014/main" id="{1DCD6D34-DC0E-A6A3-2342-EA5B7C30E914}"/>
                  </a:ext>
                </a:extLst>
              </p:cNvPr>
              <p:cNvSpPr>
                <a:spLocks/>
              </p:cNvSpPr>
              <p:nvPr/>
            </p:nvSpPr>
            <p:spPr bwMode="auto">
              <a:xfrm>
                <a:off x="6048" y="7843"/>
                <a:ext cx="35" cy="56"/>
              </a:xfrm>
              <a:custGeom>
                <a:avLst/>
                <a:gdLst>
                  <a:gd name="T0" fmla="+- 0 6069 6048"/>
                  <a:gd name="T1" fmla="*/ T0 w 35"/>
                  <a:gd name="T2" fmla="+- 0 7843 7843"/>
                  <a:gd name="T3" fmla="*/ 7843 h 56"/>
                  <a:gd name="T4" fmla="+- 0 6063 6048"/>
                  <a:gd name="T5" fmla="*/ T4 w 35"/>
                  <a:gd name="T6" fmla="+- 0 7843 7843"/>
                  <a:gd name="T7" fmla="*/ 7843 h 56"/>
                  <a:gd name="T8" fmla="+- 0 6060 6048"/>
                  <a:gd name="T9" fmla="*/ T8 w 35"/>
                  <a:gd name="T10" fmla="+- 0 7844 7843"/>
                  <a:gd name="T11" fmla="*/ 7844 h 56"/>
                  <a:gd name="T12" fmla="+- 0 6055 6048"/>
                  <a:gd name="T13" fmla="*/ T12 w 35"/>
                  <a:gd name="T14" fmla="+- 0 7848 7843"/>
                  <a:gd name="T15" fmla="*/ 7848 h 56"/>
                  <a:gd name="T16" fmla="+- 0 6052 6048"/>
                  <a:gd name="T17" fmla="*/ T16 w 35"/>
                  <a:gd name="T18" fmla="+- 0 7851 7843"/>
                  <a:gd name="T19" fmla="*/ 7851 h 56"/>
                  <a:gd name="T20" fmla="+- 0 6049 6048"/>
                  <a:gd name="T21" fmla="*/ T20 w 35"/>
                  <a:gd name="T22" fmla="+- 0 7860 7843"/>
                  <a:gd name="T23" fmla="*/ 7860 h 56"/>
                  <a:gd name="T24" fmla="+- 0 6048 6048"/>
                  <a:gd name="T25" fmla="*/ T24 w 35"/>
                  <a:gd name="T26" fmla="+- 0 7865 7843"/>
                  <a:gd name="T27" fmla="*/ 7865 h 56"/>
                  <a:gd name="T28" fmla="+- 0 6048 6048"/>
                  <a:gd name="T29" fmla="*/ T28 w 35"/>
                  <a:gd name="T30" fmla="+- 0 7878 7843"/>
                  <a:gd name="T31" fmla="*/ 7878 h 56"/>
                  <a:gd name="T32" fmla="+- 0 6049 6048"/>
                  <a:gd name="T33" fmla="*/ T32 w 35"/>
                  <a:gd name="T34" fmla="+- 0 7884 7843"/>
                  <a:gd name="T35" fmla="*/ 7884 h 56"/>
                  <a:gd name="T36" fmla="+- 0 6055 6048"/>
                  <a:gd name="T37" fmla="*/ T36 w 35"/>
                  <a:gd name="T38" fmla="+- 0 7895 7843"/>
                  <a:gd name="T39" fmla="*/ 7895 h 56"/>
                  <a:gd name="T40" fmla="+- 0 6060 6048"/>
                  <a:gd name="T41" fmla="*/ T40 w 35"/>
                  <a:gd name="T42" fmla="+- 0 7898 7843"/>
                  <a:gd name="T43" fmla="*/ 7898 h 56"/>
                  <a:gd name="T44" fmla="+- 0 6067 6048"/>
                  <a:gd name="T45" fmla="*/ T44 w 35"/>
                  <a:gd name="T46" fmla="+- 0 7898 7843"/>
                  <a:gd name="T47" fmla="*/ 7898 h 56"/>
                  <a:gd name="T48" fmla="+- 0 6070 6048"/>
                  <a:gd name="T49" fmla="*/ T48 w 35"/>
                  <a:gd name="T50" fmla="+- 0 7897 7843"/>
                  <a:gd name="T51" fmla="*/ 7897 h 56"/>
                  <a:gd name="T52" fmla="+- 0 6072 6048"/>
                  <a:gd name="T53" fmla="*/ T52 w 35"/>
                  <a:gd name="T54" fmla="+- 0 7896 7843"/>
                  <a:gd name="T55" fmla="*/ 7896 h 56"/>
                  <a:gd name="T56" fmla="+- 0 6062 6048"/>
                  <a:gd name="T57" fmla="*/ T56 w 35"/>
                  <a:gd name="T58" fmla="+- 0 7896 7843"/>
                  <a:gd name="T59" fmla="*/ 7896 h 56"/>
                  <a:gd name="T60" fmla="+- 0 6060 6048"/>
                  <a:gd name="T61" fmla="*/ T60 w 35"/>
                  <a:gd name="T62" fmla="+- 0 7894 7843"/>
                  <a:gd name="T63" fmla="*/ 7894 h 56"/>
                  <a:gd name="T64" fmla="+- 0 6058 6048"/>
                  <a:gd name="T65" fmla="*/ T64 w 35"/>
                  <a:gd name="T66" fmla="+- 0 7890 7843"/>
                  <a:gd name="T67" fmla="*/ 7890 h 56"/>
                  <a:gd name="T68" fmla="+- 0 6056 6048"/>
                  <a:gd name="T69" fmla="*/ T68 w 35"/>
                  <a:gd name="T70" fmla="+- 0 7885 7843"/>
                  <a:gd name="T71" fmla="*/ 7885 h 56"/>
                  <a:gd name="T72" fmla="+- 0 6055 6048"/>
                  <a:gd name="T73" fmla="*/ T72 w 35"/>
                  <a:gd name="T74" fmla="+- 0 7879 7843"/>
                  <a:gd name="T75" fmla="*/ 7879 h 56"/>
                  <a:gd name="T76" fmla="+- 0 6065 6048"/>
                  <a:gd name="T77" fmla="*/ T76 w 35"/>
                  <a:gd name="T78" fmla="+- 0 7846 7843"/>
                  <a:gd name="T79" fmla="*/ 7846 h 56"/>
                  <a:gd name="T80" fmla="+- 0 6073 6048"/>
                  <a:gd name="T81" fmla="*/ T80 w 35"/>
                  <a:gd name="T82" fmla="+- 0 7846 7843"/>
                  <a:gd name="T83" fmla="*/ 7846 h 56"/>
                  <a:gd name="T84" fmla="+- 0 6073 6048"/>
                  <a:gd name="T85" fmla="*/ T84 w 35"/>
                  <a:gd name="T86" fmla="+- 0 7845 7843"/>
                  <a:gd name="T87" fmla="*/ 7845 h 56"/>
                  <a:gd name="T88" fmla="+- 0 6069 6048"/>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7" y="52"/>
                    </a:lnTo>
                    <a:lnTo>
                      <a:pt x="12" y="55"/>
                    </a:lnTo>
                    <a:lnTo>
                      <a:pt x="19" y="55"/>
                    </a:lnTo>
                    <a:lnTo>
                      <a:pt x="22" y="54"/>
                    </a:lnTo>
                    <a:lnTo>
                      <a:pt x="24" y="53"/>
                    </a:lnTo>
                    <a:lnTo>
                      <a:pt x="14" y="53"/>
                    </a:lnTo>
                    <a:lnTo>
                      <a:pt x="12" y="51"/>
                    </a:lnTo>
                    <a:lnTo>
                      <a:pt x="10" y="47"/>
                    </a:lnTo>
                    <a:lnTo>
                      <a:pt x="8" y="42"/>
                    </a:lnTo>
                    <a:lnTo>
                      <a:pt x="7" y="36"/>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83" name="Freeform 5932">
                <a:extLst>
                  <a:ext uri="{FF2B5EF4-FFF2-40B4-BE49-F238E27FC236}">
                    <a16:creationId xmlns:a16="http://schemas.microsoft.com/office/drawing/2014/main" id="{9B3E46D1-816C-D063-FD91-1D5A2E1DA05A}"/>
                  </a:ext>
                </a:extLst>
              </p:cNvPr>
              <p:cNvSpPr>
                <a:spLocks/>
              </p:cNvSpPr>
              <p:nvPr/>
            </p:nvSpPr>
            <p:spPr bwMode="auto">
              <a:xfrm>
                <a:off x="6048" y="7843"/>
                <a:ext cx="35" cy="56"/>
              </a:xfrm>
              <a:custGeom>
                <a:avLst/>
                <a:gdLst>
                  <a:gd name="T0" fmla="+- 0 6073 6048"/>
                  <a:gd name="T1" fmla="*/ T0 w 35"/>
                  <a:gd name="T2" fmla="+- 0 7846 7843"/>
                  <a:gd name="T3" fmla="*/ 7846 h 56"/>
                  <a:gd name="T4" fmla="+- 0 6065 6048"/>
                  <a:gd name="T5" fmla="*/ T4 w 35"/>
                  <a:gd name="T6" fmla="+- 0 7846 7843"/>
                  <a:gd name="T7" fmla="*/ 7846 h 56"/>
                  <a:gd name="T8" fmla="+- 0 6069 6048"/>
                  <a:gd name="T9" fmla="*/ T8 w 35"/>
                  <a:gd name="T10" fmla="+- 0 7847 7843"/>
                  <a:gd name="T11" fmla="*/ 7847 h 56"/>
                  <a:gd name="T12" fmla="+- 0 6070 6048"/>
                  <a:gd name="T13" fmla="*/ T12 w 35"/>
                  <a:gd name="T14" fmla="+- 0 7848 7843"/>
                  <a:gd name="T15" fmla="*/ 7848 h 56"/>
                  <a:gd name="T16" fmla="+- 0 6072 6048"/>
                  <a:gd name="T17" fmla="*/ T16 w 35"/>
                  <a:gd name="T18" fmla="+- 0 7850 7843"/>
                  <a:gd name="T19" fmla="*/ 7850 h 56"/>
                  <a:gd name="T20" fmla="+- 0 6074 6048"/>
                  <a:gd name="T21" fmla="*/ T20 w 35"/>
                  <a:gd name="T22" fmla="+- 0 7857 7843"/>
                  <a:gd name="T23" fmla="*/ 7857 h 56"/>
                  <a:gd name="T24" fmla="+- 0 6074 6048"/>
                  <a:gd name="T25" fmla="*/ T24 w 35"/>
                  <a:gd name="T26" fmla="+- 0 7860 7843"/>
                  <a:gd name="T27" fmla="*/ 7860 h 56"/>
                  <a:gd name="T28" fmla="+- 0 6074 6048"/>
                  <a:gd name="T29" fmla="*/ T28 w 35"/>
                  <a:gd name="T30" fmla="+- 0 7878 7843"/>
                  <a:gd name="T31" fmla="*/ 7878 h 56"/>
                  <a:gd name="T32" fmla="+- 0 6074 6048"/>
                  <a:gd name="T33" fmla="*/ T32 w 35"/>
                  <a:gd name="T34" fmla="+- 0 7883 7843"/>
                  <a:gd name="T35" fmla="*/ 7883 h 56"/>
                  <a:gd name="T36" fmla="+- 0 6072 6048"/>
                  <a:gd name="T37" fmla="*/ T36 w 35"/>
                  <a:gd name="T38" fmla="+- 0 7891 7843"/>
                  <a:gd name="T39" fmla="*/ 7891 h 56"/>
                  <a:gd name="T40" fmla="+- 0 6071 6048"/>
                  <a:gd name="T41" fmla="*/ T40 w 35"/>
                  <a:gd name="T42" fmla="+- 0 7893 7843"/>
                  <a:gd name="T43" fmla="*/ 7893 h 56"/>
                  <a:gd name="T44" fmla="+- 0 6069 6048"/>
                  <a:gd name="T45" fmla="*/ T44 w 35"/>
                  <a:gd name="T46" fmla="+- 0 7894 7843"/>
                  <a:gd name="T47" fmla="*/ 7894 h 56"/>
                  <a:gd name="T48" fmla="+- 0 6065 6048"/>
                  <a:gd name="T49" fmla="*/ T48 w 35"/>
                  <a:gd name="T50" fmla="+- 0 7896 7843"/>
                  <a:gd name="T51" fmla="*/ 7896 h 56"/>
                  <a:gd name="T52" fmla="+- 0 6072 6048"/>
                  <a:gd name="T53" fmla="*/ T52 w 35"/>
                  <a:gd name="T54" fmla="+- 0 7896 7843"/>
                  <a:gd name="T55" fmla="*/ 7896 h 56"/>
                  <a:gd name="T56" fmla="+- 0 6082 6048"/>
                  <a:gd name="T57" fmla="*/ T56 w 35"/>
                  <a:gd name="T58" fmla="+- 0 7861 7843"/>
                  <a:gd name="T59" fmla="*/ 7861 h 56"/>
                  <a:gd name="T60" fmla="+- 0 6080 6048"/>
                  <a:gd name="T61" fmla="*/ T60 w 35"/>
                  <a:gd name="T62" fmla="+- 0 7854 7843"/>
                  <a:gd name="T63" fmla="*/ 7854 h 56"/>
                  <a:gd name="T64" fmla="+- 0 6073 6048"/>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5" y="3"/>
                    </a:moveTo>
                    <a:lnTo>
                      <a:pt x="17" y="3"/>
                    </a:lnTo>
                    <a:lnTo>
                      <a:pt x="21" y="4"/>
                    </a:lnTo>
                    <a:lnTo>
                      <a:pt x="22" y="5"/>
                    </a:lnTo>
                    <a:lnTo>
                      <a:pt x="24" y="7"/>
                    </a:lnTo>
                    <a:lnTo>
                      <a:pt x="26" y="14"/>
                    </a:lnTo>
                    <a:lnTo>
                      <a:pt x="26" y="17"/>
                    </a:lnTo>
                    <a:lnTo>
                      <a:pt x="26" y="35"/>
                    </a:lnTo>
                    <a:lnTo>
                      <a:pt x="26" y="40"/>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6" name="Group 505">
              <a:extLst>
                <a:ext uri="{FF2B5EF4-FFF2-40B4-BE49-F238E27FC236}">
                  <a16:creationId xmlns:a16="http://schemas.microsoft.com/office/drawing/2014/main" id="{71058386-98EC-292E-147A-3A669E39DDC9}"/>
                </a:ext>
              </a:extLst>
            </p:cNvPr>
            <p:cNvGrpSpPr>
              <a:grpSpLocks/>
            </p:cNvGrpSpPr>
            <p:nvPr/>
          </p:nvGrpSpPr>
          <p:grpSpPr bwMode="auto">
            <a:xfrm>
              <a:off x="6504" y="7843"/>
              <a:ext cx="35" cy="56"/>
              <a:chOff x="6504" y="7843"/>
              <a:chExt cx="35" cy="56"/>
            </a:xfrm>
          </p:grpSpPr>
          <p:sp>
            <p:nvSpPr>
              <p:cNvPr id="580" name="Freeform 5934">
                <a:extLst>
                  <a:ext uri="{FF2B5EF4-FFF2-40B4-BE49-F238E27FC236}">
                    <a16:creationId xmlns:a16="http://schemas.microsoft.com/office/drawing/2014/main" id="{2317089D-0A8C-2B47-B966-A37F21018210}"/>
                  </a:ext>
                </a:extLst>
              </p:cNvPr>
              <p:cNvSpPr>
                <a:spLocks/>
              </p:cNvSpPr>
              <p:nvPr/>
            </p:nvSpPr>
            <p:spPr bwMode="auto">
              <a:xfrm>
                <a:off x="6504" y="7843"/>
                <a:ext cx="35" cy="56"/>
              </a:xfrm>
              <a:custGeom>
                <a:avLst/>
                <a:gdLst>
                  <a:gd name="T0" fmla="+- 0 6526 6504"/>
                  <a:gd name="T1" fmla="*/ T0 w 35"/>
                  <a:gd name="T2" fmla="+- 0 7843 7843"/>
                  <a:gd name="T3" fmla="*/ 7843 h 56"/>
                  <a:gd name="T4" fmla="+- 0 6519 6504"/>
                  <a:gd name="T5" fmla="*/ T4 w 35"/>
                  <a:gd name="T6" fmla="+- 0 7843 7843"/>
                  <a:gd name="T7" fmla="*/ 7843 h 56"/>
                  <a:gd name="T8" fmla="+- 0 6517 6504"/>
                  <a:gd name="T9" fmla="*/ T8 w 35"/>
                  <a:gd name="T10" fmla="+- 0 7844 7843"/>
                  <a:gd name="T11" fmla="*/ 7844 h 56"/>
                  <a:gd name="T12" fmla="+- 0 6511 6504"/>
                  <a:gd name="T13" fmla="*/ T12 w 35"/>
                  <a:gd name="T14" fmla="+- 0 7848 7843"/>
                  <a:gd name="T15" fmla="*/ 7848 h 56"/>
                  <a:gd name="T16" fmla="+- 0 6509 6504"/>
                  <a:gd name="T17" fmla="*/ T16 w 35"/>
                  <a:gd name="T18" fmla="+- 0 7851 7843"/>
                  <a:gd name="T19" fmla="*/ 7851 h 56"/>
                  <a:gd name="T20" fmla="+- 0 6505 6504"/>
                  <a:gd name="T21" fmla="*/ T20 w 35"/>
                  <a:gd name="T22" fmla="+- 0 7860 7843"/>
                  <a:gd name="T23" fmla="*/ 7860 h 56"/>
                  <a:gd name="T24" fmla="+- 0 6504 6504"/>
                  <a:gd name="T25" fmla="*/ T24 w 35"/>
                  <a:gd name="T26" fmla="+- 0 7865 7843"/>
                  <a:gd name="T27" fmla="*/ 7865 h 56"/>
                  <a:gd name="T28" fmla="+- 0 6504 6504"/>
                  <a:gd name="T29" fmla="*/ T28 w 35"/>
                  <a:gd name="T30" fmla="+- 0 7878 7843"/>
                  <a:gd name="T31" fmla="*/ 7878 h 56"/>
                  <a:gd name="T32" fmla="+- 0 6506 6504"/>
                  <a:gd name="T33" fmla="*/ T32 w 35"/>
                  <a:gd name="T34" fmla="+- 0 7884 7843"/>
                  <a:gd name="T35" fmla="*/ 7884 h 56"/>
                  <a:gd name="T36" fmla="+- 0 6512 6504"/>
                  <a:gd name="T37" fmla="*/ T36 w 35"/>
                  <a:gd name="T38" fmla="+- 0 7895 7843"/>
                  <a:gd name="T39" fmla="*/ 7895 h 56"/>
                  <a:gd name="T40" fmla="+- 0 6516 6504"/>
                  <a:gd name="T41" fmla="*/ T40 w 35"/>
                  <a:gd name="T42" fmla="+- 0 7898 7843"/>
                  <a:gd name="T43" fmla="*/ 7898 h 56"/>
                  <a:gd name="T44" fmla="+- 0 6524 6504"/>
                  <a:gd name="T45" fmla="*/ T44 w 35"/>
                  <a:gd name="T46" fmla="+- 0 7898 7843"/>
                  <a:gd name="T47" fmla="*/ 7898 h 56"/>
                  <a:gd name="T48" fmla="+- 0 6526 6504"/>
                  <a:gd name="T49" fmla="*/ T48 w 35"/>
                  <a:gd name="T50" fmla="+- 0 7897 7843"/>
                  <a:gd name="T51" fmla="*/ 7897 h 56"/>
                  <a:gd name="T52" fmla="+- 0 6529 6504"/>
                  <a:gd name="T53" fmla="*/ T52 w 35"/>
                  <a:gd name="T54" fmla="+- 0 7896 7843"/>
                  <a:gd name="T55" fmla="*/ 7896 h 56"/>
                  <a:gd name="T56" fmla="+- 0 6518 6504"/>
                  <a:gd name="T57" fmla="*/ T56 w 35"/>
                  <a:gd name="T58" fmla="+- 0 7896 7843"/>
                  <a:gd name="T59" fmla="*/ 7896 h 56"/>
                  <a:gd name="T60" fmla="+- 0 6516 6504"/>
                  <a:gd name="T61" fmla="*/ T60 w 35"/>
                  <a:gd name="T62" fmla="+- 0 7894 7843"/>
                  <a:gd name="T63" fmla="*/ 7894 h 56"/>
                  <a:gd name="T64" fmla="+- 0 6515 6504"/>
                  <a:gd name="T65" fmla="*/ T64 w 35"/>
                  <a:gd name="T66" fmla="+- 0 7890 7843"/>
                  <a:gd name="T67" fmla="*/ 7890 h 56"/>
                  <a:gd name="T68" fmla="+- 0 6513 6504"/>
                  <a:gd name="T69" fmla="*/ T68 w 35"/>
                  <a:gd name="T70" fmla="+- 0 7885 7843"/>
                  <a:gd name="T71" fmla="*/ 7885 h 56"/>
                  <a:gd name="T72" fmla="+- 0 6512 6504"/>
                  <a:gd name="T73" fmla="*/ T72 w 35"/>
                  <a:gd name="T74" fmla="+- 0 7879 7843"/>
                  <a:gd name="T75" fmla="*/ 7879 h 56"/>
                  <a:gd name="T76" fmla="+- 0 6522 6504"/>
                  <a:gd name="T77" fmla="*/ T76 w 35"/>
                  <a:gd name="T78" fmla="+- 0 7846 7843"/>
                  <a:gd name="T79" fmla="*/ 7846 h 56"/>
                  <a:gd name="T80" fmla="+- 0 6530 6504"/>
                  <a:gd name="T81" fmla="*/ T80 w 35"/>
                  <a:gd name="T82" fmla="+- 0 7846 7843"/>
                  <a:gd name="T83" fmla="*/ 7846 h 56"/>
                  <a:gd name="T84" fmla="+- 0 6529 6504"/>
                  <a:gd name="T85" fmla="*/ T84 w 35"/>
                  <a:gd name="T86" fmla="+- 0 7845 7843"/>
                  <a:gd name="T87" fmla="*/ 7845 h 56"/>
                  <a:gd name="T88" fmla="+- 0 6526 6504"/>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81" name="Freeform 5935">
                <a:extLst>
                  <a:ext uri="{FF2B5EF4-FFF2-40B4-BE49-F238E27FC236}">
                    <a16:creationId xmlns:a16="http://schemas.microsoft.com/office/drawing/2014/main" id="{417B275B-1DA8-4AA0-B63C-E540303FFE33}"/>
                  </a:ext>
                </a:extLst>
              </p:cNvPr>
              <p:cNvSpPr>
                <a:spLocks/>
              </p:cNvSpPr>
              <p:nvPr/>
            </p:nvSpPr>
            <p:spPr bwMode="auto">
              <a:xfrm>
                <a:off x="6504" y="7843"/>
                <a:ext cx="35" cy="56"/>
              </a:xfrm>
              <a:custGeom>
                <a:avLst/>
                <a:gdLst>
                  <a:gd name="T0" fmla="+- 0 6530 6504"/>
                  <a:gd name="T1" fmla="*/ T0 w 35"/>
                  <a:gd name="T2" fmla="+- 0 7846 7843"/>
                  <a:gd name="T3" fmla="*/ 7846 h 56"/>
                  <a:gd name="T4" fmla="+- 0 6522 6504"/>
                  <a:gd name="T5" fmla="*/ T4 w 35"/>
                  <a:gd name="T6" fmla="+- 0 7846 7843"/>
                  <a:gd name="T7" fmla="*/ 7846 h 56"/>
                  <a:gd name="T8" fmla="+- 0 6525 6504"/>
                  <a:gd name="T9" fmla="*/ T8 w 35"/>
                  <a:gd name="T10" fmla="+- 0 7847 7843"/>
                  <a:gd name="T11" fmla="*/ 7847 h 56"/>
                  <a:gd name="T12" fmla="+- 0 6527 6504"/>
                  <a:gd name="T13" fmla="*/ T12 w 35"/>
                  <a:gd name="T14" fmla="+- 0 7848 7843"/>
                  <a:gd name="T15" fmla="*/ 7848 h 56"/>
                  <a:gd name="T16" fmla="+- 0 6528 6504"/>
                  <a:gd name="T17" fmla="*/ T16 w 35"/>
                  <a:gd name="T18" fmla="+- 0 7850 7843"/>
                  <a:gd name="T19" fmla="*/ 7850 h 56"/>
                  <a:gd name="T20" fmla="+- 0 6530 6504"/>
                  <a:gd name="T21" fmla="*/ T20 w 35"/>
                  <a:gd name="T22" fmla="+- 0 7857 7843"/>
                  <a:gd name="T23" fmla="*/ 7857 h 56"/>
                  <a:gd name="T24" fmla="+- 0 6531 6504"/>
                  <a:gd name="T25" fmla="*/ T24 w 35"/>
                  <a:gd name="T26" fmla="+- 0 7860 7843"/>
                  <a:gd name="T27" fmla="*/ 7860 h 56"/>
                  <a:gd name="T28" fmla="+- 0 6531 6504"/>
                  <a:gd name="T29" fmla="*/ T28 w 35"/>
                  <a:gd name="T30" fmla="+- 0 7878 7843"/>
                  <a:gd name="T31" fmla="*/ 7878 h 56"/>
                  <a:gd name="T32" fmla="+- 0 6530 6504"/>
                  <a:gd name="T33" fmla="*/ T32 w 35"/>
                  <a:gd name="T34" fmla="+- 0 7883 7843"/>
                  <a:gd name="T35" fmla="*/ 7883 h 56"/>
                  <a:gd name="T36" fmla="+- 0 6528 6504"/>
                  <a:gd name="T37" fmla="*/ T36 w 35"/>
                  <a:gd name="T38" fmla="+- 0 7891 7843"/>
                  <a:gd name="T39" fmla="*/ 7891 h 56"/>
                  <a:gd name="T40" fmla="+- 0 6527 6504"/>
                  <a:gd name="T41" fmla="*/ T40 w 35"/>
                  <a:gd name="T42" fmla="+- 0 7893 7843"/>
                  <a:gd name="T43" fmla="*/ 7893 h 56"/>
                  <a:gd name="T44" fmla="+- 0 6526 6504"/>
                  <a:gd name="T45" fmla="*/ T44 w 35"/>
                  <a:gd name="T46" fmla="+- 0 7894 7843"/>
                  <a:gd name="T47" fmla="*/ 7894 h 56"/>
                  <a:gd name="T48" fmla="+- 0 6521 6504"/>
                  <a:gd name="T49" fmla="*/ T48 w 35"/>
                  <a:gd name="T50" fmla="+- 0 7896 7843"/>
                  <a:gd name="T51" fmla="*/ 7896 h 56"/>
                  <a:gd name="T52" fmla="+- 0 6529 6504"/>
                  <a:gd name="T53" fmla="*/ T52 w 35"/>
                  <a:gd name="T54" fmla="+- 0 7896 7843"/>
                  <a:gd name="T55" fmla="*/ 7896 h 56"/>
                  <a:gd name="T56" fmla="+- 0 6539 6504"/>
                  <a:gd name="T57" fmla="*/ T56 w 35"/>
                  <a:gd name="T58" fmla="+- 0 7861 7843"/>
                  <a:gd name="T59" fmla="*/ 7861 h 56"/>
                  <a:gd name="T60" fmla="+- 0 6537 6504"/>
                  <a:gd name="T61" fmla="*/ T60 w 35"/>
                  <a:gd name="T62" fmla="+- 0 7854 7843"/>
                  <a:gd name="T63" fmla="*/ 7854 h 56"/>
                  <a:gd name="T64" fmla="+- 0 6530 6504"/>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7" name="Group 506">
              <a:extLst>
                <a:ext uri="{FF2B5EF4-FFF2-40B4-BE49-F238E27FC236}">
                  <a16:creationId xmlns:a16="http://schemas.microsoft.com/office/drawing/2014/main" id="{4B314424-AA41-E496-0C35-74C6C0992811}"/>
                </a:ext>
              </a:extLst>
            </p:cNvPr>
            <p:cNvGrpSpPr>
              <a:grpSpLocks/>
            </p:cNvGrpSpPr>
            <p:nvPr/>
          </p:nvGrpSpPr>
          <p:grpSpPr bwMode="auto">
            <a:xfrm>
              <a:off x="6960" y="7843"/>
              <a:ext cx="35" cy="56"/>
              <a:chOff x="6960" y="7843"/>
              <a:chExt cx="35" cy="56"/>
            </a:xfrm>
          </p:grpSpPr>
          <p:sp>
            <p:nvSpPr>
              <p:cNvPr id="578" name="Freeform 5937">
                <a:extLst>
                  <a:ext uri="{FF2B5EF4-FFF2-40B4-BE49-F238E27FC236}">
                    <a16:creationId xmlns:a16="http://schemas.microsoft.com/office/drawing/2014/main" id="{3D4F614E-4DC4-7D02-D9E4-CADFD8643A11}"/>
                  </a:ext>
                </a:extLst>
              </p:cNvPr>
              <p:cNvSpPr>
                <a:spLocks/>
              </p:cNvSpPr>
              <p:nvPr/>
            </p:nvSpPr>
            <p:spPr bwMode="auto">
              <a:xfrm>
                <a:off x="6960" y="7843"/>
                <a:ext cx="35" cy="56"/>
              </a:xfrm>
              <a:custGeom>
                <a:avLst/>
                <a:gdLst>
                  <a:gd name="T0" fmla="+- 0 6982 6960"/>
                  <a:gd name="T1" fmla="*/ T0 w 35"/>
                  <a:gd name="T2" fmla="+- 0 7843 7843"/>
                  <a:gd name="T3" fmla="*/ 7843 h 56"/>
                  <a:gd name="T4" fmla="+- 0 6975 6960"/>
                  <a:gd name="T5" fmla="*/ T4 w 35"/>
                  <a:gd name="T6" fmla="+- 0 7843 7843"/>
                  <a:gd name="T7" fmla="*/ 7843 h 56"/>
                  <a:gd name="T8" fmla="+- 0 6973 6960"/>
                  <a:gd name="T9" fmla="*/ T8 w 35"/>
                  <a:gd name="T10" fmla="+- 0 7844 7843"/>
                  <a:gd name="T11" fmla="*/ 7844 h 56"/>
                  <a:gd name="T12" fmla="+- 0 6971 6960"/>
                  <a:gd name="T13" fmla="*/ T12 w 35"/>
                  <a:gd name="T14" fmla="+- 0 7846 7843"/>
                  <a:gd name="T15" fmla="*/ 7846 h 56"/>
                  <a:gd name="T16" fmla="+- 0 6967 6960"/>
                  <a:gd name="T17" fmla="*/ T16 w 35"/>
                  <a:gd name="T18" fmla="+- 0 7848 7843"/>
                  <a:gd name="T19" fmla="*/ 7848 h 56"/>
                  <a:gd name="T20" fmla="+- 0 6965 6960"/>
                  <a:gd name="T21" fmla="*/ T20 w 35"/>
                  <a:gd name="T22" fmla="+- 0 7851 7843"/>
                  <a:gd name="T23" fmla="*/ 7851 h 56"/>
                  <a:gd name="T24" fmla="+- 0 6961 6960"/>
                  <a:gd name="T25" fmla="*/ T24 w 35"/>
                  <a:gd name="T26" fmla="+- 0 7860 7843"/>
                  <a:gd name="T27" fmla="*/ 7860 h 56"/>
                  <a:gd name="T28" fmla="+- 0 6960 6960"/>
                  <a:gd name="T29" fmla="*/ T28 w 35"/>
                  <a:gd name="T30" fmla="+- 0 7865 7843"/>
                  <a:gd name="T31" fmla="*/ 7865 h 56"/>
                  <a:gd name="T32" fmla="+- 0 6960 6960"/>
                  <a:gd name="T33" fmla="*/ T32 w 35"/>
                  <a:gd name="T34" fmla="+- 0 7878 7843"/>
                  <a:gd name="T35" fmla="*/ 7878 h 56"/>
                  <a:gd name="T36" fmla="+- 0 6962 6960"/>
                  <a:gd name="T37" fmla="*/ T36 w 35"/>
                  <a:gd name="T38" fmla="+- 0 7884 7843"/>
                  <a:gd name="T39" fmla="*/ 7884 h 56"/>
                  <a:gd name="T40" fmla="+- 0 6968 6960"/>
                  <a:gd name="T41" fmla="*/ T40 w 35"/>
                  <a:gd name="T42" fmla="+- 0 7895 7843"/>
                  <a:gd name="T43" fmla="*/ 7895 h 56"/>
                  <a:gd name="T44" fmla="+- 0 6972 6960"/>
                  <a:gd name="T45" fmla="*/ T44 w 35"/>
                  <a:gd name="T46" fmla="+- 0 7898 7843"/>
                  <a:gd name="T47" fmla="*/ 7898 h 56"/>
                  <a:gd name="T48" fmla="+- 0 6980 6960"/>
                  <a:gd name="T49" fmla="*/ T48 w 35"/>
                  <a:gd name="T50" fmla="+- 0 7898 7843"/>
                  <a:gd name="T51" fmla="*/ 7898 h 56"/>
                  <a:gd name="T52" fmla="+- 0 6983 6960"/>
                  <a:gd name="T53" fmla="*/ T52 w 35"/>
                  <a:gd name="T54" fmla="+- 0 7897 7843"/>
                  <a:gd name="T55" fmla="*/ 7897 h 56"/>
                  <a:gd name="T56" fmla="+- 0 6985 6960"/>
                  <a:gd name="T57" fmla="*/ T56 w 35"/>
                  <a:gd name="T58" fmla="+- 0 7896 7843"/>
                  <a:gd name="T59" fmla="*/ 7896 h 56"/>
                  <a:gd name="T60" fmla="+- 0 6975 6960"/>
                  <a:gd name="T61" fmla="*/ T60 w 35"/>
                  <a:gd name="T62" fmla="+- 0 7896 7843"/>
                  <a:gd name="T63" fmla="*/ 7896 h 56"/>
                  <a:gd name="T64" fmla="+- 0 6972 6960"/>
                  <a:gd name="T65" fmla="*/ T64 w 35"/>
                  <a:gd name="T66" fmla="+- 0 7894 7843"/>
                  <a:gd name="T67" fmla="*/ 7894 h 56"/>
                  <a:gd name="T68" fmla="+- 0 6971 6960"/>
                  <a:gd name="T69" fmla="*/ T68 w 35"/>
                  <a:gd name="T70" fmla="+- 0 7890 7843"/>
                  <a:gd name="T71" fmla="*/ 7890 h 56"/>
                  <a:gd name="T72" fmla="+- 0 6969 6960"/>
                  <a:gd name="T73" fmla="*/ T72 w 35"/>
                  <a:gd name="T74" fmla="+- 0 7885 7843"/>
                  <a:gd name="T75" fmla="*/ 7885 h 56"/>
                  <a:gd name="T76" fmla="+- 0 6968 6960"/>
                  <a:gd name="T77" fmla="*/ T76 w 35"/>
                  <a:gd name="T78" fmla="+- 0 7879 7843"/>
                  <a:gd name="T79" fmla="*/ 7879 h 56"/>
                  <a:gd name="T80" fmla="+- 0 6978 6960"/>
                  <a:gd name="T81" fmla="*/ T80 w 35"/>
                  <a:gd name="T82" fmla="+- 0 7846 7843"/>
                  <a:gd name="T83" fmla="*/ 7846 h 56"/>
                  <a:gd name="T84" fmla="+- 0 6986 6960"/>
                  <a:gd name="T85" fmla="*/ T84 w 35"/>
                  <a:gd name="T86" fmla="+- 0 7846 7843"/>
                  <a:gd name="T87" fmla="*/ 7846 h 56"/>
                  <a:gd name="T88" fmla="+- 0 6986 6960"/>
                  <a:gd name="T89" fmla="*/ T88 w 35"/>
                  <a:gd name="T90" fmla="+- 0 7845 7843"/>
                  <a:gd name="T91" fmla="*/ 7845 h 56"/>
                  <a:gd name="T92" fmla="+- 0 6982 6960"/>
                  <a:gd name="T93" fmla="*/ T92 w 35"/>
                  <a:gd name="T94" fmla="+- 0 7843 7843"/>
                  <a:gd name="T95"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1" y="3"/>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79" name="Freeform 5938">
                <a:extLst>
                  <a:ext uri="{FF2B5EF4-FFF2-40B4-BE49-F238E27FC236}">
                    <a16:creationId xmlns:a16="http://schemas.microsoft.com/office/drawing/2014/main" id="{1762837D-C5F5-5B75-B102-C4F85C09FF2D}"/>
                  </a:ext>
                </a:extLst>
              </p:cNvPr>
              <p:cNvSpPr>
                <a:spLocks/>
              </p:cNvSpPr>
              <p:nvPr/>
            </p:nvSpPr>
            <p:spPr bwMode="auto">
              <a:xfrm>
                <a:off x="6960" y="7843"/>
                <a:ext cx="35" cy="56"/>
              </a:xfrm>
              <a:custGeom>
                <a:avLst/>
                <a:gdLst>
                  <a:gd name="T0" fmla="+- 0 6986 6960"/>
                  <a:gd name="T1" fmla="*/ T0 w 35"/>
                  <a:gd name="T2" fmla="+- 0 7846 7843"/>
                  <a:gd name="T3" fmla="*/ 7846 h 56"/>
                  <a:gd name="T4" fmla="+- 0 6978 6960"/>
                  <a:gd name="T5" fmla="*/ T4 w 35"/>
                  <a:gd name="T6" fmla="+- 0 7846 7843"/>
                  <a:gd name="T7" fmla="*/ 7846 h 56"/>
                  <a:gd name="T8" fmla="+- 0 6982 6960"/>
                  <a:gd name="T9" fmla="*/ T8 w 35"/>
                  <a:gd name="T10" fmla="+- 0 7847 7843"/>
                  <a:gd name="T11" fmla="*/ 7847 h 56"/>
                  <a:gd name="T12" fmla="+- 0 6983 6960"/>
                  <a:gd name="T13" fmla="*/ T12 w 35"/>
                  <a:gd name="T14" fmla="+- 0 7848 7843"/>
                  <a:gd name="T15" fmla="*/ 7848 h 56"/>
                  <a:gd name="T16" fmla="+- 0 6984 6960"/>
                  <a:gd name="T17" fmla="*/ T16 w 35"/>
                  <a:gd name="T18" fmla="+- 0 7850 7843"/>
                  <a:gd name="T19" fmla="*/ 7850 h 56"/>
                  <a:gd name="T20" fmla="+- 0 6987 6960"/>
                  <a:gd name="T21" fmla="*/ T20 w 35"/>
                  <a:gd name="T22" fmla="+- 0 7857 7843"/>
                  <a:gd name="T23" fmla="*/ 7857 h 56"/>
                  <a:gd name="T24" fmla="+- 0 6987 6960"/>
                  <a:gd name="T25" fmla="*/ T24 w 35"/>
                  <a:gd name="T26" fmla="+- 0 7860 7843"/>
                  <a:gd name="T27" fmla="*/ 7860 h 56"/>
                  <a:gd name="T28" fmla="+- 0 6987 6960"/>
                  <a:gd name="T29" fmla="*/ T28 w 35"/>
                  <a:gd name="T30" fmla="+- 0 7878 7843"/>
                  <a:gd name="T31" fmla="*/ 7878 h 56"/>
                  <a:gd name="T32" fmla="+- 0 6987 6960"/>
                  <a:gd name="T33" fmla="*/ T32 w 35"/>
                  <a:gd name="T34" fmla="+- 0 7883 7843"/>
                  <a:gd name="T35" fmla="*/ 7883 h 56"/>
                  <a:gd name="T36" fmla="+- 0 6985 6960"/>
                  <a:gd name="T37" fmla="*/ T36 w 35"/>
                  <a:gd name="T38" fmla="+- 0 7891 7843"/>
                  <a:gd name="T39" fmla="*/ 7891 h 56"/>
                  <a:gd name="T40" fmla="+- 0 6983 6960"/>
                  <a:gd name="T41" fmla="*/ T40 w 35"/>
                  <a:gd name="T42" fmla="+- 0 7893 7843"/>
                  <a:gd name="T43" fmla="*/ 7893 h 56"/>
                  <a:gd name="T44" fmla="+- 0 6982 6960"/>
                  <a:gd name="T45" fmla="*/ T44 w 35"/>
                  <a:gd name="T46" fmla="+- 0 7894 7843"/>
                  <a:gd name="T47" fmla="*/ 7894 h 56"/>
                  <a:gd name="T48" fmla="+- 0 6978 6960"/>
                  <a:gd name="T49" fmla="*/ T48 w 35"/>
                  <a:gd name="T50" fmla="+- 0 7896 7843"/>
                  <a:gd name="T51" fmla="*/ 7896 h 56"/>
                  <a:gd name="T52" fmla="+- 0 6985 6960"/>
                  <a:gd name="T53" fmla="*/ T52 w 35"/>
                  <a:gd name="T54" fmla="+- 0 7896 7843"/>
                  <a:gd name="T55" fmla="*/ 7896 h 56"/>
                  <a:gd name="T56" fmla="+- 0 6995 6960"/>
                  <a:gd name="T57" fmla="*/ T56 w 35"/>
                  <a:gd name="T58" fmla="+- 0 7861 7843"/>
                  <a:gd name="T59" fmla="*/ 7861 h 56"/>
                  <a:gd name="T60" fmla="+- 0 6993 6960"/>
                  <a:gd name="T61" fmla="*/ T60 w 35"/>
                  <a:gd name="T62" fmla="+- 0 7854 7843"/>
                  <a:gd name="T63" fmla="*/ 7854 h 56"/>
                  <a:gd name="T64" fmla="+- 0 6986 6960"/>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4"/>
                    </a:lnTo>
                    <a:lnTo>
                      <a:pt x="27" y="17"/>
                    </a:lnTo>
                    <a:lnTo>
                      <a:pt x="27" y="35"/>
                    </a:lnTo>
                    <a:lnTo>
                      <a:pt x="27" y="40"/>
                    </a:lnTo>
                    <a:lnTo>
                      <a:pt x="25" y="48"/>
                    </a:lnTo>
                    <a:lnTo>
                      <a:pt x="23" y="50"/>
                    </a:lnTo>
                    <a:lnTo>
                      <a:pt x="22" y="51"/>
                    </a:lnTo>
                    <a:lnTo>
                      <a:pt x="18"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8" name="Group 507">
              <a:extLst>
                <a:ext uri="{FF2B5EF4-FFF2-40B4-BE49-F238E27FC236}">
                  <a16:creationId xmlns:a16="http://schemas.microsoft.com/office/drawing/2014/main" id="{261585F6-9BAE-87C6-BB3C-900E461ACA32}"/>
                </a:ext>
              </a:extLst>
            </p:cNvPr>
            <p:cNvGrpSpPr>
              <a:grpSpLocks/>
            </p:cNvGrpSpPr>
            <p:nvPr/>
          </p:nvGrpSpPr>
          <p:grpSpPr bwMode="auto">
            <a:xfrm>
              <a:off x="7417" y="7843"/>
              <a:ext cx="35" cy="56"/>
              <a:chOff x="7417" y="7843"/>
              <a:chExt cx="35" cy="56"/>
            </a:xfrm>
          </p:grpSpPr>
          <p:sp>
            <p:nvSpPr>
              <p:cNvPr id="576" name="Freeform 5940">
                <a:extLst>
                  <a:ext uri="{FF2B5EF4-FFF2-40B4-BE49-F238E27FC236}">
                    <a16:creationId xmlns:a16="http://schemas.microsoft.com/office/drawing/2014/main" id="{0CE08BC8-8CCC-FF41-B24E-1AFAD6B78FB1}"/>
                  </a:ext>
                </a:extLst>
              </p:cNvPr>
              <p:cNvSpPr>
                <a:spLocks/>
              </p:cNvSpPr>
              <p:nvPr/>
            </p:nvSpPr>
            <p:spPr bwMode="auto">
              <a:xfrm>
                <a:off x="7417" y="7843"/>
                <a:ext cx="35" cy="56"/>
              </a:xfrm>
              <a:custGeom>
                <a:avLst/>
                <a:gdLst>
                  <a:gd name="T0" fmla="+- 0 7438 7417"/>
                  <a:gd name="T1" fmla="*/ T0 w 35"/>
                  <a:gd name="T2" fmla="+- 0 7843 7843"/>
                  <a:gd name="T3" fmla="*/ 7843 h 56"/>
                  <a:gd name="T4" fmla="+- 0 7432 7417"/>
                  <a:gd name="T5" fmla="*/ T4 w 35"/>
                  <a:gd name="T6" fmla="+- 0 7843 7843"/>
                  <a:gd name="T7" fmla="*/ 7843 h 56"/>
                  <a:gd name="T8" fmla="+- 0 7429 7417"/>
                  <a:gd name="T9" fmla="*/ T8 w 35"/>
                  <a:gd name="T10" fmla="+- 0 7844 7843"/>
                  <a:gd name="T11" fmla="*/ 7844 h 56"/>
                  <a:gd name="T12" fmla="+- 0 7424 7417"/>
                  <a:gd name="T13" fmla="*/ T12 w 35"/>
                  <a:gd name="T14" fmla="+- 0 7848 7843"/>
                  <a:gd name="T15" fmla="*/ 7848 h 56"/>
                  <a:gd name="T16" fmla="+- 0 7421 7417"/>
                  <a:gd name="T17" fmla="*/ T16 w 35"/>
                  <a:gd name="T18" fmla="+- 0 7851 7843"/>
                  <a:gd name="T19" fmla="*/ 7851 h 56"/>
                  <a:gd name="T20" fmla="+- 0 7418 7417"/>
                  <a:gd name="T21" fmla="*/ T20 w 35"/>
                  <a:gd name="T22" fmla="+- 0 7860 7843"/>
                  <a:gd name="T23" fmla="*/ 7860 h 56"/>
                  <a:gd name="T24" fmla="+- 0 7417 7417"/>
                  <a:gd name="T25" fmla="*/ T24 w 35"/>
                  <a:gd name="T26" fmla="+- 0 7865 7843"/>
                  <a:gd name="T27" fmla="*/ 7865 h 56"/>
                  <a:gd name="T28" fmla="+- 0 7417 7417"/>
                  <a:gd name="T29" fmla="*/ T28 w 35"/>
                  <a:gd name="T30" fmla="+- 0 7878 7843"/>
                  <a:gd name="T31" fmla="*/ 7878 h 56"/>
                  <a:gd name="T32" fmla="+- 0 7418 7417"/>
                  <a:gd name="T33" fmla="*/ T32 w 35"/>
                  <a:gd name="T34" fmla="+- 0 7884 7843"/>
                  <a:gd name="T35" fmla="*/ 7884 h 56"/>
                  <a:gd name="T36" fmla="+- 0 7425 7417"/>
                  <a:gd name="T37" fmla="*/ T36 w 35"/>
                  <a:gd name="T38" fmla="+- 0 7895 7843"/>
                  <a:gd name="T39" fmla="*/ 7895 h 56"/>
                  <a:gd name="T40" fmla="+- 0 7429 7417"/>
                  <a:gd name="T41" fmla="*/ T40 w 35"/>
                  <a:gd name="T42" fmla="+- 0 7898 7843"/>
                  <a:gd name="T43" fmla="*/ 7898 h 56"/>
                  <a:gd name="T44" fmla="+- 0 7436 7417"/>
                  <a:gd name="T45" fmla="*/ T44 w 35"/>
                  <a:gd name="T46" fmla="+- 0 7898 7843"/>
                  <a:gd name="T47" fmla="*/ 7898 h 56"/>
                  <a:gd name="T48" fmla="+- 0 7439 7417"/>
                  <a:gd name="T49" fmla="*/ T48 w 35"/>
                  <a:gd name="T50" fmla="+- 0 7897 7843"/>
                  <a:gd name="T51" fmla="*/ 7897 h 56"/>
                  <a:gd name="T52" fmla="+- 0 7441 7417"/>
                  <a:gd name="T53" fmla="*/ T52 w 35"/>
                  <a:gd name="T54" fmla="+- 0 7896 7843"/>
                  <a:gd name="T55" fmla="*/ 7896 h 56"/>
                  <a:gd name="T56" fmla="+- 0 7431 7417"/>
                  <a:gd name="T57" fmla="*/ T56 w 35"/>
                  <a:gd name="T58" fmla="+- 0 7896 7843"/>
                  <a:gd name="T59" fmla="*/ 7896 h 56"/>
                  <a:gd name="T60" fmla="+- 0 7429 7417"/>
                  <a:gd name="T61" fmla="*/ T60 w 35"/>
                  <a:gd name="T62" fmla="+- 0 7894 7843"/>
                  <a:gd name="T63" fmla="*/ 7894 h 56"/>
                  <a:gd name="T64" fmla="+- 0 7426 7417"/>
                  <a:gd name="T65" fmla="*/ T64 w 35"/>
                  <a:gd name="T66" fmla="+- 0 7885 7843"/>
                  <a:gd name="T67" fmla="*/ 7885 h 56"/>
                  <a:gd name="T68" fmla="+- 0 7425 7417"/>
                  <a:gd name="T69" fmla="*/ T68 w 35"/>
                  <a:gd name="T70" fmla="+- 0 7879 7843"/>
                  <a:gd name="T71" fmla="*/ 7879 h 56"/>
                  <a:gd name="T72" fmla="+- 0 7425 7417"/>
                  <a:gd name="T73" fmla="*/ T72 w 35"/>
                  <a:gd name="T74" fmla="+- 0 7865 7843"/>
                  <a:gd name="T75" fmla="*/ 7865 h 56"/>
                  <a:gd name="T76" fmla="+- 0 7434 7417"/>
                  <a:gd name="T77" fmla="*/ T76 w 35"/>
                  <a:gd name="T78" fmla="+- 0 7846 7843"/>
                  <a:gd name="T79" fmla="*/ 7846 h 56"/>
                  <a:gd name="T80" fmla="+- 0 7442 7417"/>
                  <a:gd name="T81" fmla="*/ T80 w 35"/>
                  <a:gd name="T82" fmla="+- 0 7846 7843"/>
                  <a:gd name="T83" fmla="*/ 7846 h 56"/>
                  <a:gd name="T84" fmla="+- 0 7442 7417"/>
                  <a:gd name="T85" fmla="*/ T84 w 35"/>
                  <a:gd name="T86" fmla="+- 0 7845 7843"/>
                  <a:gd name="T87" fmla="*/ 7845 h 56"/>
                  <a:gd name="T88" fmla="+- 0 7438 7417"/>
                  <a:gd name="T89" fmla="*/ T88 w 35"/>
                  <a:gd name="T90" fmla="+- 0 7843 7843"/>
                  <a:gd name="T91"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1" y="0"/>
                    </a:moveTo>
                    <a:lnTo>
                      <a:pt x="15" y="0"/>
                    </a:lnTo>
                    <a:lnTo>
                      <a:pt x="12" y="1"/>
                    </a:lnTo>
                    <a:lnTo>
                      <a:pt x="7" y="5"/>
                    </a:lnTo>
                    <a:lnTo>
                      <a:pt x="4" y="8"/>
                    </a:lnTo>
                    <a:lnTo>
                      <a:pt x="1" y="17"/>
                    </a:lnTo>
                    <a:lnTo>
                      <a:pt x="0" y="22"/>
                    </a:lnTo>
                    <a:lnTo>
                      <a:pt x="0" y="35"/>
                    </a:lnTo>
                    <a:lnTo>
                      <a:pt x="1" y="41"/>
                    </a:lnTo>
                    <a:lnTo>
                      <a:pt x="8" y="52"/>
                    </a:lnTo>
                    <a:lnTo>
                      <a:pt x="12" y="55"/>
                    </a:lnTo>
                    <a:lnTo>
                      <a:pt x="19" y="55"/>
                    </a:lnTo>
                    <a:lnTo>
                      <a:pt x="22" y="54"/>
                    </a:lnTo>
                    <a:lnTo>
                      <a:pt x="24" y="53"/>
                    </a:lnTo>
                    <a:lnTo>
                      <a:pt x="14" y="53"/>
                    </a:lnTo>
                    <a:lnTo>
                      <a:pt x="12" y="51"/>
                    </a:lnTo>
                    <a:lnTo>
                      <a:pt x="9" y="42"/>
                    </a:lnTo>
                    <a:lnTo>
                      <a:pt x="8" y="36"/>
                    </a:lnTo>
                    <a:lnTo>
                      <a:pt x="8" y="22"/>
                    </a:lnTo>
                    <a:lnTo>
                      <a:pt x="17" y="3"/>
                    </a:lnTo>
                    <a:lnTo>
                      <a:pt x="25" y="3"/>
                    </a:lnTo>
                    <a:lnTo>
                      <a:pt x="25"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77" name="Freeform 5941">
                <a:extLst>
                  <a:ext uri="{FF2B5EF4-FFF2-40B4-BE49-F238E27FC236}">
                    <a16:creationId xmlns:a16="http://schemas.microsoft.com/office/drawing/2014/main" id="{4FC6510E-FFFE-6D81-6442-CB8D7362EF68}"/>
                  </a:ext>
                </a:extLst>
              </p:cNvPr>
              <p:cNvSpPr>
                <a:spLocks/>
              </p:cNvSpPr>
              <p:nvPr/>
            </p:nvSpPr>
            <p:spPr bwMode="auto">
              <a:xfrm>
                <a:off x="7417" y="7843"/>
                <a:ext cx="35" cy="56"/>
              </a:xfrm>
              <a:custGeom>
                <a:avLst/>
                <a:gdLst>
                  <a:gd name="T0" fmla="+- 0 7442 7417"/>
                  <a:gd name="T1" fmla="*/ T0 w 35"/>
                  <a:gd name="T2" fmla="+- 0 7846 7843"/>
                  <a:gd name="T3" fmla="*/ 7846 h 56"/>
                  <a:gd name="T4" fmla="+- 0 7434 7417"/>
                  <a:gd name="T5" fmla="*/ T4 w 35"/>
                  <a:gd name="T6" fmla="+- 0 7846 7843"/>
                  <a:gd name="T7" fmla="*/ 7846 h 56"/>
                  <a:gd name="T8" fmla="+- 0 7438 7417"/>
                  <a:gd name="T9" fmla="*/ T8 w 35"/>
                  <a:gd name="T10" fmla="+- 0 7847 7843"/>
                  <a:gd name="T11" fmla="*/ 7847 h 56"/>
                  <a:gd name="T12" fmla="+- 0 7440 7417"/>
                  <a:gd name="T13" fmla="*/ T12 w 35"/>
                  <a:gd name="T14" fmla="+- 0 7848 7843"/>
                  <a:gd name="T15" fmla="*/ 7848 h 56"/>
                  <a:gd name="T16" fmla="+- 0 7441 7417"/>
                  <a:gd name="T17" fmla="*/ T16 w 35"/>
                  <a:gd name="T18" fmla="+- 0 7850 7843"/>
                  <a:gd name="T19" fmla="*/ 7850 h 56"/>
                  <a:gd name="T20" fmla="+- 0 7443 7417"/>
                  <a:gd name="T21" fmla="*/ T20 w 35"/>
                  <a:gd name="T22" fmla="+- 0 7857 7843"/>
                  <a:gd name="T23" fmla="*/ 7857 h 56"/>
                  <a:gd name="T24" fmla="+- 0 7443 7417"/>
                  <a:gd name="T25" fmla="*/ T24 w 35"/>
                  <a:gd name="T26" fmla="+- 0 7860 7843"/>
                  <a:gd name="T27" fmla="*/ 7860 h 56"/>
                  <a:gd name="T28" fmla="+- 0 7444 7417"/>
                  <a:gd name="T29" fmla="*/ T28 w 35"/>
                  <a:gd name="T30" fmla="+- 0 7878 7843"/>
                  <a:gd name="T31" fmla="*/ 7878 h 56"/>
                  <a:gd name="T32" fmla="+- 0 7443 7417"/>
                  <a:gd name="T33" fmla="*/ T32 w 35"/>
                  <a:gd name="T34" fmla="+- 0 7883 7843"/>
                  <a:gd name="T35" fmla="*/ 7883 h 56"/>
                  <a:gd name="T36" fmla="+- 0 7442 7417"/>
                  <a:gd name="T37" fmla="*/ T36 w 35"/>
                  <a:gd name="T38" fmla="+- 0 7888 7843"/>
                  <a:gd name="T39" fmla="*/ 7888 h 56"/>
                  <a:gd name="T40" fmla="+- 0 7441 7417"/>
                  <a:gd name="T41" fmla="*/ T40 w 35"/>
                  <a:gd name="T42" fmla="+- 0 7891 7843"/>
                  <a:gd name="T43" fmla="*/ 7891 h 56"/>
                  <a:gd name="T44" fmla="+- 0 7440 7417"/>
                  <a:gd name="T45" fmla="*/ T44 w 35"/>
                  <a:gd name="T46" fmla="+- 0 7893 7843"/>
                  <a:gd name="T47" fmla="*/ 7893 h 56"/>
                  <a:gd name="T48" fmla="+- 0 7438 7417"/>
                  <a:gd name="T49" fmla="*/ T48 w 35"/>
                  <a:gd name="T50" fmla="+- 0 7894 7843"/>
                  <a:gd name="T51" fmla="*/ 7894 h 56"/>
                  <a:gd name="T52" fmla="+- 0 7434 7417"/>
                  <a:gd name="T53" fmla="*/ T52 w 35"/>
                  <a:gd name="T54" fmla="+- 0 7896 7843"/>
                  <a:gd name="T55" fmla="*/ 7896 h 56"/>
                  <a:gd name="T56" fmla="+- 0 7441 7417"/>
                  <a:gd name="T57" fmla="*/ T56 w 35"/>
                  <a:gd name="T58" fmla="+- 0 7896 7843"/>
                  <a:gd name="T59" fmla="*/ 7896 h 56"/>
                  <a:gd name="T60" fmla="+- 0 7451 7417"/>
                  <a:gd name="T61" fmla="*/ T60 w 35"/>
                  <a:gd name="T62" fmla="+- 0 7861 7843"/>
                  <a:gd name="T63" fmla="*/ 7861 h 56"/>
                  <a:gd name="T64" fmla="+- 0 7449 7417"/>
                  <a:gd name="T65" fmla="*/ T64 w 35"/>
                  <a:gd name="T66" fmla="+- 0 7854 7843"/>
                  <a:gd name="T67" fmla="*/ 7854 h 56"/>
                  <a:gd name="T68" fmla="+- 0 7442 7417"/>
                  <a:gd name="T69" fmla="*/ T68 w 35"/>
                  <a:gd name="T70" fmla="+- 0 7846 7843"/>
                  <a:gd name="T71"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35" h="56">
                    <a:moveTo>
                      <a:pt x="25" y="3"/>
                    </a:moveTo>
                    <a:lnTo>
                      <a:pt x="17" y="3"/>
                    </a:lnTo>
                    <a:lnTo>
                      <a:pt x="21" y="4"/>
                    </a:lnTo>
                    <a:lnTo>
                      <a:pt x="23" y="5"/>
                    </a:lnTo>
                    <a:lnTo>
                      <a:pt x="24" y="7"/>
                    </a:lnTo>
                    <a:lnTo>
                      <a:pt x="26" y="14"/>
                    </a:lnTo>
                    <a:lnTo>
                      <a:pt x="26" y="17"/>
                    </a:lnTo>
                    <a:lnTo>
                      <a:pt x="27" y="35"/>
                    </a:lnTo>
                    <a:lnTo>
                      <a:pt x="26" y="40"/>
                    </a:lnTo>
                    <a:lnTo>
                      <a:pt x="25" y="45"/>
                    </a:lnTo>
                    <a:lnTo>
                      <a:pt x="24" y="48"/>
                    </a:lnTo>
                    <a:lnTo>
                      <a:pt x="23" y="50"/>
                    </a:lnTo>
                    <a:lnTo>
                      <a:pt x="21" y="51"/>
                    </a:lnTo>
                    <a:lnTo>
                      <a:pt x="17" y="53"/>
                    </a:lnTo>
                    <a:lnTo>
                      <a:pt x="24" y="53"/>
                    </a:lnTo>
                    <a:lnTo>
                      <a:pt x="34" y="18"/>
                    </a:lnTo>
                    <a:lnTo>
                      <a:pt x="32" y="11"/>
                    </a:lnTo>
                    <a:lnTo>
                      <a:pt x="2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09" name="Group 508">
              <a:extLst>
                <a:ext uri="{FF2B5EF4-FFF2-40B4-BE49-F238E27FC236}">
                  <a16:creationId xmlns:a16="http://schemas.microsoft.com/office/drawing/2014/main" id="{396475A6-9DD2-682E-44D4-30906BA5E3BF}"/>
                </a:ext>
              </a:extLst>
            </p:cNvPr>
            <p:cNvGrpSpPr>
              <a:grpSpLocks/>
            </p:cNvGrpSpPr>
            <p:nvPr/>
          </p:nvGrpSpPr>
          <p:grpSpPr bwMode="auto">
            <a:xfrm>
              <a:off x="7873" y="7843"/>
              <a:ext cx="35" cy="56"/>
              <a:chOff x="7873" y="7843"/>
              <a:chExt cx="35" cy="56"/>
            </a:xfrm>
          </p:grpSpPr>
          <p:sp>
            <p:nvSpPr>
              <p:cNvPr id="574" name="Freeform 5943">
                <a:extLst>
                  <a:ext uri="{FF2B5EF4-FFF2-40B4-BE49-F238E27FC236}">
                    <a16:creationId xmlns:a16="http://schemas.microsoft.com/office/drawing/2014/main" id="{218D982C-11BC-28B2-6180-8CED7B8F5340}"/>
                  </a:ext>
                </a:extLst>
              </p:cNvPr>
              <p:cNvSpPr>
                <a:spLocks/>
              </p:cNvSpPr>
              <p:nvPr/>
            </p:nvSpPr>
            <p:spPr bwMode="auto">
              <a:xfrm>
                <a:off x="7873" y="7843"/>
                <a:ext cx="35" cy="56"/>
              </a:xfrm>
              <a:custGeom>
                <a:avLst/>
                <a:gdLst>
                  <a:gd name="T0" fmla="+- 0 7895 7873"/>
                  <a:gd name="T1" fmla="*/ T0 w 35"/>
                  <a:gd name="T2" fmla="+- 0 7843 7843"/>
                  <a:gd name="T3" fmla="*/ 7843 h 56"/>
                  <a:gd name="T4" fmla="+- 0 7888 7873"/>
                  <a:gd name="T5" fmla="*/ T4 w 35"/>
                  <a:gd name="T6" fmla="+- 0 7843 7843"/>
                  <a:gd name="T7" fmla="*/ 7843 h 56"/>
                  <a:gd name="T8" fmla="+- 0 7886 7873"/>
                  <a:gd name="T9" fmla="*/ T8 w 35"/>
                  <a:gd name="T10" fmla="+- 0 7844 7843"/>
                  <a:gd name="T11" fmla="*/ 7844 h 56"/>
                  <a:gd name="T12" fmla="+- 0 7883 7873"/>
                  <a:gd name="T13" fmla="*/ T12 w 35"/>
                  <a:gd name="T14" fmla="+- 0 7846 7843"/>
                  <a:gd name="T15" fmla="*/ 7846 h 56"/>
                  <a:gd name="T16" fmla="+- 0 7880 7873"/>
                  <a:gd name="T17" fmla="*/ T16 w 35"/>
                  <a:gd name="T18" fmla="+- 0 7848 7843"/>
                  <a:gd name="T19" fmla="*/ 7848 h 56"/>
                  <a:gd name="T20" fmla="+- 0 7878 7873"/>
                  <a:gd name="T21" fmla="*/ T20 w 35"/>
                  <a:gd name="T22" fmla="+- 0 7851 7843"/>
                  <a:gd name="T23" fmla="*/ 7851 h 56"/>
                  <a:gd name="T24" fmla="+- 0 7874 7873"/>
                  <a:gd name="T25" fmla="*/ T24 w 35"/>
                  <a:gd name="T26" fmla="+- 0 7860 7843"/>
                  <a:gd name="T27" fmla="*/ 7860 h 56"/>
                  <a:gd name="T28" fmla="+- 0 7873 7873"/>
                  <a:gd name="T29" fmla="*/ T28 w 35"/>
                  <a:gd name="T30" fmla="+- 0 7865 7843"/>
                  <a:gd name="T31" fmla="*/ 7865 h 56"/>
                  <a:gd name="T32" fmla="+- 0 7873 7873"/>
                  <a:gd name="T33" fmla="*/ T32 w 35"/>
                  <a:gd name="T34" fmla="+- 0 7878 7843"/>
                  <a:gd name="T35" fmla="*/ 7878 h 56"/>
                  <a:gd name="T36" fmla="+- 0 7875 7873"/>
                  <a:gd name="T37" fmla="*/ T36 w 35"/>
                  <a:gd name="T38" fmla="+- 0 7884 7843"/>
                  <a:gd name="T39" fmla="*/ 7884 h 56"/>
                  <a:gd name="T40" fmla="+- 0 7881 7873"/>
                  <a:gd name="T41" fmla="*/ T40 w 35"/>
                  <a:gd name="T42" fmla="+- 0 7895 7843"/>
                  <a:gd name="T43" fmla="*/ 7895 h 56"/>
                  <a:gd name="T44" fmla="+- 0 7885 7873"/>
                  <a:gd name="T45" fmla="*/ T44 w 35"/>
                  <a:gd name="T46" fmla="+- 0 7898 7843"/>
                  <a:gd name="T47" fmla="*/ 7898 h 56"/>
                  <a:gd name="T48" fmla="+- 0 7893 7873"/>
                  <a:gd name="T49" fmla="*/ T48 w 35"/>
                  <a:gd name="T50" fmla="+- 0 7898 7843"/>
                  <a:gd name="T51" fmla="*/ 7898 h 56"/>
                  <a:gd name="T52" fmla="+- 0 7895 7873"/>
                  <a:gd name="T53" fmla="*/ T52 w 35"/>
                  <a:gd name="T54" fmla="+- 0 7897 7843"/>
                  <a:gd name="T55" fmla="*/ 7897 h 56"/>
                  <a:gd name="T56" fmla="+- 0 7898 7873"/>
                  <a:gd name="T57" fmla="*/ T56 w 35"/>
                  <a:gd name="T58" fmla="+- 0 7896 7843"/>
                  <a:gd name="T59" fmla="*/ 7896 h 56"/>
                  <a:gd name="T60" fmla="+- 0 7887 7873"/>
                  <a:gd name="T61" fmla="*/ T60 w 35"/>
                  <a:gd name="T62" fmla="+- 0 7896 7843"/>
                  <a:gd name="T63" fmla="*/ 7896 h 56"/>
                  <a:gd name="T64" fmla="+- 0 7885 7873"/>
                  <a:gd name="T65" fmla="*/ T64 w 35"/>
                  <a:gd name="T66" fmla="+- 0 7894 7843"/>
                  <a:gd name="T67" fmla="*/ 7894 h 56"/>
                  <a:gd name="T68" fmla="+- 0 7884 7873"/>
                  <a:gd name="T69" fmla="*/ T68 w 35"/>
                  <a:gd name="T70" fmla="+- 0 7890 7843"/>
                  <a:gd name="T71" fmla="*/ 7890 h 56"/>
                  <a:gd name="T72" fmla="+- 0 7882 7873"/>
                  <a:gd name="T73" fmla="*/ T72 w 35"/>
                  <a:gd name="T74" fmla="+- 0 7885 7843"/>
                  <a:gd name="T75" fmla="*/ 7885 h 56"/>
                  <a:gd name="T76" fmla="+- 0 7881 7873"/>
                  <a:gd name="T77" fmla="*/ T76 w 35"/>
                  <a:gd name="T78" fmla="+- 0 7879 7843"/>
                  <a:gd name="T79" fmla="*/ 7879 h 56"/>
                  <a:gd name="T80" fmla="+- 0 7890 7873"/>
                  <a:gd name="T81" fmla="*/ T80 w 35"/>
                  <a:gd name="T82" fmla="+- 0 7846 7843"/>
                  <a:gd name="T83" fmla="*/ 7846 h 56"/>
                  <a:gd name="T84" fmla="+- 0 7899 7873"/>
                  <a:gd name="T85" fmla="*/ T84 w 35"/>
                  <a:gd name="T86" fmla="+- 0 7846 7843"/>
                  <a:gd name="T87" fmla="*/ 7846 h 56"/>
                  <a:gd name="T88" fmla="+- 0 7898 7873"/>
                  <a:gd name="T89" fmla="*/ T88 w 35"/>
                  <a:gd name="T90" fmla="+- 0 7845 7843"/>
                  <a:gd name="T91" fmla="*/ 7845 h 56"/>
                  <a:gd name="T92" fmla="+- 0 7895 7873"/>
                  <a:gd name="T93" fmla="*/ T92 w 35"/>
                  <a:gd name="T94" fmla="+- 0 7843 7843"/>
                  <a:gd name="T95"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2"/>
                    </a:lnTo>
                    <a:lnTo>
                      <a:pt x="12" y="55"/>
                    </a:lnTo>
                    <a:lnTo>
                      <a:pt x="20" y="55"/>
                    </a:lnTo>
                    <a:lnTo>
                      <a:pt x="22" y="54"/>
                    </a:lnTo>
                    <a:lnTo>
                      <a:pt x="25" y="53"/>
                    </a:lnTo>
                    <a:lnTo>
                      <a:pt x="14" y="53"/>
                    </a:lnTo>
                    <a:lnTo>
                      <a:pt x="12" y="51"/>
                    </a:lnTo>
                    <a:lnTo>
                      <a:pt x="11" y="47"/>
                    </a:lnTo>
                    <a:lnTo>
                      <a:pt x="9" y="42"/>
                    </a:lnTo>
                    <a:lnTo>
                      <a:pt x="8" y="36"/>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75" name="Freeform 5944">
                <a:extLst>
                  <a:ext uri="{FF2B5EF4-FFF2-40B4-BE49-F238E27FC236}">
                    <a16:creationId xmlns:a16="http://schemas.microsoft.com/office/drawing/2014/main" id="{A39942C8-7308-11B9-F653-EEC39A6534D3}"/>
                  </a:ext>
                </a:extLst>
              </p:cNvPr>
              <p:cNvSpPr>
                <a:spLocks/>
              </p:cNvSpPr>
              <p:nvPr/>
            </p:nvSpPr>
            <p:spPr bwMode="auto">
              <a:xfrm>
                <a:off x="7873" y="7843"/>
                <a:ext cx="35" cy="56"/>
              </a:xfrm>
              <a:custGeom>
                <a:avLst/>
                <a:gdLst>
                  <a:gd name="T0" fmla="+- 0 7899 7873"/>
                  <a:gd name="T1" fmla="*/ T0 w 35"/>
                  <a:gd name="T2" fmla="+- 0 7846 7843"/>
                  <a:gd name="T3" fmla="*/ 7846 h 56"/>
                  <a:gd name="T4" fmla="+- 0 7890 7873"/>
                  <a:gd name="T5" fmla="*/ T4 w 35"/>
                  <a:gd name="T6" fmla="+- 0 7846 7843"/>
                  <a:gd name="T7" fmla="*/ 7846 h 56"/>
                  <a:gd name="T8" fmla="+- 0 7894 7873"/>
                  <a:gd name="T9" fmla="*/ T8 w 35"/>
                  <a:gd name="T10" fmla="+- 0 7847 7843"/>
                  <a:gd name="T11" fmla="*/ 7847 h 56"/>
                  <a:gd name="T12" fmla="+- 0 7896 7873"/>
                  <a:gd name="T13" fmla="*/ T12 w 35"/>
                  <a:gd name="T14" fmla="+- 0 7848 7843"/>
                  <a:gd name="T15" fmla="*/ 7848 h 56"/>
                  <a:gd name="T16" fmla="+- 0 7897 7873"/>
                  <a:gd name="T17" fmla="*/ T16 w 35"/>
                  <a:gd name="T18" fmla="+- 0 7850 7843"/>
                  <a:gd name="T19" fmla="*/ 7850 h 56"/>
                  <a:gd name="T20" fmla="+- 0 7899 7873"/>
                  <a:gd name="T21" fmla="*/ T20 w 35"/>
                  <a:gd name="T22" fmla="+- 0 7857 7843"/>
                  <a:gd name="T23" fmla="*/ 7857 h 56"/>
                  <a:gd name="T24" fmla="+- 0 7900 7873"/>
                  <a:gd name="T25" fmla="*/ T24 w 35"/>
                  <a:gd name="T26" fmla="+- 0 7860 7843"/>
                  <a:gd name="T27" fmla="*/ 7860 h 56"/>
                  <a:gd name="T28" fmla="+- 0 7900 7873"/>
                  <a:gd name="T29" fmla="*/ T28 w 35"/>
                  <a:gd name="T30" fmla="+- 0 7878 7843"/>
                  <a:gd name="T31" fmla="*/ 7878 h 56"/>
                  <a:gd name="T32" fmla="+- 0 7899 7873"/>
                  <a:gd name="T33" fmla="*/ T32 w 35"/>
                  <a:gd name="T34" fmla="+- 0 7883 7843"/>
                  <a:gd name="T35" fmla="*/ 7883 h 56"/>
                  <a:gd name="T36" fmla="+- 0 7897 7873"/>
                  <a:gd name="T37" fmla="*/ T36 w 35"/>
                  <a:gd name="T38" fmla="+- 0 7891 7843"/>
                  <a:gd name="T39" fmla="*/ 7891 h 56"/>
                  <a:gd name="T40" fmla="+- 0 7896 7873"/>
                  <a:gd name="T41" fmla="*/ T40 w 35"/>
                  <a:gd name="T42" fmla="+- 0 7893 7843"/>
                  <a:gd name="T43" fmla="*/ 7893 h 56"/>
                  <a:gd name="T44" fmla="+- 0 7895 7873"/>
                  <a:gd name="T45" fmla="*/ T44 w 35"/>
                  <a:gd name="T46" fmla="+- 0 7894 7843"/>
                  <a:gd name="T47" fmla="*/ 7894 h 56"/>
                  <a:gd name="T48" fmla="+- 0 7890 7873"/>
                  <a:gd name="T49" fmla="*/ T48 w 35"/>
                  <a:gd name="T50" fmla="+- 0 7896 7843"/>
                  <a:gd name="T51" fmla="*/ 7896 h 56"/>
                  <a:gd name="T52" fmla="+- 0 7898 7873"/>
                  <a:gd name="T53" fmla="*/ T52 w 35"/>
                  <a:gd name="T54" fmla="+- 0 7896 7843"/>
                  <a:gd name="T55" fmla="*/ 7896 h 56"/>
                  <a:gd name="T56" fmla="+- 0 7908 7873"/>
                  <a:gd name="T57" fmla="*/ T56 w 35"/>
                  <a:gd name="T58" fmla="+- 0 7861 7843"/>
                  <a:gd name="T59" fmla="*/ 7861 h 56"/>
                  <a:gd name="T60" fmla="+- 0 7906 7873"/>
                  <a:gd name="T61" fmla="*/ T60 w 35"/>
                  <a:gd name="T62" fmla="+- 0 7854 7843"/>
                  <a:gd name="T63" fmla="*/ 7854 h 56"/>
                  <a:gd name="T64" fmla="+- 0 7899 7873"/>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7"/>
                    </a:lnTo>
                    <a:lnTo>
                      <a:pt x="26" y="14"/>
                    </a:lnTo>
                    <a:lnTo>
                      <a:pt x="27" y="17"/>
                    </a:lnTo>
                    <a:lnTo>
                      <a:pt x="27" y="35"/>
                    </a:lnTo>
                    <a:lnTo>
                      <a:pt x="26" y="40"/>
                    </a:lnTo>
                    <a:lnTo>
                      <a:pt x="24" y="48"/>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10" name="Group 509">
              <a:extLst>
                <a:ext uri="{FF2B5EF4-FFF2-40B4-BE49-F238E27FC236}">
                  <a16:creationId xmlns:a16="http://schemas.microsoft.com/office/drawing/2014/main" id="{37632BCA-BF39-67AB-17E8-1A29888AC15A}"/>
                </a:ext>
              </a:extLst>
            </p:cNvPr>
            <p:cNvGrpSpPr>
              <a:grpSpLocks/>
            </p:cNvGrpSpPr>
            <p:nvPr/>
          </p:nvGrpSpPr>
          <p:grpSpPr bwMode="auto">
            <a:xfrm>
              <a:off x="123" y="7843"/>
              <a:ext cx="8241" cy="356"/>
              <a:chOff x="123" y="7843"/>
              <a:chExt cx="8241" cy="356"/>
            </a:xfrm>
          </p:grpSpPr>
          <p:sp>
            <p:nvSpPr>
              <p:cNvPr id="571" name="Freeform 5946">
                <a:extLst>
                  <a:ext uri="{FF2B5EF4-FFF2-40B4-BE49-F238E27FC236}">
                    <a16:creationId xmlns:a16="http://schemas.microsoft.com/office/drawing/2014/main" id="{2E55677C-1BD9-508E-8F8A-1701C9C0FD60}"/>
                  </a:ext>
                </a:extLst>
              </p:cNvPr>
              <p:cNvSpPr>
                <a:spLocks/>
              </p:cNvSpPr>
              <p:nvPr/>
            </p:nvSpPr>
            <p:spPr bwMode="auto">
              <a:xfrm>
                <a:off x="8329" y="7843"/>
                <a:ext cx="35" cy="56"/>
              </a:xfrm>
              <a:custGeom>
                <a:avLst/>
                <a:gdLst>
                  <a:gd name="T0" fmla="+- 0 8351 8329"/>
                  <a:gd name="T1" fmla="*/ T0 w 35"/>
                  <a:gd name="T2" fmla="+- 0 7843 7843"/>
                  <a:gd name="T3" fmla="*/ 7843 h 56"/>
                  <a:gd name="T4" fmla="+- 0 8344 8329"/>
                  <a:gd name="T5" fmla="*/ T4 w 35"/>
                  <a:gd name="T6" fmla="+- 0 7843 7843"/>
                  <a:gd name="T7" fmla="*/ 7843 h 56"/>
                  <a:gd name="T8" fmla="+- 0 8342 8329"/>
                  <a:gd name="T9" fmla="*/ T8 w 35"/>
                  <a:gd name="T10" fmla="+- 0 7844 7843"/>
                  <a:gd name="T11" fmla="*/ 7844 h 56"/>
                  <a:gd name="T12" fmla="+- 0 8339 8329"/>
                  <a:gd name="T13" fmla="*/ T12 w 35"/>
                  <a:gd name="T14" fmla="+- 0 7846 7843"/>
                  <a:gd name="T15" fmla="*/ 7846 h 56"/>
                  <a:gd name="T16" fmla="+- 0 8336 8329"/>
                  <a:gd name="T17" fmla="*/ T16 w 35"/>
                  <a:gd name="T18" fmla="+- 0 7848 7843"/>
                  <a:gd name="T19" fmla="*/ 7848 h 56"/>
                  <a:gd name="T20" fmla="+- 0 8334 8329"/>
                  <a:gd name="T21" fmla="*/ T20 w 35"/>
                  <a:gd name="T22" fmla="+- 0 7851 7843"/>
                  <a:gd name="T23" fmla="*/ 7851 h 56"/>
                  <a:gd name="T24" fmla="+- 0 8330 8329"/>
                  <a:gd name="T25" fmla="*/ T24 w 35"/>
                  <a:gd name="T26" fmla="+- 0 7860 7843"/>
                  <a:gd name="T27" fmla="*/ 7860 h 56"/>
                  <a:gd name="T28" fmla="+- 0 8329 8329"/>
                  <a:gd name="T29" fmla="*/ T28 w 35"/>
                  <a:gd name="T30" fmla="+- 0 7865 7843"/>
                  <a:gd name="T31" fmla="*/ 7865 h 56"/>
                  <a:gd name="T32" fmla="+- 0 8329 8329"/>
                  <a:gd name="T33" fmla="*/ T32 w 35"/>
                  <a:gd name="T34" fmla="+- 0 7878 7843"/>
                  <a:gd name="T35" fmla="*/ 7878 h 56"/>
                  <a:gd name="T36" fmla="+- 0 8331 8329"/>
                  <a:gd name="T37" fmla="*/ T36 w 35"/>
                  <a:gd name="T38" fmla="+- 0 7884 7843"/>
                  <a:gd name="T39" fmla="*/ 7884 h 56"/>
                  <a:gd name="T40" fmla="+- 0 8337 8329"/>
                  <a:gd name="T41" fmla="*/ T40 w 35"/>
                  <a:gd name="T42" fmla="+- 0 7895 7843"/>
                  <a:gd name="T43" fmla="*/ 7895 h 56"/>
                  <a:gd name="T44" fmla="+- 0 8341 8329"/>
                  <a:gd name="T45" fmla="*/ T44 w 35"/>
                  <a:gd name="T46" fmla="+- 0 7898 7843"/>
                  <a:gd name="T47" fmla="*/ 7898 h 56"/>
                  <a:gd name="T48" fmla="+- 0 8349 8329"/>
                  <a:gd name="T49" fmla="*/ T48 w 35"/>
                  <a:gd name="T50" fmla="+- 0 7898 7843"/>
                  <a:gd name="T51" fmla="*/ 7898 h 56"/>
                  <a:gd name="T52" fmla="+- 0 8352 8329"/>
                  <a:gd name="T53" fmla="*/ T52 w 35"/>
                  <a:gd name="T54" fmla="+- 0 7897 7843"/>
                  <a:gd name="T55" fmla="*/ 7897 h 56"/>
                  <a:gd name="T56" fmla="+- 0 8354 8329"/>
                  <a:gd name="T57" fmla="*/ T56 w 35"/>
                  <a:gd name="T58" fmla="+- 0 7896 7843"/>
                  <a:gd name="T59" fmla="*/ 7896 h 56"/>
                  <a:gd name="T60" fmla="+- 0 8344 8329"/>
                  <a:gd name="T61" fmla="*/ T60 w 35"/>
                  <a:gd name="T62" fmla="+- 0 7896 7843"/>
                  <a:gd name="T63" fmla="*/ 7896 h 56"/>
                  <a:gd name="T64" fmla="+- 0 8341 8329"/>
                  <a:gd name="T65" fmla="*/ T64 w 35"/>
                  <a:gd name="T66" fmla="+- 0 7894 7843"/>
                  <a:gd name="T67" fmla="*/ 7894 h 56"/>
                  <a:gd name="T68" fmla="+- 0 8340 8329"/>
                  <a:gd name="T69" fmla="*/ T68 w 35"/>
                  <a:gd name="T70" fmla="+- 0 7890 7843"/>
                  <a:gd name="T71" fmla="*/ 7890 h 56"/>
                  <a:gd name="T72" fmla="+- 0 8338 8329"/>
                  <a:gd name="T73" fmla="*/ T72 w 35"/>
                  <a:gd name="T74" fmla="+- 0 7885 7843"/>
                  <a:gd name="T75" fmla="*/ 7885 h 56"/>
                  <a:gd name="T76" fmla="+- 0 8337 8329"/>
                  <a:gd name="T77" fmla="*/ T76 w 35"/>
                  <a:gd name="T78" fmla="+- 0 7879 7843"/>
                  <a:gd name="T79" fmla="*/ 7879 h 56"/>
                  <a:gd name="T80" fmla="+- 0 8347 8329"/>
                  <a:gd name="T81" fmla="*/ T80 w 35"/>
                  <a:gd name="T82" fmla="+- 0 7846 7843"/>
                  <a:gd name="T83" fmla="*/ 7846 h 56"/>
                  <a:gd name="T84" fmla="+- 0 8355 8329"/>
                  <a:gd name="T85" fmla="*/ T84 w 35"/>
                  <a:gd name="T86" fmla="+- 0 7846 7843"/>
                  <a:gd name="T87" fmla="*/ 7846 h 56"/>
                  <a:gd name="T88" fmla="+- 0 8355 8329"/>
                  <a:gd name="T89" fmla="*/ T88 w 35"/>
                  <a:gd name="T90" fmla="+- 0 7845 7843"/>
                  <a:gd name="T91" fmla="*/ 7845 h 56"/>
                  <a:gd name="T92" fmla="+- 0 8351 8329"/>
                  <a:gd name="T93" fmla="*/ T92 w 35"/>
                  <a:gd name="T94" fmla="+- 0 7843 7843"/>
                  <a:gd name="T95" fmla="*/ 784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35" h="56">
                    <a:moveTo>
                      <a:pt x="22" y="0"/>
                    </a:moveTo>
                    <a:lnTo>
                      <a:pt x="15" y="0"/>
                    </a:lnTo>
                    <a:lnTo>
                      <a:pt x="13" y="1"/>
                    </a:lnTo>
                    <a:lnTo>
                      <a:pt x="10" y="3"/>
                    </a:lnTo>
                    <a:lnTo>
                      <a:pt x="7" y="5"/>
                    </a:lnTo>
                    <a:lnTo>
                      <a:pt x="5" y="8"/>
                    </a:lnTo>
                    <a:lnTo>
                      <a:pt x="1" y="17"/>
                    </a:lnTo>
                    <a:lnTo>
                      <a:pt x="0" y="22"/>
                    </a:lnTo>
                    <a:lnTo>
                      <a:pt x="0" y="35"/>
                    </a:lnTo>
                    <a:lnTo>
                      <a:pt x="2" y="41"/>
                    </a:lnTo>
                    <a:lnTo>
                      <a:pt x="8" y="52"/>
                    </a:lnTo>
                    <a:lnTo>
                      <a:pt x="12" y="55"/>
                    </a:lnTo>
                    <a:lnTo>
                      <a:pt x="20" y="55"/>
                    </a:lnTo>
                    <a:lnTo>
                      <a:pt x="23" y="54"/>
                    </a:lnTo>
                    <a:lnTo>
                      <a:pt x="25" y="53"/>
                    </a:lnTo>
                    <a:lnTo>
                      <a:pt x="15" y="53"/>
                    </a:lnTo>
                    <a:lnTo>
                      <a:pt x="12" y="51"/>
                    </a:lnTo>
                    <a:lnTo>
                      <a:pt x="11" y="47"/>
                    </a:lnTo>
                    <a:lnTo>
                      <a:pt x="9" y="42"/>
                    </a:lnTo>
                    <a:lnTo>
                      <a:pt x="8" y="36"/>
                    </a:lnTo>
                    <a:lnTo>
                      <a:pt x="18" y="3"/>
                    </a:lnTo>
                    <a:lnTo>
                      <a:pt x="26" y="3"/>
                    </a:lnTo>
                    <a:lnTo>
                      <a:pt x="26"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72" name="Freeform 5947">
                <a:extLst>
                  <a:ext uri="{FF2B5EF4-FFF2-40B4-BE49-F238E27FC236}">
                    <a16:creationId xmlns:a16="http://schemas.microsoft.com/office/drawing/2014/main" id="{5E766900-B5AB-B52E-2F4E-CB2182AF9E73}"/>
                  </a:ext>
                </a:extLst>
              </p:cNvPr>
              <p:cNvSpPr>
                <a:spLocks/>
              </p:cNvSpPr>
              <p:nvPr/>
            </p:nvSpPr>
            <p:spPr bwMode="auto">
              <a:xfrm>
                <a:off x="8329" y="7843"/>
                <a:ext cx="35" cy="56"/>
              </a:xfrm>
              <a:custGeom>
                <a:avLst/>
                <a:gdLst>
                  <a:gd name="T0" fmla="+- 0 8355 8329"/>
                  <a:gd name="T1" fmla="*/ T0 w 35"/>
                  <a:gd name="T2" fmla="+- 0 7846 7843"/>
                  <a:gd name="T3" fmla="*/ 7846 h 56"/>
                  <a:gd name="T4" fmla="+- 0 8347 8329"/>
                  <a:gd name="T5" fmla="*/ T4 w 35"/>
                  <a:gd name="T6" fmla="+- 0 7846 7843"/>
                  <a:gd name="T7" fmla="*/ 7846 h 56"/>
                  <a:gd name="T8" fmla="+- 0 8351 8329"/>
                  <a:gd name="T9" fmla="*/ T8 w 35"/>
                  <a:gd name="T10" fmla="+- 0 7847 7843"/>
                  <a:gd name="T11" fmla="*/ 7847 h 56"/>
                  <a:gd name="T12" fmla="+- 0 8352 8329"/>
                  <a:gd name="T13" fmla="*/ T12 w 35"/>
                  <a:gd name="T14" fmla="+- 0 7848 7843"/>
                  <a:gd name="T15" fmla="*/ 7848 h 56"/>
                  <a:gd name="T16" fmla="+- 0 8353 8329"/>
                  <a:gd name="T17" fmla="*/ T16 w 35"/>
                  <a:gd name="T18" fmla="+- 0 7850 7843"/>
                  <a:gd name="T19" fmla="*/ 7850 h 56"/>
                  <a:gd name="T20" fmla="+- 0 8356 8329"/>
                  <a:gd name="T21" fmla="*/ T20 w 35"/>
                  <a:gd name="T22" fmla="+- 0 7857 7843"/>
                  <a:gd name="T23" fmla="*/ 7857 h 56"/>
                  <a:gd name="T24" fmla="+- 0 8356 8329"/>
                  <a:gd name="T25" fmla="*/ T24 w 35"/>
                  <a:gd name="T26" fmla="+- 0 7860 7843"/>
                  <a:gd name="T27" fmla="*/ 7860 h 56"/>
                  <a:gd name="T28" fmla="+- 0 8356 8329"/>
                  <a:gd name="T29" fmla="*/ T28 w 35"/>
                  <a:gd name="T30" fmla="+- 0 7878 7843"/>
                  <a:gd name="T31" fmla="*/ 7878 h 56"/>
                  <a:gd name="T32" fmla="+- 0 8356 8329"/>
                  <a:gd name="T33" fmla="*/ T32 w 35"/>
                  <a:gd name="T34" fmla="+- 0 7883 7843"/>
                  <a:gd name="T35" fmla="*/ 7883 h 56"/>
                  <a:gd name="T36" fmla="+- 0 8354 8329"/>
                  <a:gd name="T37" fmla="*/ T36 w 35"/>
                  <a:gd name="T38" fmla="+- 0 7891 7843"/>
                  <a:gd name="T39" fmla="*/ 7891 h 56"/>
                  <a:gd name="T40" fmla="+- 0 8352 8329"/>
                  <a:gd name="T41" fmla="*/ T40 w 35"/>
                  <a:gd name="T42" fmla="+- 0 7893 7843"/>
                  <a:gd name="T43" fmla="*/ 7893 h 56"/>
                  <a:gd name="T44" fmla="+- 0 8351 8329"/>
                  <a:gd name="T45" fmla="*/ T44 w 35"/>
                  <a:gd name="T46" fmla="+- 0 7894 7843"/>
                  <a:gd name="T47" fmla="*/ 7894 h 56"/>
                  <a:gd name="T48" fmla="+- 0 8346 8329"/>
                  <a:gd name="T49" fmla="*/ T48 w 35"/>
                  <a:gd name="T50" fmla="+- 0 7896 7843"/>
                  <a:gd name="T51" fmla="*/ 7896 h 56"/>
                  <a:gd name="T52" fmla="+- 0 8354 8329"/>
                  <a:gd name="T53" fmla="*/ T52 w 35"/>
                  <a:gd name="T54" fmla="+- 0 7896 7843"/>
                  <a:gd name="T55" fmla="*/ 7896 h 56"/>
                  <a:gd name="T56" fmla="+- 0 8364 8329"/>
                  <a:gd name="T57" fmla="*/ T56 w 35"/>
                  <a:gd name="T58" fmla="+- 0 7861 7843"/>
                  <a:gd name="T59" fmla="*/ 7861 h 56"/>
                  <a:gd name="T60" fmla="+- 0 8362 8329"/>
                  <a:gd name="T61" fmla="*/ T60 w 35"/>
                  <a:gd name="T62" fmla="+- 0 7854 7843"/>
                  <a:gd name="T63" fmla="*/ 7854 h 56"/>
                  <a:gd name="T64" fmla="+- 0 8355 8329"/>
                  <a:gd name="T65" fmla="*/ T64 w 35"/>
                  <a:gd name="T66" fmla="+- 0 7846 7843"/>
                  <a:gd name="T67" fmla="*/ 784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8" y="3"/>
                    </a:lnTo>
                    <a:lnTo>
                      <a:pt x="22" y="4"/>
                    </a:lnTo>
                    <a:lnTo>
                      <a:pt x="23" y="5"/>
                    </a:lnTo>
                    <a:lnTo>
                      <a:pt x="24" y="7"/>
                    </a:lnTo>
                    <a:lnTo>
                      <a:pt x="27" y="14"/>
                    </a:lnTo>
                    <a:lnTo>
                      <a:pt x="27" y="17"/>
                    </a:lnTo>
                    <a:lnTo>
                      <a:pt x="27" y="35"/>
                    </a:lnTo>
                    <a:lnTo>
                      <a:pt x="27" y="40"/>
                    </a:lnTo>
                    <a:lnTo>
                      <a:pt x="25" y="48"/>
                    </a:lnTo>
                    <a:lnTo>
                      <a:pt x="23" y="50"/>
                    </a:lnTo>
                    <a:lnTo>
                      <a:pt x="22" y="51"/>
                    </a:lnTo>
                    <a:lnTo>
                      <a:pt x="17" y="53"/>
                    </a:lnTo>
                    <a:lnTo>
                      <a:pt x="25" y="53"/>
                    </a:lnTo>
                    <a:lnTo>
                      <a:pt x="35" y="18"/>
                    </a:lnTo>
                    <a:lnTo>
                      <a:pt x="33" y="11"/>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573" name="Picture 572">
                <a:extLst>
                  <a:ext uri="{FF2B5EF4-FFF2-40B4-BE49-F238E27FC236}">
                    <a16:creationId xmlns:a16="http://schemas.microsoft.com/office/drawing/2014/main" id="{AA794CAC-82ED-C895-7BC8-9C6FA93BED7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3" y="8106"/>
                <a:ext cx="47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1" name="Group 510">
              <a:extLst>
                <a:ext uri="{FF2B5EF4-FFF2-40B4-BE49-F238E27FC236}">
                  <a16:creationId xmlns:a16="http://schemas.microsoft.com/office/drawing/2014/main" id="{0E4273D2-6D31-C28B-9195-455AE6ADFED8}"/>
                </a:ext>
              </a:extLst>
            </p:cNvPr>
            <p:cNvGrpSpPr>
              <a:grpSpLocks/>
            </p:cNvGrpSpPr>
            <p:nvPr/>
          </p:nvGrpSpPr>
          <p:grpSpPr bwMode="auto">
            <a:xfrm>
              <a:off x="1028" y="8283"/>
              <a:ext cx="3685" cy="553"/>
              <a:chOff x="1028" y="8283"/>
              <a:chExt cx="3685" cy="553"/>
            </a:xfrm>
          </p:grpSpPr>
          <p:sp>
            <p:nvSpPr>
              <p:cNvPr id="565" name="Freeform 5950">
                <a:extLst>
                  <a:ext uri="{FF2B5EF4-FFF2-40B4-BE49-F238E27FC236}">
                    <a16:creationId xmlns:a16="http://schemas.microsoft.com/office/drawing/2014/main" id="{14092FC6-540F-9FEF-C299-0DE0241B96F5}"/>
                  </a:ext>
                </a:extLst>
              </p:cNvPr>
              <p:cNvSpPr>
                <a:spLocks/>
              </p:cNvSpPr>
              <p:nvPr/>
            </p:nvSpPr>
            <p:spPr bwMode="auto">
              <a:xfrm>
                <a:off x="1028" y="8283"/>
                <a:ext cx="35" cy="56"/>
              </a:xfrm>
              <a:custGeom>
                <a:avLst/>
                <a:gdLst>
                  <a:gd name="T0" fmla="+- 0 1050 1028"/>
                  <a:gd name="T1" fmla="*/ T0 w 35"/>
                  <a:gd name="T2" fmla="+- 0 8283 8283"/>
                  <a:gd name="T3" fmla="*/ 8283 h 56"/>
                  <a:gd name="T4" fmla="+- 0 1043 1028"/>
                  <a:gd name="T5" fmla="*/ T4 w 35"/>
                  <a:gd name="T6" fmla="+- 0 8283 8283"/>
                  <a:gd name="T7" fmla="*/ 8283 h 56"/>
                  <a:gd name="T8" fmla="+- 0 1041 1028"/>
                  <a:gd name="T9" fmla="*/ T8 w 35"/>
                  <a:gd name="T10" fmla="+- 0 8284 8283"/>
                  <a:gd name="T11" fmla="*/ 8284 h 56"/>
                  <a:gd name="T12" fmla="+- 0 1035 1028"/>
                  <a:gd name="T13" fmla="*/ T12 w 35"/>
                  <a:gd name="T14" fmla="+- 0 8288 8283"/>
                  <a:gd name="T15" fmla="*/ 8288 h 56"/>
                  <a:gd name="T16" fmla="+- 0 1033 1028"/>
                  <a:gd name="T17" fmla="*/ T16 w 35"/>
                  <a:gd name="T18" fmla="+- 0 8291 8283"/>
                  <a:gd name="T19" fmla="*/ 8291 h 56"/>
                  <a:gd name="T20" fmla="+- 0 1029 1028"/>
                  <a:gd name="T21" fmla="*/ T20 w 35"/>
                  <a:gd name="T22" fmla="+- 0 8300 8283"/>
                  <a:gd name="T23" fmla="*/ 8300 h 56"/>
                  <a:gd name="T24" fmla="+- 0 1028 1028"/>
                  <a:gd name="T25" fmla="*/ T24 w 35"/>
                  <a:gd name="T26" fmla="+- 0 8305 8283"/>
                  <a:gd name="T27" fmla="*/ 8305 h 56"/>
                  <a:gd name="T28" fmla="+- 0 1028 1028"/>
                  <a:gd name="T29" fmla="*/ T28 w 35"/>
                  <a:gd name="T30" fmla="+- 0 8318 8283"/>
                  <a:gd name="T31" fmla="*/ 8318 h 56"/>
                  <a:gd name="T32" fmla="+- 0 1030 1028"/>
                  <a:gd name="T33" fmla="*/ T32 w 35"/>
                  <a:gd name="T34" fmla="+- 0 8325 8283"/>
                  <a:gd name="T35" fmla="*/ 8325 h 56"/>
                  <a:gd name="T36" fmla="+- 0 1036 1028"/>
                  <a:gd name="T37" fmla="*/ T36 w 35"/>
                  <a:gd name="T38" fmla="+- 0 8336 8283"/>
                  <a:gd name="T39" fmla="*/ 8336 h 56"/>
                  <a:gd name="T40" fmla="+- 0 1040 1028"/>
                  <a:gd name="T41" fmla="*/ T40 w 35"/>
                  <a:gd name="T42" fmla="+- 0 8339 8283"/>
                  <a:gd name="T43" fmla="*/ 8339 h 56"/>
                  <a:gd name="T44" fmla="+- 0 1048 1028"/>
                  <a:gd name="T45" fmla="*/ T44 w 35"/>
                  <a:gd name="T46" fmla="+- 0 8339 8283"/>
                  <a:gd name="T47" fmla="*/ 8339 h 56"/>
                  <a:gd name="T48" fmla="+- 0 1050 1028"/>
                  <a:gd name="T49" fmla="*/ T48 w 35"/>
                  <a:gd name="T50" fmla="+- 0 8338 8283"/>
                  <a:gd name="T51" fmla="*/ 8338 h 56"/>
                  <a:gd name="T52" fmla="+- 0 1053 1028"/>
                  <a:gd name="T53" fmla="*/ T52 w 35"/>
                  <a:gd name="T54" fmla="+- 0 8336 8283"/>
                  <a:gd name="T55" fmla="*/ 8336 h 56"/>
                  <a:gd name="T56" fmla="+- 0 1042 1028"/>
                  <a:gd name="T57" fmla="*/ T56 w 35"/>
                  <a:gd name="T58" fmla="+- 0 8336 8283"/>
                  <a:gd name="T59" fmla="*/ 8336 h 56"/>
                  <a:gd name="T60" fmla="+- 0 1040 1028"/>
                  <a:gd name="T61" fmla="*/ T60 w 35"/>
                  <a:gd name="T62" fmla="+- 0 8334 8283"/>
                  <a:gd name="T63" fmla="*/ 8334 h 56"/>
                  <a:gd name="T64" fmla="+- 0 1039 1028"/>
                  <a:gd name="T65" fmla="*/ T64 w 35"/>
                  <a:gd name="T66" fmla="+- 0 8330 8283"/>
                  <a:gd name="T67" fmla="*/ 8330 h 56"/>
                  <a:gd name="T68" fmla="+- 0 1037 1028"/>
                  <a:gd name="T69" fmla="*/ T68 w 35"/>
                  <a:gd name="T70" fmla="+- 0 8326 8283"/>
                  <a:gd name="T71" fmla="*/ 8326 h 56"/>
                  <a:gd name="T72" fmla="+- 0 1036 1028"/>
                  <a:gd name="T73" fmla="*/ T72 w 35"/>
                  <a:gd name="T74" fmla="+- 0 8320 8283"/>
                  <a:gd name="T75" fmla="*/ 8320 h 56"/>
                  <a:gd name="T76" fmla="+- 0 1046 1028"/>
                  <a:gd name="T77" fmla="*/ T76 w 35"/>
                  <a:gd name="T78" fmla="+- 0 8286 8283"/>
                  <a:gd name="T79" fmla="*/ 8286 h 56"/>
                  <a:gd name="T80" fmla="+- 0 1054 1028"/>
                  <a:gd name="T81" fmla="*/ T80 w 35"/>
                  <a:gd name="T82" fmla="+- 0 8286 8283"/>
                  <a:gd name="T83" fmla="*/ 8286 h 56"/>
                  <a:gd name="T84" fmla="+- 0 1053 1028"/>
                  <a:gd name="T85" fmla="*/ T84 w 35"/>
                  <a:gd name="T86" fmla="+- 0 8285 8283"/>
                  <a:gd name="T87" fmla="*/ 8285 h 56"/>
                  <a:gd name="T88" fmla="+- 0 1050 1028"/>
                  <a:gd name="T89" fmla="*/ T88 w 35"/>
                  <a:gd name="T90" fmla="+- 0 8283 8283"/>
                  <a:gd name="T91" fmla="*/ 82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5" y="53"/>
                    </a:lnTo>
                    <a:lnTo>
                      <a:pt x="14" y="53"/>
                    </a:lnTo>
                    <a:lnTo>
                      <a:pt x="12" y="51"/>
                    </a:lnTo>
                    <a:lnTo>
                      <a:pt x="11" y="47"/>
                    </a:lnTo>
                    <a:lnTo>
                      <a:pt x="9" y="43"/>
                    </a:lnTo>
                    <a:lnTo>
                      <a:pt x="8" y="37"/>
                    </a:lnTo>
                    <a:lnTo>
                      <a:pt x="18"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66" name="Freeform 5951">
                <a:extLst>
                  <a:ext uri="{FF2B5EF4-FFF2-40B4-BE49-F238E27FC236}">
                    <a16:creationId xmlns:a16="http://schemas.microsoft.com/office/drawing/2014/main" id="{D7CCA544-4799-136A-8226-5EED035F0EC3}"/>
                  </a:ext>
                </a:extLst>
              </p:cNvPr>
              <p:cNvSpPr>
                <a:spLocks/>
              </p:cNvSpPr>
              <p:nvPr/>
            </p:nvSpPr>
            <p:spPr bwMode="auto">
              <a:xfrm>
                <a:off x="1028" y="8283"/>
                <a:ext cx="35" cy="56"/>
              </a:xfrm>
              <a:custGeom>
                <a:avLst/>
                <a:gdLst>
                  <a:gd name="T0" fmla="+- 0 1054 1028"/>
                  <a:gd name="T1" fmla="*/ T0 w 35"/>
                  <a:gd name="T2" fmla="+- 0 8286 8283"/>
                  <a:gd name="T3" fmla="*/ 8286 h 56"/>
                  <a:gd name="T4" fmla="+- 0 1046 1028"/>
                  <a:gd name="T5" fmla="*/ T4 w 35"/>
                  <a:gd name="T6" fmla="+- 0 8286 8283"/>
                  <a:gd name="T7" fmla="*/ 8286 h 56"/>
                  <a:gd name="T8" fmla="+- 0 1050 1028"/>
                  <a:gd name="T9" fmla="*/ T8 w 35"/>
                  <a:gd name="T10" fmla="+- 0 8287 8283"/>
                  <a:gd name="T11" fmla="*/ 8287 h 56"/>
                  <a:gd name="T12" fmla="+- 0 1051 1028"/>
                  <a:gd name="T13" fmla="*/ T12 w 35"/>
                  <a:gd name="T14" fmla="+- 0 8288 8283"/>
                  <a:gd name="T15" fmla="*/ 8288 h 56"/>
                  <a:gd name="T16" fmla="+- 0 1055 1028"/>
                  <a:gd name="T17" fmla="*/ T16 w 35"/>
                  <a:gd name="T18" fmla="+- 0 8318 8283"/>
                  <a:gd name="T19" fmla="*/ 8318 h 56"/>
                  <a:gd name="T20" fmla="+- 0 1054 1028"/>
                  <a:gd name="T21" fmla="*/ T20 w 35"/>
                  <a:gd name="T22" fmla="+- 0 8323 8283"/>
                  <a:gd name="T23" fmla="*/ 8323 h 56"/>
                  <a:gd name="T24" fmla="+- 0 1052 1028"/>
                  <a:gd name="T25" fmla="*/ T24 w 35"/>
                  <a:gd name="T26" fmla="+- 0 8331 8283"/>
                  <a:gd name="T27" fmla="*/ 8331 h 56"/>
                  <a:gd name="T28" fmla="+- 0 1051 1028"/>
                  <a:gd name="T29" fmla="*/ T28 w 35"/>
                  <a:gd name="T30" fmla="+- 0 8333 8283"/>
                  <a:gd name="T31" fmla="*/ 8333 h 56"/>
                  <a:gd name="T32" fmla="+- 0 1050 1028"/>
                  <a:gd name="T33" fmla="*/ T32 w 35"/>
                  <a:gd name="T34" fmla="+- 0 8334 8283"/>
                  <a:gd name="T35" fmla="*/ 8334 h 56"/>
                  <a:gd name="T36" fmla="+- 0 1045 1028"/>
                  <a:gd name="T37" fmla="*/ T36 w 35"/>
                  <a:gd name="T38" fmla="+- 0 8336 8283"/>
                  <a:gd name="T39" fmla="*/ 8336 h 56"/>
                  <a:gd name="T40" fmla="+- 0 1053 1028"/>
                  <a:gd name="T41" fmla="*/ T40 w 35"/>
                  <a:gd name="T42" fmla="+- 0 8336 8283"/>
                  <a:gd name="T43" fmla="*/ 8336 h 56"/>
                  <a:gd name="T44" fmla="+- 0 1063 1028"/>
                  <a:gd name="T45" fmla="*/ T44 w 35"/>
                  <a:gd name="T46" fmla="+- 0 8302 8283"/>
                  <a:gd name="T47" fmla="*/ 8302 h 56"/>
                  <a:gd name="T48" fmla="+- 0 1061 1028"/>
                  <a:gd name="T49" fmla="*/ T48 w 35"/>
                  <a:gd name="T50" fmla="+- 0 8295 8283"/>
                  <a:gd name="T51" fmla="*/ 8295 h 56"/>
                  <a:gd name="T52" fmla="+- 0 1054 1028"/>
                  <a:gd name="T53" fmla="*/ T52 w 35"/>
                  <a:gd name="T54" fmla="+- 0 8286 8283"/>
                  <a:gd name="T55" fmla="*/ 828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35" h="56">
                    <a:moveTo>
                      <a:pt x="26" y="3"/>
                    </a:moveTo>
                    <a:lnTo>
                      <a:pt x="18" y="3"/>
                    </a:lnTo>
                    <a:lnTo>
                      <a:pt x="22" y="4"/>
                    </a:lnTo>
                    <a:lnTo>
                      <a:pt x="23" y="5"/>
                    </a:lnTo>
                    <a:lnTo>
                      <a:pt x="27" y="35"/>
                    </a:lnTo>
                    <a:lnTo>
                      <a:pt x="26" y="40"/>
                    </a:lnTo>
                    <a:lnTo>
                      <a:pt x="24" y="48"/>
                    </a:lnTo>
                    <a:lnTo>
                      <a:pt x="23" y="50"/>
                    </a:lnTo>
                    <a:lnTo>
                      <a:pt x="22" y="51"/>
                    </a:lnTo>
                    <a:lnTo>
                      <a:pt x="17" y="53"/>
                    </a:lnTo>
                    <a:lnTo>
                      <a:pt x="25"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567" name="Picture 566">
                <a:extLst>
                  <a:ext uri="{FF2B5EF4-FFF2-40B4-BE49-F238E27FC236}">
                    <a16:creationId xmlns:a16="http://schemas.microsoft.com/office/drawing/2014/main" id="{261DD7DA-7F87-1BA9-270E-112861F2683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20" y="8283"/>
                <a:ext cx="756"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8" name="Picture 567">
                <a:extLst>
                  <a:ext uri="{FF2B5EF4-FFF2-40B4-BE49-F238E27FC236}">
                    <a16:creationId xmlns:a16="http://schemas.microsoft.com/office/drawing/2014/main" id="{9B5CC34E-886D-6E99-6CD0-AA890E7B98C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18" y="8283"/>
                <a:ext cx="1682"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9" name="Picture 568">
                <a:extLst>
                  <a:ext uri="{FF2B5EF4-FFF2-40B4-BE49-F238E27FC236}">
                    <a16:creationId xmlns:a16="http://schemas.microsoft.com/office/drawing/2014/main" id="{66147C26-9B7B-78DE-3C74-023EEA92722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40" y="8283"/>
                <a:ext cx="31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0" name="Picture 569">
                <a:extLst>
                  <a:ext uri="{FF2B5EF4-FFF2-40B4-BE49-F238E27FC236}">
                    <a16:creationId xmlns:a16="http://schemas.microsoft.com/office/drawing/2014/main" id="{D75C4E1B-40BC-A4AF-EDC3-321853E9D38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58" y="8283"/>
                <a:ext cx="355" cy="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2" name="Group 511">
              <a:extLst>
                <a:ext uri="{FF2B5EF4-FFF2-40B4-BE49-F238E27FC236}">
                  <a16:creationId xmlns:a16="http://schemas.microsoft.com/office/drawing/2014/main" id="{B926094F-7881-5E3B-BF65-9AD4CBA1CE5E}"/>
                </a:ext>
              </a:extLst>
            </p:cNvPr>
            <p:cNvGrpSpPr>
              <a:grpSpLocks/>
            </p:cNvGrpSpPr>
            <p:nvPr/>
          </p:nvGrpSpPr>
          <p:grpSpPr bwMode="auto">
            <a:xfrm>
              <a:off x="5135" y="8283"/>
              <a:ext cx="1860" cy="569"/>
              <a:chOff x="5135" y="8283"/>
              <a:chExt cx="1860" cy="569"/>
            </a:xfrm>
          </p:grpSpPr>
          <p:sp>
            <p:nvSpPr>
              <p:cNvPr id="562" name="Freeform 5957">
                <a:extLst>
                  <a:ext uri="{FF2B5EF4-FFF2-40B4-BE49-F238E27FC236}">
                    <a16:creationId xmlns:a16="http://schemas.microsoft.com/office/drawing/2014/main" id="{21B70609-D73A-DA67-44F5-702CD4223B6A}"/>
                  </a:ext>
                </a:extLst>
              </p:cNvPr>
              <p:cNvSpPr>
                <a:spLocks/>
              </p:cNvSpPr>
              <p:nvPr/>
            </p:nvSpPr>
            <p:spPr bwMode="auto">
              <a:xfrm>
                <a:off x="5135" y="8283"/>
                <a:ext cx="35" cy="56"/>
              </a:xfrm>
              <a:custGeom>
                <a:avLst/>
                <a:gdLst>
                  <a:gd name="T0" fmla="+- 0 5157 5135"/>
                  <a:gd name="T1" fmla="*/ T0 w 35"/>
                  <a:gd name="T2" fmla="+- 0 8283 8283"/>
                  <a:gd name="T3" fmla="*/ 8283 h 56"/>
                  <a:gd name="T4" fmla="+- 0 5150 5135"/>
                  <a:gd name="T5" fmla="*/ T4 w 35"/>
                  <a:gd name="T6" fmla="+- 0 8283 8283"/>
                  <a:gd name="T7" fmla="*/ 8283 h 56"/>
                  <a:gd name="T8" fmla="+- 0 5148 5135"/>
                  <a:gd name="T9" fmla="*/ T8 w 35"/>
                  <a:gd name="T10" fmla="+- 0 8284 8283"/>
                  <a:gd name="T11" fmla="*/ 8284 h 56"/>
                  <a:gd name="T12" fmla="+- 0 5142 5135"/>
                  <a:gd name="T13" fmla="*/ T12 w 35"/>
                  <a:gd name="T14" fmla="+- 0 8288 8283"/>
                  <a:gd name="T15" fmla="*/ 8288 h 56"/>
                  <a:gd name="T16" fmla="+- 0 5140 5135"/>
                  <a:gd name="T17" fmla="*/ T16 w 35"/>
                  <a:gd name="T18" fmla="+- 0 8291 8283"/>
                  <a:gd name="T19" fmla="*/ 8291 h 56"/>
                  <a:gd name="T20" fmla="+- 0 5136 5135"/>
                  <a:gd name="T21" fmla="*/ T20 w 35"/>
                  <a:gd name="T22" fmla="+- 0 8300 8283"/>
                  <a:gd name="T23" fmla="*/ 8300 h 56"/>
                  <a:gd name="T24" fmla="+- 0 5135 5135"/>
                  <a:gd name="T25" fmla="*/ T24 w 35"/>
                  <a:gd name="T26" fmla="+- 0 8305 8283"/>
                  <a:gd name="T27" fmla="*/ 8305 h 56"/>
                  <a:gd name="T28" fmla="+- 0 5135 5135"/>
                  <a:gd name="T29" fmla="*/ T28 w 35"/>
                  <a:gd name="T30" fmla="+- 0 8318 8283"/>
                  <a:gd name="T31" fmla="*/ 8318 h 56"/>
                  <a:gd name="T32" fmla="+- 0 5137 5135"/>
                  <a:gd name="T33" fmla="*/ T32 w 35"/>
                  <a:gd name="T34" fmla="+- 0 8325 8283"/>
                  <a:gd name="T35" fmla="*/ 8325 h 56"/>
                  <a:gd name="T36" fmla="+- 0 5143 5135"/>
                  <a:gd name="T37" fmla="*/ T36 w 35"/>
                  <a:gd name="T38" fmla="+- 0 8336 8283"/>
                  <a:gd name="T39" fmla="*/ 8336 h 56"/>
                  <a:gd name="T40" fmla="+- 0 5147 5135"/>
                  <a:gd name="T41" fmla="*/ T40 w 35"/>
                  <a:gd name="T42" fmla="+- 0 8339 8283"/>
                  <a:gd name="T43" fmla="*/ 8339 h 56"/>
                  <a:gd name="T44" fmla="+- 0 5155 5135"/>
                  <a:gd name="T45" fmla="*/ T44 w 35"/>
                  <a:gd name="T46" fmla="+- 0 8339 8283"/>
                  <a:gd name="T47" fmla="*/ 8339 h 56"/>
                  <a:gd name="T48" fmla="+- 0 5157 5135"/>
                  <a:gd name="T49" fmla="*/ T48 w 35"/>
                  <a:gd name="T50" fmla="+- 0 8338 8283"/>
                  <a:gd name="T51" fmla="*/ 8338 h 56"/>
                  <a:gd name="T52" fmla="+- 0 5159 5135"/>
                  <a:gd name="T53" fmla="*/ T52 w 35"/>
                  <a:gd name="T54" fmla="+- 0 8336 8283"/>
                  <a:gd name="T55" fmla="*/ 8336 h 56"/>
                  <a:gd name="T56" fmla="+- 0 5149 5135"/>
                  <a:gd name="T57" fmla="*/ T56 w 35"/>
                  <a:gd name="T58" fmla="+- 0 8336 8283"/>
                  <a:gd name="T59" fmla="*/ 8336 h 56"/>
                  <a:gd name="T60" fmla="+- 0 5147 5135"/>
                  <a:gd name="T61" fmla="*/ T60 w 35"/>
                  <a:gd name="T62" fmla="+- 0 8334 8283"/>
                  <a:gd name="T63" fmla="*/ 8334 h 56"/>
                  <a:gd name="T64" fmla="+- 0 5146 5135"/>
                  <a:gd name="T65" fmla="*/ T64 w 35"/>
                  <a:gd name="T66" fmla="+- 0 8330 8283"/>
                  <a:gd name="T67" fmla="*/ 8330 h 56"/>
                  <a:gd name="T68" fmla="+- 0 5144 5135"/>
                  <a:gd name="T69" fmla="*/ T68 w 35"/>
                  <a:gd name="T70" fmla="+- 0 8326 8283"/>
                  <a:gd name="T71" fmla="*/ 8326 h 56"/>
                  <a:gd name="T72" fmla="+- 0 5143 5135"/>
                  <a:gd name="T73" fmla="*/ T72 w 35"/>
                  <a:gd name="T74" fmla="+- 0 8320 8283"/>
                  <a:gd name="T75" fmla="*/ 8320 h 56"/>
                  <a:gd name="T76" fmla="+- 0 5152 5135"/>
                  <a:gd name="T77" fmla="*/ T76 w 35"/>
                  <a:gd name="T78" fmla="+- 0 8286 8283"/>
                  <a:gd name="T79" fmla="*/ 8286 h 56"/>
                  <a:gd name="T80" fmla="+- 0 5161 5135"/>
                  <a:gd name="T81" fmla="*/ T80 w 35"/>
                  <a:gd name="T82" fmla="+- 0 8286 8283"/>
                  <a:gd name="T83" fmla="*/ 8286 h 56"/>
                  <a:gd name="T84" fmla="+- 0 5160 5135"/>
                  <a:gd name="T85" fmla="*/ T84 w 35"/>
                  <a:gd name="T86" fmla="+- 0 8285 8283"/>
                  <a:gd name="T87" fmla="*/ 8285 h 56"/>
                  <a:gd name="T88" fmla="+- 0 5157 5135"/>
                  <a:gd name="T89" fmla="*/ T88 w 35"/>
                  <a:gd name="T90" fmla="+- 0 8283 8283"/>
                  <a:gd name="T91" fmla="*/ 8283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35" h="56">
                    <a:moveTo>
                      <a:pt x="22" y="0"/>
                    </a:moveTo>
                    <a:lnTo>
                      <a:pt x="15" y="0"/>
                    </a:lnTo>
                    <a:lnTo>
                      <a:pt x="13" y="1"/>
                    </a:lnTo>
                    <a:lnTo>
                      <a:pt x="7" y="5"/>
                    </a:lnTo>
                    <a:lnTo>
                      <a:pt x="5" y="8"/>
                    </a:lnTo>
                    <a:lnTo>
                      <a:pt x="1" y="17"/>
                    </a:lnTo>
                    <a:lnTo>
                      <a:pt x="0" y="22"/>
                    </a:lnTo>
                    <a:lnTo>
                      <a:pt x="0" y="35"/>
                    </a:lnTo>
                    <a:lnTo>
                      <a:pt x="2" y="42"/>
                    </a:lnTo>
                    <a:lnTo>
                      <a:pt x="8" y="53"/>
                    </a:lnTo>
                    <a:lnTo>
                      <a:pt x="12" y="56"/>
                    </a:lnTo>
                    <a:lnTo>
                      <a:pt x="20" y="56"/>
                    </a:lnTo>
                    <a:lnTo>
                      <a:pt x="22" y="55"/>
                    </a:lnTo>
                    <a:lnTo>
                      <a:pt x="24" y="53"/>
                    </a:lnTo>
                    <a:lnTo>
                      <a:pt x="14" y="53"/>
                    </a:lnTo>
                    <a:lnTo>
                      <a:pt x="12" y="51"/>
                    </a:lnTo>
                    <a:lnTo>
                      <a:pt x="11" y="47"/>
                    </a:lnTo>
                    <a:lnTo>
                      <a:pt x="9" y="43"/>
                    </a:lnTo>
                    <a:lnTo>
                      <a:pt x="8" y="37"/>
                    </a:lnTo>
                    <a:lnTo>
                      <a:pt x="17" y="3"/>
                    </a:lnTo>
                    <a:lnTo>
                      <a:pt x="26" y="3"/>
                    </a:lnTo>
                    <a:lnTo>
                      <a:pt x="25"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63" name="Freeform 5958">
                <a:extLst>
                  <a:ext uri="{FF2B5EF4-FFF2-40B4-BE49-F238E27FC236}">
                    <a16:creationId xmlns:a16="http://schemas.microsoft.com/office/drawing/2014/main" id="{68FDDAED-C915-93A3-AB6A-19F178F04E1B}"/>
                  </a:ext>
                </a:extLst>
              </p:cNvPr>
              <p:cNvSpPr>
                <a:spLocks/>
              </p:cNvSpPr>
              <p:nvPr/>
            </p:nvSpPr>
            <p:spPr bwMode="auto">
              <a:xfrm>
                <a:off x="5135" y="8283"/>
                <a:ext cx="35" cy="56"/>
              </a:xfrm>
              <a:custGeom>
                <a:avLst/>
                <a:gdLst>
                  <a:gd name="T0" fmla="+- 0 5161 5135"/>
                  <a:gd name="T1" fmla="*/ T0 w 35"/>
                  <a:gd name="T2" fmla="+- 0 8286 8283"/>
                  <a:gd name="T3" fmla="*/ 8286 h 56"/>
                  <a:gd name="T4" fmla="+- 0 5152 5135"/>
                  <a:gd name="T5" fmla="*/ T4 w 35"/>
                  <a:gd name="T6" fmla="+- 0 8286 8283"/>
                  <a:gd name="T7" fmla="*/ 8286 h 56"/>
                  <a:gd name="T8" fmla="+- 0 5156 5135"/>
                  <a:gd name="T9" fmla="*/ T8 w 35"/>
                  <a:gd name="T10" fmla="+- 0 8287 8283"/>
                  <a:gd name="T11" fmla="*/ 8287 h 56"/>
                  <a:gd name="T12" fmla="+- 0 5158 5135"/>
                  <a:gd name="T13" fmla="*/ T12 w 35"/>
                  <a:gd name="T14" fmla="+- 0 8288 8283"/>
                  <a:gd name="T15" fmla="*/ 8288 h 56"/>
                  <a:gd name="T16" fmla="+- 0 5159 5135"/>
                  <a:gd name="T17" fmla="*/ T16 w 35"/>
                  <a:gd name="T18" fmla="+- 0 8291 8283"/>
                  <a:gd name="T19" fmla="*/ 8291 h 56"/>
                  <a:gd name="T20" fmla="+- 0 5161 5135"/>
                  <a:gd name="T21" fmla="*/ T20 w 35"/>
                  <a:gd name="T22" fmla="+- 0 8298 8283"/>
                  <a:gd name="T23" fmla="*/ 8298 h 56"/>
                  <a:gd name="T24" fmla="+- 0 5162 5135"/>
                  <a:gd name="T25" fmla="*/ T24 w 35"/>
                  <a:gd name="T26" fmla="+- 0 8300 8283"/>
                  <a:gd name="T27" fmla="*/ 8300 h 56"/>
                  <a:gd name="T28" fmla="+- 0 5162 5135"/>
                  <a:gd name="T29" fmla="*/ T28 w 35"/>
                  <a:gd name="T30" fmla="+- 0 8318 8283"/>
                  <a:gd name="T31" fmla="*/ 8318 h 56"/>
                  <a:gd name="T32" fmla="+- 0 5161 5135"/>
                  <a:gd name="T33" fmla="*/ T32 w 35"/>
                  <a:gd name="T34" fmla="+- 0 8323 8283"/>
                  <a:gd name="T35" fmla="*/ 8323 h 56"/>
                  <a:gd name="T36" fmla="+- 0 5159 5135"/>
                  <a:gd name="T37" fmla="*/ T36 w 35"/>
                  <a:gd name="T38" fmla="+- 0 8331 8283"/>
                  <a:gd name="T39" fmla="*/ 8331 h 56"/>
                  <a:gd name="T40" fmla="+- 0 5158 5135"/>
                  <a:gd name="T41" fmla="*/ T40 w 35"/>
                  <a:gd name="T42" fmla="+- 0 8333 8283"/>
                  <a:gd name="T43" fmla="*/ 8333 h 56"/>
                  <a:gd name="T44" fmla="+- 0 5157 5135"/>
                  <a:gd name="T45" fmla="*/ T44 w 35"/>
                  <a:gd name="T46" fmla="+- 0 8334 8283"/>
                  <a:gd name="T47" fmla="*/ 8334 h 56"/>
                  <a:gd name="T48" fmla="+- 0 5152 5135"/>
                  <a:gd name="T49" fmla="*/ T48 w 35"/>
                  <a:gd name="T50" fmla="+- 0 8336 8283"/>
                  <a:gd name="T51" fmla="*/ 8336 h 56"/>
                  <a:gd name="T52" fmla="+- 0 5159 5135"/>
                  <a:gd name="T53" fmla="*/ T52 w 35"/>
                  <a:gd name="T54" fmla="+- 0 8336 8283"/>
                  <a:gd name="T55" fmla="*/ 8336 h 56"/>
                  <a:gd name="T56" fmla="+- 0 5170 5135"/>
                  <a:gd name="T57" fmla="*/ T56 w 35"/>
                  <a:gd name="T58" fmla="+- 0 8302 8283"/>
                  <a:gd name="T59" fmla="*/ 8302 h 56"/>
                  <a:gd name="T60" fmla="+- 0 5168 5135"/>
                  <a:gd name="T61" fmla="*/ T60 w 35"/>
                  <a:gd name="T62" fmla="+- 0 8295 8283"/>
                  <a:gd name="T63" fmla="*/ 8295 h 56"/>
                  <a:gd name="T64" fmla="+- 0 5161 5135"/>
                  <a:gd name="T65" fmla="*/ T64 w 35"/>
                  <a:gd name="T66" fmla="+- 0 8286 8283"/>
                  <a:gd name="T67" fmla="*/ 8286 h 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35" h="56">
                    <a:moveTo>
                      <a:pt x="26" y="3"/>
                    </a:moveTo>
                    <a:lnTo>
                      <a:pt x="17" y="3"/>
                    </a:lnTo>
                    <a:lnTo>
                      <a:pt x="21" y="4"/>
                    </a:lnTo>
                    <a:lnTo>
                      <a:pt x="23" y="5"/>
                    </a:lnTo>
                    <a:lnTo>
                      <a:pt x="24" y="8"/>
                    </a:lnTo>
                    <a:lnTo>
                      <a:pt x="26" y="15"/>
                    </a:lnTo>
                    <a:lnTo>
                      <a:pt x="27" y="17"/>
                    </a:lnTo>
                    <a:lnTo>
                      <a:pt x="27" y="35"/>
                    </a:lnTo>
                    <a:lnTo>
                      <a:pt x="26" y="40"/>
                    </a:lnTo>
                    <a:lnTo>
                      <a:pt x="24" y="48"/>
                    </a:lnTo>
                    <a:lnTo>
                      <a:pt x="23" y="50"/>
                    </a:lnTo>
                    <a:lnTo>
                      <a:pt x="22" y="51"/>
                    </a:lnTo>
                    <a:lnTo>
                      <a:pt x="17" y="53"/>
                    </a:lnTo>
                    <a:lnTo>
                      <a:pt x="24" y="53"/>
                    </a:lnTo>
                    <a:lnTo>
                      <a:pt x="35" y="19"/>
                    </a:lnTo>
                    <a:lnTo>
                      <a:pt x="33" y="12"/>
                    </a:lnTo>
                    <a:lnTo>
                      <a:pt x="2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pic>
            <p:nvPicPr>
              <p:cNvPr id="564" name="Picture 563">
                <a:extLst>
                  <a:ext uri="{FF2B5EF4-FFF2-40B4-BE49-F238E27FC236}">
                    <a16:creationId xmlns:a16="http://schemas.microsoft.com/office/drawing/2014/main" id="{B7AD584A-0F41-35AB-7052-90CC0DAEC6A1}"/>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05" y="8283"/>
                <a:ext cx="1590"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3" name="Group 512">
              <a:extLst>
                <a:ext uri="{FF2B5EF4-FFF2-40B4-BE49-F238E27FC236}">
                  <a16:creationId xmlns:a16="http://schemas.microsoft.com/office/drawing/2014/main" id="{17D85CC0-FF93-4FF9-C7D2-AE959F2B6D38}"/>
                </a:ext>
              </a:extLst>
            </p:cNvPr>
            <p:cNvGrpSpPr>
              <a:grpSpLocks/>
            </p:cNvGrpSpPr>
            <p:nvPr/>
          </p:nvGrpSpPr>
          <p:grpSpPr bwMode="auto">
            <a:xfrm>
              <a:off x="814" y="8435"/>
              <a:ext cx="216" cy="240"/>
              <a:chOff x="814" y="8435"/>
              <a:chExt cx="216" cy="240"/>
            </a:xfrm>
          </p:grpSpPr>
          <p:sp>
            <p:nvSpPr>
              <p:cNvPr id="539" name="Freeform 5961">
                <a:extLst>
                  <a:ext uri="{FF2B5EF4-FFF2-40B4-BE49-F238E27FC236}">
                    <a16:creationId xmlns:a16="http://schemas.microsoft.com/office/drawing/2014/main" id="{DB066FA9-0FB1-1653-B545-6E1A18F3D4E1}"/>
                  </a:ext>
                </a:extLst>
              </p:cNvPr>
              <p:cNvSpPr>
                <a:spLocks/>
              </p:cNvSpPr>
              <p:nvPr/>
            </p:nvSpPr>
            <p:spPr bwMode="auto">
              <a:xfrm>
                <a:off x="814" y="8435"/>
                <a:ext cx="216" cy="240"/>
              </a:xfrm>
              <a:custGeom>
                <a:avLst/>
                <a:gdLst>
                  <a:gd name="T0" fmla="+- 0 834 814"/>
                  <a:gd name="T1" fmla="*/ T0 w 216"/>
                  <a:gd name="T2" fmla="+- 0 8629 8435"/>
                  <a:gd name="T3" fmla="*/ 8629 h 240"/>
                  <a:gd name="T4" fmla="+- 0 822 814"/>
                  <a:gd name="T5" fmla="*/ T4 w 216"/>
                  <a:gd name="T6" fmla="+- 0 8629 8435"/>
                  <a:gd name="T7" fmla="*/ 8629 h 240"/>
                  <a:gd name="T8" fmla="+- 0 823 814"/>
                  <a:gd name="T9" fmla="*/ T8 w 216"/>
                  <a:gd name="T10" fmla="+- 0 8631 8435"/>
                  <a:gd name="T11" fmla="*/ 8631 h 240"/>
                  <a:gd name="T12" fmla="+- 0 858 814"/>
                  <a:gd name="T13" fmla="*/ T12 w 216"/>
                  <a:gd name="T14" fmla="+- 0 8665 8435"/>
                  <a:gd name="T15" fmla="*/ 8665 h 240"/>
                  <a:gd name="T16" fmla="+- 0 860 814"/>
                  <a:gd name="T17" fmla="*/ T16 w 216"/>
                  <a:gd name="T18" fmla="+- 0 8667 8435"/>
                  <a:gd name="T19" fmla="*/ 8667 h 240"/>
                  <a:gd name="T20" fmla="+- 0 860 814"/>
                  <a:gd name="T21" fmla="*/ T20 w 216"/>
                  <a:gd name="T22" fmla="+- 0 8667 8435"/>
                  <a:gd name="T23" fmla="*/ 8667 h 240"/>
                  <a:gd name="T24" fmla="+- 0 860 814"/>
                  <a:gd name="T25" fmla="*/ T24 w 216"/>
                  <a:gd name="T26" fmla="+- 0 8669 8435"/>
                  <a:gd name="T27" fmla="*/ 8669 h 240"/>
                  <a:gd name="T28" fmla="+- 0 858 814"/>
                  <a:gd name="T29" fmla="*/ T28 w 216"/>
                  <a:gd name="T30" fmla="+- 0 8673 8435"/>
                  <a:gd name="T31" fmla="*/ 8673 h 240"/>
                  <a:gd name="T32" fmla="+- 0 857 814"/>
                  <a:gd name="T33" fmla="*/ T32 w 216"/>
                  <a:gd name="T34" fmla="+- 0 8675 8435"/>
                  <a:gd name="T35" fmla="*/ 8675 h 240"/>
                  <a:gd name="T36" fmla="+- 0 858 814"/>
                  <a:gd name="T37" fmla="*/ T36 w 216"/>
                  <a:gd name="T38" fmla="+- 0 8675 8435"/>
                  <a:gd name="T39" fmla="*/ 8675 h 240"/>
                  <a:gd name="T40" fmla="+- 0 873 814"/>
                  <a:gd name="T41" fmla="*/ T40 w 216"/>
                  <a:gd name="T42" fmla="+- 0 8661 8435"/>
                  <a:gd name="T43" fmla="*/ 8661 h 240"/>
                  <a:gd name="T44" fmla="+- 0 866 814"/>
                  <a:gd name="T45" fmla="*/ T44 w 216"/>
                  <a:gd name="T46" fmla="+- 0 8661 8435"/>
                  <a:gd name="T47" fmla="*/ 8661 h 240"/>
                  <a:gd name="T48" fmla="+- 0 864 814"/>
                  <a:gd name="T49" fmla="*/ T48 w 216"/>
                  <a:gd name="T50" fmla="+- 0 8659 8435"/>
                  <a:gd name="T51" fmla="*/ 8659 h 240"/>
                  <a:gd name="T52" fmla="+- 0 852 814"/>
                  <a:gd name="T53" fmla="*/ T52 w 216"/>
                  <a:gd name="T54" fmla="+- 0 8647 8435"/>
                  <a:gd name="T55" fmla="*/ 8647 h 240"/>
                  <a:gd name="T56" fmla="+- 0 858 814"/>
                  <a:gd name="T57" fmla="*/ T56 w 216"/>
                  <a:gd name="T58" fmla="+- 0 8647 8435"/>
                  <a:gd name="T59" fmla="*/ 8647 h 240"/>
                  <a:gd name="T60" fmla="+- 0 863 814"/>
                  <a:gd name="T61" fmla="*/ T60 w 216"/>
                  <a:gd name="T62" fmla="+- 0 8643 8435"/>
                  <a:gd name="T63" fmla="*/ 8643 h 240"/>
                  <a:gd name="T64" fmla="+- 0 850 814"/>
                  <a:gd name="T65" fmla="*/ T64 w 216"/>
                  <a:gd name="T66" fmla="+- 0 8643 8435"/>
                  <a:gd name="T67" fmla="*/ 8643 h 240"/>
                  <a:gd name="T68" fmla="+- 0 847 814"/>
                  <a:gd name="T69" fmla="*/ T68 w 216"/>
                  <a:gd name="T70" fmla="+- 0 8641 8435"/>
                  <a:gd name="T71" fmla="*/ 8641 h 240"/>
                  <a:gd name="T72" fmla="+- 0 845 814"/>
                  <a:gd name="T73" fmla="*/ T72 w 216"/>
                  <a:gd name="T74" fmla="+- 0 8641 8435"/>
                  <a:gd name="T75" fmla="*/ 8641 h 240"/>
                  <a:gd name="T76" fmla="+- 0 834 814"/>
                  <a:gd name="T77" fmla="*/ T76 w 216"/>
                  <a:gd name="T78" fmla="+- 0 8629 8435"/>
                  <a:gd name="T79" fmla="*/ 8629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216" h="240">
                    <a:moveTo>
                      <a:pt x="20" y="194"/>
                    </a:moveTo>
                    <a:lnTo>
                      <a:pt x="8" y="194"/>
                    </a:lnTo>
                    <a:lnTo>
                      <a:pt x="9" y="196"/>
                    </a:lnTo>
                    <a:lnTo>
                      <a:pt x="44" y="230"/>
                    </a:lnTo>
                    <a:lnTo>
                      <a:pt x="46" y="232"/>
                    </a:lnTo>
                    <a:lnTo>
                      <a:pt x="46" y="234"/>
                    </a:lnTo>
                    <a:lnTo>
                      <a:pt x="44" y="238"/>
                    </a:lnTo>
                    <a:lnTo>
                      <a:pt x="43" y="240"/>
                    </a:lnTo>
                    <a:lnTo>
                      <a:pt x="44" y="240"/>
                    </a:lnTo>
                    <a:lnTo>
                      <a:pt x="59" y="226"/>
                    </a:lnTo>
                    <a:lnTo>
                      <a:pt x="52" y="226"/>
                    </a:lnTo>
                    <a:lnTo>
                      <a:pt x="50" y="224"/>
                    </a:lnTo>
                    <a:lnTo>
                      <a:pt x="38" y="212"/>
                    </a:lnTo>
                    <a:lnTo>
                      <a:pt x="44" y="212"/>
                    </a:lnTo>
                    <a:lnTo>
                      <a:pt x="49" y="208"/>
                    </a:lnTo>
                    <a:lnTo>
                      <a:pt x="36" y="208"/>
                    </a:lnTo>
                    <a:lnTo>
                      <a:pt x="33" y="206"/>
                    </a:lnTo>
                    <a:lnTo>
                      <a:pt x="31" y="206"/>
                    </a:lnTo>
                    <a:lnTo>
                      <a:pt x="20"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0" name="Freeform 5962">
                <a:extLst>
                  <a:ext uri="{FF2B5EF4-FFF2-40B4-BE49-F238E27FC236}">
                    <a16:creationId xmlns:a16="http://schemas.microsoft.com/office/drawing/2014/main" id="{2A153414-97A8-AE24-6FAC-D5BAD525E520}"/>
                  </a:ext>
                </a:extLst>
              </p:cNvPr>
              <p:cNvSpPr>
                <a:spLocks/>
              </p:cNvSpPr>
              <p:nvPr/>
            </p:nvSpPr>
            <p:spPr bwMode="auto">
              <a:xfrm>
                <a:off x="814" y="8435"/>
                <a:ext cx="216" cy="240"/>
              </a:xfrm>
              <a:custGeom>
                <a:avLst/>
                <a:gdLst>
                  <a:gd name="T0" fmla="+- 0 874 814"/>
                  <a:gd name="T1" fmla="*/ T0 w 216"/>
                  <a:gd name="T2" fmla="+- 0 8657 8435"/>
                  <a:gd name="T3" fmla="*/ 8657 h 240"/>
                  <a:gd name="T4" fmla="+- 0 870 814"/>
                  <a:gd name="T5" fmla="*/ T4 w 216"/>
                  <a:gd name="T6" fmla="+- 0 8661 8435"/>
                  <a:gd name="T7" fmla="*/ 8661 h 240"/>
                  <a:gd name="T8" fmla="+- 0 873 814"/>
                  <a:gd name="T9" fmla="*/ T8 w 216"/>
                  <a:gd name="T10" fmla="+- 0 8661 8435"/>
                  <a:gd name="T11" fmla="*/ 8661 h 240"/>
                  <a:gd name="T12" fmla="+- 0 875 814"/>
                  <a:gd name="T13" fmla="*/ T12 w 216"/>
                  <a:gd name="T14" fmla="+- 0 8659 8435"/>
                  <a:gd name="T15" fmla="*/ 8659 h 240"/>
                  <a:gd name="T16" fmla="+- 0 874 814"/>
                  <a:gd name="T17" fmla="*/ T16 w 216"/>
                  <a:gd name="T18" fmla="+- 0 8657 8435"/>
                  <a:gd name="T19" fmla="*/ 8657 h 240"/>
                </a:gdLst>
                <a:ahLst/>
                <a:cxnLst>
                  <a:cxn ang="0">
                    <a:pos x="T1" y="T3"/>
                  </a:cxn>
                  <a:cxn ang="0">
                    <a:pos x="T5" y="T7"/>
                  </a:cxn>
                  <a:cxn ang="0">
                    <a:pos x="T9" y="T11"/>
                  </a:cxn>
                  <a:cxn ang="0">
                    <a:pos x="T13" y="T15"/>
                  </a:cxn>
                  <a:cxn ang="0">
                    <a:pos x="T17" y="T19"/>
                  </a:cxn>
                </a:cxnLst>
                <a:rect l="0" t="0" r="r" b="b"/>
                <a:pathLst>
                  <a:path w="216" h="240">
                    <a:moveTo>
                      <a:pt x="60" y="222"/>
                    </a:moveTo>
                    <a:lnTo>
                      <a:pt x="56" y="226"/>
                    </a:lnTo>
                    <a:lnTo>
                      <a:pt x="59" y="226"/>
                    </a:lnTo>
                    <a:lnTo>
                      <a:pt x="61" y="224"/>
                    </a:lnTo>
                    <a:lnTo>
                      <a:pt x="60" y="2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1" name="Freeform 5963">
                <a:extLst>
                  <a:ext uri="{FF2B5EF4-FFF2-40B4-BE49-F238E27FC236}">
                    <a16:creationId xmlns:a16="http://schemas.microsoft.com/office/drawing/2014/main" id="{0E1964ED-2E14-F894-B256-1A80F141FE93}"/>
                  </a:ext>
                </a:extLst>
              </p:cNvPr>
              <p:cNvSpPr>
                <a:spLocks/>
              </p:cNvSpPr>
              <p:nvPr/>
            </p:nvSpPr>
            <p:spPr bwMode="auto">
              <a:xfrm>
                <a:off x="814" y="8435"/>
                <a:ext cx="216" cy="240"/>
              </a:xfrm>
              <a:custGeom>
                <a:avLst/>
                <a:gdLst>
                  <a:gd name="T0" fmla="+- 0 861 814"/>
                  <a:gd name="T1" fmla="*/ T0 w 216"/>
                  <a:gd name="T2" fmla="+- 0 8611 8435"/>
                  <a:gd name="T3" fmla="*/ 8611 h 240"/>
                  <a:gd name="T4" fmla="+- 0 846 814"/>
                  <a:gd name="T5" fmla="*/ T4 w 216"/>
                  <a:gd name="T6" fmla="+- 0 8611 8435"/>
                  <a:gd name="T7" fmla="*/ 8611 h 240"/>
                  <a:gd name="T8" fmla="+- 0 851 814"/>
                  <a:gd name="T9" fmla="*/ T8 w 216"/>
                  <a:gd name="T10" fmla="+- 0 8615 8435"/>
                  <a:gd name="T11" fmla="*/ 8615 h 240"/>
                  <a:gd name="T12" fmla="+- 0 861 814"/>
                  <a:gd name="T13" fmla="*/ T12 w 216"/>
                  <a:gd name="T14" fmla="+- 0 8623 8435"/>
                  <a:gd name="T15" fmla="*/ 8623 h 240"/>
                  <a:gd name="T16" fmla="+- 0 863 814"/>
                  <a:gd name="T17" fmla="*/ T16 w 216"/>
                  <a:gd name="T18" fmla="+- 0 8627 8435"/>
                  <a:gd name="T19" fmla="*/ 8627 h 240"/>
                  <a:gd name="T20" fmla="+- 0 864 814"/>
                  <a:gd name="T21" fmla="*/ T20 w 216"/>
                  <a:gd name="T22" fmla="+- 0 8635 8435"/>
                  <a:gd name="T23" fmla="*/ 8635 h 240"/>
                  <a:gd name="T24" fmla="+- 0 863 814"/>
                  <a:gd name="T25" fmla="*/ T24 w 216"/>
                  <a:gd name="T26" fmla="+- 0 8639 8435"/>
                  <a:gd name="T27" fmla="*/ 8639 h 240"/>
                  <a:gd name="T28" fmla="+- 0 859 814"/>
                  <a:gd name="T29" fmla="*/ T28 w 216"/>
                  <a:gd name="T30" fmla="+- 0 8643 8435"/>
                  <a:gd name="T31" fmla="*/ 8643 h 240"/>
                  <a:gd name="T32" fmla="+- 0 863 814"/>
                  <a:gd name="T33" fmla="*/ T32 w 216"/>
                  <a:gd name="T34" fmla="+- 0 8643 8435"/>
                  <a:gd name="T35" fmla="*/ 8643 h 240"/>
                  <a:gd name="T36" fmla="+- 0 867 814"/>
                  <a:gd name="T37" fmla="*/ T36 w 216"/>
                  <a:gd name="T38" fmla="+- 0 8639 8435"/>
                  <a:gd name="T39" fmla="*/ 8639 h 240"/>
                  <a:gd name="T40" fmla="+- 0 869 814"/>
                  <a:gd name="T41" fmla="*/ T40 w 216"/>
                  <a:gd name="T42" fmla="+- 0 8633 8435"/>
                  <a:gd name="T43" fmla="*/ 8633 h 240"/>
                  <a:gd name="T44" fmla="+- 0 868 814"/>
                  <a:gd name="T45" fmla="*/ T44 w 216"/>
                  <a:gd name="T46" fmla="+- 0 8629 8435"/>
                  <a:gd name="T47" fmla="*/ 8629 h 240"/>
                  <a:gd name="T48" fmla="+- 0 868 814"/>
                  <a:gd name="T49" fmla="*/ T48 w 216"/>
                  <a:gd name="T50" fmla="+- 0 8621 8435"/>
                  <a:gd name="T51" fmla="*/ 8621 h 240"/>
                  <a:gd name="T52" fmla="+- 0 865 814"/>
                  <a:gd name="T53" fmla="*/ T52 w 216"/>
                  <a:gd name="T54" fmla="+- 0 8615 8435"/>
                  <a:gd name="T55" fmla="*/ 8615 h 240"/>
                  <a:gd name="T56" fmla="+- 0 861 814"/>
                  <a:gd name="T57" fmla="*/ T56 w 216"/>
                  <a:gd name="T58" fmla="+- 0 8611 8435"/>
                  <a:gd name="T59" fmla="*/ 8611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216" h="240">
                    <a:moveTo>
                      <a:pt x="47" y="176"/>
                    </a:moveTo>
                    <a:lnTo>
                      <a:pt x="32" y="176"/>
                    </a:lnTo>
                    <a:lnTo>
                      <a:pt x="37" y="180"/>
                    </a:lnTo>
                    <a:lnTo>
                      <a:pt x="47" y="188"/>
                    </a:lnTo>
                    <a:lnTo>
                      <a:pt x="49" y="192"/>
                    </a:lnTo>
                    <a:lnTo>
                      <a:pt x="50" y="200"/>
                    </a:lnTo>
                    <a:lnTo>
                      <a:pt x="49" y="204"/>
                    </a:lnTo>
                    <a:lnTo>
                      <a:pt x="45" y="208"/>
                    </a:lnTo>
                    <a:lnTo>
                      <a:pt x="49" y="208"/>
                    </a:lnTo>
                    <a:lnTo>
                      <a:pt x="53" y="204"/>
                    </a:lnTo>
                    <a:lnTo>
                      <a:pt x="55" y="198"/>
                    </a:lnTo>
                    <a:lnTo>
                      <a:pt x="54" y="194"/>
                    </a:lnTo>
                    <a:lnTo>
                      <a:pt x="54" y="186"/>
                    </a:lnTo>
                    <a:lnTo>
                      <a:pt x="51" y="180"/>
                    </a:lnTo>
                    <a:lnTo>
                      <a:pt x="47"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2" name="Freeform 5964">
                <a:extLst>
                  <a:ext uri="{FF2B5EF4-FFF2-40B4-BE49-F238E27FC236}">
                    <a16:creationId xmlns:a16="http://schemas.microsoft.com/office/drawing/2014/main" id="{C86A5DC1-9189-D0A6-8D7A-2013EE9CF781}"/>
                  </a:ext>
                </a:extLst>
              </p:cNvPr>
              <p:cNvSpPr>
                <a:spLocks/>
              </p:cNvSpPr>
              <p:nvPr/>
            </p:nvSpPr>
            <p:spPr bwMode="auto">
              <a:xfrm>
                <a:off x="814" y="8435"/>
                <a:ext cx="216" cy="240"/>
              </a:xfrm>
              <a:custGeom>
                <a:avLst/>
                <a:gdLst>
                  <a:gd name="T0" fmla="+- 0 821 814"/>
                  <a:gd name="T1" fmla="*/ T0 w 216"/>
                  <a:gd name="T2" fmla="+- 0 8617 8435"/>
                  <a:gd name="T3" fmla="*/ 8617 h 240"/>
                  <a:gd name="T4" fmla="+- 0 820 814"/>
                  <a:gd name="T5" fmla="*/ T4 w 216"/>
                  <a:gd name="T6" fmla="+- 0 8617 8435"/>
                  <a:gd name="T7" fmla="*/ 8617 h 240"/>
                  <a:gd name="T8" fmla="+- 0 814 814"/>
                  <a:gd name="T9" fmla="*/ T8 w 216"/>
                  <a:gd name="T10" fmla="+- 0 8631 8435"/>
                  <a:gd name="T11" fmla="*/ 8631 h 240"/>
                  <a:gd name="T12" fmla="+- 0 815 814"/>
                  <a:gd name="T13" fmla="*/ T12 w 216"/>
                  <a:gd name="T14" fmla="+- 0 8633 8435"/>
                  <a:gd name="T15" fmla="*/ 8633 h 240"/>
                  <a:gd name="T16" fmla="+- 0 817 814"/>
                  <a:gd name="T17" fmla="*/ T16 w 216"/>
                  <a:gd name="T18" fmla="+- 0 8629 8435"/>
                  <a:gd name="T19" fmla="*/ 8629 h 240"/>
                  <a:gd name="T20" fmla="+- 0 834 814"/>
                  <a:gd name="T21" fmla="*/ T20 w 216"/>
                  <a:gd name="T22" fmla="+- 0 8629 8435"/>
                  <a:gd name="T23" fmla="*/ 8629 h 240"/>
                  <a:gd name="T24" fmla="+- 0 831 814"/>
                  <a:gd name="T25" fmla="*/ T24 w 216"/>
                  <a:gd name="T26" fmla="+- 0 8625 8435"/>
                  <a:gd name="T27" fmla="*/ 8625 h 240"/>
                  <a:gd name="T28" fmla="+- 0 831 814"/>
                  <a:gd name="T29" fmla="*/ T28 w 216"/>
                  <a:gd name="T30" fmla="+- 0 8623 8435"/>
                  <a:gd name="T31" fmla="*/ 8623 h 240"/>
                  <a:gd name="T32" fmla="+- 0 829 814"/>
                  <a:gd name="T33" fmla="*/ T32 w 216"/>
                  <a:gd name="T34" fmla="+- 0 8623 8435"/>
                  <a:gd name="T35" fmla="*/ 8623 h 240"/>
                  <a:gd name="T36" fmla="+- 0 821 814"/>
                  <a:gd name="T37" fmla="*/ T36 w 216"/>
                  <a:gd name="T38" fmla="+- 0 8617 8435"/>
                  <a:gd name="T39" fmla="*/ 8617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216" h="240">
                    <a:moveTo>
                      <a:pt x="7" y="182"/>
                    </a:moveTo>
                    <a:lnTo>
                      <a:pt x="6" y="182"/>
                    </a:lnTo>
                    <a:lnTo>
                      <a:pt x="0" y="196"/>
                    </a:lnTo>
                    <a:lnTo>
                      <a:pt x="1" y="198"/>
                    </a:lnTo>
                    <a:lnTo>
                      <a:pt x="3" y="194"/>
                    </a:lnTo>
                    <a:lnTo>
                      <a:pt x="20" y="194"/>
                    </a:lnTo>
                    <a:lnTo>
                      <a:pt x="17" y="190"/>
                    </a:lnTo>
                    <a:lnTo>
                      <a:pt x="17" y="188"/>
                    </a:lnTo>
                    <a:lnTo>
                      <a:pt x="15" y="188"/>
                    </a:lnTo>
                    <a:lnTo>
                      <a:pt x="7" y="1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3" name="Freeform 5965">
                <a:extLst>
                  <a:ext uri="{FF2B5EF4-FFF2-40B4-BE49-F238E27FC236}">
                    <a16:creationId xmlns:a16="http://schemas.microsoft.com/office/drawing/2014/main" id="{32B30566-B84D-29A2-481B-EFE239FE9FD5}"/>
                  </a:ext>
                </a:extLst>
              </p:cNvPr>
              <p:cNvSpPr>
                <a:spLocks/>
              </p:cNvSpPr>
              <p:nvPr/>
            </p:nvSpPr>
            <p:spPr bwMode="auto">
              <a:xfrm>
                <a:off x="814" y="8435"/>
                <a:ext cx="216" cy="240"/>
              </a:xfrm>
              <a:custGeom>
                <a:avLst/>
                <a:gdLst>
                  <a:gd name="T0" fmla="+- 0 849 814"/>
                  <a:gd name="T1" fmla="*/ T0 w 216"/>
                  <a:gd name="T2" fmla="+- 0 8601 8435"/>
                  <a:gd name="T3" fmla="*/ 8601 h 240"/>
                  <a:gd name="T4" fmla="+- 0 838 814"/>
                  <a:gd name="T5" fmla="*/ T4 w 216"/>
                  <a:gd name="T6" fmla="+- 0 8601 8435"/>
                  <a:gd name="T7" fmla="*/ 8601 h 240"/>
                  <a:gd name="T8" fmla="+- 0 835 814"/>
                  <a:gd name="T9" fmla="*/ T8 w 216"/>
                  <a:gd name="T10" fmla="+- 0 8603 8435"/>
                  <a:gd name="T11" fmla="*/ 8603 h 240"/>
                  <a:gd name="T12" fmla="+- 0 829 814"/>
                  <a:gd name="T13" fmla="*/ T12 w 216"/>
                  <a:gd name="T14" fmla="+- 0 8607 8435"/>
                  <a:gd name="T15" fmla="*/ 8607 h 240"/>
                  <a:gd name="T16" fmla="+- 0 828 814"/>
                  <a:gd name="T17" fmla="*/ T16 w 216"/>
                  <a:gd name="T18" fmla="+- 0 8609 8435"/>
                  <a:gd name="T19" fmla="*/ 8609 h 240"/>
                  <a:gd name="T20" fmla="+- 0 827 814"/>
                  <a:gd name="T21" fmla="*/ T20 w 216"/>
                  <a:gd name="T22" fmla="+- 0 8615 8435"/>
                  <a:gd name="T23" fmla="*/ 8615 h 240"/>
                  <a:gd name="T24" fmla="+- 0 827 814"/>
                  <a:gd name="T25" fmla="*/ T24 w 216"/>
                  <a:gd name="T26" fmla="+- 0 8619 8435"/>
                  <a:gd name="T27" fmla="*/ 8619 h 240"/>
                  <a:gd name="T28" fmla="+- 0 829 814"/>
                  <a:gd name="T29" fmla="*/ T28 w 216"/>
                  <a:gd name="T30" fmla="+- 0 8623 8435"/>
                  <a:gd name="T31" fmla="*/ 8623 h 240"/>
                  <a:gd name="T32" fmla="+- 0 831 814"/>
                  <a:gd name="T33" fmla="*/ T32 w 216"/>
                  <a:gd name="T34" fmla="+- 0 8623 8435"/>
                  <a:gd name="T35" fmla="*/ 8623 h 240"/>
                  <a:gd name="T36" fmla="+- 0 831 814"/>
                  <a:gd name="T37" fmla="*/ T36 w 216"/>
                  <a:gd name="T38" fmla="+- 0 8619 8435"/>
                  <a:gd name="T39" fmla="*/ 8619 h 240"/>
                  <a:gd name="T40" fmla="+- 0 831 814"/>
                  <a:gd name="T41" fmla="*/ T40 w 216"/>
                  <a:gd name="T42" fmla="+- 0 8617 8435"/>
                  <a:gd name="T43" fmla="*/ 8617 h 240"/>
                  <a:gd name="T44" fmla="+- 0 834 814"/>
                  <a:gd name="T45" fmla="*/ T44 w 216"/>
                  <a:gd name="T46" fmla="+- 0 8613 8435"/>
                  <a:gd name="T47" fmla="*/ 8613 h 240"/>
                  <a:gd name="T48" fmla="+- 0 836 814"/>
                  <a:gd name="T49" fmla="*/ T48 w 216"/>
                  <a:gd name="T50" fmla="+- 0 8611 8435"/>
                  <a:gd name="T51" fmla="*/ 8611 h 240"/>
                  <a:gd name="T52" fmla="+- 0 861 814"/>
                  <a:gd name="T53" fmla="*/ T52 w 216"/>
                  <a:gd name="T54" fmla="+- 0 8611 8435"/>
                  <a:gd name="T55" fmla="*/ 8611 h 240"/>
                  <a:gd name="T56" fmla="+- 0 854 814"/>
                  <a:gd name="T57" fmla="*/ T56 w 216"/>
                  <a:gd name="T58" fmla="+- 0 8605 8435"/>
                  <a:gd name="T59" fmla="*/ 8605 h 240"/>
                  <a:gd name="T60" fmla="+- 0 849 814"/>
                  <a:gd name="T61" fmla="*/ T60 w 216"/>
                  <a:gd name="T62" fmla="+- 0 8601 8435"/>
                  <a:gd name="T63" fmla="*/ 8601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6" h="240">
                    <a:moveTo>
                      <a:pt x="35" y="166"/>
                    </a:moveTo>
                    <a:lnTo>
                      <a:pt x="24" y="166"/>
                    </a:lnTo>
                    <a:lnTo>
                      <a:pt x="21" y="168"/>
                    </a:lnTo>
                    <a:lnTo>
                      <a:pt x="15" y="172"/>
                    </a:lnTo>
                    <a:lnTo>
                      <a:pt x="14" y="174"/>
                    </a:lnTo>
                    <a:lnTo>
                      <a:pt x="13" y="180"/>
                    </a:lnTo>
                    <a:lnTo>
                      <a:pt x="13" y="184"/>
                    </a:lnTo>
                    <a:lnTo>
                      <a:pt x="15" y="188"/>
                    </a:lnTo>
                    <a:lnTo>
                      <a:pt x="17" y="188"/>
                    </a:lnTo>
                    <a:lnTo>
                      <a:pt x="17" y="184"/>
                    </a:lnTo>
                    <a:lnTo>
                      <a:pt x="17" y="182"/>
                    </a:lnTo>
                    <a:lnTo>
                      <a:pt x="20" y="178"/>
                    </a:lnTo>
                    <a:lnTo>
                      <a:pt x="22" y="176"/>
                    </a:lnTo>
                    <a:lnTo>
                      <a:pt x="47" y="176"/>
                    </a:lnTo>
                    <a:lnTo>
                      <a:pt x="40" y="170"/>
                    </a:lnTo>
                    <a:lnTo>
                      <a:pt x="35" y="1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4" name="Freeform 5966">
                <a:extLst>
                  <a:ext uri="{FF2B5EF4-FFF2-40B4-BE49-F238E27FC236}">
                    <a16:creationId xmlns:a16="http://schemas.microsoft.com/office/drawing/2014/main" id="{67F381DD-6149-BB42-4B93-D9EC643900C0}"/>
                  </a:ext>
                </a:extLst>
              </p:cNvPr>
              <p:cNvSpPr>
                <a:spLocks/>
              </p:cNvSpPr>
              <p:nvPr/>
            </p:nvSpPr>
            <p:spPr bwMode="auto">
              <a:xfrm>
                <a:off x="814" y="8435"/>
                <a:ext cx="216" cy="240"/>
              </a:xfrm>
              <a:custGeom>
                <a:avLst/>
                <a:gdLst>
                  <a:gd name="T0" fmla="+- 0 889 814"/>
                  <a:gd name="T1" fmla="*/ T0 w 216"/>
                  <a:gd name="T2" fmla="+- 0 8565 8435"/>
                  <a:gd name="T3" fmla="*/ 8565 h 240"/>
                  <a:gd name="T4" fmla="+- 0 876 814"/>
                  <a:gd name="T5" fmla="*/ T4 w 216"/>
                  <a:gd name="T6" fmla="+- 0 8565 8435"/>
                  <a:gd name="T7" fmla="*/ 8565 h 240"/>
                  <a:gd name="T8" fmla="+- 0 871 814"/>
                  <a:gd name="T9" fmla="*/ T8 w 216"/>
                  <a:gd name="T10" fmla="+- 0 8567 8435"/>
                  <a:gd name="T11" fmla="*/ 8567 h 240"/>
                  <a:gd name="T12" fmla="+- 0 863 814"/>
                  <a:gd name="T13" fmla="*/ T12 w 216"/>
                  <a:gd name="T14" fmla="+- 0 8573 8435"/>
                  <a:gd name="T15" fmla="*/ 8573 h 240"/>
                  <a:gd name="T16" fmla="+- 0 861 814"/>
                  <a:gd name="T17" fmla="*/ T16 w 216"/>
                  <a:gd name="T18" fmla="+- 0 8577 8435"/>
                  <a:gd name="T19" fmla="*/ 8577 h 240"/>
                  <a:gd name="T20" fmla="+- 0 859 814"/>
                  <a:gd name="T21" fmla="*/ T20 w 216"/>
                  <a:gd name="T22" fmla="+- 0 8585 8435"/>
                  <a:gd name="T23" fmla="*/ 8585 h 240"/>
                  <a:gd name="T24" fmla="+- 0 859 814"/>
                  <a:gd name="T25" fmla="*/ T24 w 216"/>
                  <a:gd name="T26" fmla="+- 0 8589 8435"/>
                  <a:gd name="T27" fmla="*/ 8589 h 240"/>
                  <a:gd name="T28" fmla="+- 0 889 814"/>
                  <a:gd name="T29" fmla="*/ T28 w 216"/>
                  <a:gd name="T30" fmla="+- 0 8613 8435"/>
                  <a:gd name="T31" fmla="*/ 8613 h 240"/>
                  <a:gd name="T32" fmla="+- 0 895 814"/>
                  <a:gd name="T33" fmla="*/ T32 w 216"/>
                  <a:gd name="T34" fmla="+- 0 8611 8435"/>
                  <a:gd name="T35" fmla="*/ 8611 h 240"/>
                  <a:gd name="T36" fmla="+- 0 900 814"/>
                  <a:gd name="T37" fmla="*/ T36 w 216"/>
                  <a:gd name="T38" fmla="+- 0 8605 8435"/>
                  <a:gd name="T39" fmla="*/ 8605 h 240"/>
                  <a:gd name="T40" fmla="+- 0 891 814"/>
                  <a:gd name="T41" fmla="*/ T40 w 216"/>
                  <a:gd name="T42" fmla="+- 0 8605 8435"/>
                  <a:gd name="T43" fmla="*/ 8605 h 240"/>
                  <a:gd name="T44" fmla="+- 0 881 814"/>
                  <a:gd name="T45" fmla="*/ T44 w 216"/>
                  <a:gd name="T46" fmla="+- 0 8603 8435"/>
                  <a:gd name="T47" fmla="*/ 8603 h 240"/>
                  <a:gd name="T48" fmla="+- 0 876 814"/>
                  <a:gd name="T49" fmla="*/ T48 w 216"/>
                  <a:gd name="T50" fmla="+- 0 8599 8435"/>
                  <a:gd name="T51" fmla="*/ 8599 h 240"/>
                  <a:gd name="T52" fmla="+- 0 868 814"/>
                  <a:gd name="T53" fmla="*/ T52 w 216"/>
                  <a:gd name="T54" fmla="+- 0 8591 8435"/>
                  <a:gd name="T55" fmla="*/ 8591 h 240"/>
                  <a:gd name="T56" fmla="+- 0 866 814"/>
                  <a:gd name="T57" fmla="*/ T56 w 216"/>
                  <a:gd name="T58" fmla="+- 0 8589 8435"/>
                  <a:gd name="T59" fmla="*/ 8589 h 240"/>
                  <a:gd name="T60" fmla="+- 0 864 814"/>
                  <a:gd name="T61" fmla="*/ T60 w 216"/>
                  <a:gd name="T62" fmla="+- 0 8583 8435"/>
                  <a:gd name="T63" fmla="*/ 8583 h 240"/>
                  <a:gd name="T64" fmla="+- 0 864 814"/>
                  <a:gd name="T65" fmla="*/ T64 w 216"/>
                  <a:gd name="T66" fmla="+- 0 8581 8435"/>
                  <a:gd name="T67" fmla="*/ 8581 h 240"/>
                  <a:gd name="T68" fmla="+- 0 865 814"/>
                  <a:gd name="T69" fmla="*/ T68 w 216"/>
                  <a:gd name="T70" fmla="+- 0 8577 8435"/>
                  <a:gd name="T71" fmla="*/ 8577 h 240"/>
                  <a:gd name="T72" fmla="+- 0 866 814"/>
                  <a:gd name="T73" fmla="*/ T72 w 216"/>
                  <a:gd name="T74" fmla="+- 0 8575 8435"/>
                  <a:gd name="T75" fmla="*/ 8575 h 240"/>
                  <a:gd name="T76" fmla="+- 0 869 814"/>
                  <a:gd name="T77" fmla="*/ T76 w 216"/>
                  <a:gd name="T78" fmla="+- 0 8573 8435"/>
                  <a:gd name="T79" fmla="*/ 8573 h 240"/>
                  <a:gd name="T80" fmla="+- 0 873 814"/>
                  <a:gd name="T81" fmla="*/ T80 w 216"/>
                  <a:gd name="T82" fmla="+- 0 8571 8435"/>
                  <a:gd name="T83" fmla="*/ 8571 h 240"/>
                  <a:gd name="T84" fmla="+- 0 896 814"/>
                  <a:gd name="T85" fmla="*/ T84 w 216"/>
                  <a:gd name="T86" fmla="+- 0 8571 8435"/>
                  <a:gd name="T87" fmla="*/ 8571 h 240"/>
                  <a:gd name="T88" fmla="+- 0 894 814"/>
                  <a:gd name="T89" fmla="*/ T88 w 216"/>
                  <a:gd name="T90" fmla="+- 0 8569 8435"/>
                  <a:gd name="T91" fmla="*/ 8569 h 240"/>
                  <a:gd name="T92" fmla="+- 0 889 814"/>
                  <a:gd name="T93" fmla="*/ T92 w 216"/>
                  <a:gd name="T94" fmla="+- 0 8565 8435"/>
                  <a:gd name="T95" fmla="*/ 8565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216" h="240">
                    <a:moveTo>
                      <a:pt x="75" y="130"/>
                    </a:moveTo>
                    <a:lnTo>
                      <a:pt x="62" y="130"/>
                    </a:lnTo>
                    <a:lnTo>
                      <a:pt x="57" y="132"/>
                    </a:lnTo>
                    <a:lnTo>
                      <a:pt x="49" y="138"/>
                    </a:lnTo>
                    <a:lnTo>
                      <a:pt x="47" y="142"/>
                    </a:lnTo>
                    <a:lnTo>
                      <a:pt x="45" y="150"/>
                    </a:lnTo>
                    <a:lnTo>
                      <a:pt x="45" y="154"/>
                    </a:lnTo>
                    <a:lnTo>
                      <a:pt x="75" y="178"/>
                    </a:lnTo>
                    <a:lnTo>
                      <a:pt x="81" y="176"/>
                    </a:lnTo>
                    <a:lnTo>
                      <a:pt x="86" y="170"/>
                    </a:lnTo>
                    <a:lnTo>
                      <a:pt x="77" y="170"/>
                    </a:lnTo>
                    <a:lnTo>
                      <a:pt x="67" y="168"/>
                    </a:lnTo>
                    <a:lnTo>
                      <a:pt x="62" y="164"/>
                    </a:lnTo>
                    <a:lnTo>
                      <a:pt x="54" y="156"/>
                    </a:lnTo>
                    <a:lnTo>
                      <a:pt x="52" y="154"/>
                    </a:lnTo>
                    <a:lnTo>
                      <a:pt x="50" y="148"/>
                    </a:lnTo>
                    <a:lnTo>
                      <a:pt x="50" y="146"/>
                    </a:lnTo>
                    <a:lnTo>
                      <a:pt x="51" y="142"/>
                    </a:lnTo>
                    <a:lnTo>
                      <a:pt x="52" y="140"/>
                    </a:lnTo>
                    <a:lnTo>
                      <a:pt x="55" y="138"/>
                    </a:lnTo>
                    <a:lnTo>
                      <a:pt x="59" y="136"/>
                    </a:lnTo>
                    <a:lnTo>
                      <a:pt x="82" y="136"/>
                    </a:lnTo>
                    <a:lnTo>
                      <a:pt x="80" y="134"/>
                    </a:lnTo>
                    <a:lnTo>
                      <a:pt x="75" y="1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5" name="Freeform 5967">
                <a:extLst>
                  <a:ext uri="{FF2B5EF4-FFF2-40B4-BE49-F238E27FC236}">
                    <a16:creationId xmlns:a16="http://schemas.microsoft.com/office/drawing/2014/main" id="{5201A9F5-3BB5-7CED-E22A-D2E2A9F865AF}"/>
                  </a:ext>
                </a:extLst>
              </p:cNvPr>
              <p:cNvSpPr>
                <a:spLocks/>
              </p:cNvSpPr>
              <p:nvPr/>
            </p:nvSpPr>
            <p:spPr bwMode="auto">
              <a:xfrm>
                <a:off x="814" y="8435"/>
                <a:ext cx="216" cy="240"/>
              </a:xfrm>
              <a:custGeom>
                <a:avLst/>
                <a:gdLst>
                  <a:gd name="T0" fmla="+- 0 896 814"/>
                  <a:gd name="T1" fmla="*/ T0 w 216"/>
                  <a:gd name="T2" fmla="+- 0 8571 8435"/>
                  <a:gd name="T3" fmla="*/ 8571 h 240"/>
                  <a:gd name="T4" fmla="+- 0 877 814"/>
                  <a:gd name="T5" fmla="*/ T4 w 216"/>
                  <a:gd name="T6" fmla="+- 0 8571 8435"/>
                  <a:gd name="T7" fmla="*/ 8571 h 240"/>
                  <a:gd name="T8" fmla="+- 0 888 814"/>
                  <a:gd name="T9" fmla="*/ T8 w 216"/>
                  <a:gd name="T10" fmla="+- 0 8575 8435"/>
                  <a:gd name="T11" fmla="*/ 8575 h 240"/>
                  <a:gd name="T12" fmla="+- 0 898 814"/>
                  <a:gd name="T13" fmla="*/ T12 w 216"/>
                  <a:gd name="T14" fmla="+- 0 8587 8435"/>
                  <a:gd name="T15" fmla="*/ 8587 h 240"/>
                  <a:gd name="T16" fmla="+- 0 901 814"/>
                  <a:gd name="T17" fmla="*/ T16 w 216"/>
                  <a:gd name="T18" fmla="+- 0 8591 8435"/>
                  <a:gd name="T19" fmla="*/ 8591 h 240"/>
                  <a:gd name="T20" fmla="+- 0 902 814"/>
                  <a:gd name="T21" fmla="*/ T20 w 216"/>
                  <a:gd name="T22" fmla="+- 0 8597 8435"/>
                  <a:gd name="T23" fmla="*/ 8597 h 240"/>
                  <a:gd name="T24" fmla="+- 0 901 814"/>
                  <a:gd name="T25" fmla="*/ T24 w 216"/>
                  <a:gd name="T26" fmla="+- 0 8599 8435"/>
                  <a:gd name="T27" fmla="*/ 8599 h 240"/>
                  <a:gd name="T28" fmla="+- 0 895 814"/>
                  <a:gd name="T29" fmla="*/ T28 w 216"/>
                  <a:gd name="T30" fmla="+- 0 8605 8435"/>
                  <a:gd name="T31" fmla="*/ 8605 h 240"/>
                  <a:gd name="T32" fmla="+- 0 900 814"/>
                  <a:gd name="T33" fmla="*/ T32 w 216"/>
                  <a:gd name="T34" fmla="+- 0 8605 8435"/>
                  <a:gd name="T35" fmla="*/ 8605 h 240"/>
                  <a:gd name="T36" fmla="+- 0 902 814"/>
                  <a:gd name="T37" fmla="*/ T36 w 216"/>
                  <a:gd name="T38" fmla="+- 0 8603 8435"/>
                  <a:gd name="T39" fmla="*/ 8603 h 240"/>
                  <a:gd name="T40" fmla="+- 0 904 814"/>
                  <a:gd name="T41" fmla="*/ T40 w 216"/>
                  <a:gd name="T42" fmla="+- 0 8599 8435"/>
                  <a:gd name="T43" fmla="*/ 8599 h 240"/>
                  <a:gd name="T44" fmla="+- 0 906 814"/>
                  <a:gd name="T45" fmla="*/ T44 w 216"/>
                  <a:gd name="T46" fmla="+- 0 8591 8435"/>
                  <a:gd name="T47" fmla="*/ 8591 h 240"/>
                  <a:gd name="T48" fmla="+- 0 906 814"/>
                  <a:gd name="T49" fmla="*/ T48 w 216"/>
                  <a:gd name="T50" fmla="+- 0 8587 8435"/>
                  <a:gd name="T51" fmla="*/ 8587 h 240"/>
                  <a:gd name="T52" fmla="+- 0 903 814"/>
                  <a:gd name="T53" fmla="*/ T52 w 216"/>
                  <a:gd name="T54" fmla="+- 0 8579 8435"/>
                  <a:gd name="T55" fmla="*/ 8579 h 240"/>
                  <a:gd name="T56" fmla="+- 0 901 814"/>
                  <a:gd name="T57" fmla="*/ T56 w 216"/>
                  <a:gd name="T58" fmla="+- 0 8575 8435"/>
                  <a:gd name="T59" fmla="*/ 8575 h 240"/>
                  <a:gd name="T60" fmla="+- 0 898 814"/>
                  <a:gd name="T61" fmla="*/ T60 w 216"/>
                  <a:gd name="T62" fmla="+- 0 8573 8435"/>
                  <a:gd name="T63" fmla="*/ 8573 h 240"/>
                  <a:gd name="T64" fmla="+- 0 896 814"/>
                  <a:gd name="T65" fmla="*/ T64 w 216"/>
                  <a:gd name="T66" fmla="+- 0 8571 8435"/>
                  <a:gd name="T67" fmla="*/ 8571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216" h="240">
                    <a:moveTo>
                      <a:pt x="82" y="136"/>
                    </a:moveTo>
                    <a:lnTo>
                      <a:pt x="63" y="136"/>
                    </a:lnTo>
                    <a:lnTo>
                      <a:pt x="74" y="140"/>
                    </a:lnTo>
                    <a:lnTo>
                      <a:pt x="84" y="152"/>
                    </a:lnTo>
                    <a:lnTo>
                      <a:pt x="87" y="156"/>
                    </a:lnTo>
                    <a:lnTo>
                      <a:pt x="88" y="162"/>
                    </a:lnTo>
                    <a:lnTo>
                      <a:pt x="87" y="164"/>
                    </a:lnTo>
                    <a:lnTo>
                      <a:pt x="81" y="170"/>
                    </a:lnTo>
                    <a:lnTo>
                      <a:pt x="86" y="170"/>
                    </a:lnTo>
                    <a:lnTo>
                      <a:pt x="88" y="168"/>
                    </a:lnTo>
                    <a:lnTo>
                      <a:pt x="90" y="164"/>
                    </a:lnTo>
                    <a:lnTo>
                      <a:pt x="92" y="156"/>
                    </a:lnTo>
                    <a:lnTo>
                      <a:pt x="92" y="152"/>
                    </a:lnTo>
                    <a:lnTo>
                      <a:pt x="89" y="144"/>
                    </a:lnTo>
                    <a:lnTo>
                      <a:pt x="87" y="140"/>
                    </a:lnTo>
                    <a:lnTo>
                      <a:pt x="84" y="138"/>
                    </a:lnTo>
                    <a:lnTo>
                      <a:pt x="82" y="1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6" name="Freeform 5968">
                <a:extLst>
                  <a:ext uri="{FF2B5EF4-FFF2-40B4-BE49-F238E27FC236}">
                    <a16:creationId xmlns:a16="http://schemas.microsoft.com/office/drawing/2014/main" id="{C5399AF7-C304-01A6-2C91-63008B586537}"/>
                  </a:ext>
                </a:extLst>
              </p:cNvPr>
              <p:cNvSpPr>
                <a:spLocks/>
              </p:cNvSpPr>
              <p:nvPr/>
            </p:nvSpPr>
            <p:spPr bwMode="auto">
              <a:xfrm>
                <a:off x="814" y="8435"/>
                <a:ext cx="216" cy="240"/>
              </a:xfrm>
              <a:custGeom>
                <a:avLst/>
                <a:gdLst>
                  <a:gd name="T0" fmla="+- 0 914 814"/>
                  <a:gd name="T1" fmla="*/ T0 w 216"/>
                  <a:gd name="T2" fmla="+- 0 8531 8435"/>
                  <a:gd name="T3" fmla="*/ 8531 h 240"/>
                  <a:gd name="T4" fmla="+- 0 906 814"/>
                  <a:gd name="T5" fmla="*/ T4 w 216"/>
                  <a:gd name="T6" fmla="+- 0 8533 8435"/>
                  <a:gd name="T7" fmla="*/ 8533 h 240"/>
                  <a:gd name="T8" fmla="+- 0 903 814"/>
                  <a:gd name="T9" fmla="*/ T8 w 216"/>
                  <a:gd name="T10" fmla="+- 0 8535 8435"/>
                  <a:gd name="T11" fmla="*/ 8535 h 240"/>
                  <a:gd name="T12" fmla="+- 0 895 814"/>
                  <a:gd name="T13" fmla="*/ T12 w 216"/>
                  <a:gd name="T14" fmla="+- 0 8541 8435"/>
                  <a:gd name="T15" fmla="*/ 8541 h 240"/>
                  <a:gd name="T16" fmla="+- 0 893 814"/>
                  <a:gd name="T17" fmla="*/ T16 w 216"/>
                  <a:gd name="T18" fmla="+- 0 8547 8435"/>
                  <a:gd name="T19" fmla="*/ 8547 h 240"/>
                  <a:gd name="T20" fmla="+- 0 894 814"/>
                  <a:gd name="T21" fmla="*/ T20 w 216"/>
                  <a:gd name="T22" fmla="+- 0 8559 8435"/>
                  <a:gd name="T23" fmla="*/ 8559 h 240"/>
                  <a:gd name="T24" fmla="+- 0 896 814"/>
                  <a:gd name="T25" fmla="*/ T24 w 216"/>
                  <a:gd name="T26" fmla="+- 0 8565 8435"/>
                  <a:gd name="T27" fmla="*/ 8565 h 240"/>
                  <a:gd name="T28" fmla="+- 0 907 814"/>
                  <a:gd name="T29" fmla="*/ T28 w 216"/>
                  <a:gd name="T30" fmla="+- 0 8575 8435"/>
                  <a:gd name="T31" fmla="*/ 8575 h 240"/>
                  <a:gd name="T32" fmla="+- 0 912 814"/>
                  <a:gd name="T33" fmla="*/ T32 w 216"/>
                  <a:gd name="T34" fmla="+- 0 8577 8435"/>
                  <a:gd name="T35" fmla="*/ 8577 h 240"/>
                  <a:gd name="T36" fmla="+- 0 924 814"/>
                  <a:gd name="T37" fmla="*/ T36 w 216"/>
                  <a:gd name="T38" fmla="+- 0 8579 8435"/>
                  <a:gd name="T39" fmla="*/ 8579 h 240"/>
                  <a:gd name="T40" fmla="+- 0 928 814"/>
                  <a:gd name="T41" fmla="*/ T40 w 216"/>
                  <a:gd name="T42" fmla="+- 0 8577 8435"/>
                  <a:gd name="T43" fmla="*/ 8577 h 240"/>
                  <a:gd name="T44" fmla="+- 0 935 814"/>
                  <a:gd name="T45" fmla="*/ T44 w 216"/>
                  <a:gd name="T46" fmla="+- 0 8571 8435"/>
                  <a:gd name="T47" fmla="*/ 8571 h 240"/>
                  <a:gd name="T48" fmla="+- 0 936 814"/>
                  <a:gd name="T49" fmla="*/ T48 w 216"/>
                  <a:gd name="T50" fmla="+- 0 8569 8435"/>
                  <a:gd name="T51" fmla="*/ 8569 h 240"/>
                  <a:gd name="T52" fmla="+- 0 922 814"/>
                  <a:gd name="T53" fmla="*/ T52 w 216"/>
                  <a:gd name="T54" fmla="+- 0 8569 8435"/>
                  <a:gd name="T55" fmla="*/ 8569 h 240"/>
                  <a:gd name="T56" fmla="+- 0 912 814"/>
                  <a:gd name="T57" fmla="*/ T56 w 216"/>
                  <a:gd name="T58" fmla="+- 0 8567 8435"/>
                  <a:gd name="T59" fmla="*/ 8567 h 240"/>
                  <a:gd name="T60" fmla="+- 0 908 814"/>
                  <a:gd name="T61" fmla="*/ T60 w 216"/>
                  <a:gd name="T62" fmla="+- 0 8565 8435"/>
                  <a:gd name="T63" fmla="*/ 8565 h 240"/>
                  <a:gd name="T64" fmla="+- 0 900 814"/>
                  <a:gd name="T65" fmla="*/ T64 w 216"/>
                  <a:gd name="T66" fmla="+- 0 8557 8435"/>
                  <a:gd name="T67" fmla="*/ 8557 h 240"/>
                  <a:gd name="T68" fmla="+- 0 898 814"/>
                  <a:gd name="T69" fmla="*/ T68 w 216"/>
                  <a:gd name="T70" fmla="+- 0 8553 8435"/>
                  <a:gd name="T71" fmla="*/ 8553 h 240"/>
                  <a:gd name="T72" fmla="+- 0 897 814"/>
                  <a:gd name="T73" fmla="*/ T72 w 216"/>
                  <a:gd name="T74" fmla="+- 0 8545 8435"/>
                  <a:gd name="T75" fmla="*/ 8545 h 240"/>
                  <a:gd name="T76" fmla="+- 0 898 814"/>
                  <a:gd name="T77" fmla="*/ T76 w 216"/>
                  <a:gd name="T78" fmla="+- 0 8543 8435"/>
                  <a:gd name="T79" fmla="*/ 8543 h 240"/>
                  <a:gd name="T80" fmla="+- 0 901 814"/>
                  <a:gd name="T81" fmla="*/ T80 w 216"/>
                  <a:gd name="T82" fmla="+- 0 8541 8435"/>
                  <a:gd name="T83" fmla="*/ 8541 h 240"/>
                  <a:gd name="T84" fmla="+- 0 905 814"/>
                  <a:gd name="T85" fmla="*/ T84 w 216"/>
                  <a:gd name="T86" fmla="+- 0 8539 8435"/>
                  <a:gd name="T87" fmla="*/ 8539 h 240"/>
                  <a:gd name="T88" fmla="+- 0 919 814"/>
                  <a:gd name="T89" fmla="*/ T88 w 216"/>
                  <a:gd name="T90" fmla="+- 0 8539 8435"/>
                  <a:gd name="T91" fmla="*/ 8539 h 240"/>
                  <a:gd name="T92" fmla="+- 0 920 814"/>
                  <a:gd name="T93" fmla="*/ T92 w 216"/>
                  <a:gd name="T94" fmla="+- 0 8537 8435"/>
                  <a:gd name="T95" fmla="*/ 8537 h 240"/>
                  <a:gd name="T96" fmla="+- 0 918 814"/>
                  <a:gd name="T97" fmla="*/ T96 w 216"/>
                  <a:gd name="T98" fmla="+- 0 8535 8435"/>
                  <a:gd name="T99" fmla="*/ 8535 h 240"/>
                  <a:gd name="T100" fmla="+- 0 916 814"/>
                  <a:gd name="T101" fmla="*/ T100 w 216"/>
                  <a:gd name="T102" fmla="+- 0 8533 8435"/>
                  <a:gd name="T103" fmla="*/ 8533 h 240"/>
                  <a:gd name="T104" fmla="+- 0 914 814"/>
                  <a:gd name="T105" fmla="*/ T104 w 216"/>
                  <a:gd name="T106" fmla="+- 0 8531 8435"/>
                  <a:gd name="T107" fmla="*/ 8531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216" h="240">
                    <a:moveTo>
                      <a:pt x="100" y="96"/>
                    </a:moveTo>
                    <a:lnTo>
                      <a:pt x="92" y="98"/>
                    </a:lnTo>
                    <a:lnTo>
                      <a:pt x="89" y="100"/>
                    </a:lnTo>
                    <a:lnTo>
                      <a:pt x="81" y="106"/>
                    </a:lnTo>
                    <a:lnTo>
                      <a:pt x="79" y="112"/>
                    </a:lnTo>
                    <a:lnTo>
                      <a:pt x="80" y="124"/>
                    </a:lnTo>
                    <a:lnTo>
                      <a:pt x="82" y="130"/>
                    </a:lnTo>
                    <a:lnTo>
                      <a:pt x="93" y="140"/>
                    </a:lnTo>
                    <a:lnTo>
                      <a:pt x="98" y="142"/>
                    </a:lnTo>
                    <a:lnTo>
                      <a:pt x="110" y="144"/>
                    </a:lnTo>
                    <a:lnTo>
                      <a:pt x="114" y="142"/>
                    </a:lnTo>
                    <a:lnTo>
                      <a:pt x="121" y="136"/>
                    </a:lnTo>
                    <a:lnTo>
                      <a:pt x="122" y="134"/>
                    </a:lnTo>
                    <a:lnTo>
                      <a:pt x="108" y="134"/>
                    </a:lnTo>
                    <a:lnTo>
                      <a:pt x="98" y="132"/>
                    </a:lnTo>
                    <a:lnTo>
                      <a:pt x="94" y="130"/>
                    </a:lnTo>
                    <a:lnTo>
                      <a:pt x="86" y="122"/>
                    </a:lnTo>
                    <a:lnTo>
                      <a:pt x="84" y="118"/>
                    </a:lnTo>
                    <a:lnTo>
                      <a:pt x="83" y="110"/>
                    </a:lnTo>
                    <a:lnTo>
                      <a:pt x="84" y="108"/>
                    </a:lnTo>
                    <a:lnTo>
                      <a:pt x="87" y="106"/>
                    </a:lnTo>
                    <a:lnTo>
                      <a:pt x="91" y="104"/>
                    </a:lnTo>
                    <a:lnTo>
                      <a:pt x="105" y="104"/>
                    </a:lnTo>
                    <a:lnTo>
                      <a:pt x="106" y="102"/>
                    </a:lnTo>
                    <a:lnTo>
                      <a:pt x="104" y="100"/>
                    </a:lnTo>
                    <a:lnTo>
                      <a:pt x="102" y="98"/>
                    </a:lnTo>
                    <a:lnTo>
                      <a:pt x="100"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7" name="Freeform 5969">
                <a:extLst>
                  <a:ext uri="{FF2B5EF4-FFF2-40B4-BE49-F238E27FC236}">
                    <a16:creationId xmlns:a16="http://schemas.microsoft.com/office/drawing/2014/main" id="{FBA4B44A-2AFA-2E24-0799-B047B9848C9C}"/>
                  </a:ext>
                </a:extLst>
              </p:cNvPr>
              <p:cNvSpPr>
                <a:spLocks/>
              </p:cNvSpPr>
              <p:nvPr/>
            </p:nvSpPr>
            <p:spPr bwMode="auto">
              <a:xfrm>
                <a:off x="814" y="8435"/>
                <a:ext cx="216" cy="240"/>
              </a:xfrm>
              <a:custGeom>
                <a:avLst/>
                <a:gdLst>
                  <a:gd name="T0" fmla="+- 0 932 814"/>
                  <a:gd name="T1" fmla="*/ T0 w 216"/>
                  <a:gd name="T2" fmla="+- 0 8547 8435"/>
                  <a:gd name="T3" fmla="*/ 8547 h 240"/>
                  <a:gd name="T4" fmla="+- 0 931 814"/>
                  <a:gd name="T5" fmla="*/ T4 w 216"/>
                  <a:gd name="T6" fmla="+- 0 8547 8435"/>
                  <a:gd name="T7" fmla="*/ 8547 h 240"/>
                  <a:gd name="T8" fmla="+- 0 932 814"/>
                  <a:gd name="T9" fmla="*/ T8 w 216"/>
                  <a:gd name="T10" fmla="+- 0 8551 8435"/>
                  <a:gd name="T11" fmla="*/ 8551 h 240"/>
                  <a:gd name="T12" fmla="+- 0 933 814"/>
                  <a:gd name="T13" fmla="*/ T12 w 216"/>
                  <a:gd name="T14" fmla="+- 0 8555 8435"/>
                  <a:gd name="T15" fmla="*/ 8555 h 240"/>
                  <a:gd name="T16" fmla="+- 0 933 814"/>
                  <a:gd name="T17" fmla="*/ T16 w 216"/>
                  <a:gd name="T18" fmla="+- 0 8559 8435"/>
                  <a:gd name="T19" fmla="*/ 8559 h 240"/>
                  <a:gd name="T20" fmla="+- 0 931 814"/>
                  <a:gd name="T21" fmla="*/ T20 w 216"/>
                  <a:gd name="T22" fmla="+- 0 8563 8435"/>
                  <a:gd name="T23" fmla="*/ 8563 h 240"/>
                  <a:gd name="T24" fmla="+- 0 926 814"/>
                  <a:gd name="T25" fmla="*/ T24 w 216"/>
                  <a:gd name="T26" fmla="+- 0 8569 8435"/>
                  <a:gd name="T27" fmla="*/ 8569 h 240"/>
                  <a:gd name="T28" fmla="+- 0 936 814"/>
                  <a:gd name="T29" fmla="*/ T28 w 216"/>
                  <a:gd name="T30" fmla="+- 0 8569 8435"/>
                  <a:gd name="T31" fmla="*/ 8569 h 240"/>
                  <a:gd name="T32" fmla="+- 0 937 814"/>
                  <a:gd name="T33" fmla="*/ T32 w 216"/>
                  <a:gd name="T34" fmla="+- 0 8567 8435"/>
                  <a:gd name="T35" fmla="*/ 8567 h 240"/>
                  <a:gd name="T36" fmla="+- 0 937 814"/>
                  <a:gd name="T37" fmla="*/ T36 w 216"/>
                  <a:gd name="T38" fmla="+- 0 8557 8435"/>
                  <a:gd name="T39" fmla="*/ 8557 h 240"/>
                  <a:gd name="T40" fmla="+- 0 936 814"/>
                  <a:gd name="T41" fmla="*/ T40 w 216"/>
                  <a:gd name="T42" fmla="+- 0 8551 8435"/>
                  <a:gd name="T43" fmla="*/ 8551 h 240"/>
                  <a:gd name="T44" fmla="+- 0 932 814"/>
                  <a:gd name="T45" fmla="*/ T44 w 216"/>
                  <a:gd name="T46" fmla="+- 0 8547 8435"/>
                  <a:gd name="T47" fmla="*/ 8547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216" h="240">
                    <a:moveTo>
                      <a:pt x="118" y="112"/>
                    </a:moveTo>
                    <a:lnTo>
                      <a:pt x="117" y="112"/>
                    </a:lnTo>
                    <a:lnTo>
                      <a:pt x="118" y="116"/>
                    </a:lnTo>
                    <a:lnTo>
                      <a:pt x="119" y="120"/>
                    </a:lnTo>
                    <a:lnTo>
                      <a:pt x="119" y="124"/>
                    </a:lnTo>
                    <a:lnTo>
                      <a:pt x="117" y="128"/>
                    </a:lnTo>
                    <a:lnTo>
                      <a:pt x="112" y="134"/>
                    </a:lnTo>
                    <a:lnTo>
                      <a:pt x="122" y="134"/>
                    </a:lnTo>
                    <a:lnTo>
                      <a:pt x="123" y="132"/>
                    </a:lnTo>
                    <a:lnTo>
                      <a:pt x="123" y="122"/>
                    </a:lnTo>
                    <a:lnTo>
                      <a:pt x="122" y="116"/>
                    </a:lnTo>
                    <a:lnTo>
                      <a:pt x="118"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8" name="Freeform 5970">
                <a:extLst>
                  <a:ext uri="{FF2B5EF4-FFF2-40B4-BE49-F238E27FC236}">
                    <a16:creationId xmlns:a16="http://schemas.microsoft.com/office/drawing/2014/main" id="{5ADFAB37-F506-8761-5905-B32010CB4BA3}"/>
                  </a:ext>
                </a:extLst>
              </p:cNvPr>
              <p:cNvSpPr>
                <a:spLocks/>
              </p:cNvSpPr>
              <p:nvPr/>
            </p:nvSpPr>
            <p:spPr bwMode="auto">
              <a:xfrm>
                <a:off x="814" y="8435"/>
                <a:ext cx="216" cy="240"/>
              </a:xfrm>
              <a:custGeom>
                <a:avLst/>
                <a:gdLst>
                  <a:gd name="T0" fmla="+- 0 919 814"/>
                  <a:gd name="T1" fmla="*/ T0 w 216"/>
                  <a:gd name="T2" fmla="+- 0 8509 8435"/>
                  <a:gd name="T3" fmla="*/ 8509 h 240"/>
                  <a:gd name="T4" fmla="+- 0 909 814"/>
                  <a:gd name="T5" fmla="*/ T4 w 216"/>
                  <a:gd name="T6" fmla="+- 0 8509 8435"/>
                  <a:gd name="T7" fmla="*/ 8509 h 240"/>
                  <a:gd name="T8" fmla="+- 0 911 814"/>
                  <a:gd name="T9" fmla="*/ T8 w 216"/>
                  <a:gd name="T10" fmla="+- 0 8511 8435"/>
                  <a:gd name="T11" fmla="*/ 8511 h 240"/>
                  <a:gd name="T12" fmla="+- 0 946 814"/>
                  <a:gd name="T13" fmla="*/ T12 w 216"/>
                  <a:gd name="T14" fmla="+- 0 8547 8435"/>
                  <a:gd name="T15" fmla="*/ 8547 h 240"/>
                  <a:gd name="T16" fmla="+- 0 947 814"/>
                  <a:gd name="T17" fmla="*/ T16 w 216"/>
                  <a:gd name="T18" fmla="+- 0 8549 8435"/>
                  <a:gd name="T19" fmla="*/ 8549 h 240"/>
                  <a:gd name="T20" fmla="+- 0 948 814"/>
                  <a:gd name="T21" fmla="*/ T20 w 216"/>
                  <a:gd name="T22" fmla="+- 0 8549 8435"/>
                  <a:gd name="T23" fmla="*/ 8549 h 240"/>
                  <a:gd name="T24" fmla="+- 0 948 814"/>
                  <a:gd name="T25" fmla="*/ T24 w 216"/>
                  <a:gd name="T26" fmla="+- 0 8551 8435"/>
                  <a:gd name="T27" fmla="*/ 8551 h 240"/>
                  <a:gd name="T28" fmla="+- 0 945 814"/>
                  <a:gd name="T29" fmla="*/ T28 w 216"/>
                  <a:gd name="T30" fmla="+- 0 8557 8435"/>
                  <a:gd name="T31" fmla="*/ 8557 h 240"/>
                  <a:gd name="T32" fmla="+- 0 946 814"/>
                  <a:gd name="T33" fmla="*/ T32 w 216"/>
                  <a:gd name="T34" fmla="+- 0 8557 8435"/>
                  <a:gd name="T35" fmla="*/ 8557 h 240"/>
                  <a:gd name="T36" fmla="+- 0 960 814"/>
                  <a:gd name="T37" fmla="*/ T36 w 216"/>
                  <a:gd name="T38" fmla="+- 0 8543 8435"/>
                  <a:gd name="T39" fmla="*/ 8543 h 240"/>
                  <a:gd name="T40" fmla="+- 0 953 814"/>
                  <a:gd name="T41" fmla="*/ T40 w 216"/>
                  <a:gd name="T42" fmla="+- 0 8543 8435"/>
                  <a:gd name="T43" fmla="*/ 8543 h 240"/>
                  <a:gd name="T44" fmla="+- 0 952 814"/>
                  <a:gd name="T45" fmla="*/ T44 w 216"/>
                  <a:gd name="T46" fmla="+- 0 8541 8435"/>
                  <a:gd name="T47" fmla="*/ 8541 h 240"/>
                  <a:gd name="T48" fmla="+- 0 939 814"/>
                  <a:gd name="T49" fmla="*/ T48 w 216"/>
                  <a:gd name="T50" fmla="+- 0 8529 8435"/>
                  <a:gd name="T51" fmla="*/ 8529 h 240"/>
                  <a:gd name="T52" fmla="+- 0 919 814"/>
                  <a:gd name="T53" fmla="*/ T52 w 216"/>
                  <a:gd name="T54" fmla="+- 0 8509 8435"/>
                  <a:gd name="T55" fmla="*/ 8509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216" h="240">
                    <a:moveTo>
                      <a:pt x="105" y="74"/>
                    </a:moveTo>
                    <a:lnTo>
                      <a:pt x="95" y="74"/>
                    </a:lnTo>
                    <a:lnTo>
                      <a:pt x="97" y="76"/>
                    </a:lnTo>
                    <a:lnTo>
                      <a:pt x="132" y="112"/>
                    </a:lnTo>
                    <a:lnTo>
                      <a:pt x="133" y="114"/>
                    </a:lnTo>
                    <a:lnTo>
                      <a:pt x="134" y="114"/>
                    </a:lnTo>
                    <a:lnTo>
                      <a:pt x="134" y="116"/>
                    </a:lnTo>
                    <a:lnTo>
                      <a:pt x="131" y="122"/>
                    </a:lnTo>
                    <a:lnTo>
                      <a:pt x="132" y="122"/>
                    </a:lnTo>
                    <a:lnTo>
                      <a:pt x="146" y="108"/>
                    </a:lnTo>
                    <a:lnTo>
                      <a:pt x="139" y="108"/>
                    </a:lnTo>
                    <a:lnTo>
                      <a:pt x="138" y="106"/>
                    </a:lnTo>
                    <a:lnTo>
                      <a:pt x="125" y="94"/>
                    </a:lnTo>
                    <a:lnTo>
                      <a:pt x="105"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49" name="Freeform 5971">
                <a:extLst>
                  <a:ext uri="{FF2B5EF4-FFF2-40B4-BE49-F238E27FC236}">
                    <a16:creationId xmlns:a16="http://schemas.microsoft.com/office/drawing/2014/main" id="{E063C7D9-3638-DA9D-475C-712DBC412E4B}"/>
                  </a:ext>
                </a:extLst>
              </p:cNvPr>
              <p:cNvSpPr>
                <a:spLocks/>
              </p:cNvSpPr>
              <p:nvPr/>
            </p:nvSpPr>
            <p:spPr bwMode="auto">
              <a:xfrm>
                <a:off x="814" y="8435"/>
                <a:ext cx="216" cy="240"/>
              </a:xfrm>
              <a:custGeom>
                <a:avLst/>
                <a:gdLst>
                  <a:gd name="T0" fmla="+- 0 919 814"/>
                  <a:gd name="T1" fmla="*/ T0 w 216"/>
                  <a:gd name="T2" fmla="+- 0 8539 8435"/>
                  <a:gd name="T3" fmla="*/ 8539 h 240"/>
                  <a:gd name="T4" fmla="+- 0 905 814"/>
                  <a:gd name="T5" fmla="*/ T4 w 216"/>
                  <a:gd name="T6" fmla="+- 0 8539 8435"/>
                  <a:gd name="T7" fmla="*/ 8539 h 240"/>
                  <a:gd name="T8" fmla="+- 0 910 814"/>
                  <a:gd name="T9" fmla="*/ T8 w 216"/>
                  <a:gd name="T10" fmla="+- 0 8541 8435"/>
                  <a:gd name="T11" fmla="*/ 8541 h 240"/>
                  <a:gd name="T12" fmla="+- 0 913 814"/>
                  <a:gd name="T13" fmla="*/ T12 w 216"/>
                  <a:gd name="T14" fmla="+- 0 8543 8435"/>
                  <a:gd name="T15" fmla="*/ 8543 h 240"/>
                  <a:gd name="T16" fmla="+- 0 918 814"/>
                  <a:gd name="T17" fmla="*/ T16 w 216"/>
                  <a:gd name="T18" fmla="+- 0 8541 8435"/>
                  <a:gd name="T19" fmla="*/ 8541 h 240"/>
                  <a:gd name="T20" fmla="+- 0 919 814"/>
                  <a:gd name="T21" fmla="*/ T20 w 216"/>
                  <a:gd name="T22" fmla="+- 0 8539 8435"/>
                  <a:gd name="T23" fmla="*/ 8539 h 240"/>
                </a:gdLst>
                <a:ahLst/>
                <a:cxnLst>
                  <a:cxn ang="0">
                    <a:pos x="T1" y="T3"/>
                  </a:cxn>
                  <a:cxn ang="0">
                    <a:pos x="T5" y="T7"/>
                  </a:cxn>
                  <a:cxn ang="0">
                    <a:pos x="T9" y="T11"/>
                  </a:cxn>
                  <a:cxn ang="0">
                    <a:pos x="T13" y="T15"/>
                  </a:cxn>
                  <a:cxn ang="0">
                    <a:pos x="T17" y="T19"/>
                  </a:cxn>
                  <a:cxn ang="0">
                    <a:pos x="T21" y="T23"/>
                  </a:cxn>
                </a:cxnLst>
                <a:rect l="0" t="0" r="r" b="b"/>
                <a:pathLst>
                  <a:path w="216" h="240">
                    <a:moveTo>
                      <a:pt x="105" y="104"/>
                    </a:moveTo>
                    <a:lnTo>
                      <a:pt x="91" y="104"/>
                    </a:lnTo>
                    <a:lnTo>
                      <a:pt x="96" y="106"/>
                    </a:lnTo>
                    <a:lnTo>
                      <a:pt x="99" y="108"/>
                    </a:lnTo>
                    <a:lnTo>
                      <a:pt x="104" y="106"/>
                    </a:lnTo>
                    <a:lnTo>
                      <a:pt x="105"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0" name="Freeform 5972">
                <a:extLst>
                  <a:ext uri="{FF2B5EF4-FFF2-40B4-BE49-F238E27FC236}">
                    <a16:creationId xmlns:a16="http://schemas.microsoft.com/office/drawing/2014/main" id="{7FC092FA-8FDB-BE8C-9B18-93DCEB5F6E44}"/>
                  </a:ext>
                </a:extLst>
              </p:cNvPr>
              <p:cNvSpPr>
                <a:spLocks/>
              </p:cNvSpPr>
              <p:nvPr/>
            </p:nvSpPr>
            <p:spPr bwMode="auto">
              <a:xfrm>
                <a:off x="814" y="8435"/>
                <a:ext cx="216" cy="240"/>
              </a:xfrm>
              <a:custGeom>
                <a:avLst/>
                <a:gdLst>
                  <a:gd name="T0" fmla="+- 0 961 814"/>
                  <a:gd name="T1" fmla="*/ T0 w 216"/>
                  <a:gd name="T2" fmla="+- 0 8539 8435"/>
                  <a:gd name="T3" fmla="*/ 8539 h 240"/>
                  <a:gd name="T4" fmla="+- 0 959 814"/>
                  <a:gd name="T5" fmla="*/ T4 w 216"/>
                  <a:gd name="T6" fmla="+- 0 8541 8435"/>
                  <a:gd name="T7" fmla="*/ 8541 h 240"/>
                  <a:gd name="T8" fmla="+- 0 958 814"/>
                  <a:gd name="T9" fmla="*/ T8 w 216"/>
                  <a:gd name="T10" fmla="+- 0 8543 8435"/>
                  <a:gd name="T11" fmla="*/ 8543 h 240"/>
                  <a:gd name="T12" fmla="+- 0 960 814"/>
                  <a:gd name="T13" fmla="*/ T12 w 216"/>
                  <a:gd name="T14" fmla="+- 0 8543 8435"/>
                  <a:gd name="T15" fmla="*/ 8543 h 240"/>
                  <a:gd name="T16" fmla="+- 0 962 814"/>
                  <a:gd name="T17" fmla="*/ T16 w 216"/>
                  <a:gd name="T18" fmla="+- 0 8541 8435"/>
                  <a:gd name="T19" fmla="*/ 8541 h 240"/>
                  <a:gd name="T20" fmla="+- 0 961 814"/>
                  <a:gd name="T21" fmla="*/ T20 w 216"/>
                  <a:gd name="T22" fmla="+- 0 8539 8435"/>
                  <a:gd name="T23" fmla="*/ 8539 h 240"/>
                </a:gdLst>
                <a:ahLst/>
                <a:cxnLst>
                  <a:cxn ang="0">
                    <a:pos x="T1" y="T3"/>
                  </a:cxn>
                  <a:cxn ang="0">
                    <a:pos x="T5" y="T7"/>
                  </a:cxn>
                  <a:cxn ang="0">
                    <a:pos x="T9" y="T11"/>
                  </a:cxn>
                  <a:cxn ang="0">
                    <a:pos x="T13" y="T15"/>
                  </a:cxn>
                  <a:cxn ang="0">
                    <a:pos x="T17" y="T19"/>
                  </a:cxn>
                  <a:cxn ang="0">
                    <a:pos x="T21" y="T23"/>
                  </a:cxn>
                </a:cxnLst>
                <a:rect l="0" t="0" r="r" b="b"/>
                <a:pathLst>
                  <a:path w="216" h="240">
                    <a:moveTo>
                      <a:pt x="147" y="104"/>
                    </a:moveTo>
                    <a:lnTo>
                      <a:pt x="145" y="106"/>
                    </a:lnTo>
                    <a:lnTo>
                      <a:pt x="144" y="108"/>
                    </a:lnTo>
                    <a:lnTo>
                      <a:pt x="146" y="108"/>
                    </a:lnTo>
                    <a:lnTo>
                      <a:pt x="148" y="106"/>
                    </a:lnTo>
                    <a:lnTo>
                      <a:pt x="147"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1" name="Freeform 5973">
                <a:extLst>
                  <a:ext uri="{FF2B5EF4-FFF2-40B4-BE49-F238E27FC236}">
                    <a16:creationId xmlns:a16="http://schemas.microsoft.com/office/drawing/2014/main" id="{51E91EE0-2428-E91C-1F8C-E1C239C784BB}"/>
                  </a:ext>
                </a:extLst>
              </p:cNvPr>
              <p:cNvSpPr>
                <a:spLocks/>
              </p:cNvSpPr>
              <p:nvPr/>
            </p:nvSpPr>
            <p:spPr bwMode="auto">
              <a:xfrm>
                <a:off x="814" y="8435"/>
                <a:ext cx="216" cy="240"/>
              </a:xfrm>
              <a:custGeom>
                <a:avLst/>
                <a:gdLst>
                  <a:gd name="T0" fmla="+- 0 944 814"/>
                  <a:gd name="T1" fmla="*/ T0 w 216"/>
                  <a:gd name="T2" fmla="+- 0 8505 8435"/>
                  <a:gd name="T3" fmla="*/ 8505 h 240"/>
                  <a:gd name="T4" fmla="+- 0 939 814"/>
                  <a:gd name="T5" fmla="*/ T4 w 216"/>
                  <a:gd name="T6" fmla="+- 0 8505 8435"/>
                  <a:gd name="T7" fmla="*/ 8505 h 240"/>
                  <a:gd name="T8" fmla="+- 0 940 814"/>
                  <a:gd name="T9" fmla="*/ T8 w 216"/>
                  <a:gd name="T10" fmla="+- 0 8507 8435"/>
                  <a:gd name="T11" fmla="*/ 8507 h 240"/>
                  <a:gd name="T12" fmla="+- 0 940 814"/>
                  <a:gd name="T13" fmla="*/ T12 w 216"/>
                  <a:gd name="T14" fmla="+- 0 8513 8435"/>
                  <a:gd name="T15" fmla="*/ 8513 h 240"/>
                  <a:gd name="T16" fmla="+- 0 939 814"/>
                  <a:gd name="T17" fmla="*/ T16 w 216"/>
                  <a:gd name="T18" fmla="+- 0 8529 8435"/>
                  <a:gd name="T19" fmla="*/ 8529 h 240"/>
                  <a:gd name="T20" fmla="+- 0 964 814"/>
                  <a:gd name="T21" fmla="*/ T20 w 216"/>
                  <a:gd name="T22" fmla="+- 0 8531 8435"/>
                  <a:gd name="T23" fmla="*/ 8531 h 240"/>
                  <a:gd name="T24" fmla="+- 0 965 814"/>
                  <a:gd name="T25" fmla="*/ T24 w 216"/>
                  <a:gd name="T26" fmla="+- 0 8531 8435"/>
                  <a:gd name="T27" fmla="*/ 8531 h 240"/>
                  <a:gd name="T28" fmla="+- 0 966 814"/>
                  <a:gd name="T29" fmla="*/ T28 w 216"/>
                  <a:gd name="T30" fmla="+- 0 8533 8435"/>
                  <a:gd name="T31" fmla="*/ 8533 h 240"/>
                  <a:gd name="T32" fmla="+- 0 966 814"/>
                  <a:gd name="T33" fmla="*/ T32 w 216"/>
                  <a:gd name="T34" fmla="+- 0 8533 8435"/>
                  <a:gd name="T35" fmla="*/ 8533 h 240"/>
                  <a:gd name="T36" fmla="+- 0 965 814"/>
                  <a:gd name="T37" fmla="*/ T36 w 216"/>
                  <a:gd name="T38" fmla="+- 0 8535 8435"/>
                  <a:gd name="T39" fmla="*/ 8535 h 240"/>
                  <a:gd name="T40" fmla="+- 0 966 814"/>
                  <a:gd name="T41" fmla="*/ T40 w 216"/>
                  <a:gd name="T42" fmla="+- 0 8537 8435"/>
                  <a:gd name="T43" fmla="*/ 8537 h 240"/>
                  <a:gd name="T44" fmla="+- 0 980 814"/>
                  <a:gd name="T45" fmla="*/ T44 w 216"/>
                  <a:gd name="T46" fmla="+- 0 8523 8435"/>
                  <a:gd name="T47" fmla="*/ 8523 h 240"/>
                  <a:gd name="T48" fmla="+- 0 967 814"/>
                  <a:gd name="T49" fmla="*/ T48 w 216"/>
                  <a:gd name="T50" fmla="+- 0 8523 8435"/>
                  <a:gd name="T51" fmla="*/ 8523 h 240"/>
                  <a:gd name="T52" fmla="+- 0 943 814"/>
                  <a:gd name="T53" fmla="*/ T52 w 216"/>
                  <a:gd name="T54" fmla="+- 0 8521 8435"/>
                  <a:gd name="T55" fmla="*/ 8521 h 240"/>
                  <a:gd name="T56" fmla="+- 0 944 814"/>
                  <a:gd name="T57" fmla="*/ T56 w 216"/>
                  <a:gd name="T58" fmla="+- 0 8505 8435"/>
                  <a:gd name="T59" fmla="*/ 8505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216" h="240">
                    <a:moveTo>
                      <a:pt x="130" y="70"/>
                    </a:moveTo>
                    <a:lnTo>
                      <a:pt x="125" y="70"/>
                    </a:lnTo>
                    <a:lnTo>
                      <a:pt x="126" y="72"/>
                    </a:lnTo>
                    <a:lnTo>
                      <a:pt x="126" y="78"/>
                    </a:lnTo>
                    <a:lnTo>
                      <a:pt x="125" y="94"/>
                    </a:lnTo>
                    <a:lnTo>
                      <a:pt x="150" y="96"/>
                    </a:lnTo>
                    <a:lnTo>
                      <a:pt x="151" y="96"/>
                    </a:lnTo>
                    <a:lnTo>
                      <a:pt x="152" y="98"/>
                    </a:lnTo>
                    <a:lnTo>
                      <a:pt x="151" y="100"/>
                    </a:lnTo>
                    <a:lnTo>
                      <a:pt x="152" y="102"/>
                    </a:lnTo>
                    <a:lnTo>
                      <a:pt x="166" y="88"/>
                    </a:lnTo>
                    <a:lnTo>
                      <a:pt x="153" y="88"/>
                    </a:lnTo>
                    <a:lnTo>
                      <a:pt x="129" y="86"/>
                    </a:lnTo>
                    <a:lnTo>
                      <a:pt x="130"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2" name="Freeform 5974">
                <a:extLst>
                  <a:ext uri="{FF2B5EF4-FFF2-40B4-BE49-F238E27FC236}">
                    <a16:creationId xmlns:a16="http://schemas.microsoft.com/office/drawing/2014/main" id="{3E5B1906-FB6D-45C7-F866-4900D5BC701E}"/>
                  </a:ext>
                </a:extLst>
              </p:cNvPr>
              <p:cNvSpPr>
                <a:spLocks/>
              </p:cNvSpPr>
              <p:nvPr/>
            </p:nvSpPr>
            <p:spPr bwMode="auto">
              <a:xfrm>
                <a:off x="814" y="8435"/>
                <a:ext cx="216" cy="240"/>
              </a:xfrm>
              <a:custGeom>
                <a:avLst/>
                <a:gdLst>
                  <a:gd name="T0" fmla="+- 0 982 814"/>
                  <a:gd name="T1" fmla="*/ T0 w 216"/>
                  <a:gd name="T2" fmla="+- 0 8521 8435"/>
                  <a:gd name="T3" fmla="*/ 8521 h 240"/>
                  <a:gd name="T4" fmla="+- 0 981 814"/>
                  <a:gd name="T5" fmla="*/ T4 w 216"/>
                  <a:gd name="T6" fmla="+- 0 8521 8435"/>
                  <a:gd name="T7" fmla="*/ 8521 h 240"/>
                  <a:gd name="T8" fmla="+- 0 977 814"/>
                  <a:gd name="T9" fmla="*/ T8 w 216"/>
                  <a:gd name="T10" fmla="+- 0 8523 8435"/>
                  <a:gd name="T11" fmla="*/ 8523 h 240"/>
                  <a:gd name="T12" fmla="+- 0 980 814"/>
                  <a:gd name="T13" fmla="*/ T12 w 216"/>
                  <a:gd name="T14" fmla="+- 0 8523 8435"/>
                  <a:gd name="T15" fmla="*/ 8523 h 240"/>
                  <a:gd name="T16" fmla="+- 0 982 814"/>
                  <a:gd name="T17" fmla="*/ T16 w 216"/>
                  <a:gd name="T18" fmla="+- 0 8521 8435"/>
                  <a:gd name="T19" fmla="*/ 8521 h 240"/>
                </a:gdLst>
                <a:ahLst/>
                <a:cxnLst>
                  <a:cxn ang="0">
                    <a:pos x="T1" y="T3"/>
                  </a:cxn>
                  <a:cxn ang="0">
                    <a:pos x="T5" y="T7"/>
                  </a:cxn>
                  <a:cxn ang="0">
                    <a:pos x="T9" y="T11"/>
                  </a:cxn>
                  <a:cxn ang="0">
                    <a:pos x="T13" y="T15"/>
                  </a:cxn>
                  <a:cxn ang="0">
                    <a:pos x="T17" y="T19"/>
                  </a:cxn>
                </a:cxnLst>
                <a:rect l="0" t="0" r="r" b="b"/>
                <a:pathLst>
                  <a:path w="216" h="240">
                    <a:moveTo>
                      <a:pt x="168" y="86"/>
                    </a:moveTo>
                    <a:lnTo>
                      <a:pt x="167" y="86"/>
                    </a:lnTo>
                    <a:lnTo>
                      <a:pt x="163" y="88"/>
                    </a:lnTo>
                    <a:lnTo>
                      <a:pt x="166" y="88"/>
                    </a:lnTo>
                    <a:lnTo>
                      <a:pt x="168" y="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3" name="Freeform 5975">
                <a:extLst>
                  <a:ext uri="{FF2B5EF4-FFF2-40B4-BE49-F238E27FC236}">
                    <a16:creationId xmlns:a16="http://schemas.microsoft.com/office/drawing/2014/main" id="{5E4DDBEF-4663-0C4C-A26B-07D053452835}"/>
                  </a:ext>
                </a:extLst>
              </p:cNvPr>
              <p:cNvSpPr>
                <a:spLocks/>
              </p:cNvSpPr>
              <p:nvPr/>
            </p:nvSpPr>
            <p:spPr bwMode="auto">
              <a:xfrm>
                <a:off x="814" y="8435"/>
                <a:ext cx="216" cy="240"/>
              </a:xfrm>
              <a:custGeom>
                <a:avLst/>
                <a:gdLst>
                  <a:gd name="T0" fmla="+- 0 907 814"/>
                  <a:gd name="T1" fmla="*/ T0 w 216"/>
                  <a:gd name="T2" fmla="+- 0 8497 8435"/>
                  <a:gd name="T3" fmla="*/ 8497 h 240"/>
                  <a:gd name="T4" fmla="+- 0 905 814"/>
                  <a:gd name="T5" fmla="*/ T4 w 216"/>
                  <a:gd name="T6" fmla="+- 0 8497 8435"/>
                  <a:gd name="T7" fmla="*/ 8497 h 240"/>
                  <a:gd name="T8" fmla="+- 0 900 814"/>
                  <a:gd name="T9" fmla="*/ T8 w 216"/>
                  <a:gd name="T10" fmla="+- 0 8511 8435"/>
                  <a:gd name="T11" fmla="*/ 8511 h 240"/>
                  <a:gd name="T12" fmla="+- 0 902 814"/>
                  <a:gd name="T13" fmla="*/ T12 w 216"/>
                  <a:gd name="T14" fmla="+- 0 8511 8435"/>
                  <a:gd name="T15" fmla="*/ 8511 h 240"/>
                  <a:gd name="T16" fmla="+- 0 903 814"/>
                  <a:gd name="T17" fmla="*/ T16 w 216"/>
                  <a:gd name="T18" fmla="+- 0 8509 8435"/>
                  <a:gd name="T19" fmla="*/ 8509 h 240"/>
                  <a:gd name="T20" fmla="+- 0 919 814"/>
                  <a:gd name="T21" fmla="*/ T20 w 216"/>
                  <a:gd name="T22" fmla="+- 0 8509 8435"/>
                  <a:gd name="T23" fmla="*/ 8509 h 240"/>
                  <a:gd name="T24" fmla="+- 0 907 814"/>
                  <a:gd name="T25" fmla="*/ T24 w 216"/>
                  <a:gd name="T26" fmla="+- 0 8497 8435"/>
                  <a:gd name="T27" fmla="*/ 8497 h 240"/>
                </a:gdLst>
                <a:ahLst/>
                <a:cxnLst>
                  <a:cxn ang="0">
                    <a:pos x="T1" y="T3"/>
                  </a:cxn>
                  <a:cxn ang="0">
                    <a:pos x="T5" y="T7"/>
                  </a:cxn>
                  <a:cxn ang="0">
                    <a:pos x="T9" y="T11"/>
                  </a:cxn>
                  <a:cxn ang="0">
                    <a:pos x="T13" y="T15"/>
                  </a:cxn>
                  <a:cxn ang="0">
                    <a:pos x="T17" y="T19"/>
                  </a:cxn>
                  <a:cxn ang="0">
                    <a:pos x="T21" y="T23"/>
                  </a:cxn>
                  <a:cxn ang="0">
                    <a:pos x="T25" y="T27"/>
                  </a:cxn>
                </a:cxnLst>
                <a:rect l="0" t="0" r="r" b="b"/>
                <a:pathLst>
                  <a:path w="216" h="240">
                    <a:moveTo>
                      <a:pt x="93" y="62"/>
                    </a:moveTo>
                    <a:lnTo>
                      <a:pt x="91" y="62"/>
                    </a:lnTo>
                    <a:lnTo>
                      <a:pt x="86" y="76"/>
                    </a:lnTo>
                    <a:lnTo>
                      <a:pt x="88" y="76"/>
                    </a:lnTo>
                    <a:lnTo>
                      <a:pt x="89" y="74"/>
                    </a:lnTo>
                    <a:lnTo>
                      <a:pt x="105" y="74"/>
                    </a:lnTo>
                    <a:lnTo>
                      <a:pt x="93" y="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4" name="Freeform 5976">
                <a:extLst>
                  <a:ext uri="{FF2B5EF4-FFF2-40B4-BE49-F238E27FC236}">
                    <a16:creationId xmlns:a16="http://schemas.microsoft.com/office/drawing/2014/main" id="{AFEBB1A4-296C-217E-BE92-71D0738CCA95}"/>
                  </a:ext>
                </a:extLst>
              </p:cNvPr>
              <p:cNvSpPr>
                <a:spLocks/>
              </p:cNvSpPr>
              <p:nvPr/>
            </p:nvSpPr>
            <p:spPr bwMode="auto">
              <a:xfrm>
                <a:off x="814" y="8435"/>
                <a:ext cx="216" cy="240"/>
              </a:xfrm>
              <a:custGeom>
                <a:avLst/>
                <a:gdLst>
                  <a:gd name="T0" fmla="+- 0 975 814"/>
                  <a:gd name="T1" fmla="*/ T0 w 216"/>
                  <a:gd name="T2" fmla="+- 0 8463 8435"/>
                  <a:gd name="T3" fmla="*/ 8463 h 240"/>
                  <a:gd name="T4" fmla="+- 0 971 814"/>
                  <a:gd name="T5" fmla="*/ T4 w 216"/>
                  <a:gd name="T6" fmla="+- 0 8465 8435"/>
                  <a:gd name="T7" fmla="*/ 8465 h 240"/>
                  <a:gd name="T8" fmla="+- 0 963 814"/>
                  <a:gd name="T9" fmla="*/ T8 w 216"/>
                  <a:gd name="T10" fmla="+- 0 8473 8435"/>
                  <a:gd name="T11" fmla="*/ 8473 h 240"/>
                  <a:gd name="T12" fmla="+- 0 961 814"/>
                  <a:gd name="T13" fmla="*/ T12 w 216"/>
                  <a:gd name="T14" fmla="+- 0 8479 8435"/>
                  <a:gd name="T15" fmla="*/ 8479 h 240"/>
                  <a:gd name="T16" fmla="+- 0 962 814"/>
                  <a:gd name="T17" fmla="*/ T16 w 216"/>
                  <a:gd name="T18" fmla="+- 0 8491 8435"/>
                  <a:gd name="T19" fmla="*/ 8491 h 240"/>
                  <a:gd name="T20" fmla="+- 0 965 814"/>
                  <a:gd name="T21" fmla="*/ T20 w 216"/>
                  <a:gd name="T22" fmla="+- 0 8497 8435"/>
                  <a:gd name="T23" fmla="*/ 8497 h 240"/>
                  <a:gd name="T24" fmla="+- 0 975 814"/>
                  <a:gd name="T25" fmla="*/ T24 w 216"/>
                  <a:gd name="T26" fmla="+- 0 8507 8435"/>
                  <a:gd name="T27" fmla="*/ 8507 h 240"/>
                  <a:gd name="T28" fmla="+- 0 981 814"/>
                  <a:gd name="T29" fmla="*/ T28 w 216"/>
                  <a:gd name="T30" fmla="+- 0 8509 8435"/>
                  <a:gd name="T31" fmla="*/ 8509 h 240"/>
                  <a:gd name="T32" fmla="+- 0 992 814"/>
                  <a:gd name="T33" fmla="*/ T32 w 216"/>
                  <a:gd name="T34" fmla="+- 0 8511 8435"/>
                  <a:gd name="T35" fmla="*/ 8511 h 240"/>
                  <a:gd name="T36" fmla="+- 0 997 814"/>
                  <a:gd name="T37" fmla="*/ T36 w 216"/>
                  <a:gd name="T38" fmla="+- 0 8509 8435"/>
                  <a:gd name="T39" fmla="*/ 8509 h 240"/>
                  <a:gd name="T40" fmla="+- 0 1004 814"/>
                  <a:gd name="T41" fmla="*/ T40 w 216"/>
                  <a:gd name="T42" fmla="+- 0 8501 8435"/>
                  <a:gd name="T43" fmla="*/ 8501 h 240"/>
                  <a:gd name="T44" fmla="+- 0 991 814"/>
                  <a:gd name="T45" fmla="*/ T44 w 216"/>
                  <a:gd name="T46" fmla="+- 0 8501 8435"/>
                  <a:gd name="T47" fmla="*/ 8501 h 240"/>
                  <a:gd name="T48" fmla="+- 0 980 814"/>
                  <a:gd name="T49" fmla="*/ T48 w 216"/>
                  <a:gd name="T50" fmla="+- 0 8499 8435"/>
                  <a:gd name="T51" fmla="*/ 8499 h 240"/>
                  <a:gd name="T52" fmla="+- 0 975 814"/>
                  <a:gd name="T53" fmla="*/ T52 w 216"/>
                  <a:gd name="T54" fmla="+- 0 8497 8435"/>
                  <a:gd name="T55" fmla="*/ 8497 h 240"/>
                  <a:gd name="T56" fmla="+- 0 971 814"/>
                  <a:gd name="T57" fmla="*/ T56 w 216"/>
                  <a:gd name="T58" fmla="+- 0 8493 8435"/>
                  <a:gd name="T59" fmla="*/ 8493 h 240"/>
                  <a:gd name="T60" fmla="+- 0 973 814"/>
                  <a:gd name="T61" fmla="*/ T60 w 216"/>
                  <a:gd name="T62" fmla="+- 0 8491 8435"/>
                  <a:gd name="T63" fmla="*/ 8491 h 240"/>
                  <a:gd name="T64" fmla="+- 0 969 814"/>
                  <a:gd name="T65" fmla="*/ T64 w 216"/>
                  <a:gd name="T66" fmla="+- 0 8491 8435"/>
                  <a:gd name="T67" fmla="*/ 8491 h 240"/>
                  <a:gd name="T68" fmla="+- 0 965 814"/>
                  <a:gd name="T69" fmla="*/ T68 w 216"/>
                  <a:gd name="T70" fmla="+- 0 8485 8435"/>
                  <a:gd name="T71" fmla="*/ 8485 h 240"/>
                  <a:gd name="T72" fmla="+- 0 965 814"/>
                  <a:gd name="T73" fmla="*/ T72 w 216"/>
                  <a:gd name="T74" fmla="+- 0 8479 8435"/>
                  <a:gd name="T75" fmla="*/ 8479 h 240"/>
                  <a:gd name="T76" fmla="+- 0 966 814"/>
                  <a:gd name="T77" fmla="*/ T76 w 216"/>
                  <a:gd name="T78" fmla="+- 0 8475 8435"/>
                  <a:gd name="T79" fmla="*/ 8475 h 240"/>
                  <a:gd name="T80" fmla="+- 0 969 814"/>
                  <a:gd name="T81" fmla="*/ T80 w 216"/>
                  <a:gd name="T82" fmla="+- 0 8473 8435"/>
                  <a:gd name="T83" fmla="*/ 8473 h 240"/>
                  <a:gd name="T84" fmla="+- 0 971 814"/>
                  <a:gd name="T85" fmla="*/ T84 w 216"/>
                  <a:gd name="T86" fmla="+- 0 8471 8435"/>
                  <a:gd name="T87" fmla="*/ 8471 h 240"/>
                  <a:gd name="T88" fmla="+- 0 993 814"/>
                  <a:gd name="T89" fmla="*/ T88 w 216"/>
                  <a:gd name="T90" fmla="+- 0 8471 8435"/>
                  <a:gd name="T91" fmla="*/ 8471 h 240"/>
                  <a:gd name="T92" fmla="+- 0 989 814"/>
                  <a:gd name="T93" fmla="*/ T92 w 216"/>
                  <a:gd name="T94" fmla="+- 0 8467 8435"/>
                  <a:gd name="T95" fmla="*/ 8467 h 240"/>
                  <a:gd name="T96" fmla="+- 0 985 814"/>
                  <a:gd name="T97" fmla="*/ T96 w 216"/>
                  <a:gd name="T98" fmla="+- 0 8465 8435"/>
                  <a:gd name="T99" fmla="*/ 8465 h 240"/>
                  <a:gd name="T100" fmla="+- 0 975 814"/>
                  <a:gd name="T101" fmla="*/ T100 w 216"/>
                  <a:gd name="T102" fmla="+- 0 8463 8435"/>
                  <a:gd name="T103" fmla="*/ 8463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216" h="240">
                    <a:moveTo>
                      <a:pt x="161" y="28"/>
                    </a:moveTo>
                    <a:lnTo>
                      <a:pt x="157" y="30"/>
                    </a:lnTo>
                    <a:lnTo>
                      <a:pt x="149" y="38"/>
                    </a:lnTo>
                    <a:lnTo>
                      <a:pt x="147" y="44"/>
                    </a:lnTo>
                    <a:lnTo>
                      <a:pt x="148" y="56"/>
                    </a:lnTo>
                    <a:lnTo>
                      <a:pt x="151" y="62"/>
                    </a:lnTo>
                    <a:lnTo>
                      <a:pt x="161" y="72"/>
                    </a:lnTo>
                    <a:lnTo>
                      <a:pt x="167" y="74"/>
                    </a:lnTo>
                    <a:lnTo>
                      <a:pt x="178" y="76"/>
                    </a:lnTo>
                    <a:lnTo>
                      <a:pt x="183" y="74"/>
                    </a:lnTo>
                    <a:lnTo>
                      <a:pt x="190" y="66"/>
                    </a:lnTo>
                    <a:lnTo>
                      <a:pt x="177" y="66"/>
                    </a:lnTo>
                    <a:lnTo>
                      <a:pt x="166" y="64"/>
                    </a:lnTo>
                    <a:lnTo>
                      <a:pt x="161" y="62"/>
                    </a:lnTo>
                    <a:lnTo>
                      <a:pt x="157" y="58"/>
                    </a:lnTo>
                    <a:lnTo>
                      <a:pt x="159" y="56"/>
                    </a:lnTo>
                    <a:lnTo>
                      <a:pt x="155" y="56"/>
                    </a:lnTo>
                    <a:lnTo>
                      <a:pt x="151" y="50"/>
                    </a:lnTo>
                    <a:lnTo>
                      <a:pt x="151" y="44"/>
                    </a:lnTo>
                    <a:lnTo>
                      <a:pt x="152" y="40"/>
                    </a:lnTo>
                    <a:lnTo>
                      <a:pt x="155" y="38"/>
                    </a:lnTo>
                    <a:lnTo>
                      <a:pt x="157" y="36"/>
                    </a:lnTo>
                    <a:lnTo>
                      <a:pt x="179" y="36"/>
                    </a:lnTo>
                    <a:lnTo>
                      <a:pt x="175" y="32"/>
                    </a:lnTo>
                    <a:lnTo>
                      <a:pt x="171" y="30"/>
                    </a:lnTo>
                    <a:lnTo>
                      <a:pt x="16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5" name="Freeform 5977">
                <a:extLst>
                  <a:ext uri="{FF2B5EF4-FFF2-40B4-BE49-F238E27FC236}">
                    <a16:creationId xmlns:a16="http://schemas.microsoft.com/office/drawing/2014/main" id="{2656783B-F6B9-5B76-62EE-25C1604F44F7}"/>
                  </a:ext>
                </a:extLst>
              </p:cNvPr>
              <p:cNvSpPr>
                <a:spLocks/>
              </p:cNvSpPr>
              <p:nvPr/>
            </p:nvSpPr>
            <p:spPr bwMode="auto">
              <a:xfrm>
                <a:off x="814" y="8435"/>
                <a:ext cx="216" cy="240"/>
              </a:xfrm>
              <a:custGeom>
                <a:avLst/>
                <a:gdLst>
                  <a:gd name="T0" fmla="+- 0 948 814"/>
                  <a:gd name="T1" fmla="*/ T0 w 216"/>
                  <a:gd name="T2" fmla="+- 0 8491 8435"/>
                  <a:gd name="T3" fmla="*/ 8491 h 240"/>
                  <a:gd name="T4" fmla="+- 0 934 814"/>
                  <a:gd name="T5" fmla="*/ T4 w 216"/>
                  <a:gd name="T6" fmla="+- 0 8505 8435"/>
                  <a:gd name="T7" fmla="*/ 8505 h 240"/>
                  <a:gd name="T8" fmla="+- 0 935 814"/>
                  <a:gd name="T9" fmla="*/ T8 w 216"/>
                  <a:gd name="T10" fmla="+- 0 8507 8435"/>
                  <a:gd name="T11" fmla="*/ 8507 h 240"/>
                  <a:gd name="T12" fmla="+- 0 937 814"/>
                  <a:gd name="T13" fmla="*/ T12 w 216"/>
                  <a:gd name="T14" fmla="+- 0 8505 8435"/>
                  <a:gd name="T15" fmla="*/ 8505 h 240"/>
                  <a:gd name="T16" fmla="+- 0 944 814"/>
                  <a:gd name="T17" fmla="*/ T16 w 216"/>
                  <a:gd name="T18" fmla="+- 0 8505 8435"/>
                  <a:gd name="T19" fmla="*/ 8505 h 240"/>
                  <a:gd name="T20" fmla="+- 0 944 814"/>
                  <a:gd name="T21" fmla="*/ T20 w 216"/>
                  <a:gd name="T22" fmla="+- 0 8501 8435"/>
                  <a:gd name="T23" fmla="*/ 8501 h 240"/>
                  <a:gd name="T24" fmla="+- 0 944 814"/>
                  <a:gd name="T25" fmla="*/ T24 w 216"/>
                  <a:gd name="T26" fmla="+- 0 8499 8435"/>
                  <a:gd name="T27" fmla="*/ 8499 h 240"/>
                  <a:gd name="T28" fmla="+- 0 946 814"/>
                  <a:gd name="T29" fmla="*/ T28 w 216"/>
                  <a:gd name="T30" fmla="+- 0 8495 8435"/>
                  <a:gd name="T31" fmla="*/ 8495 h 240"/>
                  <a:gd name="T32" fmla="+- 0 947 814"/>
                  <a:gd name="T33" fmla="*/ T32 w 216"/>
                  <a:gd name="T34" fmla="+- 0 8495 8435"/>
                  <a:gd name="T35" fmla="*/ 8495 h 240"/>
                  <a:gd name="T36" fmla="+- 0 949 814"/>
                  <a:gd name="T37" fmla="*/ T36 w 216"/>
                  <a:gd name="T38" fmla="+- 0 8493 8435"/>
                  <a:gd name="T39" fmla="*/ 8493 h 240"/>
                  <a:gd name="T40" fmla="+- 0 948 814"/>
                  <a:gd name="T41" fmla="*/ T40 w 216"/>
                  <a:gd name="T42" fmla="+- 0 8491 8435"/>
                  <a:gd name="T43" fmla="*/ 8491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16" h="240">
                    <a:moveTo>
                      <a:pt x="134" y="56"/>
                    </a:moveTo>
                    <a:lnTo>
                      <a:pt x="120" y="70"/>
                    </a:lnTo>
                    <a:lnTo>
                      <a:pt x="121" y="72"/>
                    </a:lnTo>
                    <a:lnTo>
                      <a:pt x="123" y="70"/>
                    </a:lnTo>
                    <a:lnTo>
                      <a:pt x="130" y="70"/>
                    </a:lnTo>
                    <a:lnTo>
                      <a:pt x="130" y="66"/>
                    </a:lnTo>
                    <a:lnTo>
                      <a:pt x="130" y="64"/>
                    </a:lnTo>
                    <a:lnTo>
                      <a:pt x="132" y="60"/>
                    </a:lnTo>
                    <a:lnTo>
                      <a:pt x="133" y="60"/>
                    </a:lnTo>
                    <a:lnTo>
                      <a:pt x="135" y="58"/>
                    </a:lnTo>
                    <a:lnTo>
                      <a:pt x="134"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6" name="Freeform 5978">
                <a:extLst>
                  <a:ext uri="{FF2B5EF4-FFF2-40B4-BE49-F238E27FC236}">
                    <a16:creationId xmlns:a16="http://schemas.microsoft.com/office/drawing/2014/main" id="{2590C3B6-D870-0C2B-F9B4-7E856A448EFC}"/>
                  </a:ext>
                </a:extLst>
              </p:cNvPr>
              <p:cNvSpPr>
                <a:spLocks/>
              </p:cNvSpPr>
              <p:nvPr/>
            </p:nvSpPr>
            <p:spPr bwMode="auto">
              <a:xfrm>
                <a:off x="814" y="8435"/>
                <a:ext cx="216" cy="240"/>
              </a:xfrm>
              <a:custGeom>
                <a:avLst/>
                <a:gdLst>
                  <a:gd name="T0" fmla="+- 0 1001 814"/>
                  <a:gd name="T1" fmla="*/ T0 w 216"/>
                  <a:gd name="T2" fmla="+- 0 8479 8435"/>
                  <a:gd name="T3" fmla="*/ 8479 h 240"/>
                  <a:gd name="T4" fmla="+- 0 1000 814"/>
                  <a:gd name="T5" fmla="*/ T4 w 216"/>
                  <a:gd name="T6" fmla="+- 0 8479 8435"/>
                  <a:gd name="T7" fmla="*/ 8479 h 240"/>
                  <a:gd name="T8" fmla="+- 0 1001 814"/>
                  <a:gd name="T9" fmla="*/ T8 w 216"/>
                  <a:gd name="T10" fmla="+- 0 8483 8435"/>
                  <a:gd name="T11" fmla="*/ 8483 h 240"/>
                  <a:gd name="T12" fmla="+- 0 1002 814"/>
                  <a:gd name="T13" fmla="*/ T12 w 216"/>
                  <a:gd name="T14" fmla="+- 0 8485 8435"/>
                  <a:gd name="T15" fmla="*/ 8485 h 240"/>
                  <a:gd name="T16" fmla="+- 0 1001 814"/>
                  <a:gd name="T17" fmla="*/ T16 w 216"/>
                  <a:gd name="T18" fmla="+- 0 8491 8435"/>
                  <a:gd name="T19" fmla="*/ 8491 h 240"/>
                  <a:gd name="T20" fmla="+- 0 1000 814"/>
                  <a:gd name="T21" fmla="*/ T20 w 216"/>
                  <a:gd name="T22" fmla="+- 0 8493 8435"/>
                  <a:gd name="T23" fmla="*/ 8493 h 240"/>
                  <a:gd name="T24" fmla="+- 0 995 814"/>
                  <a:gd name="T25" fmla="*/ T24 w 216"/>
                  <a:gd name="T26" fmla="+- 0 8499 8435"/>
                  <a:gd name="T27" fmla="*/ 8499 h 240"/>
                  <a:gd name="T28" fmla="+- 0 991 814"/>
                  <a:gd name="T29" fmla="*/ T28 w 216"/>
                  <a:gd name="T30" fmla="+- 0 8501 8435"/>
                  <a:gd name="T31" fmla="*/ 8501 h 240"/>
                  <a:gd name="T32" fmla="+- 0 1004 814"/>
                  <a:gd name="T33" fmla="*/ T32 w 216"/>
                  <a:gd name="T34" fmla="+- 0 8501 8435"/>
                  <a:gd name="T35" fmla="*/ 8501 h 240"/>
                  <a:gd name="T36" fmla="+- 0 1006 814"/>
                  <a:gd name="T37" fmla="*/ T36 w 216"/>
                  <a:gd name="T38" fmla="+- 0 8497 8435"/>
                  <a:gd name="T39" fmla="*/ 8497 h 240"/>
                  <a:gd name="T40" fmla="+- 0 1006 814"/>
                  <a:gd name="T41" fmla="*/ T40 w 216"/>
                  <a:gd name="T42" fmla="+- 0 8487 8435"/>
                  <a:gd name="T43" fmla="*/ 8487 h 240"/>
                  <a:gd name="T44" fmla="+- 0 1004 814"/>
                  <a:gd name="T45" fmla="*/ T44 w 216"/>
                  <a:gd name="T46" fmla="+- 0 8483 8435"/>
                  <a:gd name="T47" fmla="*/ 8483 h 240"/>
                  <a:gd name="T48" fmla="+- 0 1001 814"/>
                  <a:gd name="T49" fmla="*/ T48 w 216"/>
                  <a:gd name="T50" fmla="+- 0 8479 8435"/>
                  <a:gd name="T51" fmla="*/ 8479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216" h="240">
                    <a:moveTo>
                      <a:pt x="187" y="44"/>
                    </a:moveTo>
                    <a:lnTo>
                      <a:pt x="186" y="44"/>
                    </a:lnTo>
                    <a:lnTo>
                      <a:pt x="187" y="48"/>
                    </a:lnTo>
                    <a:lnTo>
                      <a:pt x="188" y="50"/>
                    </a:lnTo>
                    <a:lnTo>
                      <a:pt x="187" y="56"/>
                    </a:lnTo>
                    <a:lnTo>
                      <a:pt x="186" y="58"/>
                    </a:lnTo>
                    <a:lnTo>
                      <a:pt x="181" y="64"/>
                    </a:lnTo>
                    <a:lnTo>
                      <a:pt x="177" y="66"/>
                    </a:lnTo>
                    <a:lnTo>
                      <a:pt x="190" y="66"/>
                    </a:lnTo>
                    <a:lnTo>
                      <a:pt x="192" y="62"/>
                    </a:lnTo>
                    <a:lnTo>
                      <a:pt x="192" y="52"/>
                    </a:lnTo>
                    <a:lnTo>
                      <a:pt x="190" y="48"/>
                    </a:lnTo>
                    <a:lnTo>
                      <a:pt x="187"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7" name="Freeform 5979">
                <a:extLst>
                  <a:ext uri="{FF2B5EF4-FFF2-40B4-BE49-F238E27FC236}">
                    <a16:creationId xmlns:a16="http://schemas.microsoft.com/office/drawing/2014/main" id="{FF594FD8-B3D3-2719-62A1-6EC450B6BB18}"/>
                  </a:ext>
                </a:extLst>
              </p:cNvPr>
              <p:cNvSpPr>
                <a:spLocks/>
              </p:cNvSpPr>
              <p:nvPr/>
            </p:nvSpPr>
            <p:spPr bwMode="auto">
              <a:xfrm>
                <a:off x="814" y="8435"/>
                <a:ext cx="216" cy="240"/>
              </a:xfrm>
              <a:custGeom>
                <a:avLst/>
                <a:gdLst>
                  <a:gd name="T0" fmla="+- 0 993 814"/>
                  <a:gd name="T1" fmla="*/ T0 w 216"/>
                  <a:gd name="T2" fmla="+- 0 8471 8435"/>
                  <a:gd name="T3" fmla="*/ 8471 h 240"/>
                  <a:gd name="T4" fmla="+- 0 977 814"/>
                  <a:gd name="T5" fmla="*/ T4 w 216"/>
                  <a:gd name="T6" fmla="+- 0 8471 8435"/>
                  <a:gd name="T7" fmla="*/ 8471 h 240"/>
                  <a:gd name="T8" fmla="+- 0 980 814"/>
                  <a:gd name="T9" fmla="*/ T8 w 216"/>
                  <a:gd name="T10" fmla="+- 0 8473 8435"/>
                  <a:gd name="T11" fmla="*/ 8473 h 240"/>
                  <a:gd name="T12" fmla="+- 0 981 814"/>
                  <a:gd name="T13" fmla="*/ T12 w 216"/>
                  <a:gd name="T14" fmla="+- 0 8473 8435"/>
                  <a:gd name="T15" fmla="*/ 8473 h 240"/>
                  <a:gd name="T16" fmla="+- 0 984 814"/>
                  <a:gd name="T17" fmla="*/ T16 w 216"/>
                  <a:gd name="T18" fmla="+- 0 8475 8435"/>
                  <a:gd name="T19" fmla="*/ 8475 h 240"/>
                  <a:gd name="T20" fmla="+- 0 969 814"/>
                  <a:gd name="T21" fmla="*/ T20 w 216"/>
                  <a:gd name="T22" fmla="+- 0 8491 8435"/>
                  <a:gd name="T23" fmla="*/ 8491 h 240"/>
                  <a:gd name="T24" fmla="+- 0 973 814"/>
                  <a:gd name="T25" fmla="*/ T24 w 216"/>
                  <a:gd name="T26" fmla="+- 0 8491 8435"/>
                  <a:gd name="T27" fmla="*/ 8491 h 240"/>
                  <a:gd name="T28" fmla="+- 0 993 814"/>
                  <a:gd name="T29" fmla="*/ T28 w 216"/>
                  <a:gd name="T30" fmla="+- 0 8471 8435"/>
                  <a:gd name="T31" fmla="*/ 8471 h 24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16" h="240">
                    <a:moveTo>
                      <a:pt x="179" y="36"/>
                    </a:moveTo>
                    <a:lnTo>
                      <a:pt x="163" y="36"/>
                    </a:lnTo>
                    <a:lnTo>
                      <a:pt x="166" y="38"/>
                    </a:lnTo>
                    <a:lnTo>
                      <a:pt x="167" y="38"/>
                    </a:lnTo>
                    <a:lnTo>
                      <a:pt x="170" y="40"/>
                    </a:lnTo>
                    <a:lnTo>
                      <a:pt x="155" y="56"/>
                    </a:lnTo>
                    <a:lnTo>
                      <a:pt x="159" y="56"/>
                    </a:lnTo>
                    <a:lnTo>
                      <a:pt x="179"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8" name="Freeform 5980">
                <a:extLst>
                  <a:ext uri="{FF2B5EF4-FFF2-40B4-BE49-F238E27FC236}">
                    <a16:creationId xmlns:a16="http://schemas.microsoft.com/office/drawing/2014/main" id="{A212791C-E3E2-A00B-28C2-E9150FAD707B}"/>
                  </a:ext>
                </a:extLst>
              </p:cNvPr>
              <p:cNvSpPr>
                <a:spLocks/>
              </p:cNvSpPr>
              <p:nvPr/>
            </p:nvSpPr>
            <p:spPr bwMode="auto">
              <a:xfrm>
                <a:off x="814" y="8435"/>
                <a:ext cx="216" cy="240"/>
              </a:xfrm>
              <a:custGeom>
                <a:avLst/>
                <a:gdLst>
                  <a:gd name="T0" fmla="+- 0 1002 814"/>
                  <a:gd name="T1" fmla="*/ T0 w 216"/>
                  <a:gd name="T2" fmla="+- 0 8455 8435"/>
                  <a:gd name="T3" fmla="*/ 8455 h 240"/>
                  <a:gd name="T4" fmla="+- 0 990 814"/>
                  <a:gd name="T5" fmla="*/ T4 w 216"/>
                  <a:gd name="T6" fmla="+- 0 8455 8435"/>
                  <a:gd name="T7" fmla="*/ 8455 h 240"/>
                  <a:gd name="T8" fmla="+- 0 1014 814"/>
                  <a:gd name="T9" fmla="*/ T8 w 216"/>
                  <a:gd name="T10" fmla="+- 0 8479 8435"/>
                  <a:gd name="T11" fmla="*/ 8479 h 240"/>
                  <a:gd name="T12" fmla="+- 0 1016 814"/>
                  <a:gd name="T13" fmla="*/ T12 w 216"/>
                  <a:gd name="T14" fmla="+- 0 8479 8435"/>
                  <a:gd name="T15" fmla="*/ 8479 h 240"/>
                  <a:gd name="T16" fmla="+- 0 1017 814"/>
                  <a:gd name="T17" fmla="*/ T16 w 216"/>
                  <a:gd name="T18" fmla="+- 0 8481 8435"/>
                  <a:gd name="T19" fmla="*/ 8481 h 240"/>
                  <a:gd name="T20" fmla="+- 0 1022 814"/>
                  <a:gd name="T21" fmla="*/ T20 w 216"/>
                  <a:gd name="T22" fmla="+- 0 8481 8435"/>
                  <a:gd name="T23" fmla="*/ 8481 h 240"/>
                  <a:gd name="T24" fmla="+- 0 1026 814"/>
                  <a:gd name="T25" fmla="*/ T24 w 216"/>
                  <a:gd name="T26" fmla="+- 0 8479 8435"/>
                  <a:gd name="T27" fmla="*/ 8479 h 240"/>
                  <a:gd name="T28" fmla="+- 0 1028 814"/>
                  <a:gd name="T29" fmla="*/ T28 w 216"/>
                  <a:gd name="T30" fmla="+- 0 8477 8435"/>
                  <a:gd name="T31" fmla="*/ 8477 h 240"/>
                  <a:gd name="T32" fmla="+- 0 1029 814"/>
                  <a:gd name="T33" fmla="*/ T32 w 216"/>
                  <a:gd name="T34" fmla="+- 0 8475 8435"/>
                  <a:gd name="T35" fmla="*/ 8475 h 240"/>
                  <a:gd name="T36" fmla="+- 0 1029 814"/>
                  <a:gd name="T37" fmla="*/ T36 w 216"/>
                  <a:gd name="T38" fmla="+- 0 8473 8435"/>
                  <a:gd name="T39" fmla="*/ 8473 h 240"/>
                  <a:gd name="T40" fmla="+- 0 1020 814"/>
                  <a:gd name="T41" fmla="*/ T40 w 216"/>
                  <a:gd name="T42" fmla="+- 0 8473 8435"/>
                  <a:gd name="T43" fmla="*/ 8473 h 240"/>
                  <a:gd name="T44" fmla="+- 0 1018 814"/>
                  <a:gd name="T45" fmla="*/ T44 w 216"/>
                  <a:gd name="T46" fmla="+- 0 8471 8435"/>
                  <a:gd name="T47" fmla="*/ 8471 h 240"/>
                  <a:gd name="T48" fmla="+- 0 1002 814"/>
                  <a:gd name="T49" fmla="*/ T48 w 216"/>
                  <a:gd name="T50" fmla="+- 0 8455 8435"/>
                  <a:gd name="T51" fmla="*/ 8455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216" h="240">
                    <a:moveTo>
                      <a:pt x="188" y="20"/>
                    </a:moveTo>
                    <a:lnTo>
                      <a:pt x="176" y="20"/>
                    </a:lnTo>
                    <a:lnTo>
                      <a:pt x="200" y="44"/>
                    </a:lnTo>
                    <a:lnTo>
                      <a:pt x="202" y="44"/>
                    </a:lnTo>
                    <a:lnTo>
                      <a:pt x="203" y="46"/>
                    </a:lnTo>
                    <a:lnTo>
                      <a:pt x="208" y="46"/>
                    </a:lnTo>
                    <a:lnTo>
                      <a:pt x="212" y="44"/>
                    </a:lnTo>
                    <a:lnTo>
                      <a:pt x="214" y="42"/>
                    </a:lnTo>
                    <a:lnTo>
                      <a:pt x="215" y="40"/>
                    </a:lnTo>
                    <a:lnTo>
                      <a:pt x="215" y="38"/>
                    </a:lnTo>
                    <a:lnTo>
                      <a:pt x="206" y="38"/>
                    </a:lnTo>
                    <a:lnTo>
                      <a:pt x="204" y="36"/>
                    </a:lnTo>
                    <a:lnTo>
                      <a:pt x="18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59" name="Freeform 5981">
                <a:extLst>
                  <a:ext uri="{FF2B5EF4-FFF2-40B4-BE49-F238E27FC236}">
                    <a16:creationId xmlns:a16="http://schemas.microsoft.com/office/drawing/2014/main" id="{2E23C3E1-0F4F-CC47-60DF-25C1596DEB71}"/>
                  </a:ext>
                </a:extLst>
              </p:cNvPr>
              <p:cNvSpPr>
                <a:spLocks/>
              </p:cNvSpPr>
              <p:nvPr/>
            </p:nvSpPr>
            <p:spPr bwMode="auto">
              <a:xfrm>
                <a:off x="814" y="8435"/>
                <a:ext cx="216" cy="240"/>
              </a:xfrm>
              <a:custGeom>
                <a:avLst/>
                <a:gdLst>
                  <a:gd name="T0" fmla="+- 0 1027 814"/>
                  <a:gd name="T1" fmla="*/ T0 w 216"/>
                  <a:gd name="T2" fmla="+- 0 8463 8435"/>
                  <a:gd name="T3" fmla="*/ 8463 h 240"/>
                  <a:gd name="T4" fmla="+- 0 1026 814"/>
                  <a:gd name="T5" fmla="*/ T4 w 216"/>
                  <a:gd name="T6" fmla="+- 0 8465 8435"/>
                  <a:gd name="T7" fmla="*/ 8465 h 240"/>
                  <a:gd name="T8" fmla="+- 0 1026 814"/>
                  <a:gd name="T9" fmla="*/ T8 w 216"/>
                  <a:gd name="T10" fmla="+- 0 8469 8435"/>
                  <a:gd name="T11" fmla="*/ 8469 h 240"/>
                  <a:gd name="T12" fmla="+- 0 1025 814"/>
                  <a:gd name="T13" fmla="*/ T12 w 216"/>
                  <a:gd name="T14" fmla="+- 0 8471 8435"/>
                  <a:gd name="T15" fmla="*/ 8471 h 240"/>
                  <a:gd name="T16" fmla="+- 0 1021 814"/>
                  <a:gd name="T17" fmla="*/ T16 w 216"/>
                  <a:gd name="T18" fmla="+- 0 8473 8435"/>
                  <a:gd name="T19" fmla="*/ 8473 h 240"/>
                  <a:gd name="T20" fmla="+- 0 1029 814"/>
                  <a:gd name="T21" fmla="*/ T20 w 216"/>
                  <a:gd name="T22" fmla="+- 0 8473 8435"/>
                  <a:gd name="T23" fmla="*/ 8473 h 240"/>
                  <a:gd name="T24" fmla="+- 0 1029 814"/>
                  <a:gd name="T25" fmla="*/ T24 w 216"/>
                  <a:gd name="T26" fmla="+- 0 8469 8435"/>
                  <a:gd name="T27" fmla="*/ 8469 h 240"/>
                  <a:gd name="T28" fmla="+- 0 1029 814"/>
                  <a:gd name="T29" fmla="*/ T28 w 216"/>
                  <a:gd name="T30" fmla="+- 0 8467 8435"/>
                  <a:gd name="T31" fmla="*/ 8467 h 240"/>
                  <a:gd name="T32" fmla="+- 0 1027 814"/>
                  <a:gd name="T33" fmla="*/ T32 w 216"/>
                  <a:gd name="T34" fmla="+- 0 8463 8435"/>
                  <a:gd name="T35" fmla="*/ 8463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216" h="240">
                    <a:moveTo>
                      <a:pt x="213" y="28"/>
                    </a:moveTo>
                    <a:lnTo>
                      <a:pt x="212" y="30"/>
                    </a:lnTo>
                    <a:lnTo>
                      <a:pt x="212" y="34"/>
                    </a:lnTo>
                    <a:lnTo>
                      <a:pt x="211" y="36"/>
                    </a:lnTo>
                    <a:lnTo>
                      <a:pt x="207" y="38"/>
                    </a:lnTo>
                    <a:lnTo>
                      <a:pt x="215" y="38"/>
                    </a:lnTo>
                    <a:lnTo>
                      <a:pt x="215" y="34"/>
                    </a:lnTo>
                    <a:lnTo>
                      <a:pt x="215" y="32"/>
                    </a:lnTo>
                    <a:lnTo>
                      <a:pt x="21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60" name="Freeform 5982">
                <a:extLst>
                  <a:ext uri="{FF2B5EF4-FFF2-40B4-BE49-F238E27FC236}">
                    <a16:creationId xmlns:a16="http://schemas.microsoft.com/office/drawing/2014/main" id="{A44999AC-0769-C7E6-C072-2DCE47D00292}"/>
                  </a:ext>
                </a:extLst>
              </p:cNvPr>
              <p:cNvSpPr>
                <a:spLocks/>
              </p:cNvSpPr>
              <p:nvPr/>
            </p:nvSpPr>
            <p:spPr bwMode="auto">
              <a:xfrm>
                <a:off x="814" y="8435"/>
                <a:ext cx="216" cy="240"/>
              </a:xfrm>
              <a:custGeom>
                <a:avLst/>
                <a:gdLst>
                  <a:gd name="T0" fmla="+- 0 982 814"/>
                  <a:gd name="T1" fmla="*/ T0 w 216"/>
                  <a:gd name="T2" fmla="+- 0 8435 8435"/>
                  <a:gd name="T3" fmla="*/ 8435 h 240"/>
                  <a:gd name="T4" fmla="+- 0 981 814"/>
                  <a:gd name="T5" fmla="*/ T4 w 216"/>
                  <a:gd name="T6" fmla="+- 0 8437 8435"/>
                  <a:gd name="T7" fmla="*/ 8437 h 240"/>
                  <a:gd name="T8" fmla="+- 0 983 814"/>
                  <a:gd name="T9" fmla="*/ T8 w 216"/>
                  <a:gd name="T10" fmla="+- 0 8439 8435"/>
                  <a:gd name="T11" fmla="*/ 8439 h 240"/>
                  <a:gd name="T12" fmla="+- 0 983 814"/>
                  <a:gd name="T13" fmla="*/ T12 w 216"/>
                  <a:gd name="T14" fmla="+- 0 8443 8435"/>
                  <a:gd name="T15" fmla="*/ 8443 h 240"/>
                  <a:gd name="T16" fmla="+- 0 984 814"/>
                  <a:gd name="T17" fmla="*/ T16 w 216"/>
                  <a:gd name="T18" fmla="+- 0 8447 8435"/>
                  <a:gd name="T19" fmla="*/ 8447 h 240"/>
                  <a:gd name="T20" fmla="+- 0 985 814"/>
                  <a:gd name="T21" fmla="*/ T20 w 216"/>
                  <a:gd name="T22" fmla="+- 0 8449 8435"/>
                  <a:gd name="T23" fmla="*/ 8449 h 240"/>
                  <a:gd name="T24" fmla="+- 0 984 814"/>
                  <a:gd name="T25" fmla="*/ T24 w 216"/>
                  <a:gd name="T26" fmla="+- 0 8455 8435"/>
                  <a:gd name="T27" fmla="*/ 8455 h 240"/>
                  <a:gd name="T28" fmla="+- 0 984 814"/>
                  <a:gd name="T29" fmla="*/ T28 w 216"/>
                  <a:gd name="T30" fmla="+- 0 8457 8435"/>
                  <a:gd name="T31" fmla="*/ 8457 h 240"/>
                  <a:gd name="T32" fmla="+- 0 983 814"/>
                  <a:gd name="T33" fmla="*/ T32 w 216"/>
                  <a:gd name="T34" fmla="+- 0 8459 8435"/>
                  <a:gd name="T35" fmla="*/ 8459 h 240"/>
                  <a:gd name="T36" fmla="+- 0 984 814"/>
                  <a:gd name="T37" fmla="*/ T36 w 216"/>
                  <a:gd name="T38" fmla="+- 0 8459 8435"/>
                  <a:gd name="T39" fmla="*/ 8459 h 240"/>
                  <a:gd name="T40" fmla="+- 0 990 814"/>
                  <a:gd name="T41" fmla="*/ T40 w 216"/>
                  <a:gd name="T42" fmla="+- 0 8455 8435"/>
                  <a:gd name="T43" fmla="*/ 8455 h 240"/>
                  <a:gd name="T44" fmla="+- 0 1002 814"/>
                  <a:gd name="T45" fmla="*/ T44 w 216"/>
                  <a:gd name="T46" fmla="+- 0 8455 8435"/>
                  <a:gd name="T47" fmla="*/ 8455 h 240"/>
                  <a:gd name="T48" fmla="+- 0 995 814"/>
                  <a:gd name="T49" fmla="*/ T48 w 216"/>
                  <a:gd name="T50" fmla="+- 0 8449 8435"/>
                  <a:gd name="T51" fmla="*/ 8449 h 240"/>
                  <a:gd name="T52" fmla="+- 0 999 814"/>
                  <a:gd name="T53" fmla="*/ T52 w 216"/>
                  <a:gd name="T54" fmla="+- 0 8445 8435"/>
                  <a:gd name="T55" fmla="*/ 8445 h 240"/>
                  <a:gd name="T56" fmla="+- 0 993 814"/>
                  <a:gd name="T57" fmla="*/ T56 w 216"/>
                  <a:gd name="T58" fmla="+- 0 8445 8435"/>
                  <a:gd name="T59" fmla="*/ 8445 h 240"/>
                  <a:gd name="T60" fmla="+- 0 982 814"/>
                  <a:gd name="T61" fmla="*/ T60 w 216"/>
                  <a:gd name="T62" fmla="+- 0 8435 8435"/>
                  <a:gd name="T63" fmla="*/ 8435 h 24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216" h="240">
                    <a:moveTo>
                      <a:pt x="168" y="0"/>
                    </a:moveTo>
                    <a:lnTo>
                      <a:pt x="167" y="2"/>
                    </a:lnTo>
                    <a:lnTo>
                      <a:pt x="169" y="4"/>
                    </a:lnTo>
                    <a:lnTo>
                      <a:pt x="169" y="8"/>
                    </a:lnTo>
                    <a:lnTo>
                      <a:pt x="170" y="12"/>
                    </a:lnTo>
                    <a:lnTo>
                      <a:pt x="171" y="14"/>
                    </a:lnTo>
                    <a:lnTo>
                      <a:pt x="170" y="20"/>
                    </a:lnTo>
                    <a:lnTo>
                      <a:pt x="170" y="22"/>
                    </a:lnTo>
                    <a:lnTo>
                      <a:pt x="169" y="24"/>
                    </a:lnTo>
                    <a:lnTo>
                      <a:pt x="170" y="24"/>
                    </a:lnTo>
                    <a:lnTo>
                      <a:pt x="176" y="20"/>
                    </a:lnTo>
                    <a:lnTo>
                      <a:pt x="188" y="20"/>
                    </a:lnTo>
                    <a:lnTo>
                      <a:pt x="181" y="14"/>
                    </a:lnTo>
                    <a:lnTo>
                      <a:pt x="185" y="10"/>
                    </a:lnTo>
                    <a:lnTo>
                      <a:pt x="179" y="10"/>
                    </a:lnTo>
                    <a:lnTo>
                      <a:pt x="1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61" name="Freeform 5983">
                <a:extLst>
                  <a:ext uri="{FF2B5EF4-FFF2-40B4-BE49-F238E27FC236}">
                    <a16:creationId xmlns:a16="http://schemas.microsoft.com/office/drawing/2014/main" id="{50C886D7-F6DE-5642-C865-004D199B16E0}"/>
                  </a:ext>
                </a:extLst>
              </p:cNvPr>
              <p:cNvSpPr>
                <a:spLocks/>
              </p:cNvSpPr>
              <p:nvPr/>
            </p:nvSpPr>
            <p:spPr bwMode="auto">
              <a:xfrm>
                <a:off x="814" y="8435"/>
                <a:ext cx="216" cy="240"/>
              </a:xfrm>
              <a:custGeom>
                <a:avLst/>
                <a:gdLst>
                  <a:gd name="T0" fmla="+- 0 1000 814"/>
                  <a:gd name="T1" fmla="*/ T0 w 216"/>
                  <a:gd name="T2" fmla="+- 0 8439 8435"/>
                  <a:gd name="T3" fmla="*/ 8439 h 240"/>
                  <a:gd name="T4" fmla="+- 0 993 814"/>
                  <a:gd name="T5" fmla="*/ T4 w 216"/>
                  <a:gd name="T6" fmla="+- 0 8445 8435"/>
                  <a:gd name="T7" fmla="*/ 8445 h 240"/>
                  <a:gd name="T8" fmla="+- 0 999 814"/>
                  <a:gd name="T9" fmla="*/ T8 w 216"/>
                  <a:gd name="T10" fmla="+- 0 8445 8435"/>
                  <a:gd name="T11" fmla="*/ 8445 h 240"/>
                  <a:gd name="T12" fmla="+- 0 1003 814"/>
                  <a:gd name="T13" fmla="*/ T12 w 216"/>
                  <a:gd name="T14" fmla="+- 0 8441 8435"/>
                  <a:gd name="T15" fmla="*/ 8441 h 240"/>
                  <a:gd name="T16" fmla="+- 0 1000 814"/>
                  <a:gd name="T17" fmla="*/ T16 w 216"/>
                  <a:gd name="T18" fmla="+- 0 8439 8435"/>
                  <a:gd name="T19" fmla="*/ 8439 h 240"/>
                </a:gdLst>
                <a:ahLst/>
                <a:cxnLst>
                  <a:cxn ang="0">
                    <a:pos x="T1" y="T3"/>
                  </a:cxn>
                  <a:cxn ang="0">
                    <a:pos x="T5" y="T7"/>
                  </a:cxn>
                  <a:cxn ang="0">
                    <a:pos x="T9" y="T11"/>
                  </a:cxn>
                  <a:cxn ang="0">
                    <a:pos x="T13" y="T15"/>
                  </a:cxn>
                  <a:cxn ang="0">
                    <a:pos x="T17" y="T19"/>
                  </a:cxn>
                </a:cxnLst>
                <a:rect l="0" t="0" r="r" b="b"/>
                <a:pathLst>
                  <a:path w="216" h="240">
                    <a:moveTo>
                      <a:pt x="186" y="4"/>
                    </a:moveTo>
                    <a:lnTo>
                      <a:pt x="179" y="10"/>
                    </a:lnTo>
                    <a:lnTo>
                      <a:pt x="185" y="10"/>
                    </a:lnTo>
                    <a:lnTo>
                      <a:pt x="189" y="6"/>
                    </a:lnTo>
                    <a:lnTo>
                      <a:pt x="18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nvGrpSpPr>
            <p:cNvPr id="514" name="Group 513">
              <a:extLst>
                <a:ext uri="{FF2B5EF4-FFF2-40B4-BE49-F238E27FC236}">
                  <a16:creationId xmlns:a16="http://schemas.microsoft.com/office/drawing/2014/main" id="{EFED205F-F459-BF4B-C897-3B16F4C01533}"/>
                </a:ext>
              </a:extLst>
            </p:cNvPr>
            <p:cNvGrpSpPr>
              <a:grpSpLocks/>
            </p:cNvGrpSpPr>
            <p:nvPr/>
          </p:nvGrpSpPr>
          <p:grpSpPr bwMode="auto">
            <a:xfrm>
              <a:off x="4953" y="8421"/>
              <a:ext cx="198" cy="179"/>
              <a:chOff x="4953" y="8421"/>
              <a:chExt cx="198" cy="179"/>
            </a:xfrm>
          </p:grpSpPr>
          <p:sp>
            <p:nvSpPr>
              <p:cNvPr id="515" name="Freeform 5985">
                <a:extLst>
                  <a:ext uri="{FF2B5EF4-FFF2-40B4-BE49-F238E27FC236}">
                    <a16:creationId xmlns:a16="http://schemas.microsoft.com/office/drawing/2014/main" id="{CD6DA09D-ED7D-AD6F-2934-F4472F17B098}"/>
                  </a:ext>
                </a:extLst>
              </p:cNvPr>
              <p:cNvSpPr>
                <a:spLocks/>
              </p:cNvSpPr>
              <p:nvPr/>
            </p:nvSpPr>
            <p:spPr bwMode="auto">
              <a:xfrm>
                <a:off x="4953" y="8421"/>
                <a:ext cx="198" cy="179"/>
              </a:xfrm>
              <a:custGeom>
                <a:avLst/>
                <a:gdLst>
                  <a:gd name="T0" fmla="+- 0 4986 4953"/>
                  <a:gd name="T1" fmla="*/ T0 w 198"/>
                  <a:gd name="T2" fmla="+- 0 8548 8421"/>
                  <a:gd name="T3" fmla="*/ 8548 h 179"/>
                  <a:gd name="T4" fmla="+- 0 4972 4953"/>
                  <a:gd name="T5" fmla="*/ T4 w 198"/>
                  <a:gd name="T6" fmla="+- 0 8548 8421"/>
                  <a:gd name="T7" fmla="*/ 8548 h 179"/>
                  <a:gd name="T8" fmla="+- 0 5011 4953"/>
                  <a:gd name="T9" fmla="*/ T8 w 198"/>
                  <a:gd name="T10" fmla="+- 0 8587 8421"/>
                  <a:gd name="T11" fmla="*/ 8587 h 179"/>
                  <a:gd name="T12" fmla="+- 0 5013 4953"/>
                  <a:gd name="T13" fmla="*/ T12 w 198"/>
                  <a:gd name="T14" fmla="+- 0 8589 8421"/>
                  <a:gd name="T15" fmla="*/ 8589 h 179"/>
                  <a:gd name="T16" fmla="+- 0 5013 4953"/>
                  <a:gd name="T17" fmla="*/ T16 w 198"/>
                  <a:gd name="T18" fmla="+- 0 8593 8421"/>
                  <a:gd name="T19" fmla="*/ 8593 h 179"/>
                  <a:gd name="T20" fmla="+- 0 5012 4953"/>
                  <a:gd name="T21" fmla="*/ T20 w 198"/>
                  <a:gd name="T22" fmla="+- 0 8595 8421"/>
                  <a:gd name="T23" fmla="*/ 8595 h 179"/>
                  <a:gd name="T24" fmla="+- 0 5009 4953"/>
                  <a:gd name="T25" fmla="*/ T24 w 198"/>
                  <a:gd name="T26" fmla="+- 0 8598 8421"/>
                  <a:gd name="T27" fmla="*/ 8598 h 179"/>
                  <a:gd name="T28" fmla="+- 0 5010 4953"/>
                  <a:gd name="T29" fmla="*/ T28 w 198"/>
                  <a:gd name="T30" fmla="+- 0 8600 8421"/>
                  <a:gd name="T31" fmla="*/ 8600 h 179"/>
                  <a:gd name="T32" fmla="+- 0 5027 4953"/>
                  <a:gd name="T33" fmla="*/ T32 w 198"/>
                  <a:gd name="T34" fmla="+- 0 8583 8421"/>
                  <a:gd name="T35" fmla="*/ 8583 h 179"/>
                  <a:gd name="T36" fmla="+- 0 5024 4953"/>
                  <a:gd name="T37" fmla="*/ T36 w 198"/>
                  <a:gd name="T38" fmla="+- 0 8583 8421"/>
                  <a:gd name="T39" fmla="*/ 8583 h 179"/>
                  <a:gd name="T40" fmla="+- 0 5020 4953"/>
                  <a:gd name="T41" fmla="*/ T40 w 198"/>
                  <a:gd name="T42" fmla="+- 0 8582 8421"/>
                  <a:gd name="T43" fmla="*/ 8582 h 179"/>
                  <a:gd name="T44" fmla="+- 0 5018 4953"/>
                  <a:gd name="T45" fmla="*/ T44 w 198"/>
                  <a:gd name="T46" fmla="+- 0 8581 8421"/>
                  <a:gd name="T47" fmla="*/ 8581 h 179"/>
                  <a:gd name="T48" fmla="+- 0 4986 4953"/>
                  <a:gd name="T49" fmla="*/ T48 w 198"/>
                  <a:gd name="T50" fmla="+- 0 8548 8421"/>
                  <a:gd name="T51" fmla="*/ 8548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198" h="179">
                    <a:moveTo>
                      <a:pt x="33" y="127"/>
                    </a:moveTo>
                    <a:lnTo>
                      <a:pt x="19" y="127"/>
                    </a:lnTo>
                    <a:lnTo>
                      <a:pt x="58" y="166"/>
                    </a:lnTo>
                    <a:lnTo>
                      <a:pt x="60" y="168"/>
                    </a:lnTo>
                    <a:lnTo>
                      <a:pt x="60" y="172"/>
                    </a:lnTo>
                    <a:lnTo>
                      <a:pt x="59" y="174"/>
                    </a:lnTo>
                    <a:lnTo>
                      <a:pt x="56" y="177"/>
                    </a:lnTo>
                    <a:lnTo>
                      <a:pt x="57" y="179"/>
                    </a:lnTo>
                    <a:lnTo>
                      <a:pt x="74" y="162"/>
                    </a:lnTo>
                    <a:lnTo>
                      <a:pt x="71" y="162"/>
                    </a:lnTo>
                    <a:lnTo>
                      <a:pt x="67" y="161"/>
                    </a:lnTo>
                    <a:lnTo>
                      <a:pt x="65" y="160"/>
                    </a:lnTo>
                    <a:lnTo>
                      <a:pt x="33"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16" name="Freeform 5986">
                <a:extLst>
                  <a:ext uri="{FF2B5EF4-FFF2-40B4-BE49-F238E27FC236}">
                    <a16:creationId xmlns:a16="http://schemas.microsoft.com/office/drawing/2014/main" id="{5C9F046D-4792-26FB-4AA1-E1DD5111F2DB}"/>
                  </a:ext>
                </a:extLst>
              </p:cNvPr>
              <p:cNvSpPr>
                <a:spLocks/>
              </p:cNvSpPr>
              <p:nvPr/>
            </p:nvSpPr>
            <p:spPr bwMode="auto">
              <a:xfrm>
                <a:off x="4953" y="8421"/>
                <a:ext cx="198" cy="179"/>
              </a:xfrm>
              <a:custGeom>
                <a:avLst/>
                <a:gdLst>
                  <a:gd name="T0" fmla="+- 0 5029 4953"/>
                  <a:gd name="T1" fmla="*/ T0 w 198"/>
                  <a:gd name="T2" fmla="+- 0 8578 8421"/>
                  <a:gd name="T3" fmla="*/ 8578 h 179"/>
                  <a:gd name="T4" fmla="+- 0 5025 4953"/>
                  <a:gd name="T5" fmla="*/ T4 w 198"/>
                  <a:gd name="T6" fmla="+- 0 8582 8421"/>
                  <a:gd name="T7" fmla="*/ 8582 h 179"/>
                  <a:gd name="T8" fmla="+- 0 5024 4953"/>
                  <a:gd name="T9" fmla="*/ T8 w 198"/>
                  <a:gd name="T10" fmla="+- 0 8583 8421"/>
                  <a:gd name="T11" fmla="*/ 8583 h 179"/>
                  <a:gd name="T12" fmla="+- 0 5027 4953"/>
                  <a:gd name="T13" fmla="*/ T12 w 198"/>
                  <a:gd name="T14" fmla="+- 0 8583 8421"/>
                  <a:gd name="T15" fmla="*/ 8583 h 179"/>
                  <a:gd name="T16" fmla="+- 0 5030 4953"/>
                  <a:gd name="T17" fmla="*/ T16 w 198"/>
                  <a:gd name="T18" fmla="+- 0 8579 8421"/>
                  <a:gd name="T19" fmla="*/ 8579 h 179"/>
                  <a:gd name="T20" fmla="+- 0 5029 4953"/>
                  <a:gd name="T21" fmla="*/ T20 w 198"/>
                  <a:gd name="T22" fmla="+- 0 8578 8421"/>
                  <a:gd name="T23" fmla="*/ 8578 h 179"/>
                </a:gdLst>
                <a:ahLst/>
                <a:cxnLst>
                  <a:cxn ang="0">
                    <a:pos x="T1" y="T3"/>
                  </a:cxn>
                  <a:cxn ang="0">
                    <a:pos x="T5" y="T7"/>
                  </a:cxn>
                  <a:cxn ang="0">
                    <a:pos x="T9" y="T11"/>
                  </a:cxn>
                  <a:cxn ang="0">
                    <a:pos x="T13" y="T15"/>
                  </a:cxn>
                  <a:cxn ang="0">
                    <a:pos x="T17" y="T19"/>
                  </a:cxn>
                  <a:cxn ang="0">
                    <a:pos x="T21" y="T23"/>
                  </a:cxn>
                </a:cxnLst>
                <a:rect l="0" t="0" r="r" b="b"/>
                <a:pathLst>
                  <a:path w="198" h="179">
                    <a:moveTo>
                      <a:pt x="76" y="157"/>
                    </a:moveTo>
                    <a:lnTo>
                      <a:pt x="72" y="161"/>
                    </a:lnTo>
                    <a:lnTo>
                      <a:pt x="71" y="162"/>
                    </a:lnTo>
                    <a:lnTo>
                      <a:pt x="74" y="162"/>
                    </a:lnTo>
                    <a:lnTo>
                      <a:pt x="77" y="158"/>
                    </a:lnTo>
                    <a:lnTo>
                      <a:pt x="76"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17" name="Freeform 5987">
                <a:extLst>
                  <a:ext uri="{FF2B5EF4-FFF2-40B4-BE49-F238E27FC236}">
                    <a16:creationId xmlns:a16="http://schemas.microsoft.com/office/drawing/2014/main" id="{718531C5-9404-AB3C-0B2F-754337962388}"/>
                  </a:ext>
                </a:extLst>
              </p:cNvPr>
              <p:cNvSpPr>
                <a:spLocks/>
              </p:cNvSpPr>
              <p:nvPr/>
            </p:nvSpPr>
            <p:spPr bwMode="auto">
              <a:xfrm>
                <a:off x="4953" y="8421"/>
                <a:ext cx="198" cy="179"/>
              </a:xfrm>
              <a:custGeom>
                <a:avLst/>
                <a:gdLst>
                  <a:gd name="T0" fmla="+- 0 4992 4953"/>
                  <a:gd name="T1" fmla="*/ T0 w 198"/>
                  <a:gd name="T2" fmla="+- 0 8522 8421"/>
                  <a:gd name="T3" fmla="*/ 8522 h 179"/>
                  <a:gd name="T4" fmla="+- 0 4953 4953"/>
                  <a:gd name="T5" fmla="*/ T4 w 198"/>
                  <a:gd name="T6" fmla="+- 0 8561 8421"/>
                  <a:gd name="T7" fmla="*/ 8561 h 179"/>
                  <a:gd name="T8" fmla="+- 0 4964 4953"/>
                  <a:gd name="T9" fmla="*/ T8 w 198"/>
                  <a:gd name="T10" fmla="+- 0 8573 8421"/>
                  <a:gd name="T11" fmla="*/ 8573 h 179"/>
                  <a:gd name="T12" fmla="+- 0 4965 4953"/>
                  <a:gd name="T13" fmla="*/ T12 w 198"/>
                  <a:gd name="T14" fmla="+- 0 8572 8421"/>
                  <a:gd name="T15" fmla="*/ 8572 h 179"/>
                  <a:gd name="T16" fmla="+- 0 4963 4953"/>
                  <a:gd name="T17" fmla="*/ T16 w 198"/>
                  <a:gd name="T18" fmla="+- 0 8569 8421"/>
                  <a:gd name="T19" fmla="*/ 8569 h 179"/>
                  <a:gd name="T20" fmla="+- 0 4962 4953"/>
                  <a:gd name="T21" fmla="*/ T20 w 198"/>
                  <a:gd name="T22" fmla="+- 0 8567 8421"/>
                  <a:gd name="T23" fmla="*/ 8567 h 179"/>
                  <a:gd name="T24" fmla="+- 0 4961 4953"/>
                  <a:gd name="T25" fmla="*/ T24 w 198"/>
                  <a:gd name="T26" fmla="+- 0 8564 8421"/>
                  <a:gd name="T27" fmla="*/ 8564 h 179"/>
                  <a:gd name="T28" fmla="+- 0 4961 4953"/>
                  <a:gd name="T29" fmla="*/ T28 w 198"/>
                  <a:gd name="T30" fmla="+- 0 8561 8421"/>
                  <a:gd name="T31" fmla="*/ 8561 h 179"/>
                  <a:gd name="T32" fmla="+- 0 4963 4953"/>
                  <a:gd name="T33" fmla="*/ T32 w 198"/>
                  <a:gd name="T34" fmla="+- 0 8558 8421"/>
                  <a:gd name="T35" fmla="*/ 8558 h 179"/>
                  <a:gd name="T36" fmla="+- 0 4964 4953"/>
                  <a:gd name="T37" fmla="*/ T36 w 198"/>
                  <a:gd name="T38" fmla="+- 0 8556 8421"/>
                  <a:gd name="T39" fmla="*/ 8556 h 179"/>
                  <a:gd name="T40" fmla="+- 0 4972 4953"/>
                  <a:gd name="T41" fmla="*/ T40 w 198"/>
                  <a:gd name="T42" fmla="+- 0 8548 8421"/>
                  <a:gd name="T43" fmla="*/ 8548 h 179"/>
                  <a:gd name="T44" fmla="+- 0 4986 4953"/>
                  <a:gd name="T45" fmla="*/ T44 w 198"/>
                  <a:gd name="T46" fmla="+- 0 8548 8421"/>
                  <a:gd name="T47" fmla="*/ 8548 h 179"/>
                  <a:gd name="T48" fmla="+- 0 4979 4953"/>
                  <a:gd name="T49" fmla="*/ T48 w 198"/>
                  <a:gd name="T50" fmla="+- 0 8541 8421"/>
                  <a:gd name="T51" fmla="*/ 8541 h 179"/>
                  <a:gd name="T52" fmla="+- 0 4988 4953"/>
                  <a:gd name="T53" fmla="*/ T52 w 198"/>
                  <a:gd name="T54" fmla="+- 0 8533 8421"/>
                  <a:gd name="T55" fmla="*/ 8533 h 179"/>
                  <a:gd name="T56" fmla="+- 0 4989 4953"/>
                  <a:gd name="T57" fmla="*/ T56 w 198"/>
                  <a:gd name="T58" fmla="+- 0 8531 8421"/>
                  <a:gd name="T59" fmla="*/ 8531 h 179"/>
                  <a:gd name="T60" fmla="+- 0 4993 4953"/>
                  <a:gd name="T61" fmla="*/ T60 w 198"/>
                  <a:gd name="T62" fmla="+- 0 8530 8421"/>
                  <a:gd name="T63" fmla="*/ 8530 h 179"/>
                  <a:gd name="T64" fmla="+- 0 5001 4953"/>
                  <a:gd name="T65" fmla="*/ T64 w 198"/>
                  <a:gd name="T66" fmla="+- 0 8530 8421"/>
                  <a:gd name="T67" fmla="*/ 8530 h 179"/>
                  <a:gd name="T68" fmla="+- 0 4992 4953"/>
                  <a:gd name="T69" fmla="*/ T68 w 198"/>
                  <a:gd name="T70" fmla="+- 0 8522 8421"/>
                  <a:gd name="T71" fmla="*/ 8522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198" h="179">
                    <a:moveTo>
                      <a:pt x="39" y="101"/>
                    </a:moveTo>
                    <a:lnTo>
                      <a:pt x="0" y="140"/>
                    </a:lnTo>
                    <a:lnTo>
                      <a:pt x="11" y="152"/>
                    </a:lnTo>
                    <a:lnTo>
                      <a:pt x="12" y="151"/>
                    </a:lnTo>
                    <a:lnTo>
                      <a:pt x="10" y="148"/>
                    </a:lnTo>
                    <a:lnTo>
                      <a:pt x="9" y="146"/>
                    </a:lnTo>
                    <a:lnTo>
                      <a:pt x="8" y="143"/>
                    </a:lnTo>
                    <a:lnTo>
                      <a:pt x="8" y="140"/>
                    </a:lnTo>
                    <a:lnTo>
                      <a:pt x="10" y="137"/>
                    </a:lnTo>
                    <a:lnTo>
                      <a:pt x="11" y="135"/>
                    </a:lnTo>
                    <a:lnTo>
                      <a:pt x="19" y="127"/>
                    </a:lnTo>
                    <a:lnTo>
                      <a:pt x="33" y="127"/>
                    </a:lnTo>
                    <a:lnTo>
                      <a:pt x="26" y="120"/>
                    </a:lnTo>
                    <a:lnTo>
                      <a:pt x="35" y="112"/>
                    </a:lnTo>
                    <a:lnTo>
                      <a:pt x="36" y="110"/>
                    </a:lnTo>
                    <a:lnTo>
                      <a:pt x="40" y="109"/>
                    </a:lnTo>
                    <a:lnTo>
                      <a:pt x="48" y="109"/>
                    </a:lnTo>
                    <a:lnTo>
                      <a:pt x="39"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18" name="Freeform 5988">
                <a:extLst>
                  <a:ext uri="{FF2B5EF4-FFF2-40B4-BE49-F238E27FC236}">
                    <a16:creationId xmlns:a16="http://schemas.microsoft.com/office/drawing/2014/main" id="{109EAA9F-5CE9-3F76-5F70-E4F526EF8377}"/>
                  </a:ext>
                </a:extLst>
              </p:cNvPr>
              <p:cNvSpPr>
                <a:spLocks/>
              </p:cNvSpPr>
              <p:nvPr/>
            </p:nvSpPr>
            <p:spPr bwMode="auto">
              <a:xfrm>
                <a:off x="4953" y="8421"/>
                <a:ext cx="198" cy="179"/>
              </a:xfrm>
              <a:custGeom>
                <a:avLst/>
                <a:gdLst>
                  <a:gd name="T0" fmla="+- 0 5036 4953"/>
                  <a:gd name="T1" fmla="*/ T0 w 198"/>
                  <a:gd name="T2" fmla="+- 0 8532 8421"/>
                  <a:gd name="T3" fmla="*/ 8532 h 179"/>
                  <a:gd name="T4" fmla="+- 0 5022 4953"/>
                  <a:gd name="T5" fmla="*/ T4 w 198"/>
                  <a:gd name="T6" fmla="+- 0 8532 8421"/>
                  <a:gd name="T7" fmla="*/ 8532 h 179"/>
                  <a:gd name="T8" fmla="+- 0 5024 4953"/>
                  <a:gd name="T9" fmla="*/ T8 w 198"/>
                  <a:gd name="T10" fmla="+- 0 8532 8421"/>
                  <a:gd name="T11" fmla="*/ 8532 h 179"/>
                  <a:gd name="T12" fmla="+- 0 5026 4953"/>
                  <a:gd name="T13" fmla="*/ T12 w 198"/>
                  <a:gd name="T14" fmla="+- 0 8533 8421"/>
                  <a:gd name="T15" fmla="*/ 8533 h 179"/>
                  <a:gd name="T16" fmla="+- 0 5048 4953"/>
                  <a:gd name="T17" fmla="*/ T16 w 198"/>
                  <a:gd name="T18" fmla="+- 0 8559 8421"/>
                  <a:gd name="T19" fmla="*/ 8559 h 179"/>
                  <a:gd name="T20" fmla="+- 0 5045 4953"/>
                  <a:gd name="T21" fmla="*/ T20 w 198"/>
                  <a:gd name="T22" fmla="+- 0 8562 8421"/>
                  <a:gd name="T23" fmla="*/ 8562 h 179"/>
                  <a:gd name="T24" fmla="+- 0 5046 4953"/>
                  <a:gd name="T25" fmla="*/ T24 w 198"/>
                  <a:gd name="T26" fmla="+- 0 8564 8421"/>
                  <a:gd name="T27" fmla="*/ 8564 h 179"/>
                  <a:gd name="T28" fmla="+- 0 5060 4953"/>
                  <a:gd name="T29" fmla="*/ T28 w 198"/>
                  <a:gd name="T30" fmla="+- 0 8549 8421"/>
                  <a:gd name="T31" fmla="*/ 8549 h 179"/>
                  <a:gd name="T32" fmla="+- 0 5057 4953"/>
                  <a:gd name="T33" fmla="*/ T32 w 198"/>
                  <a:gd name="T34" fmla="+- 0 8549 8421"/>
                  <a:gd name="T35" fmla="*/ 8549 h 179"/>
                  <a:gd name="T36" fmla="+- 0 5054 4953"/>
                  <a:gd name="T37" fmla="*/ T36 w 198"/>
                  <a:gd name="T38" fmla="+- 0 8549 8421"/>
                  <a:gd name="T39" fmla="*/ 8549 h 179"/>
                  <a:gd name="T40" fmla="+- 0 5053 4953"/>
                  <a:gd name="T41" fmla="*/ T40 w 198"/>
                  <a:gd name="T42" fmla="+- 0 8549 8421"/>
                  <a:gd name="T43" fmla="*/ 8549 h 179"/>
                  <a:gd name="T44" fmla="+- 0 5052 4953"/>
                  <a:gd name="T45" fmla="*/ T44 w 198"/>
                  <a:gd name="T46" fmla="+- 0 8547 8421"/>
                  <a:gd name="T47" fmla="*/ 8547 h 179"/>
                  <a:gd name="T48" fmla="+- 0 5036 4953"/>
                  <a:gd name="T49" fmla="*/ T48 w 198"/>
                  <a:gd name="T50" fmla="+- 0 8532 8421"/>
                  <a:gd name="T51" fmla="*/ 8532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198" h="179">
                    <a:moveTo>
                      <a:pt x="83" y="111"/>
                    </a:moveTo>
                    <a:lnTo>
                      <a:pt x="69" y="111"/>
                    </a:lnTo>
                    <a:lnTo>
                      <a:pt x="71" y="111"/>
                    </a:lnTo>
                    <a:lnTo>
                      <a:pt x="73" y="112"/>
                    </a:lnTo>
                    <a:lnTo>
                      <a:pt x="95" y="138"/>
                    </a:lnTo>
                    <a:lnTo>
                      <a:pt x="92" y="141"/>
                    </a:lnTo>
                    <a:lnTo>
                      <a:pt x="93" y="143"/>
                    </a:lnTo>
                    <a:lnTo>
                      <a:pt x="107" y="128"/>
                    </a:lnTo>
                    <a:lnTo>
                      <a:pt x="104" y="128"/>
                    </a:lnTo>
                    <a:lnTo>
                      <a:pt x="101" y="128"/>
                    </a:lnTo>
                    <a:lnTo>
                      <a:pt x="100" y="128"/>
                    </a:lnTo>
                    <a:lnTo>
                      <a:pt x="99" y="126"/>
                    </a:lnTo>
                    <a:lnTo>
                      <a:pt x="83" y="1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19" name="Freeform 5989">
                <a:extLst>
                  <a:ext uri="{FF2B5EF4-FFF2-40B4-BE49-F238E27FC236}">
                    <a16:creationId xmlns:a16="http://schemas.microsoft.com/office/drawing/2014/main" id="{30A4F5BD-E9C8-50B8-FE26-B1A793A99A34}"/>
                  </a:ext>
                </a:extLst>
              </p:cNvPr>
              <p:cNvSpPr>
                <a:spLocks/>
              </p:cNvSpPr>
              <p:nvPr/>
            </p:nvSpPr>
            <p:spPr bwMode="auto">
              <a:xfrm>
                <a:off x="4953" y="8421"/>
                <a:ext cx="198" cy="179"/>
              </a:xfrm>
              <a:custGeom>
                <a:avLst/>
                <a:gdLst>
                  <a:gd name="T0" fmla="+- 0 5073 4953"/>
                  <a:gd name="T1" fmla="*/ T0 w 198"/>
                  <a:gd name="T2" fmla="+- 0 8538 8421"/>
                  <a:gd name="T3" fmla="*/ 8538 h 179"/>
                  <a:gd name="T4" fmla="+- 0 5071 4953"/>
                  <a:gd name="T5" fmla="*/ T4 w 198"/>
                  <a:gd name="T6" fmla="+- 0 8538 8421"/>
                  <a:gd name="T7" fmla="*/ 8538 h 179"/>
                  <a:gd name="T8" fmla="+- 0 5071 4953"/>
                  <a:gd name="T9" fmla="*/ T8 w 198"/>
                  <a:gd name="T10" fmla="+- 0 8542 8421"/>
                  <a:gd name="T11" fmla="*/ 8542 h 179"/>
                  <a:gd name="T12" fmla="+- 0 5077 4953"/>
                  <a:gd name="T13" fmla="*/ T12 w 198"/>
                  <a:gd name="T14" fmla="+- 0 8555 8421"/>
                  <a:gd name="T15" fmla="*/ 8555 h 179"/>
                  <a:gd name="T16" fmla="+- 0 5085 4953"/>
                  <a:gd name="T17" fmla="*/ T16 w 198"/>
                  <a:gd name="T18" fmla="+- 0 8554 8421"/>
                  <a:gd name="T19" fmla="*/ 8554 h 179"/>
                  <a:gd name="T20" fmla="+- 0 5090 4953"/>
                  <a:gd name="T21" fmla="*/ T20 w 198"/>
                  <a:gd name="T22" fmla="+- 0 8551 8421"/>
                  <a:gd name="T23" fmla="*/ 8551 h 179"/>
                  <a:gd name="T24" fmla="+- 0 5093 4953"/>
                  <a:gd name="T25" fmla="*/ T24 w 198"/>
                  <a:gd name="T26" fmla="+- 0 8548 8421"/>
                  <a:gd name="T27" fmla="*/ 8548 h 179"/>
                  <a:gd name="T28" fmla="+- 0 5079 4953"/>
                  <a:gd name="T29" fmla="*/ T28 w 198"/>
                  <a:gd name="T30" fmla="+- 0 8548 8421"/>
                  <a:gd name="T31" fmla="*/ 8548 h 179"/>
                  <a:gd name="T32" fmla="+- 0 5077 4953"/>
                  <a:gd name="T33" fmla="*/ T32 w 198"/>
                  <a:gd name="T34" fmla="+- 0 8547 8421"/>
                  <a:gd name="T35" fmla="*/ 8547 h 179"/>
                  <a:gd name="T36" fmla="+- 0 5076 4953"/>
                  <a:gd name="T37" fmla="*/ T36 w 198"/>
                  <a:gd name="T38" fmla="+- 0 8546 8421"/>
                  <a:gd name="T39" fmla="*/ 8546 h 179"/>
                  <a:gd name="T40" fmla="+- 0 5074 4953"/>
                  <a:gd name="T41" fmla="*/ T40 w 198"/>
                  <a:gd name="T42" fmla="+- 0 8542 8421"/>
                  <a:gd name="T43" fmla="*/ 8542 h 179"/>
                  <a:gd name="T44" fmla="+- 0 5073 4953"/>
                  <a:gd name="T45" fmla="*/ T44 w 198"/>
                  <a:gd name="T46" fmla="+- 0 8541 8421"/>
                  <a:gd name="T47" fmla="*/ 8541 h 179"/>
                  <a:gd name="T48" fmla="+- 0 5073 4953"/>
                  <a:gd name="T49" fmla="*/ T48 w 198"/>
                  <a:gd name="T50" fmla="+- 0 8539 8421"/>
                  <a:gd name="T51" fmla="*/ 8539 h 179"/>
                  <a:gd name="T52" fmla="+- 0 5073 4953"/>
                  <a:gd name="T53" fmla="*/ T52 w 198"/>
                  <a:gd name="T54" fmla="+- 0 8538 8421"/>
                  <a:gd name="T55" fmla="*/ 8538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198" h="179">
                    <a:moveTo>
                      <a:pt x="120" y="117"/>
                    </a:moveTo>
                    <a:lnTo>
                      <a:pt x="118" y="117"/>
                    </a:lnTo>
                    <a:lnTo>
                      <a:pt x="118" y="121"/>
                    </a:lnTo>
                    <a:lnTo>
                      <a:pt x="124" y="134"/>
                    </a:lnTo>
                    <a:lnTo>
                      <a:pt x="132" y="133"/>
                    </a:lnTo>
                    <a:lnTo>
                      <a:pt x="137" y="130"/>
                    </a:lnTo>
                    <a:lnTo>
                      <a:pt x="140" y="127"/>
                    </a:lnTo>
                    <a:lnTo>
                      <a:pt x="126" y="127"/>
                    </a:lnTo>
                    <a:lnTo>
                      <a:pt x="124" y="126"/>
                    </a:lnTo>
                    <a:lnTo>
                      <a:pt x="123" y="125"/>
                    </a:lnTo>
                    <a:lnTo>
                      <a:pt x="121" y="121"/>
                    </a:lnTo>
                    <a:lnTo>
                      <a:pt x="120" y="120"/>
                    </a:lnTo>
                    <a:lnTo>
                      <a:pt x="120" y="118"/>
                    </a:lnTo>
                    <a:lnTo>
                      <a:pt x="12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0" name="Freeform 5990">
                <a:extLst>
                  <a:ext uri="{FF2B5EF4-FFF2-40B4-BE49-F238E27FC236}">
                    <a16:creationId xmlns:a16="http://schemas.microsoft.com/office/drawing/2014/main" id="{A56ECC6E-D1FA-D4D2-4D78-F2FFDFBD8A02}"/>
                  </a:ext>
                </a:extLst>
              </p:cNvPr>
              <p:cNvSpPr>
                <a:spLocks/>
              </p:cNvSpPr>
              <p:nvPr/>
            </p:nvSpPr>
            <p:spPr bwMode="auto">
              <a:xfrm>
                <a:off x="4953" y="8421"/>
                <a:ext cx="198" cy="179"/>
              </a:xfrm>
              <a:custGeom>
                <a:avLst/>
                <a:gdLst>
                  <a:gd name="T0" fmla="+- 0 5061 4953"/>
                  <a:gd name="T1" fmla="*/ T0 w 198"/>
                  <a:gd name="T2" fmla="+- 0 8547 8421"/>
                  <a:gd name="T3" fmla="*/ 8547 h 179"/>
                  <a:gd name="T4" fmla="+- 0 5057 4953"/>
                  <a:gd name="T5" fmla="*/ T4 w 198"/>
                  <a:gd name="T6" fmla="+- 0 8549 8421"/>
                  <a:gd name="T7" fmla="*/ 8549 h 179"/>
                  <a:gd name="T8" fmla="+- 0 5060 4953"/>
                  <a:gd name="T9" fmla="*/ T8 w 198"/>
                  <a:gd name="T10" fmla="+- 0 8549 8421"/>
                  <a:gd name="T11" fmla="*/ 8549 h 179"/>
                  <a:gd name="T12" fmla="+- 0 5062 4953"/>
                  <a:gd name="T13" fmla="*/ T12 w 198"/>
                  <a:gd name="T14" fmla="+- 0 8548 8421"/>
                  <a:gd name="T15" fmla="*/ 8548 h 179"/>
                  <a:gd name="T16" fmla="+- 0 5061 4953"/>
                  <a:gd name="T17" fmla="*/ T16 w 198"/>
                  <a:gd name="T18" fmla="+- 0 8547 8421"/>
                  <a:gd name="T19" fmla="*/ 8547 h 179"/>
                </a:gdLst>
                <a:ahLst/>
                <a:cxnLst>
                  <a:cxn ang="0">
                    <a:pos x="T1" y="T3"/>
                  </a:cxn>
                  <a:cxn ang="0">
                    <a:pos x="T5" y="T7"/>
                  </a:cxn>
                  <a:cxn ang="0">
                    <a:pos x="T9" y="T11"/>
                  </a:cxn>
                  <a:cxn ang="0">
                    <a:pos x="T13" y="T15"/>
                  </a:cxn>
                  <a:cxn ang="0">
                    <a:pos x="T17" y="T19"/>
                  </a:cxn>
                </a:cxnLst>
                <a:rect l="0" t="0" r="r" b="b"/>
                <a:pathLst>
                  <a:path w="198" h="179">
                    <a:moveTo>
                      <a:pt x="108" y="126"/>
                    </a:moveTo>
                    <a:lnTo>
                      <a:pt x="104" y="128"/>
                    </a:lnTo>
                    <a:lnTo>
                      <a:pt x="107" y="128"/>
                    </a:lnTo>
                    <a:lnTo>
                      <a:pt x="109" y="127"/>
                    </a:lnTo>
                    <a:lnTo>
                      <a:pt x="108"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1" name="Freeform 5991">
                <a:extLst>
                  <a:ext uri="{FF2B5EF4-FFF2-40B4-BE49-F238E27FC236}">
                    <a16:creationId xmlns:a16="http://schemas.microsoft.com/office/drawing/2014/main" id="{268A3708-2E67-0BFA-DBCB-D5823B61D672}"/>
                  </a:ext>
                </a:extLst>
              </p:cNvPr>
              <p:cNvSpPr>
                <a:spLocks/>
              </p:cNvSpPr>
              <p:nvPr/>
            </p:nvSpPr>
            <p:spPr bwMode="auto">
              <a:xfrm>
                <a:off x="4953" y="8421"/>
                <a:ext cx="198" cy="179"/>
              </a:xfrm>
              <a:custGeom>
                <a:avLst/>
                <a:gdLst>
                  <a:gd name="T0" fmla="+- 0 5103 4953"/>
                  <a:gd name="T1" fmla="*/ T0 w 198"/>
                  <a:gd name="T2" fmla="+- 0 8519 8421"/>
                  <a:gd name="T3" fmla="*/ 8519 h 179"/>
                  <a:gd name="T4" fmla="+- 0 5094 4953"/>
                  <a:gd name="T5" fmla="*/ T4 w 198"/>
                  <a:gd name="T6" fmla="+- 0 8519 8421"/>
                  <a:gd name="T7" fmla="*/ 8519 h 179"/>
                  <a:gd name="T8" fmla="+- 0 5099 4953"/>
                  <a:gd name="T9" fmla="*/ T8 w 198"/>
                  <a:gd name="T10" fmla="+- 0 8520 8421"/>
                  <a:gd name="T11" fmla="*/ 8520 h 179"/>
                  <a:gd name="T12" fmla="+- 0 5100 4953"/>
                  <a:gd name="T13" fmla="*/ T12 w 198"/>
                  <a:gd name="T14" fmla="+- 0 8521 8421"/>
                  <a:gd name="T15" fmla="*/ 8521 h 179"/>
                  <a:gd name="T16" fmla="+- 0 5101 4953"/>
                  <a:gd name="T17" fmla="*/ T16 w 198"/>
                  <a:gd name="T18" fmla="+- 0 8523 8421"/>
                  <a:gd name="T19" fmla="*/ 8523 h 179"/>
                  <a:gd name="T20" fmla="+- 0 5101 4953"/>
                  <a:gd name="T21" fmla="*/ T20 w 198"/>
                  <a:gd name="T22" fmla="+- 0 8524 8421"/>
                  <a:gd name="T23" fmla="*/ 8524 h 179"/>
                  <a:gd name="T24" fmla="+- 0 5100 4953"/>
                  <a:gd name="T25" fmla="*/ T24 w 198"/>
                  <a:gd name="T26" fmla="+- 0 8531 8421"/>
                  <a:gd name="T27" fmla="*/ 8531 h 179"/>
                  <a:gd name="T28" fmla="+- 0 5097 4953"/>
                  <a:gd name="T29" fmla="*/ T28 w 198"/>
                  <a:gd name="T30" fmla="+- 0 8535 8421"/>
                  <a:gd name="T31" fmla="*/ 8535 h 179"/>
                  <a:gd name="T32" fmla="+- 0 5089 4953"/>
                  <a:gd name="T33" fmla="*/ T32 w 198"/>
                  <a:gd name="T34" fmla="+- 0 8544 8421"/>
                  <a:gd name="T35" fmla="*/ 8544 h 179"/>
                  <a:gd name="T36" fmla="+- 0 5085 4953"/>
                  <a:gd name="T37" fmla="*/ T36 w 198"/>
                  <a:gd name="T38" fmla="+- 0 8546 8421"/>
                  <a:gd name="T39" fmla="*/ 8546 h 179"/>
                  <a:gd name="T40" fmla="+- 0 5079 4953"/>
                  <a:gd name="T41" fmla="*/ T40 w 198"/>
                  <a:gd name="T42" fmla="+- 0 8548 8421"/>
                  <a:gd name="T43" fmla="*/ 8548 h 179"/>
                  <a:gd name="T44" fmla="+- 0 5093 4953"/>
                  <a:gd name="T45" fmla="*/ T44 w 198"/>
                  <a:gd name="T46" fmla="+- 0 8548 8421"/>
                  <a:gd name="T47" fmla="*/ 8548 h 179"/>
                  <a:gd name="T48" fmla="+- 0 5100 4953"/>
                  <a:gd name="T49" fmla="*/ T48 w 198"/>
                  <a:gd name="T50" fmla="+- 0 8541 8421"/>
                  <a:gd name="T51" fmla="*/ 8541 h 179"/>
                  <a:gd name="T52" fmla="+- 0 5103 4953"/>
                  <a:gd name="T53" fmla="*/ T52 w 198"/>
                  <a:gd name="T54" fmla="+- 0 8534 8421"/>
                  <a:gd name="T55" fmla="*/ 8534 h 179"/>
                  <a:gd name="T56" fmla="+- 0 5103 4953"/>
                  <a:gd name="T57" fmla="*/ T56 w 198"/>
                  <a:gd name="T58" fmla="+- 0 8531 8421"/>
                  <a:gd name="T59" fmla="*/ 8531 h 179"/>
                  <a:gd name="T60" fmla="+- 0 5104 4953"/>
                  <a:gd name="T61" fmla="*/ T60 w 198"/>
                  <a:gd name="T62" fmla="+- 0 8525 8421"/>
                  <a:gd name="T63" fmla="*/ 8525 h 179"/>
                  <a:gd name="T64" fmla="+- 0 5103 4953"/>
                  <a:gd name="T65" fmla="*/ T64 w 198"/>
                  <a:gd name="T66" fmla="+- 0 8521 8421"/>
                  <a:gd name="T67" fmla="*/ 8521 h 179"/>
                  <a:gd name="T68" fmla="+- 0 5103 4953"/>
                  <a:gd name="T69" fmla="*/ T68 w 198"/>
                  <a:gd name="T70" fmla="+- 0 8519 8421"/>
                  <a:gd name="T71" fmla="*/ 8519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198" h="179">
                    <a:moveTo>
                      <a:pt x="150" y="98"/>
                    </a:moveTo>
                    <a:lnTo>
                      <a:pt x="141" y="98"/>
                    </a:lnTo>
                    <a:lnTo>
                      <a:pt x="146" y="99"/>
                    </a:lnTo>
                    <a:lnTo>
                      <a:pt x="147" y="100"/>
                    </a:lnTo>
                    <a:lnTo>
                      <a:pt x="148" y="102"/>
                    </a:lnTo>
                    <a:lnTo>
                      <a:pt x="148" y="103"/>
                    </a:lnTo>
                    <a:lnTo>
                      <a:pt x="147" y="110"/>
                    </a:lnTo>
                    <a:lnTo>
                      <a:pt x="144" y="114"/>
                    </a:lnTo>
                    <a:lnTo>
                      <a:pt x="136" y="123"/>
                    </a:lnTo>
                    <a:lnTo>
                      <a:pt x="132" y="125"/>
                    </a:lnTo>
                    <a:lnTo>
                      <a:pt x="126" y="127"/>
                    </a:lnTo>
                    <a:lnTo>
                      <a:pt x="140" y="127"/>
                    </a:lnTo>
                    <a:lnTo>
                      <a:pt x="147" y="120"/>
                    </a:lnTo>
                    <a:lnTo>
                      <a:pt x="150" y="113"/>
                    </a:lnTo>
                    <a:lnTo>
                      <a:pt x="150" y="110"/>
                    </a:lnTo>
                    <a:lnTo>
                      <a:pt x="151" y="104"/>
                    </a:lnTo>
                    <a:lnTo>
                      <a:pt x="150" y="100"/>
                    </a:lnTo>
                    <a:lnTo>
                      <a:pt x="150"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2" name="Freeform 5992">
                <a:extLst>
                  <a:ext uri="{FF2B5EF4-FFF2-40B4-BE49-F238E27FC236}">
                    <a16:creationId xmlns:a16="http://schemas.microsoft.com/office/drawing/2014/main" id="{F955E233-451E-14F4-66CF-C8E1CFC3F900}"/>
                  </a:ext>
                </a:extLst>
              </p:cNvPr>
              <p:cNvSpPr>
                <a:spLocks/>
              </p:cNvSpPr>
              <p:nvPr/>
            </p:nvSpPr>
            <p:spPr bwMode="auto">
              <a:xfrm>
                <a:off x="4953" y="8421"/>
                <a:ext cx="198" cy="179"/>
              </a:xfrm>
              <a:custGeom>
                <a:avLst/>
                <a:gdLst>
                  <a:gd name="T0" fmla="+- 0 5064 4953"/>
                  <a:gd name="T1" fmla="*/ T0 w 198"/>
                  <a:gd name="T2" fmla="+- 0 8525 8421"/>
                  <a:gd name="T3" fmla="*/ 8525 h 179"/>
                  <a:gd name="T4" fmla="+- 0 5062 4953"/>
                  <a:gd name="T5" fmla="*/ T4 w 198"/>
                  <a:gd name="T6" fmla="+- 0 8525 8421"/>
                  <a:gd name="T7" fmla="*/ 8525 h 179"/>
                  <a:gd name="T8" fmla="+- 0 5062 4953"/>
                  <a:gd name="T9" fmla="*/ T8 w 198"/>
                  <a:gd name="T10" fmla="+- 0 8526 8421"/>
                  <a:gd name="T11" fmla="*/ 8526 h 179"/>
                  <a:gd name="T12" fmla="+- 0 5061 4953"/>
                  <a:gd name="T13" fmla="*/ T12 w 198"/>
                  <a:gd name="T14" fmla="+- 0 8532 8421"/>
                  <a:gd name="T15" fmla="*/ 8532 h 179"/>
                  <a:gd name="T16" fmla="+- 0 5062 4953"/>
                  <a:gd name="T17" fmla="*/ T16 w 198"/>
                  <a:gd name="T18" fmla="+- 0 8534 8421"/>
                  <a:gd name="T19" fmla="*/ 8534 h 179"/>
                  <a:gd name="T20" fmla="+- 0 5064 4953"/>
                  <a:gd name="T21" fmla="*/ T20 w 198"/>
                  <a:gd name="T22" fmla="+- 0 8538 8421"/>
                  <a:gd name="T23" fmla="*/ 8538 h 179"/>
                  <a:gd name="T24" fmla="+- 0 5066 4953"/>
                  <a:gd name="T25" fmla="*/ T24 w 198"/>
                  <a:gd name="T26" fmla="+- 0 8539 8421"/>
                  <a:gd name="T27" fmla="*/ 8539 h 179"/>
                  <a:gd name="T28" fmla="+- 0 5067 4953"/>
                  <a:gd name="T29" fmla="*/ T28 w 198"/>
                  <a:gd name="T30" fmla="+- 0 8539 8421"/>
                  <a:gd name="T31" fmla="*/ 8539 h 179"/>
                  <a:gd name="T32" fmla="+- 0 5069 4953"/>
                  <a:gd name="T33" fmla="*/ T32 w 198"/>
                  <a:gd name="T34" fmla="+- 0 8539 8421"/>
                  <a:gd name="T35" fmla="*/ 8539 h 179"/>
                  <a:gd name="T36" fmla="+- 0 5071 4953"/>
                  <a:gd name="T37" fmla="*/ T36 w 198"/>
                  <a:gd name="T38" fmla="+- 0 8538 8421"/>
                  <a:gd name="T39" fmla="*/ 8538 h 179"/>
                  <a:gd name="T40" fmla="+- 0 5073 4953"/>
                  <a:gd name="T41" fmla="*/ T40 w 198"/>
                  <a:gd name="T42" fmla="+- 0 8538 8421"/>
                  <a:gd name="T43" fmla="*/ 8538 h 179"/>
                  <a:gd name="T44" fmla="+- 0 5073 4953"/>
                  <a:gd name="T45" fmla="*/ T44 w 198"/>
                  <a:gd name="T46" fmla="+- 0 8537 8421"/>
                  <a:gd name="T47" fmla="*/ 8537 h 179"/>
                  <a:gd name="T48" fmla="+- 0 5076 4953"/>
                  <a:gd name="T49" fmla="*/ T48 w 198"/>
                  <a:gd name="T50" fmla="+- 0 8534 8421"/>
                  <a:gd name="T51" fmla="*/ 8534 h 179"/>
                  <a:gd name="T52" fmla="+- 0 5080 4953"/>
                  <a:gd name="T53" fmla="*/ T52 w 198"/>
                  <a:gd name="T54" fmla="+- 0 8531 8421"/>
                  <a:gd name="T55" fmla="*/ 8531 h 179"/>
                  <a:gd name="T56" fmla="+- 0 5067 4953"/>
                  <a:gd name="T57" fmla="*/ T56 w 198"/>
                  <a:gd name="T58" fmla="+- 0 8531 8421"/>
                  <a:gd name="T59" fmla="*/ 8531 h 179"/>
                  <a:gd name="T60" fmla="+- 0 5065 4953"/>
                  <a:gd name="T61" fmla="*/ T60 w 198"/>
                  <a:gd name="T62" fmla="+- 0 8530 8421"/>
                  <a:gd name="T63" fmla="*/ 8530 h 179"/>
                  <a:gd name="T64" fmla="+- 0 5064 4953"/>
                  <a:gd name="T65" fmla="*/ T64 w 198"/>
                  <a:gd name="T66" fmla="+- 0 8528 8421"/>
                  <a:gd name="T67" fmla="*/ 8528 h 179"/>
                  <a:gd name="T68" fmla="+- 0 5064 4953"/>
                  <a:gd name="T69" fmla="*/ T68 w 198"/>
                  <a:gd name="T70" fmla="+- 0 8527 8421"/>
                  <a:gd name="T71" fmla="*/ 8527 h 179"/>
                  <a:gd name="T72" fmla="+- 0 5064 4953"/>
                  <a:gd name="T73" fmla="*/ T72 w 198"/>
                  <a:gd name="T74" fmla="+- 0 8525 8421"/>
                  <a:gd name="T75" fmla="*/ 8525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198" h="179">
                    <a:moveTo>
                      <a:pt x="111" y="104"/>
                    </a:moveTo>
                    <a:lnTo>
                      <a:pt x="109" y="104"/>
                    </a:lnTo>
                    <a:lnTo>
                      <a:pt x="109" y="105"/>
                    </a:lnTo>
                    <a:lnTo>
                      <a:pt x="108" y="111"/>
                    </a:lnTo>
                    <a:lnTo>
                      <a:pt x="109" y="113"/>
                    </a:lnTo>
                    <a:lnTo>
                      <a:pt x="111" y="117"/>
                    </a:lnTo>
                    <a:lnTo>
                      <a:pt x="113" y="118"/>
                    </a:lnTo>
                    <a:lnTo>
                      <a:pt x="114" y="118"/>
                    </a:lnTo>
                    <a:lnTo>
                      <a:pt x="116" y="118"/>
                    </a:lnTo>
                    <a:lnTo>
                      <a:pt x="118" y="117"/>
                    </a:lnTo>
                    <a:lnTo>
                      <a:pt x="120" y="117"/>
                    </a:lnTo>
                    <a:lnTo>
                      <a:pt x="120" y="116"/>
                    </a:lnTo>
                    <a:lnTo>
                      <a:pt x="123" y="113"/>
                    </a:lnTo>
                    <a:lnTo>
                      <a:pt x="127" y="110"/>
                    </a:lnTo>
                    <a:lnTo>
                      <a:pt x="114" y="110"/>
                    </a:lnTo>
                    <a:lnTo>
                      <a:pt x="112" y="109"/>
                    </a:lnTo>
                    <a:lnTo>
                      <a:pt x="111" y="107"/>
                    </a:lnTo>
                    <a:lnTo>
                      <a:pt x="111" y="106"/>
                    </a:lnTo>
                    <a:lnTo>
                      <a:pt x="111"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3" name="Freeform 5993">
                <a:extLst>
                  <a:ext uri="{FF2B5EF4-FFF2-40B4-BE49-F238E27FC236}">
                    <a16:creationId xmlns:a16="http://schemas.microsoft.com/office/drawing/2014/main" id="{AAD353B2-570A-0668-A1D2-22007E89E07A}"/>
                  </a:ext>
                </a:extLst>
              </p:cNvPr>
              <p:cNvSpPr>
                <a:spLocks/>
              </p:cNvSpPr>
              <p:nvPr/>
            </p:nvSpPr>
            <p:spPr bwMode="auto">
              <a:xfrm>
                <a:off x="4953" y="8421"/>
                <a:ext cx="198" cy="179"/>
              </a:xfrm>
              <a:custGeom>
                <a:avLst/>
                <a:gdLst>
                  <a:gd name="T0" fmla="+- 0 5024 4953"/>
                  <a:gd name="T1" fmla="*/ T0 w 198"/>
                  <a:gd name="T2" fmla="+- 0 8520 8421"/>
                  <a:gd name="T3" fmla="*/ 8520 h 179"/>
                  <a:gd name="T4" fmla="+- 0 5022 4953"/>
                  <a:gd name="T5" fmla="*/ T4 w 198"/>
                  <a:gd name="T6" fmla="+- 0 8521 8421"/>
                  <a:gd name="T7" fmla="*/ 8521 h 179"/>
                  <a:gd name="T8" fmla="+- 0 5016 4953"/>
                  <a:gd name="T9" fmla="*/ T8 w 198"/>
                  <a:gd name="T10" fmla="+- 0 8535 8421"/>
                  <a:gd name="T11" fmla="*/ 8535 h 179"/>
                  <a:gd name="T12" fmla="+- 0 5018 4953"/>
                  <a:gd name="T13" fmla="*/ T12 w 198"/>
                  <a:gd name="T14" fmla="+- 0 8536 8421"/>
                  <a:gd name="T15" fmla="*/ 8536 h 179"/>
                  <a:gd name="T16" fmla="+- 0 5020 4953"/>
                  <a:gd name="T17" fmla="*/ T16 w 198"/>
                  <a:gd name="T18" fmla="+- 0 8533 8421"/>
                  <a:gd name="T19" fmla="*/ 8533 h 179"/>
                  <a:gd name="T20" fmla="+- 0 5022 4953"/>
                  <a:gd name="T21" fmla="*/ T20 w 198"/>
                  <a:gd name="T22" fmla="+- 0 8532 8421"/>
                  <a:gd name="T23" fmla="*/ 8532 h 179"/>
                  <a:gd name="T24" fmla="+- 0 5036 4953"/>
                  <a:gd name="T25" fmla="*/ T24 w 198"/>
                  <a:gd name="T26" fmla="+- 0 8532 8421"/>
                  <a:gd name="T27" fmla="*/ 8532 h 179"/>
                  <a:gd name="T28" fmla="+- 0 5024 4953"/>
                  <a:gd name="T29" fmla="*/ T28 w 198"/>
                  <a:gd name="T30" fmla="+- 0 8520 8421"/>
                  <a:gd name="T31" fmla="*/ 8520 h 179"/>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198" h="179">
                    <a:moveTo>
                      <a:pt x="71" y="99"/>
                    </a:moveTo>
                    <a:lnTo>
                      <a:pt x="69" y="100"/>
                    </a:lnTo>
                    <a:lnTo>
                      <a:pt x="63" y="114"/>
                    </a:lnTo>
                    <a:lnTo>
                      <a:pt x="65" y="115"/>
                    </a:lnTo>
                    <a:lnTo>
                      <a:pt x="67" y="112"/>
                    </a:lnTo>
                    <a:lnTo>
                      <a:pt x="69" y="111"/>
                    </a:lnTo>
                    <a:lnTo>
                      <a:pt x="83" y="111"/>
                    </a:lnTo>
                    <a:lnTo>
                      <a:pt x="71"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4" name="Freeform 5994">
                <a:extLst>
                  <a:ext uri="{FF2B5EF4-FFF2-40B4-BE49-F238E27FC236}">
                    <a16:creationId xmlns:a16="http://schemas.microsoft.com/office/drawing/2014/main" id="{85377B81-B83A-2E5F-78F1-F76358FBD94A}"/>
                  </a:ext>
                </a:extLst>
              </p:cNvPr>
              <p:cNvSpPr>
                <a:spLocks/>
              </p:cNvSpPr>
              <p:nvPr/>
            </p:nvSpPr>
            <p:spPr bwMode="auto">
              <a:xfrm>
                <a:off x="4953" y="8421"/>
                <a:ext cx="198" cy="179"/>
              </a:xfrm>
              <a:custGeom>
                <a:avLst/>
                <a:gdLst>
                  <a:gd name="T0" fmla="+- 0 5001 4953"/>
                  <a:gd name="T1" fmla="*/ T0 w 198"/>
                  <a:gd name="T2" fmla="+- 0 8530 8421"/>
                  <a:gd name="T3" fmla="*/ 8530 h 179"/>
                  <a:gd name="T4" fmla="+- 0 4995 4953"/>
                  <a:gd name="T5" fmla="*/ T4 w 198"/>
                  <a:gd name="T6" fmla="+- 0 8530 8421"/>
                  <a:gd name="T7" fmla="*/ 8530 h 179"/>
                  <a:gd name="T8" fmla="+- 0 4998 4953"/>
                  <a:gd name="T9" fmla="*/ T8 w 198"/>
                  <a:gd name="T10" fmla="+- 0 8531 8421"/>
                  <a:gd name="T11" fmla="*/ 8531 h 179"/>
                  <a:gd name="T12" fmla="+- 0 5000 4953"/>
                  <a:gd name="T13" fmla="*/ T12 w 198"/>
                  <a:gd name="T14" fmla="+- 0 8532 8421"/>
                  <a:gd name="T15" fmla="*/ 8532 h 179"/>
                  <a:gd name="T16" fmla="+- 0 5002 4953"/>
                  <a:gd name="T17" fmla="*/ T16 w 198"/>
                  <a:gd name="T18" fmla="+- 0 8534 8421"/>
                  <a:gd name="T19" fmla="*/ 8534 h 179"/>
                  <a:gd name="T20" fmla="+- 0 5004 4953"/>
                  <a:gd name="T21" fmla="*/ T20 w 198"/>
                  <a:gd name="T22" fmla="+- 0 8533 8421"/>
                  <a:gd name="T23" fmla="*/ 8533 h 179"/>
                  <a:gd name="T24" fmla="+- 0 5001 4953"/>
                  <a:gd name="T25" fmla="*/ T24 w 198"/>
                  <a:gd name="T26" fmla="+- 0 8530 8421"/>
                  <a:gd name="T27" fmla="*/ 8530 h 179"/>
                </a:gdLst>
                <a:ahLst/>
                <a:cxnLst>
                  <a:cxn ang="0">
                    <a:pos x="T1" y="T3"/>
                  </a:cxn>
                  <a:cxn ang="0">
                    <a:pos x="T5" y="T7"/>
                  </a:cxn>
                  <a:cxn ang="0">
                    <a:pos x="T9" y="T11"/>
                  </a:cxn>
                  <a:cxn ang="0">
                    <a:pos x="T13" y="T15"/>
                  </a:cxn>
                  <a:cxn ang="0">
                    <a:pos x="T17" y="T19"/>
                  </a:cxn>
                  <a:cxn ang="0">
                    <a:pos x="T21" y="T23"/>
                  </a:cxn>
                  <a:cxn ang="0">
                    <a:pos x="T25" y="T27"/>
                  </a:cxn>
                </a:cxnLst>
                <a:rect l="0" t="0" r="r" b="b"/>
                <a:pathLst>
                  <a:path w="198" h="179">
                    <a:moveTo>
                      <a:pt x="48" y="109"/>
                    </a:moveTo>
                    <a:lnTo>
                      <a:pt x="42" y="109"/>
                    </a:lnTo>
                    <a:lnTo>
                      <a:pt x="45" y="110"/>
                    </a:lnTo>
                    <a:lnTo>
                      <a:pt x="47" y="111"/>
                    </a:lnTo>
                    <a:lnTo>
                      <a:pt x="49" y="113"/>
                    </a:lnTo>
                    <a:lnTo>
                      <a:pt x="51" y="112"/>
                    </a:lnTo>
                    <a:lnTo>
                      <a:pt x="48"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5" name="Freeform 5995">
                <a:extLst>
                  <a:ext uri="{FF2B5EF4-FFF2-40B4-BE49-F238E27FC236}">
                    <a16:creationId xmlns:a16="http://schemas.microsoft.com/office/drawing/2014/main" id="{1ABE2FE5-6229-739A-DF3E-0AD4CEAED6A0}"/>
                  </a:ext>
                </a:extLst>
              </p:cNvPr>
              <p:cNvSpPr>
                <a:spLocks/>
              </p:cNvSpPr>
              <p:nvPr/>
            </p:nvSpPr>
            <p:spPr bwMode="auto">
              <a:xfrm>
                <a:off x="4953" y="8421"/>
                <a:ext cx="198" cy="179"/>
              </a:xfrm>
              <a:custGeom>
                <a:avLst/>
                <a:gdLst>
                  <a:gd name="T0" fmla="+- 0 5096 4953"/>
                  <a:gd name="T1" fmla="*/ T0 w 198"/>
                  <a:gd name="T2" fmla="+- 0 8513 8421"/>
                  <a:gd name="T3" fmla="*/ 8513 h 179"/>
                  <a:gd name="T4" fmla="+- 0 5090 4953"/>
                  <a:gd name="T5" fmla="*/ T4 w 198"/>
                  <a:gd name="T6" fmla="+- 0 8513 8421"/>
                  <a:gd name="T7" fmla="*/ 8513 h 179"/>
                  <a:gd name="T8" fmla="+- 0 5088 4953"/>
                  <a:gd name="T9" fmla="*/ T8 w 198"/>
                  <a:gd name="T10" fmla="+- 0 8514 8421"/>
                  <a:gd name="T11" fmla="*/ 8514 h 179"/>
                  <a:gd name="T12" fmla="+- 0 5084 4953"/>
                  <a:gd name="T13" fmla="*/ T12 w 198"/>
                  <a:gd name="T14" fmla="+- 0 8517 8421"/>
                  <a:gd name="T15" fmla="*/ 8517 h 179"/>
                  <a:gd name="T16" fmla="+- 0 5080 4953"/>
                  <a:gd name="T17" fmla="*/ T16 w 198"/>
                  <a:gd name="T18" fmla="+- 0 8520 8421"/>
                  <a:gd name="T19" fmla="*/ 8520 h 179"/>
                  <a:gd name="T20" fmla="+- 0 5073 4953"/>
                  <a:gd name="T21" fmla="*/ T20 w 198"/>
                  <a:gd name="T22" fmla="+- 0 8527 8421"/>
                  <a:gd name="T23" fmla="*/ 8527 h 179"/>
                  <a:gd name="T24" fmla="+- 0 5071 4953"/>
                  <a:gd name="T25" fmla="*/ T24 w 198"/>
                  <a:gd name="T26" fmla="+- 0 8529 8421"/>
                  <a:gd name="T27" fmla="*/ 8529 h 179"/>
                  <a:gd name="T28" fmla="+- 0 5067 4953"/>
                  <a:gd name="T29" fmla="*/ T28 w 198"/>
                  <a:gd name="T30" fmla="+- 0 8531 8421"/>
                  <a:gd name="T31" fmla="*/ 8531 h 179"/>
                  <a:gd name="T32" fmla="+- 0 5080 4953"/>
                  <a:gd name="T33" fmla="*/ T32 w 198"/>
                  <a:gd name="T34" fmla="+- 0 8531 8421"/>
                  <a:gd name="T35" fmla="*/ 8531 h 179"/>
                  <a:gd name="T36" fmla="+- 0 5081 4953"/>
                  <a:gd name="T37" fmla="*/ T36 w 198"/>
                  <a:gd name="T38" fmla="+- 0 8530 8421"/>
                  <a:gd name="T39" fmla="*/ 8530 h 179"/>
                  <a:gd name="T40" fmla="+- 0 5086 4953"/>
                  <a:gd name="T41" fmla="*/ T40 w 198"/>
                  <a:gd name="T42" fmla="+- 0 8525 8421"/>
                  <a:gd name="T43" fmla="*/ 8525 h 179"/>
                  <a:gd name="T44" fmla="+- 0 5090 4953"/>
                  <a:gd name="T45" fmla="*/ T44 w 198"/>
                  <a:gd name="T46" fmla="+- 0 8522 8421"/>
                  <a:gd name="T47" fmla="*/ 8522 h 179"/>
                  <a:gd name="T48" fmla="+- 0 5092 4953"/>
                  <a:gd name="T49" fmla="*/ T48 w 198"/>
                  <a:gd name="T50" fmla="+- 0 8520 8421"/>
                  <a:gd name="T51" fmla="*/ 8520 h 179"/>
                  <a:gd name="T52" fmla="+- 0 5094 4953"/>
                  <a:gd name="T53" fmla="*/ T52 w 198"/>
                  <a:gd name="T54" fmla="+- 0 8519 8421"/>
                  <a:gd name="T55" fmla="*/ 8519 h 179"/>
                  <a:gd name="T56" fmla="+- 0 5103 4953"/>
                  <a:gd name="T57" fmla="*/ T56 w 198"/>
                  <a:gd name="T58" fmla="+- 0 8519 8421"/>
                  <a:gd name="T59" fmla="*/ 8519 h 179"/>
                  <a:gd name="T60" fmla="+- 0 5102 4953"/>
                  <a:gd name="T61" fmla="*/ T60 w 198"/>
                  <a:gd name="T62" fmla="+- 0 8518 8421"/>
                  <a:gd name="T63" fmla="*/ 8518 h 179"/>
                  <a:gd name="T64" fmla="+- 0 5098 4953"/>
                  <a:gd name="T65" fmla="*/ T64 w 198"/>
                  <a:gd name="T66" fmla="+- 0 8514 8421"/>
                  <a:gd name="T67" fmla="*/ 8514 h 179"/>
                  <a:gd name="T68" fmla="+- 0 5096 4953"/>
                  <a:gd name="T69" fmla="*/ T68 w 198"/>
                  <a:gd name="T70" fmla="+- 0 8513 8421"/>
                  <a:gd name="T71" fmla="*/ 8513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198" h="179">
                    <a:moveTo>
                      <a:pt x="143" y="92"/>
                    </a:moveTo>
                    <a:lnTo>
                      <a:pt x="137" y="92"/>
                    </a:lnTo>
                    <a:lnTo>
                      <a:pt x="135" y="93"/>
                    </a:lnTo>
                    <a:lnTo>
                      <a:pt x="131" y="96"/>
                    </a:lnTo>
                    <a:lnTo>
                      <a:pt x="127" y="99"/>
                    </a:lnTo>
                    <a:lnTo>
                      <a:pt x="120" y="106"/>
                    </a:lnTo>
                    <a:lnTo>
                      <a:pt x="118" y="108"/>
                    </a:lnTo>
                    <a:lnTo>
                      <a:pt x="114" y="110"/>
                    </a:lnTo>
                    <a:lnTo>
                      <a:pt x="127" y="110"/>
                    </a:lnTo>
                    <a:lnTo>
                      <a:pt x="128" y="109"/>
                    </a:lnTo>
                    <a:lnTo>
                      <a:pt x="133" y="104"/>
                    </a:lnTo>
                    <a:lnTo>
                      <a:pt x="137" y="101"/>
                    </a:lnTo>
                    <a:lnTo>
                      <a:pt x="139" y="99"/>
                    </a:lnTo>
                    <a:lnTo>
                      <a:pt x="141" y="98"/>
                    </a:lnTo>
                    <a:lnTo>
                      <a:pt x="150" y="98"/>
                    </a:lnTo>
                    <a:lnTo>
                      <a:pt x="149" y="97"/>
                    </a:lnTo>
                    <a:lnTo>
                      <a:pt x="145" y="93"/>
                    </a:lnTo>
                    <a:lnTo>
                      <a:pt x="143" y="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6" name="Freeform 5996">
                <a:extLst>
                  <a:ext uri="{FF2B5EF4-FFF2-40B4-BE49-F238E27FC236}">
                    <a16:creationId xmlns:a16="http://schemas.microsoft.com/office/drawing/2014/main" id="{47BF3FCC-47A1-748B-E6CB-DB9118123499}"/>
                  </a:ext>
                </a:extLst>
              </p:cNvPr>
              <p:cNvSpPr>
                <a:spLocks/>
              </p:cNvSpPr>
              <p:nvPr/>
            </p:nvSpPr>
            <p:spPr bwMode="auto">
              <a:xfrm>
                <a:off x="4953" y="8421"/>
                <a:ext cx="198" cy="179"/>
              </a:xfrm>
              <a:custGeom>
                <a:avLst/>
                <a:gdLst>
                  <a:gd name="T0" fmla="+- 0 5067 4953"/>
                  <a:gd name="T1" fmla="*/ T0 w 198"/>
                  <a:gd name="T2" fmla="+- 0 8482 8421"/>
                  <a:gd name="T3" fmla="*/ 8482 h 179"/>
                  <a:gd name="T4" fmla="+- 0 5066 4953"/>
                  <a:gd name="T5" fmla="*/ T4 w 198"/>
                  <a:gd name="T6" fmla="+- 0 8482 8421"/>
                  <a:gd name="T7" fmla="*/ 8482 h 179"/>
                  <a:gd name="T8" fmla="+- 0 5064 4953"/>
                  <a:gd name="T9" fmla="*/ T8 w 198"/>
                  <a:gd name="T10" fmla="+- 0 8484 8421"/>
                  <a:gd name="T11" fmla="*/ 8484 h 179"/>
                  <a:gd name="T12" fmla="+- 0 5057 4953"/>
                  <a:gd name="T13" fmla="*/ T12 w 198"/>
                  <a:gd name="T14" fmla="+- 0 8491 8421"/>
                  <a:gd name="T15" fmla="*/ 8491 h 179"/>
                  <a:gd name="T16" fmla="+- 0 5053 4953"/>
                  <a:gd name="T17" fmla="*/ T16 w 198"/>
                  <a:gd name="T18" fmla="+- 0 8491 8421"/>
                  <a:gd name="T19" fmla="*/ 8491 h 179"/>
                  <a:gd name="T20" fmla="+- 0 5050 4953"/>
                  <a:gd name="T21" fmla="*/ T20 w 198"/>
                  <a:gd name="T22" fmla="+- 0 8493 8421"/>
                  <a:gd name="T23" fmla="*/ 8493 h 179"/>
                  <a:gd name="T24" fmla="+- 0 5043 4953"/>
                  <a:gd name="T25" fmla="*/ T24 w 198"/>
                  <a:gd name="T26" fmla="+- 0 8500 8421"/>
                  <a:gd name="T27" fmla="*/ 8500 h 179"/>
                  <a:gd name="T28" fmla="+- 0 5041 4953"/>
                  <a:gd name="T29" fmla="*/ T28 w 198"/>
                  <a:gd name="T30" fmla="+- 0 8504 8421"/>
                  <a:gd name="T31" fmla="*/ 8504 h 179"/>
                  <a:gd name="T32" fmla="+- 0 5041 4953"/>
                  <a:gd name="T33" fmla="*/ T32 w 198"/>
                  <a:gd name="T34" fmla="+- 0 8514 8421"/>
                  <a:gd name="T35" fmla="*/ 8514 h 179"/>
                  <a:gd name="T36" fmla="+- 0 5043 4953"/>
                  <a:gd name="T37" fmla="*/ T36 w 198"/>
                  <a:gd name="T38" fmla="+- 0 8518 8421"/>
                  <a:gd name="T39" fmla="*/ 8518 h 179"/>
                  <a:gd name="T40" fmla="+- 0 5048 4953"/>
                  <a:gd name="T41" fmla="*/ T40 w 198"/>
                  <a:gd name="T42" fmla="+- 0 8523 8421"/>
                  <a:gd name="T43" fmla="*/ 8523 h 179"/>
                  <a:gd name="T44" fmla="+- 0 5050 4953"/>
                  <a:gd name="T45" fmla="*/ T44 w 198"/>
                  <a:gd name="T46" fmla="+- 0 8524 8421"/>
                  <a:gd name="T47" fmla="*/ 8524 h 179"/>
                  <a:gd name="T48" fmla="+- 0 5056 4953"/>
                  <a:gd name="T49" fmla="*/ T48 w 198"/>
                  <a:gd name="T50" fmla="+- 0 8526 8421"/>
                  <a:gd name="T51" fmla="*/ 8526 h 179"/>
                  <a:gd name="T52" fmla="+- 0 5059 4953"/>
                  <a:gd name="T53" fmla="*/ T52 w 198"/>
                  <a:gd name="T54" fmla="+- 0 8526 8421"/>
                  <a:gd name="T55" fmla="*/ 8526 h 179"/>
                  <a:gd name="T56" fmla="+- 0 5062 4953"/>
                  <a:gd name="T57" fmla="*/ T56 w 198"/>
                  <a:gd name="T58" fmla="+- 0 8525 8421"/>
                  <a:gd name="T59" fmla="*/ 8525 h 179"/>
                  <a:gd name="T60" fmla="+- 0 5064 4953"/>
                  <a:gd name="T61" fmla="*/ T60 w 198"/>
                  <a:gd name="T62" fmla="+- 0 8525 8421"/>
                  <a:gd name="T63" fmla="*/ 8525 h 179"/>
                  <a:gd name="T64" fmla="+- 0 5064 4953"/>
                  <a:gd name="T65" fmla="*/ T64 w 198"/>
                  <a:gd name="T66" fmla="+- 0 8523 8421"/>
                  <a:gd name="T67" fmla="*/ 8523 h 179"/>
                  <a:gd name="T68" fmla="+- 0 5066 4953"/>
                  <a:gd name="T69" fmla="*/ T68 w 198"/>
                  <a:gd name="T70" fmla="+- 0 8522 8421"/>
                  <a:gd name="T71" fmla="*/ 8522 h 179"/>
                  <a:gd name="T72" fmla="+- 0 5068 4953"/>
                  <a:gd name="T73" fmla="*/ T72 w 198"/>
                  <a:gd name="T74" fmla="+- 0 8521 8421"/>
                  <a:gd name="T75" fmla="*/ 8521 h 179"/>
                  <a:gd name="T76" fmla="+- 0 5069 4953"/>
                  <a:gd name="T77" fmla="*/ T76 w 198"/>
                  <a:gd name="T78" fmla="+- 0 8520 8421"/>
                  <a:gd name="T79" fmla="*/ 8520 h 179"/>
                  <a:gd name="T80" fmla="+- 0 5064 4953"/>
                  <a:gd name="T81" fmla="*/ T80 w 198"/>
                  <a:gd name="T82" fmla="+- 0 8520 8421"/>
                  <a:gd name="T83" fmla="*/ 8520 h 179"/>
                  <a:gd name="T84" fmla="+- 0 5058 4953"/>
                  <a:gd name="T85" fmla="*/ T84 w 198"/>
                  <a:gd name="T86" fmla="+- 0 8519 8421"/>
                  <a:gd name="T87" fmla="*/ 8519 h 179"/>
                  <a:gd name="T88" fmla="+- 0 5046 4953"/>
                  <a:gd name="T89" fmla="*/ T88 w 198"/>
                  <a:gd name="T90" fmla="+- 0 8502 8421"/>
                  <a:gd name="T91" fmla="*/ 8502 h 179"/>
                  <a:gd name="T92" fmla="+- 0 5046 4953"/>
                  <a:gd name="T93" fmla="*/ T92 w 198"/>
                  <a:gd name="T94" fmla="+- 0 8500 8421"/>
                  <a:gd name="T95" fmla="*/ 8500 h 179"/>
                  <a:gd name="T96" fmla="+- 0 5050 4953"/>
                  <a:gd name="T97" fmla="*/ T96 w 198"/>
                  <a:gd name="T98" fmla="+- 0 8497 8421"/>
                  <a:gd name="T99" fmla="*/ 8497 h 179"/>
                  <a:gd name="T100" fmla="+- 0 5052 4953"/>
                  <a:gd name="T101" fmla="*/ T100 w 198"/>
                  <a:gd name="T102" fmla="+- 0 8496 8421"/>
                  <a:gd name="T103" fmla="*/ 8496 h 179"/>
                  <a:gd name="T104" fmla="+- 0 5072 4953"/>
                  <a:gd name="T105" fmla="*/ T104 w 198"/>
                  <a:gd name="T106" fmla="+- 0 8496 8421"/>
                  <a:gd name="T107" fmla="*/ 8496 h 179"/>
                  <a:gd name="T108" fmla="+- 0 5069 4953"/>
                  <a:gd name="T109" fmla="*/ T108 w 198"/>
                  <a:gd name="T110" fmla="+- 0 8493 8421"/>
                  <a:gd name="T111" fmla="*/ 8493 h 179"/>
                  <a:gd name="T112" fmla="+- 0 5066 4953"/>
                  <a:gd name="T113" fmla="*/ T112 w 198"/>
                  <a:gd name="T114" fmla="+- 0 8492 8421"/>
                  <a:gd name="T115" fmla="*/ 8492 h 179"/>
                  <a:gd name="T116" fmla="+- 0 5063 4953"/>
                  <a:gd name="T117" fmla="*/ T116 w 198"/>
                  <a:gd name="T118" fmla="+- 0 8491 8421"/>
                  <a:gd name="T119" fmla="*/ 8491 h 179"/>
                  <a:gd name="T120" fmla="+- 0 5067 4953"/>
                  <a:gd name="T121" fmla="*/ T120 w 198"/>
                  <a:gd name="T122" fmla="+- 0 8487 8421"/>
                  <a:gd name="T123" fmla="*/ 8487 h 179"/>
                  <a:gd name="T124" fmla="+- 0 5069 4953"/>
                  <a:gd name="T125" fmla="*/ T124 w 198"/>
                  <a:gd name="T126" fmla="+- 0 8485 8421"/>
                  <a:gd name="T127" fmla="*/ 8485 h 179"/>
                  <a:gd name="T128" fmla="+- 0 5069 4953"/>
                  <a:gd name="T129" fmla="*/ T128 w 198"/>
                  <a:gd name="T130" fmla="+- 0 8484 8421"/>
                  <a:gd name="T131" fmla="*/ 8484 h 179"/>
                  <a:gd name="T132" fmla="+- 0 5068 4953"/>
                  <a:gd name="T133" fmla="*/ T132 w 198"/>
                  <a:gd name="T134" fmla="+- 0 8483 8421"/>
                  <a:gd name="T135" fmla="*/ 8483 h 179"/>
                  <a:gd name="T136" fmla="+- 0 5067 4953"/>
                  <a:gd name="T137" fmla="*/ T136 w 198"/>
                  <a:gd name="T138" fmla="+- 0 8482 8421"/>
                  <a:gd name="T139" fmla="*/ 8482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Lst>
                <a:rect l="0" t="0" r="r" b="b"/>
                <a:pathLst>
                  <a:path w="198" h="179">
                    <a:moveTo>
                      <a:pt x="114" y="61"/>
                    </a:moveTo>
                    <a:lnTo>
                      <a:pt x="113" y="61"/>
                    </a:lnTo>
                    <a:lnTo>
                      <a:pt x="111" y="63"/>
                    </a:lnTo>
                    <a:lnTo>
                      <a:pt x="104" y="70"/>
                    </a:lnTo>
                    <a:lnTo>
                      <a:pt x="100" y="70"/>
                    </a:lnTo>
                    <a:lnTo>
                      <a:pt x="97" y="72"/>
                    </a:lnTo>
                    <a:lnTo>
                      <a:pt x="90" y="79"/>
                    </a:lnTo>
                    <a:lnTo>
                      <a:pt x="88" y="83"/>
                    </a:lnTo>
                    <a:lnTo>
                      <a:pt x="88" y="93"/>
                    </a:lnTo>
                    <a:lnTo>
                      <a:pt x="90" y="97"/>
                    </a:lnTo>
                    <a:lnTo>
                      <a:pt x="95" y="102"/>
                    </a:lnTo>
                    <a:lnTo>
                      <a:pt x="97" y="103"/>
                    </a:lnTo>
                    <a:lnTo>
                      <a:pt x="103" y="105"/>
                    </a:lnTo>
                    <a:lnTo>
                      <a:pt x="106" y="105"/>
                    </a:lnTo>
                    <a:lnTo>
                      <a:pt x="109" y="104"/>
                    </a:lnTo>
                    <a:lnTo>
                      <a:pt x="111" y="104"/>
                    </a:lnTo>
                    <a:lnTo>
                      <a:pt x="111" y="102"/>
                    </a:lnTo>
                    <a:lnTo>
                      <a:pt x="113" y="101"/>
                    </a:lnTo>
                    <a:lnTo>
                      <a:pt x="115" y="100"/>
                    </a:lnTo>
                    <a:lnTo>
                      <a:pt x="116" y="99"/>
                    </a:lnTo>
                    <a:lnTo>
                      <a:pt x="111" y="99"/>
                    </a:lnTo>
                    <a:lnTo>
                      <a:pt x="105" y="98"/>
                    </a:lnTo>
                    <a:lnTo>
                      <a:pt x="93" y="81"/>
                    </a:lnTo>
                    <a:lnTo>
                      <a:pt x="93" y="79"/>
                    </a:lnTo>
                    <a:lnTo>
                      <a:pt x="97" y="76"/>
                    </a:lnTo>
                    <a:lnTo>
                      <a:pt x="99" y="75"/>
                    </a:lnTo>
                    <a:lnTo>
                      <a:pt x="119" y="75"/>
                    </a:lnTo>
                    <a:lnTo>
                      <a:pt x="116" y="72"/>
                    </a:lnTo>
                    <a:lnTo>
                      <a:pt x="113" y="71"/>
                    </a:lnTo>
                    <a:lnTo>
                      <a:pt x="110" y="70"/>
                    </a:lnTo>
                    <a:lnTo>
                      <a:pt x="114" y="66"/>
                    </a:lnTo>
                    <a:lnTo>
                      <a:pt x="116" y="64"/>
                    </a:lnTo>
                    <a:lnTo>
                      <a:pt x="116" y="63"/>
                    </a:lnTo>
                    <a:lnTo>
                      <a:pt x="115" y="62"/>
                    </a:lnTo>
                    <a:lnTo>
                      <a:pt x="114"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7" name="Freeform 5997">
                <a:extLst>
                  <a:ext uri="{FF2B5EF4-FFF2-40B4-BE49-F238E27FC236}">
                    <a16:creationId xmlns:a16="http://schemas.microsoft.com/office/drawing/2014/main" id="{EBDB8C8A-20E2-9A78-2379-75F86375A183}"/>
                  </a:ext>
                </a:extLst>
              </p:cNvPr>
              <p:cNvSpPr>
                <a:spLocks/>
              </p:cNvSpPr>
              <p:nvPr/>
            </p:nvSpPr>
            <p:spPr bwMode="auto">
              <a:xfrm>
                <a:off x="4953" y="8421"/>
                <a:ext cx="198" cy="179"/>
              </a:xfrm>
              <a:custGeom>
                <a:avLst/>
                <a:gdLst>
                  <a:gd name="T0" fmla="+- 0 5072 4953"/>
                  <a:gd name="T1" fmla="*/ T0 w 198"/>
                  <a:gd name="T2" fmla="+- 0 8496 8421"/>
                  <a:gd name="T3" fmla="*/ 8496 h 179"/>
                  <a:gd name="T4" fmla="+- 0 5052 4953"/>
                  <a:gd name="T5" fmla="*/ T4 w 198"/>
                  <a:gd name="T6" fmla="+- 0 8496 8421"/>
                  <a:gd name="T7" fmla="*/ 8496 h 179"/>
                  <a:gd name="T8" fmla="+- 0 5055 4953"/>
                  <a:gd name="T9" fmla="*/ T8 w 198"/>
                  <a:gd name="T10" fmla="+- 0 8496 8421"/>
                  <a:gd name="T11" fmla="*/ 8496 h 179"/>
                  <a:gd name="T12" fmla="+- 0 5059 4953"/>
                  <a:gd name="T13" fmla="*/ T12 w 198"/>
                  <a:gd name="T14" fmla="+- 0 8497 8421"/>
                  <a:gd name="T15" fmla="*/ 8497 h 179"/>
                  <a:gd name="T16" fmla="+- 0 5062 4953"/>
                  <a:gd name="T17" fmla="*/ T16 w 198"/>
                  <a:gd name="T18" fmla="+- 0 8499 8421"/>
                  <a:gd name="T19" fmla="*/ 8499 h 179"/>
                  <a:gd name="T20" fmla="+- 0 5069 4953"/>
                  <a:gd name="T21" fmla="*/ T20 w 198"/>
                  <a:gd name="T22" fmla="+- 0 8506 8421"/>
                  <a:gd name="T23" fmla="*/ 8506 h 179"/>
                  <a:gd name="T24" fmla="+- 0 5071 4953"/>
                  <a:gd name="T25" fmla="*/ T24 w 198"/>
                  <a:gd name="T26" fmla="+- 0 8508 8421"/>
                  <a:gd name="T27" fmla="*/ 8508 h 179"/>
                  <a:gd name="T28" fmla="+- 0 5071 4953"/>
                  <a:gd name="T29" fmla="*/ T28 w 198"/>
                  <a:gd name="T30" fmla="+- 0 8513 8421"/>
                  <a:gd name="T31" fmla="*/ 8513 h 179"/>
                  <a:gd name="T32" fmla="+- 0 5070 4953"/>
                  <a:gd name="T33" fmla="*/ T32 w 198"/>
                  <a:gd name="T34" fmla="+- 0 8515 8421"/>
                  <a:gd name="T35" fmla="*/ 8515 h 179"/>
                  <a:gd name="T36" fmla="+- 0 5066 4953"/>
                  <a:gd name="T37" fmla="*/ T36 w 198"/>
                  <a:gd name="T38" fmla="+- 0 8519 8421"/>
                  <a:gd name="T39" fmla="*/ 8519 h 179"/>
                  <a:gd name="T40" fmla="+- 0 5064 4953"/>
                  <a:gd name="T41" fmla="*/ T40 w 198"/>
                  <a:gd name="T42" fmla="+- 0 8520 8421"/>
                  <a:gd name="T43" fmla="*/ 8520 h 179"/>
                  <a:gd name="T44" fmla="+- 0 5069 4953"/>
                  <a:gd name="T45" fmla="*/ T44 w 198"/>
                  <a:gd name="T46" fmla="+- 0 8520 8421"/>
                  <a:gd name="T47" fmla="*/ 8520 h 179"/>
                  <a:gd name="T48" fmla="+- 0 5074 4953"/>
                  <a:gd name="T49" fmla="*/ T48 w 198"/>
                  <a:gd name="T50" fmla="+- 0 8515 8421"/>
                  <a:gd name="T51" fmla="*/ 8515 h 179"/>
                  <a:gd name="T52" fmla="+- 0 5076 4953"/>
                  <a:gd name="T53" fmla="*/ T52 w 198"/>
                  <a:gd name="T54" fmla="+- 0 8511 8421"/>
                  <a:gd name="T55" fmla="*/ 8511 h 179"/>
                  <a:gd name="T56" fmla="+- 0 5076 4953"/>
                  <a:gd name="T57" fmla="*/ T56 w 198"/>
                  <a:gd name="T58" fmla="+- 0 8502 8421"/>
                  <a:gd name="T59" fmla="*/ 8502 h 179"/>
                  <a:gd name="T60" fmla="+- 0 5074 4953"/>
                  <a:gd name="T61" fmla="*/ T60 w 198"/>
                  <a:gd name="T62" fmla="+- 0 8499 8421"/>
                  <a:gd name="T63" fmla="*/ 8499 h 179"/>
                  <a:gd name="T64" fmla="+- 0 5072 4953"/>
                  <a:gd name="T65" fmla="*/ T64 w 198"/>
                  <a:gd name="T66" fmla="+- 0 8496 8421"/>
                  <a:gd name="T67" fmla="*/ 8496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98" h="179">
                    <a:moveTo>
                      <a:pt x="119" y="75"/>
                    </a:moveTo>
                    <a:lnTo>
                      <a:pt x="99" y="75"/>
                    </a:lnTo>
                    <a:lnTo>
                      <a:pt x="102" y="75"/>
                    </a:lnTo>
                    <a:lnTo>
                      <a:pt x="106" y="76"/>
                    </a:lnTo>
                    <a:lnTo>
                      <a:pt x="109" y="78"/>
                    </a:lnTo>
                    <a:lnTo>
                      <a:pt x="116" y="85"/>
                    </a:lnTo>
                    <a:lnTo>
                      <a:pt x="118" y="87"/>
                    </a:lnTo>
                    <a:lnTo>
                      <a:pt x="118" y="92"/>
                    </a:lnTo>
                    <a:lnTo>
                      <a:pt x="117" y="94"/>
                    </a:lnTo>
                    <a:lnTo>
                      <a:pt x="113" y="98"/>
                    </a:lnTo>
                    <a:lnTo>
                      <a:pt x="111" y="99"/>
                    </a:lnTo>
                    <a:lnTo>
                      <a:pt x="116" y="99"/>
                    </a:lnTo>
                    <a:lnTo>
                      <a:pt x="121" y="94"/>
                    </a:lnTo>
                    <a:lnTo>
                      <a:pt x="123" y="90"/>
                    </a:lnTo>
                    <a:lnTo>
                      <a:pt x="123" y="81"/>
                    </a:lnTo>
                    <a:lnTo>
                      <a:pt x="121" y="78"/>
                    </a:lnTo>
                    <a:lnTo>
                      <a:pt x="1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8" name="Freeform 5998">
                <a:extLst>
                  <a:ext uri="{FF2B5EF4-FFF2-40B4-BE49-F238E27FC236}">
                    <a16:creationId xmlns:a16="http://schemas.microsoft.com/office/drawing/2014/main" id="{C39AD102-1905-693F-B480-249B16E4A8F8}"/>
                  </a:ext>
                </a:extLst>
              </p:cNvPr>
              <p:cNvSpPr>
                <a:spLocks/>
              </p:cNvSpPr>
              <p:nvPr/>
            </p:nvSpPr>
            <p:spPr bwMode="auto">
              <a:xfrm>
                <a:off x="4953" y="8421"/>
                <a:ext cx="198" cy="179"/>
              </a:xfrm>
              <a:custGeom>
                <a:avLst/>
                <a:gdLst>
                  <a:gd name="T0" fmla="+- 0 5008 4953"/>
                  <a:gd name="T1" fmla="*/ T0 w 198"/>
                  <a:gd name="T2" fmla="+- 0 8504 8421"/>
                  <a:gd name="T3" fmla="*/ 8504 h 179"/>
                  <a:gd name="T4" fmla="+- 0 5004 4953"/>
                  <a:gd name="T5" fmla="*/ T4 w 198"/>
                  <a:gd name="T6" fmla="+- 0 8506 8421"/>
                  <a:gd name="T7" fmla="*/ 8506 h 179"/>
                  <a:gd name="T8" fmla="+- 0 5002 4953"/>
                  <a:gd name="T9" fmla="*/ T8 w 198"/>
                  <a:gd name="T10" fmla="+- 0 8509 8421"/>
                  <a:gd name="T11" fmla="*/ 8509 h 179"/>
                  <a:gd name="T12" fmla="+- 0 5004 4953"/>
                  <a:gd name="T13" fmla="*/ T12 w 198"/>
                  <a:gd name="T14" fmla="+- 0 8513 8421"/>
                  <a:gd name="T15" fmla="*/ 8513 h 179"/>
                  <a:gd name="T16" fmla="+- 0 5008 4953"/>
                  <a:gd name="T17" fmla="*/ T16 w 198"/>
                  <a:gd name="T18" fmla="+- 0 8514 8421"/>
                  <a:gd name="T19" fmla="*/ 8514 h 179"/>
                  <a:gd name="T20" fmla="+- 0 5011 4953"/>
                  <a:gd name="T21" fmla="*/ T20 w 198"/>
                  <a:gd name="T22" fmla="+- 0 8513 8421"/>
                  <a:gd name="T23" fmla="*/ 8513 h 179"/>
                  <a:gd name="T24" fmla="+- 0 5013 4953"/>
                  <a:gd name="T25" fmla="*/ T24 w 198"/>
                  <a:gd name="T26" fmla="+- 0 8509 8421"/>
                  <a:gd name="T27" fmla="*/ 8509 h 179"/>
                  <a:gd name="T28" fmla="+- 0 5011 4953"/>
                  <a:gd name="T29" fmla="*/ T28 w 198"/>
                  <a:gd name="T30" fmla="+- 0 8506 8421"/>
                  <a:gd name="T31" fmla="*/ 8506 h 179"/>
                  <a:gd name="T32" fmla="+- 0 5008 4953"/>
                  <a:gd name="T33" fmla="*/ T32 w 198"/>
                  <a:gd name="T34" fmla="+- 0 8504 8421"/>
                  <a:gd name="T35" fmla="*/ 8504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8" h="179">
                    <a:moveTo>
                      <a:pt x="55" y="83"/>
                    </a:moveTo>
                    <a:lnTo>
                      <a:pt x="51" y="85"/>
                    </a:lnTo>
                    <a:lnTo>
                      <a:pt x="49" y="88"/>
                    </a:lnTo>
                    <a:lnTo>
                      <a:pt x="51" y="92"/>
                    </a:lnTo>
                    <a:lnTo>
                      <a:pt x="55" y="93"/>
                    </a:lnTo>
                    <a:lnTo>
                      <a:pt x="58" y="92"/>
                    </a:lnTo>
                    <a:lnTo>
                      <a:pt x="60" y="88"/>
                    </a:lnTo>
                    <a:lnTo>
                      <a:pt x="58" y="85"/>
                    </a:lnTo>
                    <a:lnTo>
                      <a:pt x="55"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29" name="Freeform 5999">
                <a:extLst>
                  <a:ext uri="{FF2B5EF4-FFF2-40B4-BE49-F238E27FC236}">
                    <a16:creationId xmlns:a16="http://schemas.microsoft.com/office/drawing/2014/main" id="{30E82869-8EE6-3027-A2AE-B95766B78A6C}"/>
                  </a:ext>
                </a:extLst>
              </p:cNvPr>
              <p:cNvSpPr>
                <a:spLocks/>
              </p:cNvSpPr>
              <p:nvPr/>
            </p:nvSpPr>
            <p:spPr bwMode="auto">
              <a:xfrm>
                <a:off x="4953" y="8421"/>
                <a:ext cx="198" cy="179"/>
              </a:xfrm>
              <a:custGeom>
                <a:avLst/>
                <a:gdLst>
                  <a:gd name="T0" fmla="+- 0 5070 4953"/>
                  <a:gd name="T1" fmla="*/ T0 w 198"/>
                  <a:gd name="T2" fmla="+- 0 8463 8421"/>
                  <a:gd name="T3" fmla="*/ 8463 h 179"/>
                  <a:gd name="T4" fmla="+- 0 5057 4953"/>
                  <a:gd name="T5" fmla="*/ T4 w 198"/>
                  <a:gd name="T6" fmla="+- 0 8463 8421"/>
                  <a:gd name="T7" fmla="*/ 8463 h 179"/>
                  <a:gd name="T8" fmla="+- 0 5059 4953"/>
                  <a:gd name="T9" fmla="*/ T8 w 198"/>
                  <a:gd name="T10" fmla="+- 0 8464 8421"/>
                  <a:gd name="T11" fmla="*/ 8464 h 179"/>
                  <a:gd name="T12" fmla="+- 0 5060 4953"/>
                  <a:gd name="T13" fmla="*/ T12 w 198"/>
                  <a:gd name="T14" fmla="+- 0 8465 8421"/>
                  <a:gd name="T15" fmla="*/ 8465 h 179"/>
                  <a:gd name="T16" fmla="+- 0 5099 4953"/>
                  <a:gd name="T17" fmla="*/ T16 w 198"/>
                  <a:gd name="T18" fmla="+- 0 8507 8421"/>
                  <a:gd name="T19" fmla="*/ 8507 h 179"/>
                  <a:gd name="T20" fmla="+- 0 5096 4953"/>
                  <a:gd name="T21" fmla="*/ T20 w 198"/>
                  <a:gd name="T22" fmla="+- 0 8511 8421"/>
                  <a:gd name="T23" fmla="*/ 8511 h 179"/>
                  <a:gd name="T24" fmla="+- 0 5098 4953"/>
                  <a:gd name="T25" fmla="*/ T24 w 198"/>
                  <a:gd name="T26" fmla="+- 0 8512 8421"/>
                  <a:gd name="T27" fmla="*/ 8512 h 179"/>
                  <a:gd name="T28" fmla="+- 0 5112 4953"/>
                  <a:gd name="T29" fmla="*/ T28 w 198"/>
                  <a:gd name="T30" fmla="+- 0 8498 8421"/>
                  <a:gd name="T31" fmla="*/ 8498 h 179"/>
                  <a:gd name="T32" fmla="+- 0 5106 4953"/>
                  <a:gd name="T33" fmla="*/ T32 w 198"/>
                  <a:gd name="T34" fmla="+- 0 8498 8421"/>
                  <a:gd name="T35" fmla="*/ 8498 h 179"/>
                  <a:gd name="T36" fmla="+- 0 5105 4953"/>
                  <a:gd name="T37" fmla="*/ T36 w 198"/>
                  <a:gd name="T38" fmla="+- 0 8497 8421"/>
                  <a:gd name="T39" fmla="*/ 8497 h 179"/>
                  <a:gd name="T40" fmla="+- 0 5103 4953"/>
                  <a:gd name="T41" fmla="*/ T40 w 198"/>
                  <a:gd name="T42" fmla="+- 0 8496 8421"/>
                  <a:gd name="T43" fmla="*/ 8496 h 179"/>
                  <a:gd name="T44" fmla="+- 0 5084 4953"/>
                  <a:gd name="T45" fmla="*/ T44 w 198"/>
                  <a:gd name="T46" fmla="+- 0 8477 8421"/>
                  <a:gd name="T47" fmla="*/ 8477 h 179"/>
                  <a:gd name="T48" fmla="+- 0 5084 4953"/>
                  <a:gd name="T49" fmla="*/ T48 w 198"/>
                  <a:gd name="T50" fmla="+- 0 8475 8421"/>
                  <a:gd name="T51" fmla="*/ 8475 h 179"/>
                  <a:gd name="T52" fmla="+- 0 5082 4953"/>
                  <a:gd name="T53" fmla="*/ T52 w 198"/>
                  <a:gd name="T54" fmla="+- 0 8475 8421"/>
                  <a:gd name="T55" fmla="*/ 8475 h 179"/>
                  <a:gd name="T56" fmla="+- 0 5070 4953"/>
                  <a:gd name="T57" fmla="*/ T56 w 198"/>
                  <a:gd name="T58" fmla="+- 0 8463 8421"/>
                  <a:gd name="T59" fmla="*/ 8463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98" h="179">
                    <a:moveTo>
                      <a:pt x="117" y="42"/>
                    </a:moveTo>
                    <a:lnTo>
                      <a:pt x="104" y="42"/>
                    </a:lnTo>
                    <a:lnTo>
                      <a:pt x="106" y="43"/>
                    </a:lnTo>
                    <a:lnTo>
                      <a:pt x="107" y="44"/>
                    </a:lnTo>
                    <a:lnTo>
                      <a:pt x="146" y="86"/>
                    </a:lnTo>
                    <a:lnTo>
                      <a:pt x="143" y="90"/>
                    </a:lnTo>
                    <a:lnTo>
                      <a:pt x="145" y="91"/>
                    </a:lnTo>
                    <a:lnTo>
                      <a:pt x="159" y="77"/>
                    </a:lnTo>
                    <a:lnTo>
                      <a:pt x="153" y="77"/>
                    </a:lnTo>
                    <a:lnTo>
                      <a:pt x="152" y="76"/>
                    </a:lnTo>
                    <a:lnTo>
                      <a:pt x="150" y="75"/>
                    </a:lnTo>
                    <a:lnTo>
                      <a:pt x="131" y="56"/>
                    </a:lnTo>
                    <a:lnTo>
                      <a:pt x="131" y="54"/>
                    </a:lnTo>
                    <a:lnTo>
                      <a:pt x="129" y="54"/>
                    </a:lnTo>
                    <a:lnTo>
                      <a:pt x="117"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0" name="Freeform 6000">
                <a:extLst>
                  <a:ext uri="{FF2B5EF4-FFF2-40B4-BE49-F238E27FC236}">
                    <a16:creationId xmlns:a16="http://schemas.microsoft.com/office/drawing/2014/main" id="{F06C6D48-0954-4FCA-7ECD-BD2799D9D4FC}"/>
                  </a:ext>
                </a:extLst>
              </p:cNvPr>
              <p:cNvSpPr>
                <a:spLocks/>
              </p:cNvSpPr>
              <p:nvPr/>
            </p:nvSpPr>
            <p:spPr bwMode="auto">
              <a:xfrm>
                <a:off x="4953" y="8421"/>
                <a:ext cx="198" cy="179"/>
              </a:xfrm>
              <a:custGeom>
                <a:avLst/>
                <a:gdLst>
                  <a:gd name="T0" fmla="+- 0 5112 4953"/>
                  <a:gd name="T1" fmla="*/ T0 w 198"/>
                  <a:gd name="T2" fmla="+- 0 8495 8421"/>
                  <a:gd name="T3" fmla="*/ 8495 h 179"/>
                  <a:gd name="T4" fmla="+- 0 5108 4953"/>
                  <a:gd name="T5" fmla="*/ T4 w 198"/>
                  <a:gd name="T6" fmla="+- 0 8498 8421"/>
                  <a:gd name="T7" fmla="*/ 8498 h 179"/>
                  <a:gd name="T8" fmla="+- 0 5112 4953"/>
                  <a:gd name="T9" fmla="*/ T8 w 198"/>
                  <a:gd name="T10" fmla="+- 0 8498 8421"/>
                  <a:gd name="T11" fmla="*/ 8498 h 179"/>
                  <a:gd name="T12" fmla="+- 0 5114 4953"/>
                  <a:gd name="T13" fmla="*/ T12 w 198"/>
                  <a:gd name="T14" fmla="+- 0 8496 8421"/>
                  <a:gd name="T15" fmla="*/ 8496 h 179"/>
                  <a:gd name="T16" fmla="+- 0 5112 4953"/>
                  <a:gd name="T17" fmla="*/ T16 w 198"/>
                  <a:gd name="T18" fmla="+- 0 8495 8421"/>
                  <a:gd name="T19" fmla="*/ 8495 h 179"/>
                </a:gdLst>
                <a:ahLst/>
                <a:cxnLst>
                  <a:cxn ang="0">
                    <a:pos x="T1" y="T3"/>
                  </a:cxn>
                  <a:cxn ang="0">
                    <a:pos x="T5" y="T7"/>
                  </a:cxn>
                  <a:cxn ang="0">
                    <a:pos x="T9" y="T11"/>
                  </a:cxn>
                  <a:cxn ang="0">
                    <a:pos x="T13" y="T15"/>
                  </a:cxn>
                  <a:cxn ang="0">
                    <a:pos x="T17" y="T19"/>
                  </a:cxn>
                </a:cxnLst>
                <a:rect l="0" t="0" r="r" b="b"/>
                <a:pathLst>
                  <a:path w="198" h="179">
                    <a:moveTo>
                      <a:pt x="159" y="74"/>
                    </a:moveTo>
                    <a:lnTo>
                      <a:pt x="155" y="77"/>
                    </a:lnTo>
                    <a:lnTo>
                      <a:pt x="159" y="77"/>
                    </a:lnTo>
                    <a:lnTo>
                      <a:pt x="161" y="75"/>
                    </a:lnTo>
                    <a:lnTo>
                      <a:pt x="15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1" name="Freeform 6001">
                <a:extLst>
                  <a:ext uri="{FF2B5EF4-FFF2-40B4-BE49-F238E27FC236}">
                    <a16:creationId xmlns:a16="http://schemas.microsoft.com/office/drawing/2014/main" id="{FA158A75-4F79-4B89-A6D8-4BF417D6BE5B}"/>
                  </a:ext>
                </a:extLst>
              </p:cNvPr>
              <p:cNvSpPr>
                <a:spLocks/>
              </p:cNvSpPr>
              <p:nvPr/>
            </p:nvSpPr>
            <p:spPr bwMode="auto">
              <a:xfrm>
                <a:off x="4953" y="8421"/>
                <a:ext cx="198" cy="179"/>
              </a:xfrm>
              <a:custGeom>
                <a:avLst/>
                <a:gdLst>
                  <a:gd name="T0" fmla="+- 0 5107 4953"/>
                  <a:gd name="T1" fmla="*/ T0 w 198"/>
                  <a:gd name="T2" fmla="+- 0 8462 8421"/>
                  <a:gd name="T3" fmla="*/ 8462 h 179"/>
                  <a:gd name="T4" fmla="+- 0 5091 4953"/>
                  <a:gd name="T5" fmla="*/ T4 w 198"/>
                  <a:gd name="T6" fmla="+- 0 8462 8421"/>
                  <a:gd name="T7" fmla="*/ 8462 h 179"/>
                  <a:gd name="T8" fmla="+- 0 5095 4953"/>
                  <a:gd name="T9" fmla="*/ T8 w 198"/>
                  <a:gd name="T10" fmla="+- 0 8463 8421"/>
                  <a:gd name="T11" fmla="*/ 8463 h 179"/>
                  <a:gd name="T12" fmla="+- 0 5097 4953"/>
                  <a:gd name="T13" fmla="*/ T12 w 198"/>
                  <a:gd name="T14" fmla="+- 0 8464 8421"/>
                  <a:gd name="T15" fmla="*/ 8464 h 179"/>
                  <a:gd name="T16" fmla="+- 0 5118 4953"/>
                  <a:gd name="T17" fmla="*/ T16 w 198"/>
                  <a:gd name="T18" fmla="+- 0 8487 8421"/>
                  <a:gd name="T19" fmla="*/ 8487 h 179"/>
                  <a:gd name="T20" fmla="+- 0 5116 4953"/>
                  <a:gd name="T21" fmla="*/ T20 w 198"/>
                  <a:gd name="T22" fmla="+- 0 8491 8421"/>
                  <a:gd name="T23" fmla="*/ 8491 h 179"/>
                  <a:gd name="T24" fmla="+- 0 5115 4953"/>
                  <a:gd name="T25" fmla="*/ T24 w 198"/>
                  <a:gd name="T26" fmla="+- 0 8492 8421"/>
                  <a:gd name="T27" fmla="*/ 8492 h 179"/>
                  <a:gd name="T28" fmla="+- 0 5116 4953"/>
                  <a:gd name="T29" fmla="*/ T28 w 198"/>
                  <a:gd name="T30" fmla="+- 0 8493 8421"/>
                  <a:gd name="T31" fmla="*/ 8493 h 179"/>
                  <a:gd name="T32" fmla="+- 0 5131 4953"/>
                  <a:gd name="T33" fmla="*/ T32 w 198"/>
                  <a:gd name="T34" fmla="+- 0 8479 8421"/>
                  <a:gd name="T35" fmla="*/ 8479 h 179"/>
                  <a:gd name="T36" fmla="+- 0 5127 4953"/>
                  <a:gd name="T37" fmla="*/ T36 w 198"/>
                  <a:gd name="T38" fmla="+- 0 8479 8421"/>
                  <a:gd name="T39" fmla="*/ 8479 h 179"/>
                  <a:gd name="T40" fmla="+- 0 5125 4953"/>
                  <a:gd name="T41" fmla="*/ T40 w 198"/>
                  <a:gd name="T42" fmla="+- 0 8479 8421"/>
                  <a:gd name="T43" fmla="*/ 8479 h 179"/>
                  <a:gd name="T44" fmla="+- 0 5124 4953"/>
                  <a:gd name="T45" fmla="*/ T44 w 198"/>
                  <a:gd name="T46" fmla="+- 0 8478 8421"/>
                  <a:gd name="T47" fmla="*/ 8478 h 179"/>
                  <a:gd name="T48" fmla="+- 0 5122 4953"/>
                  <a:gd name="T49" fmla="*/ T48 w 198"/>
                  <a:gd name="T50" fmla="+- 0 8477 8421"/>
                  <a:gd name="T51" fmla="*/ 8477 h 179"/>
                  <a:gd name="T52" fmla="+- 0 5107 4953"/>
                  <a:gd name="T53" fmla="*/ T52 w 198"/>
                  <a:gd name="T54" fmla="+- 0 8462 8421"/>
                  <a:gd name="T55" fmla="*/ 8462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198" h="179">
                    <a:moveTo>
                      <a:pt x="154" y="41"/>
                    </a:moveTo>
                    <a:lnTo>
                      <a:pt x="138" y="41"/>
                    </a:lnTo>
                    <a:lnTo>
                      <a:pt x="142" y="42"/>
                    </a:lnTo>
                    <a:lnTo>
                      <a:pt x="144" y="43"/>
                    </a:lnTo>
                    <a:lnTo>
                      <a:pt x="165" y="66"/>
                    </a:lnTo>
                    <a:lnTo>
                      <a:pt x="163" y="70"/>
                    </a:lnTo>
                    <a:lnTo>
                      <a:pt x="162" y="71"/>
                    </a:lnTo>
                    <a:lnTo>
                      <a:pt x="163" y="72"/>
                    </a:lnTo>
                    <a:lnTo>
                      <a:pt x="178" y="58"/>
                    </a:lnTo>
                    <a:lnTo>
                      <a:pt x="174" y="58"/>
                    </a:lnTo>
                    <a:lnTo>
                      <a:pt x="172" y="58"/>
                    </a:lnTo>
                    <a:lnTo>
                      <a:pt x="171" y="57"/>
                    </a:lnTo>
                    <a:lnTo>
                      <a:pt x="169" y="56"/>
                    </a:lnTo>
                    <a:lnTo>
                      <a:pt x="15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2" name="Freeform 6002">
                <a:extLst>
                  <a:ext uri="{FF2B5EF4-FFF2-40B4-BE49-F238E27FC236}">
                    <a16:creationId xmlns:a16="http://schemas.microsoft.com/office/drawing/2014/main" id="{A90A0A6D-02EE-738D-CA43-501ADF317E79}"/>
                  </a:ext>
                </a:extLst>
              </p:cNvPr>
              <p:cNvSpPr>
                <a:spLocks/>
              </p:cNvSpPr>
              <p:nvPr/>
            </p:nvSpPr>
            <p:spPr bwMode="auto">
              <a:xfrm>
                <a:off x="4953" y="8421"/>
                <a:ext cx="198" cy="179"/>
              </a:xfrm>
              <a:custGeom>
                <a:avLst/>
                <a:gdLst>
                  <a:gd name="T0" fmla="+- 0 5131 4953"/>
                  <a:gd name="T1" fmla="*/ T0 w 198"/>
                  <a:gd name="T2" fmla="+- 0 8476 8421"/>
                  <a:gd name="T3" fmla="*/ 8476 h 179"/>
                  <a:gd name="T4" fmla="+- 0 5127 4953"/>
                  <a:gd name="T5" fmla="*/ T4 w 198"/>
                  <a:gd name="T6" fmla="+- 0 8479 8421"/>
                  <a:gd name="T7" fmla="*/ 8479 h 179"/>
                  <a:gd name="T8" fmla="+- 0 5131 4953"/>
                  <a:gd name="T9" fmla="*/ T8 w 198"/>
                  <a:gd name="T10" fmla="+- 0 8479 8421"/>
                  <a:gd name="T11" fmla="*/ 8479 h 179"/>
                  <a:gd name="T12" fmla="+- 0 5132 4953"/>
                  <a:gd name="T13" fmla="*/ T12 w 198"/>
                  <a:gd name="T14" fmla="+- 0 8477 8421"/>
                  <a:gd name="T15" fmla="*/ 8477 h 179"/>
                  <a:gd name="T16" fmla="+- 0 5131 4953"/>
                  <a:gd name="T17" fmla="*/ T16 w 198"/>
                  <a:gd name="T18" fmla="+- 0 8476 8421"/>
                  <a:gd name="T19" fmla="*/ 8476 h 179"/>
                </a:gdLst>
                <a:ahLst/>
                <a:cxnLst>
                  <a:cxn ang="0">
                    <a:pos x="T1" y="T3"/>
                  </a:cxn>
                  <a:cxn ang="0">
                    <a:pos x="T5" y="T7"/>
                  </a:cxn>
                  <a:cxn ang="0">
                    <a:pos x="T9" y="T11"/>
                  </a:cxn>
                  <a:cxn ang="0">
                    <a:pos x="T13" y="T15"/>
                  </a:cxn>
                  <a:cxn ang="0">
                    <a:pos x="T17" y="T19"/>
                  </a:cxn>
                </a:cxnLst>
                <a:rect l="0" t="0" r="r" b="b"/>
                <a:pathLst>
                  <a:path w="198" h="179">
                    <a:moveTo>
                      <a:pt x="178" y="55"/>
                    </a:moveTo>
                    <a:lnTo>
                      <a:pt x="174" y="58"/>
                    </a:lnTo>
                    <a:lnTo>
                      <a:pt x="178" y="58"/>
                    </a:lnTo>
                    <a:lnTo>
                      <a:pt x="179" y="56"/>
                    </a:lnTo>
                    <a:lnTo>
                      <a:pt x="178"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3" name="Freeform 6003">
                <a:extLst>
                  <a:ext uri="{FF2B5EF4-FFF2-40B4-BE49-F238E27FC236}">
                    <a16:creationId xmlns:a16="http://schemas.microsoft.com/office/drawing/2014/main" id="{778E31A7-9A9A-EADB-718B-FD113C2A05FF}"/>
                  </a:ext>
                </a:extLst>
              </p:cNvPr>
              <p:cNvSpPr>
                <a:spLocks/>
              </p:cNvSpPr>
              <p:nvPr/>
            </p:nvSpPr>
            <p:spPr bwMode="auto">
              <a:xfrm>
                <a:off x="4953" y="8421"/>
                <a:ext cx="198" cy="179"/>
              </a:xfrm>
              <a:custGeom>
                <a:avLst/>
                <a:gdLst>
                  <a:gd name="T0" fmla="+- 0 5095 4953"/>
                  <a:gd name="T1" fmla="*/ T0 w 198"/>
                  <a:gd name="T2" fmla="+- 0 8454 8421"/>
                  <a:gd name="T3" fmla="*/ 8454 h 179"/>
                  <a:gd name="T4" fmla="+- 0 5082 4953"/>
                  <a:gd name="T5" fmla="*/ T4 w 198"/>
                  <a:gd name="T6" fmla="+- 0 8471 8421"/>
                  <a:gd name="T7" fmla="*/ 8471 h 179"/>
                  <a:gd name="T8" fmla="+- 0 5082 4953"/>
                  <a:gd name="T9" fmla="*/ T8 w 198"/>
                  <a:gd name="T10" fmla="+- 0 8475 8421"/>
                  <a:gd name="T11" fmla="*/ 8475 h 179"/>
                  <a:gd name="T12" fmla="+- 0 5084 4953"/>
                  <a:gd name="T13" fmla="*/ T12 w 198"/>
                  <a:gd name="T14" fmla="+- 0 8475 8421"/>
                  <a:gd name="T15" fmla="*/ 8475 h 179"/>
                  <a:gd name="T16" fmla="+- 0 5084 4953"/>
                  <a:gd name="T17" fmla="*/ T16 w 198"/>
                  <a:gd name="T18" fmla="+- 0 8473 8421"/>
                  <a:gd name="T19" fmla="*/ 8473 h 179"/>
                  <a:gd name="T20" fmla="+- 0 5084 4953"/>
                  <a:gd name="T21" fmla="*/ T20 w 198"/>
                  <a:gd name="T22" fmla="+- 0 8471 8421"/>
                  <a:gd name="T23" fmla="*/ 8471 h 179"/>
                  <a:gd name="T24" fmla="+- 0 5086 4953"/>
                  <a:gd name="T25" fmla="*/ T24 w 198"/>
                  <a:gd name="T26" fmla="+- 0 8467 8421"/>
                  <a:gd name="T27" fmla="*/ 8467 h 179"/>
                  <a:gd name="T28" fmla="+- 0 5086 4953"/>
                  <a:gd name="T29" fmla="*/ T28 w 198"/>
                  <a:gd name="T30" fmla="+- 0 8465 8421"/>
                  <a:gd name="T31" fmla="*/ 8465 h 179"/>
                  <a:gd name="T32" fmla="+- 0 5088 4953"/>
                  <a:gd name="T33" fmla="*/ T32 w 198"/>
                  <a:gd name="T34" fmla="+- 0 8464 8421"/>
                  <a:gd name="T35" fmla="*/ 8464 h 179"/>
                  <a:gd name="T36" fmla="+- 0 5091 4953"/>
                  <a:gd name="T37" fmla="*/ T36 w 198"/>
                  <a:gd name="T38" fmla="+- 0 8462 8421"/>
                  <a:gd name="T39" fmla="*/ 8462 h 179"/>
                  <a:gd name="T40" fmla="+- 0 5107 4953"/>
                  <a:gd name="T41" fmla="*/ T40 w 198"/>
                  <a:gd name="T42" fmla="+- 0 8462 8421"/>
                  <a:gd name="T43" fmla="*/ 8462 h 179"/>
                  <a:gd name="T44" fmla="+- 0 5105 4953"/>
                  <a:gd name="T45" fmla="*/ T44 w 198"/>
                  <a:gd name="T46" fmla="+- 0 8460 8421"/>
                  <a:gd name="T47" fmla="*/ 8460 h 179"/>
                  <a:gd name="T48" fmla="+- 0 5102 4953"/>
                  <a:gd name="T49" fmla="*/ T48 w 198"/>
                  <a:gd name="T50" fmla="+- 0 8457 8421"/>
                  <a:gd name="T51" fmla="*/ 8457 h 179"/>
                  <a:gd name="T52" fmla="+- 0 5097 4953"/>
                  <a:gd name="T53" fmla="*/ T52 w 198"/>
                  <a:gd name="T54" fmla="+- 0 8454 8421"/>
                  <a:gd name="T55" fmla="*/ 8454 h 179"/>
                  <a:gd name="T56" fmla="+- 0 5095 4953"/>
                  <a:gd name="T57" fmla="*/ T56 w 198"/>
                  <a:gd name="T58" fmla="+- 0 8454 8421"/>
                  <a:gd name="T59" fmla="*/ 8454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98" h="179">
                    <a:moveTo>
                      <a:pt x="142" y="33"/>
                    </a:moveTo>
                    <a:lnTo>
                      <a:pt x="129" y="50"/>
                    </a:lnTo>
                    <a:lnTo>
                      <a:pt x="129" y="54"/>
                    </a:lnTo>
                    <a:lnTo>
                      <a:pt x="131" y="54"/>
                    </a:lnTo>
                    <a:lnTo>
                      <a:pt x="131" y="52"/>
                    </a:lnTo>
                    <a:lnTo>
                      <a:pt x="131" y="50"/>
                    </a:lnTo>
                    <a:lnTo>
                      <a:pt x="133" y="46"/>
                    </a:lnTo>
                    <a:lnTo>
                      <a:pt x="133" y="44"/>
                    </a:lnTo>
                    <a:lnTo>
                      <a:pt x="135" y="43"/>
                    </a:lnTo>
                    <a:lnTo>
                      <a:pt x="138" y="41"/>
                    </a:lnTo>
                    <a:lnTo>
                      <a:pt x="154" y="41"/>
                    </a:lnTo>
                    <a:lnTo>
                      <a:pt x="152" y="39"/>
                    </a:lnTo>
                    <a:lnTo>
                      <a:pt x="149" y="36"/>
                    </a:lnTo>
                    <a:lnTo>
                      <a:pt x="144" y="33"/>
                    </a:lnTo>
                    <a:lnTo>
                      <a:pt x="142"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4" name="Freeform 6004">
                <a:extLst>
                  <a:ext uri="{FF2B5EF4-FFF2-40B4-BE49-F238E27FC236}">
                    <a16:creationId xmlns:a16="http://schemas.microsoft.com/office/drawing/2014/main" id="{A9505EE1-2EA9-B077-12F1-2E913CC717F8}"/>
                  </a:ext>
                </a:extLst>
              </p:cNvPr>
              <p:cNvSpPr>
                <a:spLocks/>
              </p:cNvSpPr>
              <p:nvPr/>
            </p:nvSpPr>
            <p:spPr bwMode="auto">
              <a:xfrm>
                <a:off x="4953" y="8421"/>
                <a:ext cx="198" cy="179"/>
              </a:xfrm>
              <a:custGeom>
                <a:avLst/>
                <a:gdLst>
                  <a:gd name="T0" fmla="+- 0 5058 4953"/>
                  <a:gd name="T1" fmla="*/ T0 w 198"/>
                  <a:gd name="T2" fmla="+- 0 8451 8421"/>
                  <a:gd name="T3" fmla="*/ 8451 h 179"/>
                  <a:gd name="T4" fmla="+- 0 5057 4953"/>
                  <a:gd name="T5" fmla="*/ T4 w 198"/>
                  <a:gd name="T6" fmla="+- 0 8453 8421"/>
                  <a:gd name="T7" fmla="*/ 8453 h 179"/>
                  <a:gd name="T8" fmla="+- 0 5051 4953"/>
                  <a:gd name="T9" fmla="*/ T8 w 198"/>
                  <a:gd name="T10" fmla="+- 0 8466 8421"/>
                  <a:gd name="T11" fmla="*/ 8466 h 179"/>
                  <a:gd name="T12" fmla="+- 0 5053 4953"/>
                  <a:gd name="T13" fmla="*/ T12 w 198"/>
                  <a:gd name="T14" fmla="+- 0 8467 8421"/>
                  <a:gd name="T15" fmla="*/ 8467 h 179"/>
                  <a:gd name="T16" fmla="+- 0 5055 4953"/>
                  <a:gd name="T17" fmla="*/ T16 w 198"/>
                  <a:gd name="T18" fmla="+- 0 8464 8421"/>
                  <a:gd name="T19" fmla="*/ 8464 h 179"/>
                  <a:gd name="T20" fmla="+- 0 5057 4953"/>
                  <a:gd name="T21" fmla="*/ T20 w 198"/>
                  <a:gd name="T22" fmla="+- 0 8463 8421"/>
                  <a:gd name="T23" fmla="*/ 8463 h 179"/>
                  <a:gd name="T24" fmla="+- 0 5070 4953"/>
                  <a:gd name="T25" fmla="*/ T24 w 198"/>
                  <a:gd name="T26" fmla="+- 0 8463 8421"/>
                  <a:gd name="T27" fmla="*/ 8463 h 179"/>
                  <a:gd name="T28" fmla="+- 0 5058 4953"/>
                  <a:gd name="T29" fmla="*/ T28 w 198"/>
                  <a:gd name="T30" fmla="+- 0 8451 8421"/>
                  <a:gd name="T31" fmla="*/ 8451 h 179"/>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198" h="179">
                    <a:moveTo>
                      <a:pt x="105" y="30"/>
                    </a:moveTo>
                    <a:lnTo>
                      <a:pt x="104" y="32"/>
                    </a:lnTo>
                    <a:lnTo>
                      <a:pt x="98" y="45"/>
                    </a:lnTo>
                    <a:lnTo>
                      <a:pt x="100" y="46"/>
                    </a:lnTo>
                    <a:lnTo>
                      <a:pt x="102" y="43"/>
                    </a:lnTo>
                    <a:lnTo>
                      <a:pt x="104" y="42"/>
                    </a:lnTo>
                    <a:lnTo>
                      <a:pt x="117" y="42"/>
                    </a:lnTo>
                    <a:lnTo>
                      <a:pt x="105"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5" name="Freeform 6005">
                <a:extLst>
                  <a:ext uri="{FF2B5EF4-FFF2-40B4-BE49-F238E27FC236}">
                    <a16:creationId xmlns:a16="http://schemas.microsoft.com/office/drawing/2014/main" id="{A1490835-E0EC-AF05-DC08-EFCAD15E97BD}"/>
                  </a:ext>
                </a:extLst>
              </p:cNvPr>
              <p:cNvSpPr>
                <a:spLocks/>
              </p:cNvSpPr>
              <p:nvPr/>
            </p:nvSpPr>
            <p:spPr bwMode="auto">
              <a:xfrm>
                <a:off x="4953" y="8421"/>
                <a:ext cx="198" cy="179"/>
              </a:xfrm>
              <a:custGeom>
                <a:avLst/>
                <a:gdLst>
                  <a:gd name="T0" fmla="+- 0 5122 4953"/>
                  <a:gd name="T1" fmla="*/ T0 w 198"/>
                  <a:gd name="T2" fmla="+- 0 8440 8421"/>
                  <a:gd name="T3" fmla="*/ 8440 h 179"/>
                  <a:gd name="T4" fmla="+- 0 5111 4953"/>
                  <a:gd name="T5" fmla="*/ T4 w 198"/>
                  <a:gd name="T6" fmla="+- 0 8440 8421"/>
                  <a:gd name="T7" fmla="*/ 8440 h 179"/>
                  <a:gd name="T8" fmla="+- 0 5135 4953"/>
                  <a:gd name="T9" fmla="*/ T8 w 198"/>
                  <a:gd name="T10" fmla="+- 0 8464 8421"/>
                  <a:gd name="T11" fmla="*/ 8464 h 179"/>
                  <a:gd name="T12" fmla="+- 0 5137 4953"/>
                  <a:gd name="T13" fmla="*/ T12 w 198"/>
                  <a:gd name="T14" fmla="+- 0 8465 8421"/>
                  <a:gd name="T15" fmla="*/ 8465 h 179"/>
                  <a:gd name="T16" fmla="+- 0 5138 4953"/>
                  <a:gd name="T17" fmla="*/ T16 w 198"/>
                  <a:gd name="T18" fmla="+- 0 8466 8421"/>
                  <a:gd name="T19" fmla="*/ 8466 h 179"/>
                  <a:gd name="T20" fmla="+- 0 5143 4953"/>
                  <a:gd name="T21" fmla="*/ T20 w 198"/>
                  <a:gd name="T22" fmla="+- 0 8466 8421"/>
                  <a:gd name="T23" fmla="*/ 8466 h 179"/>
                  <a:gd name="T24" fmla="+- 0 5147 4953"/>
                  <a:gd name="T25" fmla="*/ T24 w 198"/>
                  <a:gd name="T26" fmla="+- 0 8464 8421"/>
                  <a:gd name="T27" fmla="*/ 8464 h 179"/>
                  <a:gd name="T28" fmla="+- 0 5149 4953"/>
                  <a:gd name="T29" fmla="*/ T28 w 198"/>
                  <a:gd name="T30" fmla="+- 0 8462 8421"/>
                  <a:gd name="T31" fmla="*/ 8462 h 179"/>
                  <a:gd name="T32" fmla="+- 0 5150 4953"/>
                  <a:gd name="T33" fmla="*/ T32 w 198"/>
                  <a:gd name="T34" fmla="+- 0 8460 8421"/>
                  <a:gd name="T35" fmla="*/ 8460 h 179"/>
                  <a:gd name="T36" fmla="+- 0 5150 4953"/>
                  <a:gd name="T37" fmla="*/ T36 w 198"/>
                  <a:gd name="T38" fmla="+- 0 8458 8421"/>
                  <a:gd name="T39" fmla="*/ 8458 h 179"/>
                  <a:gd name="T40" fmla="+- 0 5142 4953"/>
                  <a:gd name="T41" fmla="*/ T40 w 198"/>
                  <a:gd name="T42" fmla="+- 0 8458 8421"/>
                  <a:gd name="T43" fmla="*/ 8458 h 179"/>
                  <a:gd name="T44" fmla="+- 0 5141 4953"/>
                  <a:gd name="T45" fmla="*/ T44 w 198"/>
                  <a:gd name="T46" fmla="+- 0 8458 8421"/>
                  <a:gd name="T47" fmla="*/ 8458 h 179"/>
                  <a:gd name="T48" fmla="+- 0 5139 4953"/>
                  <a:gd name="T49" fmla="*/ T48 w 198"/>
                  <a:gd name="T50" fmla="+- 0 8457 8421"/>
                  <a:gd name="T51" fmla="*/ 8457 h 179"/>
                  <a:gd name="T52" fmla="+- 0 5122 4953"/>
                  <a:gd name="T53" fmla="*/ T52 w 198"/>
                  <a:gd name="T54" fmla="+- 0 8440 8421"/>
                  <a:gd name="T55" fmla="*/ 8440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198" h="179">
                    <a:moveTo>
                      <a:pt x="169" y="19"/>
                    </a:moveTo>
                    <a:lnTo>
                      <a:pt x="158" y="19"/>
                    </a:lnTo>
                    <a:lnTo>
                      <a:pt x="182" y="43"/>
                    </a:lnTo>
                    <a:lnTo>
                      <a:pt x="184" y="44"/>
                    </a:lnTo>
                    <a:lnTo>
                      <a:pt x="185" y="45"/>
                    </a:lnTo>
                    <a:lnTo>
                      <a:pt x="190" y="45"/>
                    </a:lnTo>
                    <a:lnTo>
                      <a:pt x="194" y="43"/>
                    </a:lnTo>
                    <a:lnTo>
                      <a:pt x="196" y="41"/>
                    </a:lnTo>
                    <a:lnTo>
                      <a:pt x="197" y="39"/>
                    </a:lnTo>
                    <a:lnTo>
                      <a:pt x="197" y="37"/>
                    </a:lnTo>
                    <a:lnTo>
                      <a:pt x="189" y="37"/>
                    </a:lnTo>
                    <a:lnTo>
                      <a:pt x="188" y="37"/>
                    </a:lnTo>
                    <a:lnTo>
                      <a:pt x="186" y="36"/>
                    </a:lnTo>
                    <a:lnTo>
                      <a:pt x="16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6" name="Freeform 6006">
                <a:extLst>
                  <a:ext uri="{FF2B5EF4-FFF2-40B4-BE49-F238E27FC236}">
                    <a16:creationId xmlns:a16="http://schemas.microsoft.com/office/drawing/2014/main" id="{5BE8A793-59BF-E6C1-214F-AB55B2B1F427}"/>
                  </a:ext>
                </a:extLst>
              </p:cNvPr>
              <p:cNvSpPr>
                <a:spLocks/>
              </p:cNvSpPr>
              <p:nvPr/>
            </p:nvSpPr>
            <p:spPr bwMode="auto">
              <a:xfrm>
                <a:off x="4953" y="8421"/>
                <a:ext cx="198" cy="179"/>
              </a:xfrm>
              <a:custGeom>
                <a:avLst/>
                <a:gdLst>
                  <a:gd name="T0" fmla="+- 0 5148 4953"/>
                  <a:gd name="T1" fmla="*/ T0 w 198"/>
                  <a:gd name="T2" fmla="+- 0 8449 8421"/>
                  <a:gd name="T3" fmla="*/ 8449 h 179"/>
                  <a:gd name="T4" fmla="+- 0 5147 4953"/>
                  <a:gd name="T5" fmla="*/ T4 w 198"/>
                  <a:gd name="T6" fmla="+- 0 8450 8421"/>
                  <a:gd name="T7" fmla="*/ 8450 h 179"/>
                  <a:gd name="T8" fmla="+- 0 5147 4953"/>
                  <a:gd name="T9" fmla="*/ T8 w 198"/>
                  <a:gd name="T10" fmla="+- 0 8454 8421"/>
                  <a:gd name="T11" fmla="*/ 8454 h 179"/>
                  <a:gd name="T12" fmla="+- 0 5146 4953"/>
                  <a:gd name="T13" fmla="*/ T12 w 198"/>
                  <a:gd name="T14" fmla="+- 0 8457 8421"/>
                  <a:gd name="T15" fmla="*/ 8457 h 179"/>
                  <a:gd name="T16" fmla="+- 0 5142 4953"/>
                  <a:gd name="T17" fmla="*/ T16 w 198"/>
                  <a:gd name="T18" fmla="+- 0 8458 8421"/>
                  <a:gd name="T19" fmla="*/ 8458 h 179"/>
                  <a:gd name="T20" fmla="+- 0 5150 4953"/>
                  <a:gd name="T21" fmla="*/ T20 w 198"/>
                  <a:gd name="T22" fmla="+- 0 8458 8421"/>
                  <a:gd name="T23" fmla="*/ 8458 h 179"/>
                  <a:gd name="T24" fmla="+- 0 5150 4953"/>
                  <a:gd name="T25" fmla="*/ T24 w 198"/>
                  <a:gd name="T26" fmla="+- 0 8456 8421"/>
                  <a:gd name="T27" fmla="*/ 8456 h 179"/>
                  <a:gd name="T28" fmla="+- 0 5150 4953"/>
                  <a:gd name="T29" fmla="*/ T28 w 198"/>
                  <a:gd name="T30" fmla="+- 0 8454 8421"/>
                  <a:gd name="T31" fmla="*/ 8454 h 179"/>
                  <a:gd name="T32" fmla="+- 0 5150 4953"/>
                  <a:gd name="T33" fmla="*/ T32 w 198"/>
                  <a:gd name="T34" fmla="+- 0 8452 8421"/>
                  <a:gd name="T35" fmla="*/ 8452 h 179"/>
                  <a:gd name="T36" fmla="+- 0 5148 4953"/>
                  <a:gd name="T37" fmla="*/ T36 w 198"/>
                  <a:gd name="T38" fmla="+- 0 8449 8421"/>
                  <a:gd name="T39" fmla="*/ 8449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98" h="179">
                    <a:moveTo>
                      <a:pt x="195" y="28"/>
                    </a:moveTo>
                    <a:lnTo>
                      <a:pt x="194" y="29"/>
                    </a:lnTo>
                    <a:lnTo>
                      <a:pt x="194" y="33"/>
                    </a:lnTo>
                    <a:lnTo>
                      <a:pt x="193" y="36"/>
                    </a:lnTo>
                    <a:lnTo>
                      <a:pt x="189" y="37"/>
                    </a:lnTo>
                    <a:lnTo>
                      <a:pt x="197" y="37"/>
                    </a:lnTo>
                    <a:lnTo>
                      <a:pt x="197" y="35"/>
                    </a:lnTo>
                    <a:lnTo>
                      <a:pt x="197" y="33"/>
                    </a:lnTo>
                    <a:lnTo>
                      <a:pt x="197" y="31"/>
                    </a:lnTo>
                    <a:lnTo>
                      <a:pt x="195"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7" name="Freeform 6007">
                <a:extLst>
                  <a:ext uri="{FF2B5EF4-FFF2-40B4-BE49-F238E27FC236}">
                    <a16:creationId xmlns:a16="http://schemas.microsoft.com/office/drawing/2014/main" id="{FF8CDB4B-948E-CD24-9E85-EBB39B928190}"/>
                  </a:ext>
                </a:extLst>
              </p:cNvPr>
              <p:cNvSpPr>
                <a:spLocks/>
              </p:cNvSpPr>
              <p:nvPr/>
            </p:nvSpPr>
            <p:spPr bwMode="auto">
              <a:xfrm>
                <a:off x="4953" y="8421"/>
                <a:ext cx="198" cy="179"/>
              </a:xfrm>
              <a:custGeom>
                <a:avLst/>
                <a:gdLst>
                  <a:gd name="T0" fmla="+- 0 5103 4953"/>
                  <a:gd name="T1" fmla="*/ T0 w 198"/>
                  <a:gd name="T2" fmla="+- 0 8421 8421"/>
                  <a:gd name="T3" fmla="*/ 8421 h 179"/>
                  <a:gd name="T4" fmla="+- 0 5102 4953"/>
                  <a:gd name="T5" fmla="*/ T4 w 198"/>
                  <a:gd name="T6" fmla="+- 0 8422 8421"/>
                  <a:gd name="T7" fmla="*/ 8422 h 179"/>
                  <a:gd name="T8" fmla="+- 0 5104 4953"/>
                  <a:gd name="T9" fmla="*/ T8 w 198"/>
                  <a:gd name="T10" fmla="+- 0 8425 8421"/>
                  <a:gd name="T11" fmla="*/ 8425 h 179"/>
                  <a:gd name="T12" fmla="+- 0 5105 4953"/>
                  <a:gd name="T13" fmla="*/ T12 w 198"/>
                  <a:gd name="T14" fmla="+- 0 8428 8421"/>
                  <a:gd name="T15" fmla="*/ 8428 h 179"/>
                  <a:gd name="T16" fmla="+- 0 5106 4953"/>
                  <a:gd name="T17" fmla="*/ T16 w 198"/>
                  <a:gd name="T18" fmla="+- 0 8432 8421"/>
                  <a:gd name="T19" fmla="*/ 8432 h 179"/>
                  <a:gd name="T20" fmla="+- 0 5106 4953"/>
                  <a:gd name="T21" fmla="*/ T20 w 198"/>
                  <a:gd name="T22" fmla="+- 0 8434 8421"/>
                  <a:gd name="T23" fmla="*/ 8434 h 179"/>
                  <a:gd name="T24" fmla="+- 0 5106 4953"/>
                  <a:gd name="T25" fmla="*/ T24 w 198"/>
                  <a:gd name="T26" fmla="+- 0 8440 8421"/>
                  <a:gd name="T27" fmla="*/ 8440 h 179"/>
                  <a:gd name="T28" fmla="+- 0 5105 4953"/>
                  <a:gd name="T29" fmla="*/ T28 w 198"/>
                  <a:gd name="T30" fmla="+- 0 8442 8421"/>
                  <a:gd name="T31" fmla="*/ 8442 h 179"/>
                  <a:gd name="T32" fmla="+- 0 5104 4953"/>
                  <a:gd name="T33" fmla="*/ T32 w 198"/>
                  <a:gd name="T34" fmla="+- 0 8444 8421"/>
                  <a:gd name="T35" fmla="*/ 8444 h 179"/>
                  <a:gd name="T36" fmla="+- 0 5105 4953"/>
                  <a:gd name="T37" fmla="*/ T36 w 198"/>
                  <a:gd name="T38" fmla="+- 0 8445 8421"/>
                  <a:gd name="T39" fmla="*/ 8445 h 179"/>
                  <a:gd name="T40" fmla="+- 0 5111 4953"/>
                  <a:gd name="T41" fmla="*/ T40 w 198"/>
                  <a:gd name="T42" fmla="+- 0 8440 8421"/>
                  <a:gd name="T43" fmla="*/ 8440 h 179"/>
                  <a:gd name="T44" fmla="+- 0 5122 4953"/>
                  <a:gd name="T45" fmla="*/ T44 w 198"/>
                  <a:gd name="T46" fmla="+- 0 8440 8421"/>
                  <a:gd name="T47" fmla="*/ 8440 h 179"/>
                  <a:gd name="T48" fmla="+- 0 5116 4953"/>
                  <a:gd name="T49" fmla="*/ T48 w 198"/>
                  <a:gd name="T50" fmla="+- 0 8434 8421"/>
                  <a:gd name="T51" fmla="*/ 8434 h 179"/>
                  <a:gd name="T52" fmla="+- 0 5119 4953"/>
                  <a:gd name="T53" fmla="*/ T52 w 198"/>
                  <a:gd name="T54" fmla="+- 0 8431 8421"/>
                  <a:gd name="T55" fmla="*/ 8431 h 179"/>
                  <a:gd name="T56" fmla="+- 0 5114 4953"/>
                  <a:gd name="T57" fmla="*/ T56 w 198"/>
                  <a:gd name="T58" fmla="+- 0 8431 8421"/>
                  <a:gd name="T59" fmla="*/ 8431 h 179"/>
                  <a:gd name="T60" fmla="+- 0 5103 4953"/>
                  <a:gd name="T61" fmla="*/ T60 w 198"/>
                  <a:gd name="T62" fmla="+- 0 8421 8421"/>
                  <a:gd name="T63" fmla="*/ 8421 h 17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198" h="179">
                    <a:moveTo>
                      <a:pt x="150" y="0"/>
                    </a:moveTo>
                    <a:lnTo>
                      <a:pt x="149" y="1"/>
                    </a:lnTo>
                    <a:lnTo>
                      <a:pt x="151" y="4"/>
                    </a:lnTo>
                    <a:lnTo>
                      <a:pt x="152" y="7"/>
                    </a:lnTo>
                    <a:lnTo>
                      <a:pt x="153" y="11"/>
                    </a:lnTo>
                    <a:lnTo>
                      <a:pt x="153" y="13"/>
                    </a:lnTo>
                    <a:lnTo>
                      <a:pt x="153" y="19"/>
                    </a:lnTo>
                    <a:lnTo>
                      <a:pt x="152" y="21"/>
                    </a:lnTo>
                    <a:lnTo>
                      <a:pt x="151" y="23"/>
                    </a:lnTo>
                    <a:lnTo>
                      <a:pt x="152" y="24"/>
                    </a:lnTo>
                    <a:lnTo>
                      <a:pt x="158" y="19"/>
                    </a:lnTo>
                    <a:lnTo>
                      <a:pt x="169" y="19"/>
                    </a:lnTo>
                    <a:lnTo>
                      <a:pt x="163" y="13"/>
                    </a:lnTo>
                    <a:lnTo>
                      <a:pt x="166" y="10"/>
                    </a:lnTo>
                    <a:lnTo>
                      <a:pt x="161" y="10"/>
                    </a:lnTo>
                    <a:lnTo>
                      <a:pt x="1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538" name="Freeform 6008">
                <a:extLst>
                  <a:ext uri="{FF2B5EF4-FFF2-40B4-BE49-F238E27FC236}">
                    <a16:creationId xmlns:a16="http://schemas.microsoft.com/office/drawing/2014/main" id="{6B167106-B966-8B77-CDEE-0061F3976E58}"/>
                  </a:ext>
                </a:extLst>
              </p:cNvPr>
              <p:cNvSpPr>
                <a:spLocks/>
              </p:cNvSpPr>
              <p:nvPr/>
            </p:nvSpPr>
            <p:spPr bwMode="auto">
              <a:xfrm>
                <a:off x="4953" y="8421"/>
                <a:ext cx="198" cy="179"/>
              </a:xfrm>
              <a:custGeom>
                <a:avLst/>
                <a:gdLst>
                  <a:gd name="T0" fmla="+- 0 5121 4953"/>
                  <a:gd name="T1" fmla="*/ T0 w 198"/>
                  <a:gd name="T2" fmla="+- 0 8424 8421"/>
                  <a:gd name="T3" fmla="*/ 8424 h 179"/>
                  <a:gd name="T4" fmla="+- 0 5114 4953"/>
                  <a:gd name="T5" fmla="*/ T4 w 198"/>
                  <a:gd name="T6" fmla="+- 0 8431 8421"/>
                  <a:gd name="T7" fmla="*/ 8431 h 179"/>
                  <a:gd name="T8" fmla="+- 0 5119 4953"/>
                  <a:gd name="T9" fmla="*/ T8 w 198"/>
                  <a:gd name="T10" fmla="+- 0 8431 8421"/>
                  <a:gd name="T11" fmla="*/ 8431 h 179"/>
                  <a:gd name="T12" fmla="+- 0 5124 4953"/>
                  <a:gd name="T13" fmla="*/ T12 w 198"/>
                  <a:gd name="T14" fmla="+- 0 8426 8421"/>
                  <a:gd name="T15" fmla="*/ 8426 h 179"/>
                  <a:gd name="T16" fmla="+- 0 5121 4953"/>
                  <a:gd name="T17" fmla="*/ T16 w 198"/>
                  <a:gd name="T18" fmla="+- 0 8424 8421"/>
                  <a:gd name="T19" fmla="*/ 8424 h 179"/>
                </a:gdLst>
                <a:ahLst/>
                <a:cxnLst>
                  <a:cxn ang="0">
                    <a:pos x="T1" y="T3"/>
                  </a:cxn>
                  <a:cxn ang="0">
                    <a:pos x="T5" y="T7"/>
                  </a:cxn>
                  <a:cxn ang="0">
                    <a:pos x="T9" y="T11"/>
                  </a:cxn>
                  <a:cxn ang="0">
                    <a:pos x="T13" y="T15"/>
                  </a:cxn>
                  <a:cxn ang="0">
                    <a:pos x="T17" y="T19"/>
                  </a:cxn>
                </a:cxnLst>
                <a:rect l="0" t="0" r="r" b="b"/>
                <a:pathLst>
                  <a:path w="198" h="179">
                    <a:moveTo>
                      <a:pt x="168" y="3"/>
                    </a:moveTo>
                    <a:lnTo>
                      <a:pt x="161" y="10"/>
                    </a:lnTo>
                    <a:lnTo>
                      <a:pt x="166" y="10"/>
                    </a:lnTo>
                    <a:lnTo>
                      <a:pt x="171" y="5"/>
                    </a:lnTo>
                    <a:lnTo>
                      <a:pt x="168"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grpSp>
    </p:spTree>
    <p:extLst>
      <p:ext uri="{BB962C8B-B14F-4D97-AF65-F5344CB8AC3E}">
        <p14:creationId xmlns:p14="http://schemas.microsoft.com/office/powerpoint/2010/main" val="1472052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14</a:t>
            </a:fld>
            <a:endParaRPr lang="en-US" dirty="0"/>
          </a:p>
        </p:txBody>
      </p:sp>
      <p:pic>
        <p:nvPicPr>
          <p:cNvPr id="3" name="image82.png">
            <a:extLst>
              <a:ext uri="{FF2B5EF4-FFF2-40B4-BE49-F238E27FC236}">
                <a16:creationId xmlns:a16="http://schemas.microsoft.com/office/drawing/2014/main" id="{D5F5D00D-E420-D002-708E-504717E55DD5}"/>
              </a:ext>
            </a:extLst>
          </p:cNvPr>
          <p:cNvPicPr>
            <a:picLocks noChangeAspect="1"/>
          </p:cNvPicPr>
          <p:nvPr/>
        </p:nvPicPr>
        <p:blipFill>
          <a:blip r:embed="rId2" cstate="print"/>
          <a:stretch>
            <a:fillRect/>
          </a:stretch>
        </p:blipFill>
        <p:spPr>
          <a:xfrm>
            <a:off x="1400705" y="1571942"/>
            <a:ext cx="8446240" cy="4409758"/>
          </a:xfrm>
          <a:prstGeom prst="rect">
            <a:avLst/>
          </a:prstGeom>
        </p:spPr>
      </p:pic>
    </p:spTree>
    <p:extLst>
      <p:ext uri="{BB962C8B-B14F-4D97-AF65-F5344CB8AC3E}">
        <p14:creationId xmlns:p14="http://schemas.microsoft.com/office/powerpoint/2010/main" val="3724766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838200" y="365125"/>
            <a:ext cx="10515600" cy="1325563"/>
          </a:xfrm>
        </p:spPr>
        <p:txBody>
          <a:bodyPr anchor="ctr">
            <a:normAutofit/>
          </a:bodyPr>
          <a:lstStyle/>
          <a:p>
            <a:r>
              <a:rPr lang="en-US"/>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49DFD55-3C28-40EF-9E31-A92D2E4017FF}" type="slidenum">
              <a:rPr lang="en-US" smtClean="0"/>
              <a:pPr>
                <a:spcAft>
                  <a:spcPts val="600"/>
                </a:spcAft>
              </a:pPr>
              <a:t>15</a:t>
            </a:fld>
            <a:endParaRPr lang="en-US"/>
          </a:p>
        </p:txBody>
      </p:sp>
      <p:graphicFrame>
        <p:nvGraphicFramePr>
          <p:cNvPr id="11" name="Table 10">
            <a:extLst>
              <a:ext uri="{FF2B5EF4-FFF2-40B4-BE49-F238E27FC236}">
                <a16:creationId xmlns:a16="http://schemas.microsoft.com/office/drawing/2014/main" id="{AB84D88F-E18A-654D-2B4B-C5A5E2EC1ED4}"/>
              </a:ext>
            </a:extLst>
          </p:cNvPr>
          <p:cNvGraphicFramePr>
            <a:graphicFrameLocks noGrp="1"/>
          </p:cNvGraphicFramePr>
          <p:nvPr>
            <p:extLst>
              <p:ext uri="{D42A27DB-BD31-4B8C-83A1-F6EECF244321}">
                <p14:modId xmlns:p14="http://schemas.microsoft.com/office/powerpoint/2010/main" val="3681210729"/>
              </p:ext>
            </p:extLst>
          </p:nvPr>
        </p:nvGraphicFramePr>
        <p:xfrm>
          <a:off x="489166" y="1461368"/>
          <a:ext cx="11530114" cy="4766714"/>
        </p:xfrm>
        <a:graphic>
          <a:graphicData uri="http://schemas.openxmlformats.org/drawingml/2006/table">
            <a:tbl>
              <a:tblPr firstRow="1" firstCol="1" lastRow="1" lastCol="1" bandRow="1" bandCol="1">
                <a:solidFill>
                  <a:srgbClr val="F2F2F2">
                    <a:alpha val="45098"/>
                  </a:srgbClr>
                </a:solidFill>
              </a:tblPr>
              <a:tblGrid>
                <a:gridCol w="8022488">
                  <a:extLst>
                    <a:ext uri="{9D8B030D-6E8A-4147-A177-3AD203B41FA5}">
                      <a16:colId xmlns:a16="http://schemas.microsoft.com/office/drawing/2014/main" val="887450673"/>
                    </a:ext>
                  </a:extLst>
                </a:gridCol>
                <a:gridCol w="1838483">
                  <a:extLst>
                    <a:ext uri="{9D8B030D-6E8A-4147-A177-3AD203B41FA5}">
                      <a16:colId xmlns:a16="http://schemas.microsoft.com/office/drawing/2014/main" val="2689781304"/>
                    </a:ext>
                  </a:extLst>
                </a:gridCol>
                <a:gridCol w="1669143">
                  <a:extLst>
                    <a:ext uri="{9D8B030D-6E8A-4147-A177-3AD203B41FA5}">
                      <a16:colId xmlns:a16="http://schemas.microsoft.com/office/drawing/2014/main" val="834400580"/>
                    </a:ext>
                  </a:extLst>
                </a:gridCol>
              </a:tblGrid>
              <a:tr h="425948">
                <a:tc>
                  <a:txBody>
                    <a:bodyPr/>
                    <a:lstStyle/>
                    <a:p>
                      <a:pPr marL="71755" marR="71755" algn="ctr">
                        <a:lnSpc>
                          <a:spcPts val="905"/>
                        </a:lnSpc>
                        <a:spcBef>
                          <a:spcPts val="600"/>
                        </a:spcBef>
                        <a:spcAft>
                          <a:spcPts val="600"/>
                        </a:spcAft>
                      </a:pPr>
                      <a:r>
                        <a:rPr lang="en-US" sz="1800" b="0" cap="none" spc="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Methods</a:t>
                      </a:r>
                      <a:endParaRPr lang="en-US" sz="18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nchor="ctr">
                    <a:lnL w="12700" cmpd="sng">
                      <a:noFill/>
                    </a:lnL>
                    <a:lnR w="12700" cmpd="sng">
                      <a:noFill/>
                    </a:lnR>
                    <a:lnT w="19050" cap="flat" cmpd="sng" algn="ctr">
                      <a:noFill/>
                      <a:prstDash val="solid"/>
                    </a:lnT>
                    <a:lnB w="38100" cmpd="sng">
                      <a:noFill/>
                    </a:lnB>
                    <a:solidFill>
                      <a:schemeClr val="tx1"/>
                    </a:solidFill>
                  </a:tcPr>
                </a:tc>
                <a:tc>
                  <a:txBody>
                    <a:bodyPr/>
                    <a:lstStyle/>
                    <a:p>
                      <a:pPr marL="71755" marR="71755">
                        <a:lnSpc>
                          <a:spcPts val="905"/>
                        </a:lnSpc>
                        <a:spcBef>
                          <a:spcPts val="600"/>
                        </a:spcBef>
                        <a:spcAft>
                          <a:spcPts val="600"/>
                        </a:spcAft>
                      </a:pPr>
                      <a:r>
                        <a:rPr lang="en-US" sz="1800" b="0" cap="none" spc="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AUC</a:t>
                      </a:r>
                      <a:endParaRPr lang="en-US" sz="1800" b="0" cap="none" spc="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nchor="ctr">
                    <a:lnL w="12700" cmpd="sng">
                      <a:noFill/>
                    </a:lnL>
                    <a:lnR w="12700" cmpd="sng">
                      <a:noFill/>
                    </a:lnR>
                    <a:lnT w="19050" cap="flat" cmpd="sng" algn="ctr">
                      <a:noFill/>
                      <a:prstDash val="solid"/>
                    </a:lnT>
                    <a:lnB w="38100" cmpd="sng">
                      <a:noFill/>
                    </a:lnB>
                    <a:solidFill>
                      <a:schemeClr val="tx1"/>
                    </a:solidFill>
                  </a:tcPr>
                </a:tc>
                <a:tc>
                  <a:txBody>
                    <a:bodyPr/>
                    <a:lstStyle/>
                    <a:p>
                      <a:pPr marL="71755" marR="71755" algn="l">
                        <a:lnSpc>
                          <a:spcPts val="905"/>
                        </a:lnSpc>
                        <a:spcBef>
                          <a:spcPts val="600"/>
                        </a:spcBef>
                        <a:spcAft>
                          <a:spcPts val="600"/>
                        </a:spcAft>
                      </a:pPr>
                      <a:r>
                        <a:rPr lang="en-US" sz="1800" b="0" cap="none" spc="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EER</a:t>
                      </a:r>
                      <a:endParaRPr lang="en-US" sz="1800" b="0" cap="none" spc="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841055911"/>
                  </a:ext>
                </a:extLst>
              </a:tr>
              <a:tr h="415317">
                <a:tc>
                  <a:txBody>
                    <a:bodyPr/>
                    <a:lstStyle/>
                    <a:p>
                      <a:pPr marL="71755" marR="71755">
                        <a:lnSpc>
                          <a:spcPts val="905"/>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CGI + PCA + LDA [1]</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marL="71755" marR="71755">
                        <a:lnSpc>
                          <a:spcPts val="905"/>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20.73</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marL="71755" marR="71755" algn="l">
                        <a:lnSpc>
                          <a:spcPts val="905"/>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71.18</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021561713"/>
                  </a:ext>
                </a:extLst>
              </a:tr>
              <a:tr h="415317">
                <a:tc>
                  <a:txBody>
                    <a:bodyPr/>
                    <a:lstStyle/>
                    <a:p>
                      <a:pPr marL="71755" marR="71755">
                        <a:lnSpc>
                          <a:spcPts val="875"/>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CGI [2] + VGG Net-19</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nSpc>
                          <a:spcPts val="875"/>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95.2</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gn="l">
                        <a:lnSpc>
                          <a:spcPts val="875"/>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10.42</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071804155"/>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CGI [3] + VGG Net-19 + CNN-LSTM</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nSpc>
                          <a:spcPts val="880"/>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99.41</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gn="l">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3.01</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045798570"/>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GEI + RT + PCA [4]</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nSpc>
                          <a:spcPts val="880"/>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34.82</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gn="l">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60.53</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662581922"/>
                  </a:ext>
                </a:extLst>
              </a:tr>
              <a:tr h="415317">
                <a:tc>
                  <a:txBody>
                    <a:bodyPr/>
                    <a:lstStyle/>
                    <a:p>
                      <a:pPr marL="71755" marR="71755">
                        <a:lnSpc>
                          <a:spcPts val="875"/>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GEI [5] + VGG Net-19</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nSpc>
                          <a:spcPts val="875"/>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96.47</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gn="l">
                        <a:lnSpc>
                          <a:spcPts val="875"/>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10.18</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130805158"/>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GEI [6] + VGG Net-19 + CNN-LSTM</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nSpc>
                          <a:spcPts val="880"/>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98.19</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gn="l">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5.72</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4132838559"/>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Contour-width-based + </a:t>
                      </a:r>
                      <a:r>
                        <a:rPr lang="en-US" sz="1800" b="1" cap="none" spc="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spatio</a:t>
                      </a: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-temporal smoothing + DTW [7]</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nSpc>
                          <a:spcPts val="880"/>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22.66</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marL="71755" marR="71755" algn="l">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69.55</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182924287"/>
                  </a:ext>
                </a:extLst>
              </a:tr>
              <a:tr h="602913">
                <a:tc>
                  <a:txBody>
                    <a:bodyPr/>
                    <a:lstStyle/>
                    <a:p>
                      <a:pPr marL="71755" marR="71755">
                        <a:lnSpc>
                          <a:spcPts val="875"/>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Contour-width-based + </a:t>
                      </a:r>
                      <a:r>
                        <a:rPr lang="en-US" sz="1800" b="1" cap="none" spc="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spatio</a:t>
                      </a: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-temporal smoothing [8] + VGG Net-19</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nSpc>
                          <a:spcPts val="875"/>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95.62</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marL="71755" marR="71755" algn="l">
                        <a:lnSpc>
                          <a:spcPts val="875"/>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10.9</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094461752"/>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Proposed feature + VGG Net-19 </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28575" cap="flat" cmpd="sng" algn="ctr">
                      <a:solidFill>
                        <a:schemeClr val="tx1">
                          <a:lumMod val="50000"/>
                          <a:lumOff val="50000"/>
                        </a:schemeClr>
                      </a:solidFill>
                      <a:prstDash val="solid"/>
                    </a:lnB>
                    <a:solidFill>
                      <a:srgbClr val="F2F2F2">
                        <a:alpha val="45098"/>
                      </a:srgbClr>
                    </a:solidFill>
                  </a:tcPr>
                </a:tc>
                <a:tc>
                  <a:txBody>
                    <a:bodyPr/>
                    <a:lstStyle/>
                    <a:p>
                      <a:pPr marL="71755" marR="71755">
                        <a:lnSpc>
                          <a:spcPts val="880"/>
                        </a:lnSpc>
                        <a:spcBef>
                          <a:spcPts val="600"/>
                        </a:spcBef>
                        <a:spcAft>
                          <a:spcPts val="600"/>
                        </a:spcAft>
                      </a:pPr>
                      <a:r>
                        <a:rPr lang="en-US" sz="1800"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97.49</a:t>
                      </a:r>
                      <a:endParaRPr lang="en-US" sz="18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28575" cap="flat" cmpd="sng" algn="ctr">
                      <a:solidFill>
                        <a:schemeClr val="tx1">
                          <a:lumMod val="50000"/>
                          <a:lumOff val="50000"/>
                        </a:schemeClr>
                      </a:solidFill>
                      <a:prstDash val="solid"/>
                    </a:lnB>
                    <a:solidFill>
                      <a:srgbClr val="F2F2F2">
                        <a:alpha val="45098"/>
                      </a:srgbClr>
                    </a:solidFill>
                  </a:tcPr>
                </a:tc>
                <a:tc>
                  <a:txBody>
                    <a:bodyPr/>
                    <a:lstStyle/>
                    <a:p>
                      <a:pPr marL="71755" marR="71755" algn="l">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8.17</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12700" cmpd="sng">
                      <a:noFill/>
                      <a:prstDash val="solid"/>
                    </a:lnT>
                    <a:lnB w="28575" cap="flat" cmpd="sng" algn="ctr">
                      <a:solidFill>
                        <a:schemeClr val="tx1">
                          <a:lumMod val="50000"/>
                          <a:lumOff val="50000"/>
                        </a:schemeClr>
                      </a:solidFill>
                      <a:prstDash val="solid"/>
                    </a:lnB>
                    <a:solidFill>
                      <a:srgbClr val="F2F2F2">
                        <a:alpha val="45098"/>
                      </a:srgbClr>
                    </a:solidFill>
                  </a:tcPr>
                </a:tc>
                <a:extLst>
                  <a:ext uri="{0D108BD9-81ED-4DB2-BD59-A6C34878D82A}">
                    <a16:rowId xmlns:a16="http://schemas.microsoft.com/office/drawing/2014/main" val="2504550098"/>
                  </a:ext>
                </a:extLst>
              </a:tr>
              <a:tr h="415317">
                <a:tc>
                  <a:txBody>
                    <a:bodyPr/>
                    <a:lstStyle/>
                    <a:p>
                      <a:pPr marL="71755" marR="71755">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Proposed method</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28575" cap="flat" cmpd="sng" algn="ctr">
                      <a:solidFill>
                        <a:schemeClr val="tx1">
                          <a:lumMod val="50000"/>
                          <a:lumOff val="50000"/>
                        </a:schemeClr>
                      </a:solidFill>
                      <a:prstDash val="solid"/>
                    </a:lnT>
                    <a:lnB w="12700" cmpd="sng">
                      <a:noFill/>
                      <a:prstDash val="solid"/>
                    </a:lnB>
                    <a:solidFill>
                      <a:srgbClr val="F2F2F2">
                        <a:alpha val="45098"/>
                      </a:srgbClr>
                    </a:solidFill>
                  </a:tcPr>
                </a:tc>
                <a:tc>
                  <a:txBody>
                    <a:bodyPr/>
                    <a:lstStyle/>
                    <a:p>
                      <a:pPr marL="71755" marR="71755">
                        <a:lnSpc>
                          <a:spcPts val="880"/>
                        </a:lnSpc>
                        <a:spcBef>
                          <a:spcPts val="600"/>
                        </a:spcBef>
                        <a:spcAft>
                          <a:spcPts val="600"/>
                        </a:spcAft>
                      </a:pPr>
                      <a:r>
                        <a:rPr lang="en-US" sz="1800" b="1"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99.71</a:t>
                      </a:r>
                      <a:endParaRPr lang="en-US" sz="18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28575" cap="flat" cmpd="sng" algn="ctr">
                      <a:solidFill>
                        <a:schemeClr val="tx1">
                          <a:lumMod val="50000"/>
                          <a:lumOff val="50000"/>
                        </a:schemeClr>
                      </a:solidFill>
                      <a:prstDash val="solid"/>
                    </a:lnT>
                    <a:lnB w="12700" cmpd="sng">
                      <a:noFill/>
                      <a:prstDash val="solid"/>
                    </a:lnB>
                    <a:solidFill>
                      <a:srgbClr val="F2F2F2">
                        <a:alpha val="45098"/>
                      </a:srgbClr>
                    </a:solidFill>
                  </a:tcPr>
                </a:tc>
                <a:tc>
                  <a:txBody>
                    <a:bodyPr/>
                    <a:lstStyle/>
                    <a:p>
                      <a:pPr marL="71755" marR="71755" algn="l">
                        <a:lnSpc>
                          <a:spcPts val="880"/>
                        </a:lnSpc>
                        <a:spcBef>
                          <a:spcPts val="600"/>
                        </a:spcBef>
                        <a:spcAft>
                          <a:spcPts val="600"/>
                        </a:spcAft>
                      </a:pPr>
                      <a:r>
                        <a:rPr lang="en-US" sz="1800" b="1"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2.61</a:t>
                      </a:r>
                      <a:endParaRPr lang="en-US" sz="1800" b="1"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117906" marB="0">
                    <a:lnL w="12700" cmpd="sng">
                      <a:noFill/>
                      <a:prstDash val="solid"/>
                    </a:lnL>
                    <a:lnR w="12700" cmpd="sng">
                      <a:noFill/>
                      <a:prstDash val="solid"/>
                    </a:lnR>
                    <a:lnT w="28575" cap="flat" cmpd="sng" algn="ctr">
                      <a:solidFill>
                        <a:schemeClr val="tx1">
                          <a:lumMod val="50000"/>
                          <a:lumOff val="50000"/>
                        </a:schemeClr>
                      </a:solidFill>
                      <a:prstDash val="solid"/>
                    </a:lnT>
                    <a:lnB w="12700" cmpd="sng">
                      <a:noFill/>
                      <a:prstDash val="solid"/>
                    </a:lnB>
                    <a:solidFill>
                      <a:srgbClr val="F2F2F2">
                        <a:alpha val="45098"/>
                      </a:srgbClr>
                    </a:solidFill>
                  </a:tcPr>
                </a:tc>
                <a:extLst>
                  <a:ext uri="{0D108BD9-81ED-4DB2-BD59-A6C34878D82A}">
                    <a16:rowId xmlns:a16="http://schemas.microsoft.com/office/drawing/2014/main" val="2365156709"/>
                  </a:ext>
                </a:extLst>
              </a:tr>
            </a:tbl>
          </a:graphicData>
        </a:graphic>
      </p:graphicFrame>
    </p:spTree>
    <p:extLst>
      <p:ext uri="{BB962C8B-B14F-4D97-AF65-F5344CB8AC3E}">
        <p14:creationId xmlns:p14="http://schemas.microsoft.com/office/powerpoint/2010/main" val="2216590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Results</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16</a:t>
            </a:fld>
            <a:endParaRPr lang="en-US" dirty="0"/>
          </a:p>
        </p:txBody>
      </p:sp>
      <p:pic>
        <p:nvPicPr>
          <p:cNvPr id="7" name="image33.jpeg">
            <a:extLst>
              <a:ext uri="{FF2B5EF4-FFF2-40B4-BE49-F238E27FC236}">
                <a16:creationId xmlns:a16="http://schemas.microsoft.com/office/drawing/2014/main" id="{C1E66838-721A-8415-2218-CB7B0DB0AA66}"/>
              </a:ext>
            </a:extLst>
          </p:cNvPr>
          <p:cNvPicPr>
            <a:picLocks noChangeAspect="1"/>
          </p:cNvPicPr>
          <p:nvPr/>
        </p:nvPicPr>
        <p:blipFill>
          <a:blip r:embed="rId2" cstate="print"/>
          <a:stretch>
            <a:fillRect/>
          </a:stretch>
        </p:blipFill>
        <p:spPr>
          <a:xfrm>
            <a:off x="1085850" y="1262380"/>
            <a:ext cx="8191500" cy="3446976"/>
          </a:xfrm>
          <a:prstGeom prst="rect">
            <a:avLst/>
          </a:prstGeom>
        </p:spPr>
      </p:pic>
      <p:pic>
        <p:nvPicPr>
          <p:cNvPr id="8" name="image34.png">
            <a:extLst>
              <a:ext uri="{FF2B5EF4-FFF2-40B4-BE49-F238E27FC236}">
                <a16:creationId xmlns:a16="http://schemas.microsoft.com/office/drawing/2014/main" id="{CA30F680-BA20-8B26-08E8-FE042CE97162}"/>
              </a:ext>
            </a:extLst>
          </p:cNvPr>
          <p:cNvPicPr>
            <a:picLocks noChangeAspect="1"/>
          </p:cNvPicPr>
          <p:nvPr/>
        </p:nvPicPr>
        <p:blipFill>
          <a:blip r:embed="rId3" cstate="print"/>
          <a:stretch>
            <a:fillRect/>
          </a:stretch>
        </p:blipFill>
        <p:spPr>
          <a:xfrm>
            <a:off x="1577340" y="5123692"/>
            <a:ext cx="4829810" cy="1515110"/>
          </a:xfrm>
          <a:prstGeom prst="rect">
            <a:avLst/>
          </a:prstGeom>
        </p:spPr>
      </p:pic>
    </p:spTree>
    <p:extLst>
      <p:ext uri="{BB962C8B-B14F-4D97-AF65-F5344CB8AC3E}">
        <p14:creationId xmlns:p14="http://schemas.microsoft.com/office/powerpoint/2010/main" val="945161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FC28-E0BD-4387-B8BE-9965D1A57FF1}"/>
              </a:ext>
            </a:extLst>
          </p:cNvPr>
          <p:cNvSpPr>
            <a:spLocks noGrp="1"/>
          </p:cNvSpPr>
          <p:nvPr>
            <p:ph type="title"/>
          </p:nvPr>
        </p:nvSpPr>
        <p:spPr>
          <a:xfrm>
            <a:off x="5476875" y="1690688"/>
            <a:ext cx="5111750" cy="1237923"/>
          </a:xfrm>
        </p:spPr>
        <p:txBody>
          <a:bodyPr/>
          <a:lstStyle/>
          <a:p>
            <a:r>
              <a:rPr lang="en-US" sz="2800" dirty="0"/>
              <a:t>Conclusion</a:t>
            </a:r>
            <a:endParaRPr lang="en-US" dirty="0"/>
          </a:p>
        </p:txBody>
      </p:sp>
      <p:sp>
        <p:nvSpPr>
          <p:cNvPr id="3" name="Text Placeholder 2">
            <a:extLst>
              <a:ext uri="{FF2B5EF4-FFF2-40B4-BE49-F238E27FC236}">
                <a16:creationId xmlns:a16="http://schemas.microsoft.com/office/drawing/2014/main" id="{FED19BCA-B61F-4EA6-A1FB-CCA3BD8506FB}"/>
              </a:ext>
            </a:extLst>
          </p:cNvPr>
          <p:cNvSpPr>
            <a:spLocks noGrp="1"/>
          </p:cNvSpPr>
          <p:nvPr>
            <p:ph type="body" idx="1"/>
          </p:nvPr>
        </p:nvSpPr>
        <p:spPr>
          <a:xfrm>
            <a:off x="5476875" y="3295650"/>
            <a:ext cx="6457950" cy="1838325"/>
          </a:xfrm>
        </p:spPr>
        <p:txBody>
          <a:bodyPr>
            <a:normAutofit/>
          </a:bodyPr>
          <a:lstStyle/>
          <a:p>
            <a:r>
              <a:rPr lang="en-US" sz="1800" dirty="0"/>
              <a:t>We have produced a new framework to extract the regions of attribute and clothing features by keeping precision and time of training in mind. First and foremost, algorithm of selective search is used for extracting target regions. After that L-</a:t>
            </a:r>
            <a:r>
              <a:rPr lang="en-US" sz="1800" dirty="0" err="1"/>
              <a:t>softmax</a:t>
            </a:r>
            <a:r>
              <a:rPr lang="en-US" sz="1800" dirty="0"/>
              <a:t> and </a:t>
            </a:r>
            <a:r>
              <a:rPr lang="en-US" sz="1800" dirty="0" err="1"/>
              <a:t>ResNet</a:t>
            </a:r>
            <a:r>
              <a:rPr lang="en-US" sz="1800" dirty="0"/>
              <a:t> are utilized for extracting attribute region and speculating the classification. </a:t>
            </a:r>
          </a:p>
        </p:txBody>
      </p:sp>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17</a:t>
            </a:fld>
            <a:endParaRPr lang="en-US" dirty="0"/>
          </a:p>
        </p:txBody>
      </p:sp>
    </p:spTree>
    <p:extLst>
      <p:ext uri="{BB962C8B-B14F-4D97-AF65-F5344CB8AC3E}">
        <p14:creationId xmlns:p14="http://schemas.microsoft.com/office/powerpoint/2010/main" val="1742861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295400" y="90489"/>
            <a:ext cx="5111750" cy="1204912"/>
          </a:xfrm>
        </p:spPr>
        <p:txBody>
          <a:bodyPr/>
          <a:lstStyle/>
          <a:p>
            <a:r>
              <a:rPr lang="en-US" sz="2800" dirty="0"/>
              <a:t>References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295399" y="1536697"/>
            <a:ext cx="6057901" cy="4819653"/>
          </a:xfrm>
        </p:spPr>
        <p:txBody>
          <a:bodyPr>
            <a:normAutofit fontScale="92500" lnSpcReduction="10000"/>
          </a:bodyPr>
          <a:lstStyle/>
          <a:p>
            <a:pPr algn="just"/>
            <a:r>
              <a:rPr lang="en-US" sz="1050" dirty="0"/>
              <a:t>[1] T. Yeoh, H. E. Aguirre, and K. Tanaka, “Clothing-invariant gait recognition using convolutional neural network,” in 2016 International Symposium on Intelligent Signal Processing and Communication Systems (ISPACS), Oct. 2016, pp. 1–5, </a:t>
            </a:r>
            <a:r>
              <a:rPr lang="en-US" sz="1050" dirty="0" err="1"/>
              <a:t>doi</a:t>
            </a:r>
            <a:r>
              <a:rPr lang="en-US" sz="1050" dirty="0"/>
              <a:t>: 10.1109/ISPACS.2016.7824728.</a:t>
            </a:r>
          </a:p>
          <a:p>
            <a:pPr algn="just"/>
            <a:r>
              <a:rPr lang="en-US" sz="1050" dirty="0"/>
              <a:t>[2] M. Alotaibi and A. Mahmood, “Reducing covariate factors of gait recognition using feature selection and dictionary-based sparse coding,” Signal, Image Video Process., vol. 11, no. 6, pp. 1131–1138, Sep. 2017, </a:t>
            </a:r>
            <a:r>
              <a:rPr lang="en-US" sz="1050" dirty="0" err="1"/>
              <a:t>doi</a:t>
            </a:r>
            <a:r>
              <a:rPr lang="en-US" sz="1050" dirty="0"/>
              <a:t>: 10.1007/s11760-017-1067-x.</a:t>
            </a:r>
          </a:p>
          <a:p>
            <a:pPr algn="just"/>
            <a:r>
              <a:rPr lang="en-US" sz="1050" dirty="0"/>
              <a:t>[3] F. M. Castro, M. J. Marín-Jiménez, N. </a:t>
            </a:r>
            <a:r>
              <a:rPr lang="en-US" sz="1050" dirty="0" err="1"/>
              <a:t>Guil</a:t>
            </a:r>
            <a:r>
              <a:rPr lang="en-US" sz="1050" dirty="0"/>
              <a:t>, and N. P. de la Blanca, “Automatic learning of gait signatures for people identification,” in Lecture Notes in Computer Science (including subseries Lecture Notes in Artificial Intelligence and Lecture Notes in Bioinformatics), vol. 10306 LNCS, 2017, pp. 257–270.</a:t>
            </a:r>
          </a:p>
          <a:p>
            <a:pPr algn="just"/>
            <a:r>
              <a:rPr lang="en-US" sz="1050" dirty="0"/>
              <a:t>[4] S. Tong, Y. Fu, and H. Ling, “Verification-based pairwise gait identification,” in 2017 IEEE International Conference on Multimedia and Expo Workshops, ICMEW 2017, Jul. 2017, no. July, pp. 669–673, </a:t>
            </a:r>
            <a:r>
              <a:rPr lang="en-US" sz="1050" dirty="0" err="1"/>
              <a:t>doi</a:t>
            </a:r>
            <a:r>
              <a:rPr lang="en-US" sz="1050" dirty="0"/>
              <a:t>: 10.1109/ICMEW.2017.8026299.</a:t>
            </a:r>
          </a:p>
          <a:p>
            <a:pPr algn="just"/>
            <a:r>
              <a:rPr lang="en-US" sz="1050" dirty="0"/>
              <a:t>[5] T. W. Yeoh, H. E. Aguirre, and K. Tanaka, “Stacked progressive auto-encoders for clothing-invariant gait recognition,” in Lecture Notes in Computer Science (including subseries Lecture Notes in Artificial Intelligence and Lecture Notes in Bioinformatics), vol. 10425 LNCS, no. 1, 2017, pp. 151–161.</a:t>
            </a:r>
          </a:p>
          <a:p>
            <a:pPr algn="just"/>
            <a:r>
              <a:rPr lang="en-US" sz="1050" dirty="0"/>
              <a:t>[6] Y. Sun and Q. Liu, “Attribute recognition from clothing using a Faster R-CNN based multitask network,” Int. J. Wavelets, Multiresolution Inf. Process., vol. 16, no. 02, p. 1840009, Mar. 2018, </a:t>
            </a:r>
            <a:r>
              <a:rPr lang="en-US" sz="1050" dirty="0" err="1"/>
              <a:t>doi</a:t>
            </a:r>
            <a:r>
              <a:rPr lang="en-US" sz="1050" dirty="0"/>
              <a:t>: 10.1142/S021969130.1007\%2F978-3-319-161811840009X.</a:t>
            </a:r>
          </a:p>
          <a:p>
            <a:pPr algn="just"/>
            <a:r>
              <a:rPr lang="en-US" sz="1050" dirty="0"/>
              <a:t>[7] F. Yang, X. Jiang, T. Sun, and K. Xu, “Gait recognition with clothing and carrying variations based on GEI and CAPDS features,” in Lecture Notes in Computer Science (including subseries Lecture Notes in Artificial Intelligence and Lecture Notes in Bioinformatics), vol. 11858 LNCS, 2019, pp. 632–643.</a:t>
            </a:r>
          </a:p>
          <a:p>
            <a:pPr algn="just"/>
            <a:r>
              <a:rPr lang="en-US" sz="1050" dirty="0"/>
              <a:t>[8] X. Li, Y. </a:t>
            </a:r>
            <a:r>
              <a:rPr lang="en-US" sz="1050" dirty="0" err="1"/>
              <a:t>Makihara</a:t>
            </a:r>
            <a:r>
              <a:rPr lang="en-US" sz="1050" dirty="0"/>
              <a:t>, C. Xu, Y. Yagi, and M. Ren, “Joint Intensity Transformer Network for Gait Recognition </a:t>
            </a:r>
            <a:r>
              <a:rPr lang="en-US" sz="800" dirty="0"/>
              <a:t>Robust Against Clothing and Carrying Status,” IEEE Trans. Inf. Forensics </a:t>
            </a:r>
            <a:r>
              <a:rPr lang="en-US" sz="800" dirty="0" err="1"/>
              <a:t>Secur</a:t>
            </a:r>
            <a:r>
              <a:rPr lang="en-US" sz="800" dirty="0"/>
              <a:t>., vol. 14, no. 12, pp. 3102–3115, Dec. 2019, </a:t>
            </a:r>
            <a:r>
              <a:rPr lang="en-US" sz="800" dirty="0" err="1"/>
              <a:t>doi</a:t>
            </a:r>
            <a:r>
              <a:rPr lang="en-US" sz="800" dirty="0"/>
              <a:t>: 10.1109/TIFS.2019.2912577.</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18</a:t>
            </a:fld>
            <a:endParaRPr lang="en-US" dirty="0"/>
          </a:p>
        </p:txBody>
      </p:sp>
    </p:spTree>
    <p:extLst>
      <p:ext uri="{BB962C8B-B14F-4D97-AF65-F5344CB8AC3E}">
        <p14:creationId xmlns:p14="http://schemas.microsoft.com/office/powerpoint/2010/main" val="33275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615736"/>
            <a:ext cx="4179570" cy="1524735"/>
          </a:xfrm>
        </p:spPr>
        <p:txBody>
          <a:bodyPr/>
          <a:lstStyle/>
          <a:p>
            <a:r>
              <a:rPr lang="en-US" dirty="0"/>
              <a:t>THANK YOU</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67200" y="3238103"/>
            <a:ext cx="4179570" cy="1371997"/>
          </a:xfrm>
        </p:spPr>
        <p:txBody>
          <a:bodyPr>
            <a:normAutofit/>
          </a:bodyPr>
          <a:lstStyle/>
          <a:p>
            <a:r>
              <a:rPr lang="en-US" dirty="0"/>
              <a:t>Dr. Anubha Parashar</a:t>
            </a:r>
          </a:p>
          <a:p>
            <a:r>
              <a:rPr lang="en-US" dirty="0"/>
              <a:t>anubhaparashar1025@gmail.com</a:t>
            </a:r>
          </a:p>
          <a:p>
            <a:r>
              <a:rPr lang="en-US" dirty="0"/>
              <a:t>https://anubhaparashar.github.io/</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19</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tm67328976_Win32_LW_SL_v3" id="{B5A5B451-F186-4F05-917D-430247B33515}" vid="{C0610F80-F57F-4E6B-A096-3AEBDD5FC5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C43685-694E-4579-B109-3C418D49DA6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FD6FE22-81A0-4500-AFD0-342D21BB9A2C}">
  <ds:schemaRefs>
    <ds:schemaRef ds:uri="http://schemas.microsoft.com/sharepoint/v3/contenttype/forms"/>
  </ds:schemaRefs>
</ds:datastoreItem>
</file>

<file path=customXml/itemProps3.xml><?xml version="1.0" encoding="utf-8"?>
<ds:datastoreItem xmlns:ds="http://schemas.openxmlformats.org/officeDocument/2006/customXml" ds:itemID="{CC96B61E-1B64-430F-934F-7D1B900280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{8FA15427-A58A-49C0-923D-D865079A1BF7}tf67328976_win32</Template>
  <TotalTime>237</TotalTime>
  <Words>1049</Words>
  <Application>Microsoft Office PowerPoint</Application>
  <PresentationFormat>Widescreen</PresentationFormat>
  <Paragraphs>106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Tenorite</vt:lpstr>
      <vt:lpstr>Times New Roman</vt:lpstr>
      <vt:lpstr>Office Theme</vt:lpstr>
      <vt:lpstr>Deep Learning-based Framework for Accurate Clothing Attribute Recognition and Style Navigation for Gait Recognition</vt:lpstr>
      <vt:lpstr>Contents</vt:lpstr>
      <vt:lpstr>INTRODUCTION</vt:lpstr>
      <vt:lpstr>Literature Review</vt:lpstr>
      <vt:lpstr>Objectives</vt:lpstr>
      <vt:lpstr>Methodology</vt:lpstr>
      <vt:lpstr>Methodology</vt:lpstr>
      <vt:lpstr>Dataset</vt:lpstr>
      <vt:lpstr>Dataset</vt:lpstr>
      <vt:lpstr>Algorithm</vt:lpstr>
      <vt:lpstr>Results</vt:lpstr>
      <vt:lpstr>Results</vt:lpstr>
      <vt:lpstr>Results</vt:lpstr>
      <vt:lpstr>Results</vt:lpstr>
      <vt:lpstr>Results</vt:lpstr>
      <vt:lpstr>Results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Framework for Accurate Clothing Attribute Recognition and Style Navigation for Gait Recognition</dc:title>
  <dc:creator>Anubha Parashar [MU - Jaipur]</dc:creator>
  <cp:lastModifiedBy>Anubha Parashar [MU - Jaipur]</cp:lastModifiedBy>
  <cp:revision>10</cp:revision>
  <dcterms:created xsi:type="dcterms:W3CDTF">2023-06-08T02:13:24Z</dcterms:created>
  <dcterms:modified xsi:type="dcterms:W3CDTF">2023-06-08T06:11:22Z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