
<file path=[Content_Types].xml><?xml version="1.0" encoding="utf-8"?>
<Types xmlns="http://schemas.openxmlformats.org/package/2006/content-types">
  <Default Extension="png" ContentType="image/png"/>
  <Default Extension="bin" ContentType="application/vnd.openxmlformats-officedocument.oleObject"/>
  <Default Extension="svg" ContentType="image/svg+xml"/>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69" r:id="rId3"/>
    <p:sldId id="270" r:id="rId4"/>
    <p:sldId id="263" r:id="rId5"/>
    <p:sldId id="261" r:id="rId6"/>
    <p:sldId id="272" r:id="rId7"/>
    <p:sldId id="266" r:id="rId8"/>
    <p:sldId id="267" r:id="rId9"/>
    <p:sldId id="268" r:id="rId10"/>
    <p:sldId id="275" r:id="rId11"/>
    <p:sldId id="288" r:id="rId12"/>
    <p:sldId id="289" r:id="rId13"/>
    <p:sldId id="274" r:id="rId14"/>
    <p:sldId id="257" r:id="rId15"/>
    <p:sldId id="290" r:id="rId16"/>
    <p:sldId id="276" r:id="rId17"/>
    <p:sldId id="284" r:id="rId18"/>
    <p:sldId id="285" r:id="rId19"/>
    <p:sldId id="277" r:id="rId20"/>
    <p:sldId id="282" r:id="rId21"/>
    <p:sldId id="278" r:id="rId22"/>
    <p:sldId id="279" r:id="rId23"/>
    <p:sldId id="287" r:id="rId24"/>
    <p:sldId id="286" r:id="rId25"/>
    <p:sldId id="283" r:id="rId26"/>
    <p:sldId id="280" r:id="rId27"/>
    <p:sldId id="281" r:id="rId28"/>
    <p:sldId id="271"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7" autoAdjust="0"/>
    <p:restoredTop sz="94660"/>
  </p:normalViewPr>
  <p:slideViewPr>
    <p:cSldViewPr snapToGrid="0">
      <p:cViewPr varScale="1">
        <p:scale>
          <a:sx n="75" d="100"/>
          <a:sy n="75" d="100"/>
        </p:scale>
        <p:origin x="41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D6B9E78-ACF2-409E-A293-65966FA8E15B}"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B66B33C8-BD1D-473C-BD4A-90614E16ED94}">
      <dgm:prSet/>
      <dgm:spPr/>
      <dgm:t>
        <a:bodyPr/>
        <a:lstStyle/>
        <a:p>
          <a:r>
            <a:rPr lang="en-US"/>
            <a:t>Introduction</a:t>
          </a:r>
        </a:p>
      </dgm:t>
    </dgm:pt>
    <dgm:pt modelId="{69CA295B-B1BE-44D5-B389-DA1777917E4B}" type="parTrans" cxnId="{E48F1990-92DE-4767-8D5C-7A9621DE9BD9}">
      <dgm:prSet/>
      <dgm:spPr/>
      <dgm:t>
        <a:bodyPr/>
        <a:lstStyle/>
        <a:p>
          <a:endParaRPr lang="en-US"/>
        </a:p>
      </dgm:t>
    </dgm:pt>
    <dgm:pt modelId="{7381BEC1-2FF4-47D3-AA3A-8BB64398DD5A}" type="sibTrans" cxnId="{E48F1990-92DE-4767-8D5C-7A9621DE9BD9}">
      <dgm:prSet/>
      <dgm:spPr/>
      <dgm:t>
        <a:bodyPr/>
        <a:lstStyle/>
        <a:p>
          <a:endParaRPr lang="en-US"/>
        </a:p>
      </dgm:t>
    </dgm:pt>
    <dgm:pt modelId="{E27F2476-74B5-49A3-9CDF-726D8277669B}">
      <dgm:prSet/>
      <dgm:spPr/>
      <dgm:t>
        <a:bodyPr/>
        <a:lstStyle/>
        <a:p>
          <a:r>
            <a:rPr lang="en-US"/>
            <a:t>About the project</a:t>
          </a:r>
        </a:p>
      </dgm:t>
    </dgm:pt>
    <dgm:pt modelId="{81412B38-6115-45C9-8213-ABA8B7564F82}" type="parTrans" cxnId="{D109668C-51C4-4737-B264-252F68CBB4FA}">
      <dgm:prSet/>
      <dgm:spPr/>
      <dgm:t>
        <a:bodyPr/>
        <a:lstStyle/>
        <a:p>
          <a:endParaRPr lang="en-US"/>
        </a:p>
      </dgm:t>
    </dgm:pt>
    <dgm:pt modelId="{3C1C3598-EFB2-4216-84F9-5B64CFF2FA42}" type="sibTrans" cxnId="{D109668C-51C4-4737-B264-252F68CBB4FA}">
      <dgm:prSet/>
      <dgm:spPr/>
      <dgm:t>
        <a:bodyPr/>
        <a:lstStyle/>
        <a:p>
          <a:endParaRPr lang="en-US"/>
        </a:p>
      </dgm:t>
    </dgm:pt>
    <dgm:pt modelId="{D55908DE-5C63-4FA5-8528-FB10EDA083B0}">
      <dgm:prSet/>
      <dgm:spPr/>
      <dgm:t>
        <a:bodyPr/>
        <a:lstStyle/>
        <a:p>
          <a:r>
            <a:rPr lang="en-US"/>
            <a:t>Literature review</a:t>
          </a:r>
        </a:p>
      </dgm:t>
    </dgm:pt>
    <dgm:pt modelId="{4010B7CF-7420-4284-97DC-99C48D01DBF1}" type="parTrans" cxnId="{2BC7606B-744D-49B7-B62A-C31FE801F736}">
      <dgm:prSet/>
      <dgm:spPr/>
      <dgm:t>
        <a:bodyPr/>
        <a:lstStyle/>
        <a:p>
          <a:endParaRPr lang="en-US"/>
        </a:p>
      </dgm:t>
    </dgm:pt>
    <dgm:pt modelId="{A898A98F-7B6B-4BE8-9319-17FA8C98C0BF}" type="sibTrans" cxnId="{2BC7606B-744D-49B7-B62A-C31FE801F736}">
      <dgm:prSet/>
      <dgm:spPr/>
      <dgm:t>
        <a:bodyPr/>
        <a:lstStyle/>
        <a:p>
          <a:endParaRPr lang="en-US"/>
        </a:p>
      </dgm:t>
    </dgm:pt>
    <dgm:pt modelId="{16D2AF7A-39C2-4A33-9B8F-87F48F50321A}">
      <dgm:prSet/>
      <dgm:spPr/>
      <dgm:t>
        <a:bodyPr/>
        <a:lstStyle/>
        <a:p>
          <a:r>
            <a:rPr lang="en-US"/>
            <a:t>Problem statement</a:t>
          </a:r>
        </a:p>
      </dgm:t>
    </dgm:pt>
    <dgm:pt modelId="{11D8DF17-E18C-48E7-92AC-1ABAD647B0F5}" type="parTrans" cxnId="{0962BB30-16F2-4234-B721-8C27B6568AF6}">
      <dgm:prSet/>
      <dgm:spPr/>
      <dgm:t>
        <a:bodyPr/>
        <a:lstStyle/>
        <a:p>
          <a:endParaRPr lang="en-US"/>
        </a:p>
      </dgm:t>
    </dgm:pt>
    <dgm:pt modelId="{7E5EAD01-F328-47CE-849C-0719BB100627}" type="sibTrans" cxnId="{0962BB30-16F2-4234-B721-8C27B6568AF6}">
      <dgm:prSet/>
      <dgm:spPr/>
      <dgm:t>
        <a:bodyPr/>
        <a:lstStyle/>
        <a:p>
          <a:endParaRPr lang="en-US"/>
        </a:p>
      </dgm:t>
    </dgm:pt>
    <dgm:pt modelId="{9101EFEF-62AD-48BC-B36D-76A798D33E2E}">
      <dgm:prSet/>
      <dgm:spPr/>
      <dgm:t>
        <a:bodyPr/>
        <a:lstStyle/>
        <a:p>
          <a:r>
            <a:rPr lang="en-US"/>
            <a:t>Solution </a:t>
          </a:r>
        </a:p>
      </dgm:t>
    </dgm:pt>
    <dgm:pt modelId="{EE0A8B05-83DE-400F-A189-E62693F754D5}" type="parTrans" cxnId="{1A324E9E-CEC4-4098-BC63-B4042BE12EEC}">
      <dgm:prSet/>
      <dgm:spPr/>
      <dgm:t>
        <a:bodyPr/>
        <a:lstStyle/>
        <a:p>
          <a:endParaRPr lang="en-US"/>
        </a:p>
      </dgm:t>
    </dgm:pt>
    <dgm:pt modelId="{34B39225-D55E-4F8C-B68E-37DA3D029F8E}" type="sibTrans" cxnId="{1A324E9E-CEC4-4098-BC63-B4042BE12EEC}">
      <dgm:prSet/>
      <dgm:spPr/>
      <dgm:t>
        <a:bodyPr/>
        <a:lstStyle/>
        <a:p>
          <a:endParaRPr lang="en-US"/>
        </a:p>
      </dgm:t>
    </dgm:pt>
    <dgm:pt modelId="{BF3333E0-DD40-4E05-8229-94D2639010B6}">
      <dgm:prSet/>
      <dgm:spPr/>
      <dgm:t>
        <a:bodyPr/>
        <a:lstStyle/>
        <a:p>
          <a:r>
            <a:rPr lang="en-US" dirty="0"/>
            <a:t>Methodology and Related Diagrams</a:t>
          </a:r>
        </a:p>
      </dgm:t>
    </dgm:pt>
    <dgm:pt modelId="{FEE49F51-69BA-4AF1-AF89-7582974A55CA}" type="parTrans" cxnId="{7ECCB337-B6E6-41D9-A299-6C2B53AD0007}">
      <dgm:prSet/>
      <dgm:spPr/>
      <dgm:t>
        <a:bodyPr/>
        <a:lstStyle/>
        <a:p>
          <a:endParaRPr lang="en-US"/>
        </a:p>
      </dgm:t>
    </dgm:pt>
    <dgm:pt modelId="{F32D71E8-AD06-4E16-8B5F-F4FF78EA5849}" type="sibTrans" cxnId="{7ECCB337-B6E6-41D9-A299-6C2B53AD0007}">
      <dgm:prSet/>
      <dgm:spPr/>
      <dgm:t>
        <a:bodyPr/>
        <a:lstStyle/>
        <a:p>
          <a:endParaRPr lang="en-US"/>
        </a:p>
      </dgm:t>
    </dgm:pt>
    <dgm:pt modelId="{452F818D-3A03-4D95-AB3D-06B3C5B7E1B8}">
      <dgm:prSet/>
      <dgm:spPr/>
      <dgm:t>
        <a:bodyPr/>
        <a:lstStyle/>
        <a:p>
          <a:r>
            <a:rPr lang="en-US"/>
            <a:t>Planning</a:t>
          </a:r>
        </a:p>
      </dgm:t>
    </dgm:pt>
    <dgm:pt modelId="{594CF3D0-B00D-452D-AC78-17199E0247E3}" type="parTrans" cxnId="{F84BEDB4-01CF-45F0-9E7F-C7A975FECD61}">
      <dgm:prSet/>
      <dgm:spPr/>
      <dgm:t>
        <a:bodyPr/>
        <a:lstStyle/>
        <a:p>
          <a:endParaRPr lang="en-US"/>
        </a:p>
      </dgm:t>
    </dgm:pt>
    <dgm:pt modelId="{A762B75E-0AD3-497D-8273-8E88BBE3E5B2}" type="sibTrans" cxnId="{F84BEDB4-01CF-45F0-9E7F-C7A975FECD61}">
      <dgm:prSet/>
      <dgm:spPr/>
      <dgm:t>
        <a:bodyPr/>
        <a:lstStyle/>
        <a:p>
          <a:endParaRPr lang="en-US"/>
        </a:p>
      </dgm:t>
    </dgm:pt>
    <dgm:pt modelId="{4CEE8703-5D7A-421C-B01E-10DFC62D73F9}">
      <dgm:prSet/>
      <dgm:spPr/>
      <dgm:t>
        <a:bodyPr/>
        <a:lstStyle/>
        <a:p>
          <a:r>
            <a:rPr lang="en-US"/>
            <a:t>Work done</a:t>
          </a:r>
        </a:p>
      </dgm:t>
    </dgm:pt>
    <dgm:pt modelId="{C4488505-80FF-4CEF-9225-B368272224A9}" type="parTrans" cxnId="{1239BB14-7F46-46B9-841E-E7C4B703C3C8}">
      <dgm:prSet/>
      <dgm:spPr/>
      <dgm:t>
        <a:bodyPr/>
        <a:lstStyle/>
        <a:p>
          <a:endParaRPr lang="en-US"/>
        </a:p>
      </dgm:t>
    </dgm:pt>
    <dgm:pt modelId="{DEAC1B91-6C2B-4194-8A1E-D26BD8641C1A}" type="sibTrans" cxnId="{1239BB14-7F46-46B9-841E-E7C4B703C3C8}">
      <dgm:prSet/>
      <dgm:spPr/>
      <dgm:t>
        <a:bodyPr/>
        <a:lstStyle/>
        <a:p>
          <a:endParaRPr lang="en-US"/>
        </a:p>
      </dgm:t>
    </dgm:pt>
    <dgm:pt modelId="{BBA47944-CF4B-4A9B-8D37-423CE9602BA9}">
      <dgm:prSet/>
      <dgm:spPr/>
      <dgm:t>
        <a:bodyPr/>
        <a:lstStyle/>
        <a:p>
          <a:r>
            <a:rPr lang="en-US" dirty="0" smtClean="0"/>
            <a:t>Dataset </a:t>
          </a:r>
          <a:r>
            <a:rPr lang="en-US" dirty="0"/>
            <a:t>and Feature selection</a:t>
          </a:r>
        </a:p>
      </dgm:t>
    </dgm:pt>
    <dgm:pt modelId="{52846232-9141-408A-BE79-86B0B5B27EFB}" type="parTrans" cxnId="{3AF140C5-87D8-4D53-AAA4-C7DC2BAFAF1C}">
      <dgm:prSet/>
      <dgm:spPr/>
      <dgm:t>
        <a:bodyPr/>
        <a:lstStyle/>
        <a:p>
          <a:endParaRPr lang="en-US"/>
        </a:p>
      </dgm:t>
    </dgm:pt>
    <dgm:pt modelId="{529251B7-FDA3-4345-846F-3FCDD2C7199C}" type="sibTrans" cxnId="{3AF140C5-87D8-4D53-AAA4-C7DC2BAFAF1C}">
      <dgm:prSet/>
      <dgm:spPr/>
      <dgm:t>
        <a:bodyPr/>
        <a:lstStyle/>
        <a:p>
          <a:endParaRPr lang="en-US"/>
        </a:p>
      </dgm:t>
    </dgm:pt>
    <dgm:pt modelId="{541F39DB-4198-485D-B298-09C754672DD5}">
      <dgm:prSet/>
      <dgm:spPr/>
      <dgm:t>
        <a:bodyPr/>
        <a:lstStyle/>
        <a:p>
          <a:r>
            <a:rPr lang="en-US" dirty="0"/>
            <a:t>Result Analysis</a:t>
          </a:r>
        </a:p>
      </dgm:t>
    </dgm:pt>
    <dgm:pt modelId="{1900EF85-01ED-41EF-88F3-40BF1CB091AC}" type="parTrans" cxnId="{AD85BE06-F92E-491F-9BD0-CFD62D6CF53C}">
      <dgm:prSet/>
      <dgm:spPr/>
      <dgm:t>
        <a:bodyPr/>
        <a:lstStyle/>
        <a:p>
          <a:endParaRPr lang="en-US"/>
        </a:p>
      </dgm:t>
    </dgm:pt>
    <dgm:pt modelId="{3A9A2B50-37AA-41F2-92BF-D347430E8129}" type="sibTrans" cxnId="{AD85BE06-F92E-491F-9BD0-CFD62D6CF53C}">
      <dgm:prSet/>
      <dgm:spPr/>
      <dgm:t>
        <a:bodyPr/>
        <a:lstStyle/>
        <a:p>
          <a:endParaRPr lang="en-US"/>
        </a:p>
      </dgm:t>
    </dgm:pt>
    <dgm:pt modelId="{5DAF022A-01F5-4F91-B2B1-D05F56E1A6D9}">
      <dgm:prSet/>
      <dgm:spPr/>
      <dgm:t>
        <a:bodyPr/>
        <a:lstStyle/>
        <a:p>
          <a:r>
            <a:rPr lang="en-US" dirty="0"/>
            <a:t>Conclusion</a:t>
          </a:r>
        </a:p>
      </dgm:t>
    </dgm:pt>
    <dgm:pt modelId="{B39CC93E-069F-4C47-A41B-93BCD63FFF7F}" type="parTrans" cxnId="{235538E2-C139-4045-845A-1594282D391E}">
      <dgm:prSet/>
      <dgm:spPr/>
      <dgm:t>
        <a:bodyPr/>
        <a:lstStyle/>
        <a:p>
          <a:endParaRPr lang="en-US"/>
        </a:p>
      </dgm:t>
    </dgm:pt>
    <dgm:pt modelId="{928E4996-3E5D-4CE1-8341-C106FC12AE0D}" type="sibTrans" cxnId="{235538E2-C139-4045-845A-1594282D391E}">
      <dgm:prSet/>
      <dgm:spPr/>
      <dgm:t>
        <a:bodyPr/>
        <a:lstStyle/>
        <a:p>
          <a:endParaRPr lang="en-US"/>
        </a:p>
      </dgm:t>
    </dgm:pt>
    <dgm:pt modelId="{8487E44E-CBB8-4E51-A775-772EC0150C22}" type="pres">
      <dgm:prSet presAssocID="{7D6B9E78-ACF2-409E-A293-65966FA8E15B}" presName="vert0" presStyleCnt="0">
        <dgm:presLayoutVars>
          <dgm:dir/>
          <dgm:animOne val="branch"/>
          <dgm:animLvl val="lvl"/>
        </dgm:presLayoutVars>
      </dgm:prSet>
      <dgm:spPr/>
      <dgm:t>
        <a:bodyPr/>
        <a:lstStyle/>
        <a:p>
          <a:endParaRPr lang="en-US"/>
        </a:p>
      </dgm:t>
    </dgm:pt>
    <dgm:pt modelId="{18355A22-D6AB-4665-B32B-885BC05DA728}" type="pres">
      <dgm:prSet presAssocID="{B66B33C8-BD1D-473C-BD4A-90614E16ED94}" presName="thickLine" presStyleLbl="alignNode1" presStyleIdx="0" presStyleCnt="11"/>
      <dgm:spPr/>
    </dgm:pt>
    <dgm:pt modelId="{CCE68236-C6FA-48DA-9395-F92A41F0147E}" type="pres">
      <dgm:prSet presAssocID="{B66B33C8-BD1D-473C-BD4A-90614E16ED94}" presName="horz1" presStyleCnt="0"/>
      <dgm:spPr/>
    </dgm:pt>
    <dgm:pt modelId="{4B2843C1-3708-4F5B-8B2B-04EE434E0FA0}" type="pres">
      <dgm:prSet presAssocID="{B66B33C8-BD1D-473C-BD4A-90614E16ED94}" presName="tx1" presStyleLbl="revTx" presStyleIdx="0" presStyleCnt="11"/>
      <dgm:spPr/>
      <dgm:t>
        <a:bodyPr/>
        <a:lstStyle/>
        <a:p>
          <a:endParaRPr lang="en-US"/>
        </a:p>
      </dgm:t>
    </dgm:pt>
    <dgm:pt modelId="{F95A5D1F-B250-4617-82E0-971F47A233B2}" type="pres">
      <dgm:prSet presAssocID="{B66B33C8-BD1D-473C-BD4A-90614E16ED94}" presName="vert1" presStyleCnt="0"/>
      <dgm:spPr/>
    </dgm:pt>
    <dgm:pt modelId="{E484DE93-7EA1-46DD-8C2B-33AEB8680B4D}" type="pres">
      <dgm:prSet presAssocID="{E27F2476-74B5-49A3-9CDF-726D8277669B}" presName="thickLine" presStyleLbl="alignNode1" presStyleIdx="1" presStyleCnt="11"/>
      <dgm:spPr/>
    </dgm:pt>
    <dgm:pt modelId="{6CC799AD-9F2C-4FBB-B41E-86D403DB562E}" type="pres">
      <dgm:prSet presAssocID="{E27F2476-74B5-49A3-9CDF-726D8277669B}" presName="horz1" presStyleCnt="0"/>
      <dgm:spPr/>
    </dgm:pt>
    <dgm:pt modelId="{5719C46D-7050-4DC7-BAF2-80B18EB92566}" type="pres">
      <dgm:prSet presAssocID="{E27F2476-74B5-49A3-9CDF-726D8277669B}" presName="tx1" presStyleLbl="revTx" presStyleIdx="1" presStyleCnt="11"/>
      <dgm:spPr/>
      <dgm:t>
        <a:bodyPr/>
        <a:lstStyle/>
        <a:p>
          <a:endParaRPr lang="en-US"/>
        </a:p>
      </dgm:t>
    </dgm:pt>
    <dgm:pt modelId="{F3E322D3-80C5-4CBD-8DE0-7D6F23EE0342}" type="pres">
      <dgm:prSet presAssocID="{E27F2476-74B5-49A3-9CDF-726D8277669B}" presName="vert1" presStyleCnt="0"/>
      <dgm:spPr/>
    </dgm:pt>
    <dgm:pt modelId="{028C2FF3-5E57-4708-8BDA-34D2EB336FAB}" type="pres">
      <dgm:prSet presAssocID="{D55908DE-5C63-4FA5-8528-FB10EDA083B0}" presName="thickLine" presStyleLbl="alignNode1" presStyleIdx="2" presStyleCnt="11"/>
      <dgm:spPr/>
    </dgm:pt>
    <dgm:pt modelId="{E6666D0E-1ACA-42AB-A8CB-F2D4B7E51D9B}" type="pres">
      <dgm:prSet presAssocID="{D55908DE-5C63-4FA5-8528-FB10EDA083B0}" presName="horz1" presStyleCnt="0"/>
      <dgm:spPr/>
    </dgm:pt>
    <dgm:pt modelId="{7F0B99D6-B226-49F2-AF26-C9CA2DC525B0}" type="pres">
      <dgm:prSet presAssocID="{D55908DE-5C63-4FA5-8528-FB10EDA083B0}" presName="tx1" presStyleLbl="revTx" presStyleIdx="2" presStyleCnt="11"/>
      <dgm:spPr/>
      <dgm:t>
        <a:bodyPr/>
        <a:lstStyle/>
        <a:p>
          <a:endParaRPr lang="en-US"/>
        </a:p>
      </dgm:t>
    </dgm:pt>
    <dgm:pt modelId="{87B9CAD1-9501-4804-94E2-BBFB0F0D6339}" type="pres">
      <dgm:prSet presAssocID="{D55908DE-5C63-4FA5-8528-FB10EDA083B0}" presName="vert1" presStyleCnt="0"/>
      <dgm:spPr/>
    </dgm:pt>
    <dgm:pt modelId="{594A9B4A-5762-4C7D-88E2-A9546E636FE9}" type="pres">
      <dgm:prSet presAssocID="{16D2AF7A-39C2-4A33-9B8F-87F48F50321A}" presName="thickLine" presStyleLbl="alignNode1" presStyleIdx="3" presStyleCnt="11"/>
      <dgm:spPr/>
    </dgm:pt>
    <dgm:pt modelId="{75C7A918-52F3-4F6C-8661-A94D86125A65}" type="pres">
      <dgm:prSet presAssocID="{16D2AF7A-39C2-4A33-9B8F-87F48F50321A}" presName="horz1" presStyleCnt="0"/>
      <dgm:spPr/>
    </dgm:pt>
    <dgm:pt modelId="{E7FA7AF9-6092-42A2-B158-3193ABCE11F1}" type="pres">
      <dgm:prSet presAssocID="{16D2AF7A-39C2-4A33-9B8F-87F48F50321A}" presName="tx1" presStyleLbl="revTx" presStyleIdx="3" presStyleCnt="11"/>
      <dgm:spPr/>
      <dgm:t>
        <a:bodyPr/>
        <a:lstStyle/>
        <a:p>
          <a:endParaRPr lang="en-US"/>
        </a:p>
      </dgm:t>
    </dgm:pt>
    <dgm:pt modelId="{45908324-5BAD-466B-94E7-0F7AE3E3780C}" type="pres">
      <dgm:prSet presAssocID="{16D2AF7A-39C2-4A33-9B8F-87F48F50321A}" presName="vert1" presStyleCnt="0"/>
      <dgm:spPr/>
    </dgm:pt>
    <dgm:pt modelId="{47A41B2C-B016-4E96-A263-0C738C9F43DA}" type="pres">
      <dgm:prSet presAssocID="{9101EFEF-62AD-48BC-B36D-76A798D33E2E}" presName="thickLine" presStyleLbl="alignNode1" presStyleIdx="4" presStyleCnt="11"/>
      <dgm:spPr/>
    </dgm:pt>
    <dgm:pt modelId="{B8586255-0338-4F05-9114-1871622BCA00}" type="pres">
      <dgm:prSet presAssocID="{9101EFEF-62AD-48BC-B36D-76A798D33E2E}" presName="horz1" presStyleCnt="0"/>
      <dgm:spPr/>
    </dgm:pt>
    <dgm:pt modelId="{C14C3A10-35FA-4193-929B-F43A3AB705E2}" type="pres">
      <dgm:prSet presAssocID="{9101EFEF-62AD-48BC-B36D-76A798D33E2E}" presName="tx1" presStyleLbl="revTx" presStyleIdx="4" presStyleCnt="11"/>
      <dgm:spPr/>
      <dgm:t>
        <a:bodyPr/>
        <a:lstStyle/>
        <a:p>
          <a:endParaRPr lang="en-US"/>
        </a:p>
      </dgm:t>
    </dgm:pt>
    <dgm:pt modelId="{D35D0F74-E1C3-440E-9A23-32A08FDD513C}" type="pres">
      <dgm:prSet presAssocID="{9101EFEF-62AD-48BC-B36D-76A798D33E2E}" presName="vert1" presStyleCnt="0"/>
      <dgm:spPr/>
    </dgm:pt>
    <dgm:pt modelId="{39A4FA13-701B-4363-9424-C3FAEBC9BC75}" type="pres">
      <dgm:prSet presAssocID="{BF3333E0-DD40-4E05-8229-94D2639010B6}" presName="thickLine" presStyleLbl="alignNode1" presStyleIdx="5" presStyleCnt="11"/>
      <dgm:spPr/>
    </dgm:pt>
    <dgm:pt modelId="{66348018-2593-4569-9B2F-57E80EC2C534}" type="pres">
      <dgm:prSet presAssocID="{BF3333E0-DD40-4E05-8229-94D2639010B6}" presName="horz1" presStyleCnt="0"/>
      <dgm:spPr/>
    </dgm:pt>
    <dgm:pt modelId="{AE97906F-A451-47AA-BAEC-662F008D9ACA}" type="pres">
      <dgm:prSet presAssocID="{BF3333E0-DD40-4E05-8229-94D2639010B6}" presName="tx1" presStyleLbl="revTx" presStyleIdx="5" presStyleCnt="11"/>
      <dgm:spPr/>
      <dgm:t>
        <a:bodyPr/>
        <a:lstStyle/>
        <a:p>
          <a:endParaRPr lang="en-US"/>
        </a:p>
      </dgm:t>
    </dgm:pt>
    <dgm:pt modelId="{8D53CD50-A3AC-4801-BF3E-515E42FD08F0}" type="pres">
      <dgm:prSet presAssocID="{BF3333E0-DD40-4E05-8229-94D2639010B6}" presName="vert1" presStyleCnt="0"/>
      <dgm:spPr/>
    </dgm:pt>
    <dgm:pt modelId="{59CDBF6C-A777-485A-B83A-EE1FF8DD5007}" type="pres">
      <dgm:prSet presAssocID="{452F818D-3A03-4D95-AB3D-06B3C5B7E1B8}" presName="thickLine" presStyleLbl="alignNode1" presStyleIdx="6" presStyleCnt="11"/>
      <dgm:spPr/>
    </dgm:pt>
    <dgm:pt modelId="{D1C0BB94-5221-49D9-8742-DDB60C265C2A}" type="pres">
      <dgm:prSet presAssocID="{452F818D-3A03-4D95-AB3D-06B3C5B7E1B8}" presName="horz1" presStyleCnt="0"/>
      <dgm:spPr/>
    </dgm:pt>
    <dgm:pt modelId="{B3E1460A-72FE-4EE1-956A-A38D5B412E87}" type="pres">
      <dgm:prSet presAssocID="{452F818D-3A03-4D95-AB3D-06B3C5B7E1B8}" presName="tx1" presStyleLbl="revTx" presStyleIdx="6" presStyleCnt="11"/>
      <dgm:spPr/>
      <dgm:t>
        <a:bodyPr/>
        <a:lstStyle/>
        <a:p>
          <a:endParaRPr lang="en-US"/>
        </a:p>
      </dgm:t>
    </dgm:pt>
    <dgm:pt modelId="{E07874EE-C6D7-46DD-BF80-98B61F158528}" type="pres">
      <dgm:prSet presAssocID="{452F818D-3A03-4D95-AB3D-06B3C5B7E1B8}" presName="vert1" presStyleCnt="0"/>
      <dgm:spPr/>
    </dgm:pt>
    <dgm:pt modelId="{1523B094-3286-43FD-A5B4-49FD90E1DACB}" type="pres">
      <dgm:prSet presAssocID="{4CEE8703-5D7A-421C-B01E-10DFC62D73F9}" presName="thickLine" presStyleLbl="alignNode1" presStyleIdx="7" presStyleCnt="11"/>
      <dgm:spPr/>
    </dgm:pt>
    <dgm:pt modelId="{4039DFC8-986B-4BF6-A5B5-B91EEAFEB9F6}" type="pres">
      <dgm:prSet presAssocID="{4CEE8703-5D7A-421C-B01E-10DFC62D73F9}" presName="horz1" presStyleCnt="0"/>
      <dgm:spPr/>
    </dgm:pt>
    <dgm:pt modelId="{731E5513-E22D-467A-930A-BFB0A5469058}" type="pres">
      <dgm:prSet presAssocID="{4CEE8703-5D7A-421C-B01E-10DFC62D73F9}" presName="tx1" presStyleLbl="revTx" presStyleIdx="7" presStyleCnt="11"/>
      <dgm:spPr/>
      <dgm:t>
        <a:bodyPr/>
        <a:lstStyle/>
        <a:p>
          <a:endParaRPr lang="en-US"/>
        </a:p>
      </dgm:t>
    </dgm:pt>
    <dgm:pt modelId="{7A6707D3-9957-45EA-9151-CBD427AFC681}" type="pres">
      <dgm:prSet presAssocID="{4CEE8703-5D7A-421C-B01E-10DFC62D73F9}" presName="vert1" presStyleCnt="0"/>
      <dgm:spPr/>
    </dgm:pt>
    <dgm:pt modelId="{F6205893-7F00-47C1-803A-01AFE672ABC0}" type="pres">
      <dgm:prSet presAssocID="{BBA47944-CF4B-4A9B-8D37-423CE9602BA9}" presName="thickLine" presStyleLbl="alignNode1" presStyleIdx="8" presStyleCnt="11"/>
      <dgm:spPr/>
    </dgm:pt>
    <dgm:pt modelId="{0C582CAF-1769-46EB-82FF-41FCD006E30E}" type="pres">
      <dgm:prSet presAssocID="{BBA47944-CF4B-4A9B-8D37-423CE9602BA9}" presName="horz1" presStyleCnt="0"/>
      <dgm:spPr/>
    </dgm:pt>
    <dgm:pt modelId="{3C1B6153-1C49-4C77-8A2C-907040B72559}" type="pres">
      <dgm:prSet presAssocID="{BBA47944-CF4B-4A9B-8D37-423CE9602BA9}" presName="tx1" presStyleLbl="revTx" presStyleIdx="8" presStyleCnt="11"/>
      <dgm:spPr/>
      <dgm:t>
        <a:bodyPr/>
        <a:lstStyle/>
        <a:p>
          <a:endParaRPr lang="en-US"/>
        </a:p>
      </dgm:t>
    </dgm:pt>
    <dgm:pt modelId="{10D39731-F09A-4143-A4C4-5C5511705CDC}" type="pres">
      <dgm:prSet presAssocID="{BBA47944-CF4B-4A9B-8D37-423CE9602BA9}" presName="vert1" presStyleCnt="0"/>
      <dgm:spPr/>
    </dgm:pt>
    <dgm:pt modelId="{34CA6476-972D-4C5A-A4F2-DBC0CB9F6A07}" type="pres">
      <dgm:prSet presAssocID="{541F39DB-4198-485D-B298-09C754672DD5}" presName="thickLine" presStyleLbl="alignNode1" presStyleIdx="9" presStyleCnt="11"/>
      <dgm:spPr/>
    </dgm:pt>
    <dgm:pt modelId="{7F427AB9-FCA2-48E2-9D87-43E2D32299AA}" type="pres">
      <dgm:prSet presAssocID="{541F39DB-4198-485D-B298-09C754672DD5}" presName="horz1" presStyleCnt="0"/>
      <dgm:spPr/>
    </dgm:pt>
    <dgm:pt modelId="{2FF99B04-AD57-4C8B-9AF1-6A7B7C775C53}" type="pres">
      <dgm:prSet presAssocID="{541F39DB-4198-485D-B298-09C754672DD5}" presName="tx1" presStyleLbl="revTx" presStyleIdx="9" presStyleCnt="11"/>
      <dgm:spPr/>
      <dgm:t>
        <a:bodyPr/>
        <a:lstStyle/>
        <a:p>
          <a:endParaRPr lang="en-US"/>
        </a:p>
      </dgm:t>
    </dgm:pt>
    <dgm:pt modelId="{B39C4FCA-96D6-438A-AA7C-EB1CB723FE71}" type="pres">
      <dgm:prSet presAssocID="{541F39DB-4198-485D-B298-09C754672DD5}" presName="vert1" presStyleCnt="0"/>
      <dgm:spPr/>
    </dgm:pt>
    <dgm:pt modelId="{261A8DED-87A3-4A60-846F-0EE1B5188C30}" type="pres">
      <dgm:prSet presAssocID="{5DAF022A-01F5-4F91-B2B1-D05F56E1A6D9}" presName="thickLine" presStyleLbl="alignNode1" presStyleIdx="10" presStyleCnt="11"/>
      <dgm:spPr/>
    </dgm:pt>
    <dgm:pt modelId="{F4D2C137-3DDD-41B0-9F07-A70AB746D642}" type="pres">
      <dgm:prSet presAssocID="{5DAF022A-01F5-4F91-B2B1-D05F56E1A6D9}" presName="horz1" presStyleCnt="0"/>
      <dgm:spPr/>
    </dgm:pt>
    <dgm:pt modelId="{C93CDA84-0937-48FC-BD1E-021849392B57}" type="pres">
      <dgm:prSet presAssocID="{5DAF022A-01F5-4F91-B2B1-D05F56E1A6D9}" presName="tx1" presStyleLbl="revTx" presStyleIdx="10" presStyleCnt="11"/>
      <dgm:spPr/>
      <dgm:t>
        <a:bodyPr/>
        <a:lstStyle/>
        <a:p>
          <a:endParaRPr lang="en-US"/>
        </a:p>
      </dgm:t>
    </dgm:pt>
    <dgm:pt modelId="{93537260-F365-4268-99F5-6EED2BDEAE0D}" type="pres">
      <dgm:prSet presAssocID="{5DAF022A-01F5-4F91-B2B1-D05F56E1A6D9}" presName="vert1" presStyleCnt="0"/>
      <dgm:spPr/>
    </dgm:pt>
  </dgm:ptLst>
  <dgm:cxnLst>
    <dgm:cxn modelId="{4AB2759C-032C-44EA-B06A-1D5713A7AE5F}" type="presOf" srcId="{E27F2476-74B5-49A3-9CDF-726D8277669B}" destId="{5719C46D-7050-4DC7-BAF2-80B18EB92566}" srcOrd="0" destOrd="0" presId="urn:microsoft.com/office/officeart/2008/layout/LinedList"/>
    <dgm:cxn modelId="{2F29D8E0-9A10-4EB0-8520-7528CB34A34F}" type="presOf" srcId="{541F39DB-4198-485D-B298-09C754672DD5}" destId="{2FF99B04-AD57-4C8B-9AF1-6A7B7C775C53}" srcOrd="0" destOrd="0" presId="urn:microsoft.com/office/officeart/2008/layout/LinedList"/>
    <dgm:cxn modelId="{AD85BE06-F92E-491F-9BD0-CFD62D6CF53C}" srcId="{7D6B9E78-ACF2-409E-A293-65966FA8E15B}" destId="{541F39DB-4198-485D-B298-09C754672DD5}" srcOrd="9" destOrd="0" parTransId="{1900EF85-01ED-41EF-88F3-40BF1CB091AC}" sibTransId="{3A9A2B50-37AA-41F2-92BF-D347430E8129}"/>
    <dgm:cxn modelId="{3AF140C5-87D8-4D53-AAA4-C7DC2BAFAF1C}" srcId="{7D6B9E78-ACF2-409E-A293-65966FA8E15B}" destId="{BBA47944-CF4B-4A9B-8D37-423CE9602BA9}" srcOrd="8" destOrd="0" parTransId="{52846232-9141-408A-BE79-86B0B5B27EFB}" sibTransId="{529251B7-FDA3-4345-846F-3FCDD2C7199C}"/>
    <dgm:cxn modelId="{A94838DD-A2B9-4BFE-8BC7-1F6B0A696704}" type="presOf" srcId="{BBA47944-CF4B-4A9B-8D37-423CE9602BA9}" destId="{3C1B6153-1C49-4C77-8A2C-907040B72559}" srcOrd="0" destOrd="0" presId="urn:microsoft.com/office/officeart/2008/layout/LinedList"/>
    <dgm:cxn modelId="{1582AD79-71F9-4423-A032-84EFB69D6634}" type="presOf" srcId="{B66B33C8-BD1D-473C-BD4A-90614E16ED94}" destId="{4B2843C1-3708-4F5B-8B2B-04EE434E0FA0}" srcOrd="0" destOrd="0" presId="urn:microsoft.com/office/officeart/2008/layout/LinedList"/>
    <dgm:cxn modelId="{C22701AC-4F41-4826-AD4F-5D94936CD8A9}" type="presOf" srcId="{5DAF022A-01F5-4F91-B2B1-D05F56E1A6D9}" destId="{C93CDA84-0937-48FC-BD1E-021849392B57}" srcOrd="0" destOrd="0" presId="urn:microsoft.com/office/officeart/2008/layout/LinedList"/>
    <dgm:cxn modelId="{6E4738F1-CD1F-4512-8DD9-E4D5971F3C97}" type="presOf" srcId="{BF3333E0-DD40-4E05-8229-94D2639010B6}" destId="{AE97906F-A451-47AA-BAEC-662F008D9ACA}" srcOrd="0" destOrd="0" presId="urn:microsoft.com/office/officeart/2008/layout/LinedList"/>
    <dgm:cxn modelId="{2BC7606B-744D-49B7-B62A-C31FE801F736}" srcId="{7D6B9E78-ACF2-409E-A293-65966FA8E15B}" destId="{D55908DE-5C63-4FA5-8528-FB10EDA083B0}" srcOrd="2" destOrd="0" parTransId="{4010B7CF-7420-4284-97DC-99C48D01DBF1}" sibTransId="{A898A98F-7B6B-4BE8-9319-17FA8C98C0BF}"/>
    <dgm:cxn modelId="{C2B6590D-11C1-4130-A58D-2E493784F3AA}" type="presOf" srcId="{4CEE8703-5D7A-421C-B01E-10DFC62D73F9}" destId="{731E5513-E22D-467A-930A-BFB0A5469058}" srcOrd="0" destOrd="0" presId="urn:microsoft.com/office/officeart/2008/layout/LinedList"/>
    <dgm:cxn modelId="{235538E2-C139-4045-845A-1594282D391E}" srcId="{7D6B9E78-ACF2-409E-A293-65966FA8E15B}" destId="{5DAF022A-01F5-4F91-B2B1-D05F56E1A6D9}" srcOrd="10" destOrd="0" parTransId="{B39CC93E-069F-4C47-A41B-93BCD63FFF7F}" sibTransId="{928E4996-3E5D-4CE1-8341-C106FC12AE0D}"/>
    <dgm:cxn modelId="{98605F2F-910C-4CE4-B7B4-F2A3C88A77AA}" type="presOf" srcId="{7D6B9E78-ACF2-409E-A293-65966FA8E15B}" destId="{8487E44E-CBB8-4E51-A775-772EC0150C22}" srcOrd="0" destOrd="0" presId="urn:microsoft.com/office/officeart/2008/layout/LinedList"/>
    <dgm:cxn modelId="{0962BB30-16F2-4234-B721-8C27B6568AF6}" srcId="{7D6B9E78-ACF2-409E-A293-65966FA8E15B}" destId="{16D2AF7A-39C2-4A33-9B8F-87F48F50321A}" srcOrd="3" destOrd="0" parTransId="{11D8DF17-E18C-48E7-92AC-1ABAD647B0F5}" sibTransId="{7E5EAD01-F328-47CE-849C-0719BB100627}"/>
    <dgm:cxn modelId="{E48F1990-92DE-4767-8D5C-7A9621DE9BD9}" srcId="{7D6B9E78-ACF2-409E-A293-65966FA8E15B}" destId="{B66B33C8-BD1D-473C-BD4A-90614E16ED94}" srcOrd="0" destOrd="0" parTransId="{69CA295B-B1BE-44D5-B389-DA1777917E4B}" sibTransId="{7381BEC1-2FF4-47D3-AA3A-8BB64398DD5A}"/>
    <dgm:cxn modelId="{A637165C-7D05-4B32-8C54-54BF3216A404}" type="presOf" srcId="{D55908DE-5C63-4FA5-8528-FB10EDA083B0}" destId="{7F0B99D6-B226-49F2-AF26-C9CA2DC525B0}" srcOrd="0" destOrd="0" presId="urn:microsoft.com/office/officeart/2008/layout/LinedList"/>
    <dgm:cxn modelId="{1239BB14-7F46-46B9-841E-E7C4B703C3C8}" srcId="{7D6B9E78-ACF2-409E-A293-65966FA8E15B}" destId="{4CEE8703-5D7A-421C-B01E-10DFC62D73F9}" srcOrd="7" destOrd="0" parTransId="{C4488505-80FF-4CEF-9225-B368272224A9}" sibTransId="{DEAC1B91-6C2B-4194-8A1E-D26BD8641C1A}"/>
    <dgm:cxn modelId="{CDF1C726-DF94-4EF8-8C9B-A1F432693797}" type="presOf" srcId="{16D2AF7A-39C2-4A33-9B8F-87F48F50321A}" destId="{E7FA7AF9-6092-42A2-B158-3193ABCE11F1}" srcOrd="0" destOrd="0" presId="urn:microsoft.com/office/officeart/2008/layout/LinedList"/>
    <dgm:cxn modelId="{7ECCB337-B6E6-41D9-A299-6C2B53AD0007}" srcId="{7D6B9E78-ACF2-409E-A293-65966FA8E15B}" destId="{BF3333E0-DD40-4E05-8229-94D2639010B6}" srcOrd="5" destOrd="0" parTransId="{FEE49F51-69BA-4AF1-AF89-7582974A55CA}" sibTransId="{F32D71E8-AD06-4E16-8B5F-F4FF78EA5849}"/>
    <dgm:cxn modelId="{52DFC285-6DBF-4FA9-8E2E-83EBE2754EB4}" type="presOf" srcId="{452F818D-3A03-4D95-AB3D-06B3C5B7E1B8}" destId="{B3E1460A-72FE-4EE1-956A-A38D5B412E87}" srcOrd="0" destOrd="0" presId="urn:microsoft.com/office/officeart/2008/layout/LinedList"/>
    <dgm:cxn modelId="{1A324E9E-CEC4-4098-BC63-B4042BE12EEC}" srcId="{7D6B9E78-ACF2-409E-A293-65966FA8E15B}" destId="{9101EFEF-62AD-48BC-B36D-76A798D33E2E}" srcOrd="4" destOrd="0" parTransId="{EE0A8B05-83DE-400F-A189-E62693F754D5}" sibTransId="{34B39225-D55E-4F8C-B68E-37DA3D029F8E}"/>
    <dgm:cxn modelId="{F84BEDB4-01CF-45F0-9E7F-C7A975FECD61}" srcId="{7D6B9E78-ACF2-409E-A293-65966FA8E15B}" destId="{452F818D-3A03-4D95-AB3D-06B3C5B7E1B8}" srcOrd="6" destOrd="0" parTransId="{594CF3D0-B00D-452D-AC78-17199E0247E3}" sibTransId="{A762B75E-0AD3-497D-8273-8E88BBE3E5B2}"/>
    <dgm:cxn modelId="{D109668C-51C4-4737-B264-252F68CBB4FA}" srcId="{7D6B9E78-ACF2-409E-A293-65966FA8E15B}" destId="{E27F2476-74B5-49A3-9CDF-726D8277669B}" srcOrd="1" destOrd="0" parTransId="{81412B38-6115-45C9-8213-ABA8B7564F82}" sibTransId="{3C1C3598-EFB2-4216-84F9-5B64CFF2FA42}"/>
    <dgm:cxn modelId="{627B6D2B-C657-41F4-8DFD-992675FB24A1}" type="presOf" srcId="{9101EFEF-62AD-48BC-B36D-76A798D33E2E}" destId="{C14C3A10-35FA-4193-929B-F43A3AB705E2}" srcOrd="0" destOrd="0" presId="urn:microsoft.com/office/officeart/2008/layout/LinedList"/>
    <dgm:cxn modelId="{6C58BF13-2FA9-4865-A615-28378819DC3A}" type="presParOf" srcId="{8487E44E-CBB8-4E51-A775-772EC0150C22}" destId="{18355A22-D6AB-4665-B32B-885BC05DA728}" srcOrd="0" destOrd="0" presId="urn:microsoft.com/office/officeart/2008/layout/LinedList"/>
    <dgm:cxn modelId="{4E5DDB6B-0E74-404D-9442-2196478E390E}" type="presParOf" srcId="{8487E44E-CBB8-4E51-A775-772EC0150C22}" destId="{CCE68236-C6FA-48DA-9395-F92A41F0147E}" srcOrd="1" destOrd="0" presId="urn:microsoft.com/office/officeart/2008/layout/LinedList"/>
    <dgm:cxn modelId="{9CFC920A-0511-4336-8C04-81101E0B29B9}" type="presParOf" srcId="{CCE68236-C6FA-48DA-9395-F92A41F0147E}" destId="{4B2843C1-3708-4F5B-8B2B-04EE434E0FA0}" srcOrd="0" destOrd="0" presId="urn:microsoft.com/office/officeart/2008/layout/LinedList"/>
    <dgm:cxn modelId="{CAE251CD-483A-401F-B92F-FFAE34B6DFF9}" type="presParOf" srcId="{CCE68236-C6FA-48DA-9395-F92A41F0147E}" destId="{F95A5D1F-B250-4617-82E0-971F47A233B2}" srcOrd="1" destOrd="0" presId="urn:microsoft.com/office/officeart/2008/layout/LinedList"/>
    <dgm:cxn modelId="{916E68A7-79EE-4138-9659-DF9309F863F3}" type="presParOf" srcId="{8487E44E-CBB8-4E51-A775-772EC0150C22}" destId="{E484DE93-7EA1-46DD-8C2B-33AEB8680B4D}" srcOrd="2" destOrd="0" presId="urn:microsoft.com/office/officeart/2008/layout/LinedList"/>
    <dgm:cxn modelId="{5DBDF849-88B8-4BAB-9B34-5D92F8C2ED6C}" type="presParOf" srcId="{8487E44E-CBB8-4E51-A775-772EC0150C22}" destId="{6CC799AD-9F2C-4FBB-B41E-86D403DB562E}" srcOrd="3" destOrd="0" presId="urn:microsoft.com/office/officeart/2008/layout/LinedList"/>
    <dgm:cxn modelId="{3A95F45F-1D7F-4585-85ED-E4CEEA722421}" type="presParOf" srcId="{6CC799AD-9F2C-4FBB-B41E-86D403DB562E}" destId="{5719C46D-7050-4DC7-BAF2-80B18EB92566}" srcOrd="0" destOrd="0" presId="urn:microsoft.com/office/officeart/2008/layout/LinedList"/>
    <dgm:cxn modelId="{4F0671E5-3DEF-4C04-8CAC-5B62D30EEC84}" type="presParOf" srcId="{6CC799AD-9F2C-4FBB-B41E-86D403DB562E}" destId="{F3E322D3-80C5-4CBD-8DE0-7D6F23EE0342}" srcOrd="1" destOrd="0" presId="urn:microsoft.com/office/officeart/2008/layout/LinedList"/>
    <dgm:cxn modelId="{AE2BC6D7-8B73-416B-803E-BB5318DD1EB4}" type="presParOf" srcId="{8487E44E-CBB8-4E51-A775-772EC0150C22}" destId="{028C2FF3-5E57-4708-8BDA-34D2EB336FAB}" srcOrd="4" destOrd="0" presId="urn:microsoft.com/office/officeart/2008/layout/LinedList"/>
    <dgm:cxn modelId="{D033381A-26CF-4B7D-B52E-7D47A1398669}" type="presParOf" srcId="{8487E44E-CBB8-4E51-A775-772EC0150C22}" destId="{E6666D0E-1ACA-42AB-A8CB-F2D4B7E51D9B}" srcOrd="5" destOrd="0" presId="urn:microsoft.com/office/officeart/2008/layout/LinedList"/>
    <dgm:cxn modelId="{80E033E5-DE57-4DED-895D-583CE4BAAAD3}" type="presParOf" srcId="{E6666D0E-1ACA-42AB-A8CB-F2D4B7E51D9B}" destId="{7F0B99D6-B226-49F2-AF26-C9CA2DC525B0}" srcOrd="0" destOrd="0" presId="urn:microsoft.com/office/officeart/2008/layout/LinedList"/>
    <dgm:cxn modelId="{685A5A33-FE9E-402D-AA0E-66924768C52A}" type="presParOf" srcId="{E6666D0E-1ACA-42AB-A8CB-F2D4B7E51D9B}" destId="{87B9CAD1-9501-4804-94E2-BBFB0F0D6339}" srcOrd="1" destOrd="0" presId="urn:microsoft.com/office/officeart/2008/layout/LinedList"/>
    <dgm:cxn modelId="{95A81486-A5C4-4206-A73D-E47362BFEB2A}" type="presParOf" srcId="{8487E44E-CBB8-4E51-A775-772EC0150C22}" destId="{594A9B4A-5762-4C7D-88E2-A9546E636FE9}" srcOrd="6" destOrd="0" presId="urn:microsoft.com/office/officeart/2008/layout/LinedList"/>
    <dgm:cxn modelId="{30F593D1-5AAD-4933-B7D6-2D0851DB83D3}" type="presParOf" srcId="{8487E44E-CBB8-4E51-A775-772EC0150C22}" destId="{75C7A918-52F3-4F6C-8661-A94D86125A65}" srcOrd="7" destOrd="0" presId="urn:microsoft.com/office/officeart/2008/layout/LinedList"/>
    <dgm:cxn modelId="{E0CAF26D-5AF7-4162-9AA0-7BE40D9CC6CA}" type="presParOf" srcId="{75C7A918-52F3-4F6C-8661-A94D86125A65}" destId="{E7FA7AF9-6092-42A2-B158-3193ABCE11F1}" srcOrd="0" destOrd="0" presId="urn:microsoft.com/office/officeart/2008/layout/LinedList"/>
    <dgm:cxn modelId="{F668909D-F82A-44A0-80FE-8EA8C66DA223}" type="presParOf" srcId="{75C7A918-52F3-4F6C-8661-A94D86125A65}" destId="{45908324-5BAD-466B-94E7-0F7AE3E3780C}" srcOrd="1" destOrd="0" presId="urn:microsoft.com/office/officeart/2008/layout/LinedList"/>
    <dgm:cxn modelId="{35C08A59-59F8-44DE-B568-F358D5981A66}" type="presParOf" srcId="{8487E44E-CBB8-4E51-A775-772EC0150C22}" destId="{47A41B2C-B016-4E96-A263-0C738C9F43DA}" srcOrd="8" destOrd="0" presId="urn:microsoft.com/office/officeart/2008/layout/LinedList"/>
    <dgm:cxn modelId="{6C98607A-F991-4A43-A6E1-5B3BF1F37D2C}" type="presParOf" srcId="{8487E44E-CBB8-4E51-A775-772EC0150C22}" destId="{B8586255-0338-4F05-9114-1871622BCA00}" srcOrd="9" destOrd="0" presId="urn:microsoft.com/office/officeart/2008/layout/LinedList"/>
    <dgm:cxn modelId="{9C13897C-EF66-4E31-9733-9A85C901641E}" type="presParOf" srcId="{B8586255-0338-4F05-9114-1871622BCA00}" destId="{C14C3A10-35FA-4193-929B-F43A3AB705E2}" srcOrd="0" destOrd="0" presId="urn:microsoft.com/office/officeart/2008/layout/LinedList"/>
    <dgm:cxn modelId="{72173A71-5279-4D5E-A930-DB8333EF36D6}" type="presParOf" srcId="{B8586255-0338-4F05-9114-1871622BCA00}" destId="{D35D0F74-E1C3-440E-9A23-32A08FDD513C}" srcOrd="1" destOrd="0" presId="urn:microsoft.com/office/officeart/2008/layout/LinedList"/>
    <dgm:cxn modelId="{6F4FE4C9-EECE-486E-9B4C-22E1C6014157}" type="presParOf" srcId="{8487E44E-CBB8-4E51-A775-772EC0150C22}" destId="{39A4FA13-701B-4363-9424-C3FAEBC9BC75}" srcOrd="10" destOrd="0" presId="urn:microsoft.com/office/officeart/2008/layout/LinedList"/>
    <dgm:cxn modelId="{F34312ED-78A7-4AE6-A7C9-81928010B648}" type="presParOf" srcId="{8487E44E-CBB8-4E51-A775-772EC0150C22}" destId="{66348018-2593-4569-9B2F-57E80EC2C534}" srcOrd="11" destOrd="0" presId="urn:microsoft.com/office/officeart/2008/layout/LinedList"/>
    <dgm:cxn modelId="{0FACFFC6-F5D1-42B8-B987-26CCF7ABCC43}" type="presParOf" srcId="{66348018-2593-4569-9B2F-57E80EC2C534}" destId="{AE97906F-A451-47AA-BAEC-662F008D9ACA}" srcOrd="0" destOrd="0" presId="urn:microsoft.com/office/officeart/2008/layout/LinedList"/>
    <dgm:cxn modelId="{3936F8B0-A11C-4D20-9EC0-20503FD5C42C}" type="presParOf" srcId="{66348018-2593-4569-9B2F-57E80EC2C534}" destId="{8D53CD50-A3AC-4801-BF3E-515E42FD08F0}" srcOrd="1" destOrd="0" presId="urn:microsoft.com/office/officeart/2008/layout/LinedList"/>
    <dgm:cxn modelId="{8289F6E9-2EBB-4ACE-A2A3-0F809EEA32BE}" type="presParOf" srcId="{8487E44E-CBB8-4E51-A775-772EC0150C22}" destId="{59CDBF6C-A777-485A-B83A-EE1FF8DD5007}" srcOrd="12" destOrd="0" presId="urn:microsoft.com/office/officeart/2008/layout/LinedList"/>
    <dgm:cxn modelId="{71EA7BF9-2EBA-4DF0-BA41-B96956E0286F}" type="presParOf" srcId="{8487E44E-CBB8-4E51-A775-772EC0150C22}" destId="{D1C0BB94-5221-49D9-8742-DDB60C265C2A}" srcOrd="13" destOrd="0" presId="urn:microsoft.com/office/officeart/2008/layout/LinedList"/>
    <dgm:cxn modelId="{6105F1D9-4C0B-4D0F-8220-4B8D47EC84EC}" type="presParOf" srcId="{D1C0BB94-5221-49D9-8742-DDB60C265C2A}" destId="{B3E1460A-72FE-4EE1-956A-A38D5B412E87}" srcOrd="0" destOrd="0" presId="urn:microsoft.com/office/officeart/2008/layout/LinedList"/>
    <dgm:cxn modelId="{48D2858F-F448-4D3C-AB23-CFCB2C5B7877}" type="presParOf" srcId="{D1C0BB94-5221-49D9-8742-DDB60C265C2A}" destId="{E07874EE-C6D7-46DD-BF80-98B61F158528}" srcOrd="1" destOrd="0" presId="urn:microsoft.com/office/officeart/2008/layout/LinedList"/>
    <dgm:cxn modelId="{3E4359E8-1C92-4279-B908-51F6521FD904}" type="presParOf" srcId="{8487E44E-CBB8-4E51-A775-772EC0150C22}" destId="{1523B094-3286-43FD-A5B4-49FD90E1DACB}" srcOrd="14" destOrd="0" presId="urn:microsoft.com/office/officeart/2008/layout/LinedList"/>
    <dgm:cxn modelId="{644202C7-DF52-4682-BAB6-CD0E6669BEF5}" type="presParOf" srcId="{8487E44E-CBB8-4E51-A775-772EC0150C22}" destId="{4039DFC8-986B-4BF6-A5B5-B91EEAFEB9F6}" srcOrd="15" destOrd="0" presId="urn:microsoft.com/office/officeart/2008/layout/LinedList"/>
    <dgm:cxn modelId="{6CE96288-41F9-4AFD-A58C-9F81B1555FDE}" type="presParOf" srcId="{4039DFC8-986B-4BF6-A5B5-B91EEAFEB9F6}" destId="{731E5513-E22D-467A-930A-BFB0A5469058}" srcOrd="0" destOrd="0" presId="urn:microsoft.com/office/officeart/2008/layout/LinedList"/>
    <dgm:cxn modelId="{6289E989-A8D3-4599-8B11-57D0A37274D2}" type="presParOf" srcId="{4039DFC8-986B-4BF6-A5B5-B91EEAFEB9F6}" destId="{7A6707D3-9957-45EA-9151-CBD427AFC681}" srcOrd="1" destOrd="0" presId="urn:microsoft.com/office/officeart/2008/layout/LinedList"/>
    <dgm:cxn modelId="{02D26C5E-2B1E-49DD-9E32-9D804DFD3847}" type="presParOf" srcId="{8487E44E-CBB8-4E51-A775-772EC0150C22}" destId="{F6205893-7F00-47C1-803A-01AFE672ABC0}" srcOrd="16" destOrd="0" presId="urn:microsoft.com/office/officeart/2008/layout/LinedList"/>
    <dgm:cxn modelId="{5FFFB7BB-4C3E-49BF-B652-03A01D90842B}" type="presParOf" srcId="{8487E44E-CBB8-4E51-A775-772EC0150C22}" destId="{0C582CAF-1769-46EB-82FF-41FCD006E30E}" srcOrd="17" destOrd="0" presId="urn:microsoft.com/office/officeart/2008/layout/LinedList"/>
    <dgm:cxn modelId="{977BEA47-5920-4FE2-A408-10F47CC02C9A}" type="presParOf" srcId="{0C582CAF-1769-46EB-82FF-41FCD006E30E}" destId="{3C1B6153-1C49-4C77-8A2C-907040B72559}" srcOrd="0" destOrd="0" presId="urn:microsoft.com/office/officeart/2008/layout/LinedList"/>
    <dgm:cxn modelId="{8AB597FE-AC71-4C18-99EB-544FD964697D}" type="presParOf" srcId="{0C582CAF-1769-46EB-82FF-41FCD006E30E}" destId="{10D39731-F09A-4143-A4C4-5C5511705CDC}" srcOrd="1" destOrd="0" presId="urn:microsoft.com/office/officeart/2008/layout/LinedList"/>
    <dgm:cxn modelId="{45F611BA-6D22-426D-9A12-761D4859FEED}" type="presParOf" srcId="{8487E44E-CBB8-4E51-A775-772EC0150C22}" destId="{34CA6476-972D-4C5A-A4F2-DBC0CB9F6A07}" srcOrd="18" destOrd="0" presId="urn:microsoft.com/office/officeart/2008/layout/LinedList"/>
    <dgm:cxn modelId="{4EFC51EF-B55A-475C-BD00-E71DA92164E6}" type="presParOf" srcId="{8487E44E-CBB8-4E51-A775-772EC0150C22}" destId="{7F427AB9-FCA2-48E2-9D87-43E2D32299AA}" srcOrd="19" destOrd="0" presId="urn:microsoft.com/office/officeart/2008/layout/LinedList"/>
    <dgm:cxn modelId="{B80604FE-28A9-4962-9280-BB819CD52FB6}" type="presParOf" srcId="{7F427AB9-FCA2-48E2-9D87-43E2D32299AA}" destId="{2FF99B04-AD57-4C8B-9AF1-6A7B7C775C53}" srcOrd="0" destOrd="0" presId="urn:microsoft.com/office/officeart/2008/layout/LinedList"/>
    <dgm:cxn modelId="{E9E2B71C-4F27-41C2-80F9-60F69C9D824F}" type="presParOf" srcId="{7F427AB9-FCA2-48E2-9D87-43E2D32299AA}" destId="{B39C4FCA-96D6-438A-AA7C-EB1CB723FE71}" srcOrd="1" destOrd="0" presId="urn:microsoft.com/office/officeart/2008/layout/LinedList"/>
    <dgm:cxn modelId="{9D0265E3-AFA0-4552-BDC9-B36095816BC1}" type="presParOf" srcId="{8487E44E-CBB8-4E51-A775-772EC0150C22}" destId="{261A8DED-87A3-4A60-846F-0EE1B5188C30}" srcOrd="20" destOrd="0" presId="urn:microsoft.com/office/officeart/2008/layout/LinedList"/>
    <dgm:cxn modelId="{CF601E6D-A632-49CA-96C9-439133ABCF73}" type="presParOf" srcId="{8487E44E-CBB8-4E51-A775-772EC0150C22}" destId="{F4D2C137-3DDD-41B0-9F07-A70AB746D642}" srcOrd="21" destOrd="0" presId="urn:microsoft.com/office/officeart/2008/layout/LinedList"/>
    <dgm:cxn modelId="{44928C5C-2165-4D3F-8906-46AFCFF961EF}" type="presParOf" srcId="{F4D2C137-3DDD-41B0-9F07-A70AB746D642}" destId="{C93CDA84-0937-48FC-BD1E-021849392B57}" srcOrd="0" destOrd="0" presId="urn:microsoft.com/office/officeart/2008/layout/LinedList"/>
    <dgm:cxn modelId="{EC460171-CBE5-40D8-8635-4E918B1546B1}" type="presParOf" srcId="{F4D2C137-3DDD-41B0-9F07-A70AB746D642}" destId="{93537260-F365-4268-99F5-6EED2BDEAE0D}"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35856F0-E378-4F73-985E-BF163F35E703}" type="doc">
      <dgm:prSet loTypeId="urn:microsoft.com/office/officeart/2005/8/layout/vProcess5" loCatId="process" qsTypeId="urn:microsoft.com/office/officeart/2005/8/quickstyle/simple5" qsCatId="simple" csTypeId="urn:microsoft.com/office/officeart/2005/8/colors/colorful2" csCatId="colorful" phldr="1"/>
      <dgm:spPr/>
      <dgm:t>
        <a:bodyPr/>
        <a:lstStyle/>
        <a:p>
          <a:endParaRPr lang="en-US"/>
        </a:p>
      </dgm:t>
    </dgm:pt>
    <dgm:pt modelId="{F92B7F37-EC8E-446D-8A14-926B417E53C0}">
      <dgm:prSet/>
      <dgm:spPr/>
      <dgm:t>
        <a:bodyPr/>
        <a:lstStyle/>
        <a:p>
          <a:r>
            <a:rPr lang="en-US"/>
            <a:t>We aim to create a Weather Monitoring Device which would measure various parameters such as : Temperature , Humidity , Pressure , Rain Fall , PM concentration , CO concentration etc. </a:t>
          </a:r>
        </a:p>
      </dgm:t>
    </dgm:pt>
    <dgm:pt modelId="{3506A187-2510-4C17-A176-77AEAA08FE40}" type="parTrans" cxnId="{1678903D-6693-46FD-A88C-CE3033C28F26}">
      <dgm:prSet/>
      <dgm:spPr/>
      <dgm:t>
        <a:bodyPr/>
        <a:lstStyle/>
        <a:p>
          <a:endParaRPr lang="en-US"/>
        </a:p>
      </dgm:t>
    </dgm:pt>
    <dgm:pt modelId="{231A44B3-85EE-46CA-9E30-691F587855E5}" type="sibTrans" cxnId="{1678903D-6693-46FD-A88C-CE3033C28F26}">
      <dgm:prSet/>
      <dgm:spPr/>
      <dgm:t>
        <a:bodyPr/>
        <a:lstStyle/>
        <a:p>
          <a:endParaRPr lang="en-US"/>
        </a:p>
      </dgm:t>
    </dgm:pt>
    <dgm:pt modelId="{45035F5B-E083-4741-9388-F68B242AB2EC}">
      <dgm:prSet/>
      <dgm:spPr/>
      <dgm:t>
        <a:bodyPr/>
        <a:lstStyle/>
        <a:p>
          <a:r>
            <a:rPr lang="en-US" dirty="0"/>
            <a:t>These data would then be sent to cloud using </a:t>
          </a:r>
          <a:r>
            <a:rPr lang="en-US" dirty="0" err="1" smtClean="0"/>
            <a:t>wifi</a:t>
          </a:r>
          <a:r>
            <a:rPr lang="en-US" dirty="0" smtClean="0"/>
            <a:t> </a:t>
          </a:r>
          <a:r>
            <a:rPr lang="en-US" dirty="0"/>
            <a:t>module where analysis will be conducted using </a:t>
          </a:r>
          <a:r>
            <a:rPr lang="en-US" dirty="0" err="1"/>
            <a:t>Matlab</a:t>
          </a:r>
          <a:r>
            <a:rPr lang="en-US" dirty="0"/>
            <a:t>. </a:t>
          </a:r>
        </a:p>
      </dgm:t>
    </dgm:pt>
    <dgm:pt modelId="{56049CEB-DB65-4412-8F5C-4FD87836E2C2}" type="parTrans" cxnId="{206673A3-2056-4C18-ACE6-557F039A95C1}">
      <dgm:prSet/>
      <dgm:spPr/>
      <dgm:t>
        <a:bodyPr/>
        <a:lstStyle/>
        <a:p>
          <a:endParaRPr lang="en-US"/>
        </a:p>
      </dgm:t>
    </dgm:pt>
    <dgm:pt modelId="{B4847104-8361-4868-96BB-0F5808FEDBF7}" type="sibTrans" cxnId="{206673A3-2056-4C18-ACE6-557F039A95C1}">
      <dgm:prSet/>
      <dgm:spPr/>
      <dgm:t>
        <a:bodyPr/>
        <a:lstStyle/>
        <a:p>
          <a:endParaRPr lang="en-US"/>
        </a:p>
      </dgm:t>
    </dgm:pt>
    <dgm:pt modelId="{0AB7F109-B64F-4F6A-BCA6-27E099E95ACA}">
      <dgm:prSet/>
      <dgm:spPr/>
      <dgm:t>
        <a:bodyPr/>
        <a:lstStyle/>
        <a:p>
          <a:r>
            <a:rPr lang="en-US"/>
            <a:t>Our web portal will be showing a graphical presentation of our collected data. </a:t>
          </a:r>
        </a:p>
      </dgm:t>
    </dgm:pt>
    <dgm:pt modelId="{BF78BF5E-1EB4-442E-861C-C80B0FD1D6C3}" type="parTrans" cxnId="{34678F36-5882-4ACB-AA7E-84048E8A838D}">
      <dgm:prSet/>
      <dgm:spPr/>
      <dgm:t>
        <a:bodyPr/>
        <a:lstStyle/>
        <a:p>
          <a:endParaRPr lang="en-US"/>
        </a:p>
      </dgm:t>
    </dgm:pt>
    <dgm:pt modelId="{4FEAA0BA-A898-486B-B6A8-2982538026F2}" type="sibTrans" cxnId="{34678F36-5882-4ACB-AA7E-84048E8A838D}">
      <dgm:prSet/>
      <dgm:spPr/>
      <dgm:t>
        <a:bodyPr/>
        <a:lstStyle/>
        <a:p>
          <a:endParaRPr lang="en-US"/>
        </a:p>
      </dgm:t>
    </dgm:pt>
    <dgm:pt modelId="{2DF3039C-BEFB-443E-9088-4EC0A78DD093}">
      <dgm:prSet/>
      <dgm:spPr/>
      <dgm:t>
        <a:bodyPr/>
        <a:lstStyle/>
        <a:p>
          <a:r>
            <a:rPr lang="en-US" dirty="0"/>
            <a:t>With the help of Machine Learning we aim to forecast the weather of coming days. Air quality for an area will also be displayed.</a:t>
          </a:r>
        </a:p>
      </dgm:t>
    </dgm:pt>
    <dgm:pt modelId="{23FBF6B0-33FD-4D5E-8A18-41566A458CF8}" type="parTrans" cxnId="{A1057443-81E6-4AEC-9748-2533EF5C0A5E}">
      <dgm:prSet/>
      <dgm:spPr/>
      <dgm:t>
        <a:bodyPr/>
        <a:lstStyle/>
        <a:p>
          <a:endParaRPr lang="en-US"/>
        </a:p>
      </dgm:t>
    </dgm:pt>
    <dgm:pt modelId="{F9C386E4-F437-4396-83C3-48837F5C5ACE}" type="sibTrans" cxnId="{A1057443-81E6-4AEC-9748-2533EF5C0A5E}">
      <dgm:prSet/>
      <dgm:spPr/>
      <dgm:t>
        <a:bodyPr/>
        <a:lstStyle/>
        <a:p>
          <a:endParaRPr lang="en-US"/>
        </a:p>
      </dgm:t>
    </dgm:pt>
    <dgm:pt modelId="{9103A24E-9200-4AEC-A7DE-0EDEE6650C0C}" type="pres">
      <dgm:prSet presAssocID="{135856F0-E378-4F73-985E-BF163F35E703}" presName="outerComposite" presStyleCnt="0">
        <dgm:presLayoutVars>
          <dgm:chMax val="5"/>
          <dgm:dir/>
          <dgm:resizeHandles val="exact"/>
        </dgm:presLayoutVars>
      </dgm:prSet>
      <dgm:spPr/>
      <dgm:t>
        <a:bodyPr/>
        <a:lstStyle/>
        <a:p>
          <a:endParaRPr lang="en-US"/>
        </a:p>
      </dgm:t>
    </dgm:pt>
    <dgm:pt modelId="{045CC251-A3F5-4BBB-9AAF-F9EB4CFF7804}" type="pres">
      <dgm:prSet presAssocID="{135856F0-E378-4F73-985E-BF163F35E703}" presName="dummyMaxCanvas" presStyleCnt="0">
        <dgm:presLayoutVars/>
      </dgm:prSet>
      <dgm:spPr/>
    </dgm:pt>
    <dgm:pt modelId="{B48C979B-629F-45A6-AE6B-AAC6C0E96A6A}" type="pres">
      <dgm:prSet presAssocID="{135856F0-E378-4F73-985E-BF163F35E703}" presName="FourNodes_1" presStyleLbl="node1" presStyleIdx="0" presStyleCnt="4">
        <dgm:presLayoutVars>
          <dgm:bulletEnabled val="1"/>
        </dgm:presLayoutVars>
      </dgm:prSet>
      <dgm:spPr/>
      <dgm:t>
        <a:bodyPr/>
        <a:lstStyle/>
        <a:p>
          <a:endParaRPr lang="en-US"/>
        </a:p>
      </dgm:t>
    </dgm:pt>
    <dgm:pt modelId="{32A1C3FD-1434-4776-A2D9-F98DA082A049}" type="pres">
      <dgm:prSet presAssocID="{135856F0-E378-4F73-985E-BF163F35E703}" presName="FourNodes_2" presStyleLbl="node1" presStyleIdx="1" presStyleCnt="4">
        <dgm:presLayoutVars>
          <dgm:bulletEnabled val="1"/>
        </dgm:presLayoutVars>
      </dgm:prSet>
      <dgm:spPr/>
      <dgm:t>
        <a:bodyPr/>
        <a:lstStyle/>
        <a:p>
          <a:endParaRPr lang="en-US"/>
        </a:p>
      </dgm:t>
    </dgm:pt>
    <dgm:pt modelId="{519DA308-2F51-4482-915B-1090EAEDECF2}" type="pres">
      <dgm:prSet presAssocID="{135856F0-E378-4F73-985E-BF163F35E703}" presName="FourNodes_3" presStyleLbl="node1" presStyleIdx="2" presStyleCnt="4">
        <dgm:presLayoutVars>
          <dgm:bulletEnabled val="1"/>
        </dgm:presLayoutVars>
      </dgm:prSet>
      <dgm:spPr/>
      <dgm:t>
        <a:bodyPr/>
        <a:lstStyle/>
        <a:p>
          <a:endParaRPr lang="en-US"/>
        </a:p>
      </dgm:t>
    </dgm:pt>
    <dgm:pt modelId="{87FF5892-B85A-418B-A919-6FB551E398F9}" type="pres">
      <dgm:prSet presAssocID="{135856F0-E378-4F73-985E-BF163F35E703}" presName="FourNodes_4" presStyleLbl="node1" presStyleIdx="3" presStyleCnt="4">
        <dgm:presLayoutVars>
          <dgm:bulletEnabled val="1"/>
        </dgm:presLayoutVars>
      </dgm:prSet>
      <dgm:spPr/>
      <dgm:t>
        <a:bodyPr/>
        <a:lstStyle/>
        <a:p>
          <a:endParaRPr lang="en-US"/>
        </a:p>
      </dgm:t>
    </dgm:pt>
    <dgm:pt modelId="{6FDCB8A6-2F75-457C-92B9-7908007743DE}" type="pres">
      <dgm:prSet presAssocID="{135856F0-E378-4F73-985E-BF163F35E703}" presName="FourConn_1-2" presStyleLbl="fgAccFollowNode1" presStyleIdx="0" presStyleCnt="3">
        <dgm:presLayoutVars>
          <dgm:bulletEnabled val="1"/>
        </dgm:presLayoutVars>
      </dgm:prSet>
      <dgm:spPr/>
      <dgm:t>
        <a:bodyPr/>
        <a:lstStyle/>
        <a:p>
          <a:endParaRPr lang="en-US"/>
        </a:p>
      </dgm:t>
    </dgm:pt>
    <dgm:pt modelId="{2C6C8AF6-704A-46AB-99C5-D4596F9C2F64}" type="pres">
      <dgm:prSet presAssocID="{135856F0-E378-4F73-985E-BF163F35E703}" presName="FourConn_2-3" presStyleLbl="fgAccFollowNode1" presStyleIdx="1" presStyleCnt="3">
        <dgm:presLayoutVars>
          <dgm:bulletEnabled val="1"/>
        </dgm:presLayoutVars>
      </dgm:prSet>
      <dgm:spPr/>
      <dgm:t>
        <a:bodyPr/>
        <a:lstStyle/>
        <a:p>
          <a:endParaRPr lang="en-US"/>
        </a:p>
      </dgm:t>
    </dgm:pt>
    <dgm:pt modelId="{26B7AB03-906E-440E-84FB-75FC5CAC6A25}" type="pres">
      <dgm:prSet presAssocID="{135856F0-E378-4F73-985E-BF163F35E703}" presName="FourConn_3-4" presStyleLbl="fgAccFollowNode1" presStyleIdx="2" presStyleCnt="3">
        <dgm:presLayoutVars>
          <dgm:bulletEnabled val="1"/>
        </dgm:presLayoutVars>
      </dgm:prSet>
      <dgm:spPr/>
      <dgm:t>
        <a:bodyPr/>
        <a:lstStyle/>
        <a:p>
          <a:endParaRPr lang="en-US"/>
        </a:p>
      </dgm:t>
    </dgm:pt>
    <dgm:pt modelId="{CB030D22-354E-4518-8CF3-82B7E8AB1991}" type="pres">
      <dgm:prSet presAssocID="{135856F0-E378-4F73-985E-BF163F35E703}" presName="FourNodes_1_text" presStyleLbl="node1" presStyleIdx="3" presStyleCnt="4">
        <dgm:presLayoutVars>
          <dgm:bulletEnabled val="1"/>
        </dgm:presLayoutVars>
      </dgm:prSet>
      <dgm:spPr/>
      <dgm:t>
        <a:bodyPr/>
        <a:lstStyle/>
        <a:p>
          <a:endParaRPr lang="en-US"/>
        </a:p>
      </dgm:t>
    </dgm:pt>
    <dgm:pt modelId="{F3CCDABF-6BFC-4D05-A5AC-0ACE2AF73CDC}" type="pres">
      <dgm:prSet presAssocID="{135856F0-E378-4F73-985E-BF163F35E703}" presName="FourNodes_2_text" presStyleLbl="node1" presStyleIdx="3" presStyleCnt="4">
        <dgm:presLayoutVars>
          <dgm:bulletEnabled val="1"/>
        </dgm:presLayoutVars>
      </dgm:prSet>
      <dgm:spPr/>
      <dgm:t>
        <a:bodyPr/>
        <a:lstStyle/>
        <a:p>
          <a:endParaRPr lang="en-US"/>
        </a:p>
      </dgm:t>
    </dgm:pt>
    <dgm:pt modelId="{12AC93A0-8734-431A-9450-48C9A3298CA4}" type="pres">
      <dgm:prSet presAssocID="{135856F0-E378-4F73-985E-BF163F35E703}" presName="FourNodes_3_text" presStyleLbl="node1" presStyleIdx="3" presStyleCnt="4">
        <dgm:presLayoutVars>
          <dgm:bulletEnabled val="1"/>
        </dgm:presLayoutVars>
      </dgm:prSet>
      <dgm:spPr/>
      <dgm:t>
        <a:bodyPr/>
        <a:lstStyle/>
        <a:p>
          <a:endParaRPr lang="en-US"/>
        </a:p>
      </dgm:t>
    </dgm:pt>
    <dgm:pt modelId="{87B2B8D0-3381-4499-A95D-952DEAF9F9D6}" type="pres">
      <dgm:prSet presAssocID="{135856F0-E378-4F73-985E-BF163F35E703}" presName="FourNodes_4_text" presStyleLbl="node1" presStyleIdx="3" presStyleCnt="4">
        <dgm:presLayoutVars>
          <dgm:bulletEnabled val="1"/>
        </dgm:presLayoutVars>
      </dgm:prSet>
      <dgm:spPr/>
      <dgm:t>
        <a:bodyPr/>
        <a:lstStyle/>
        <a:p>
          <a:endParaRPr lang="en-US"/>
        </a:p>
      </dgm:t>
    </dgm:pt>
  </dgm:ptLst>
  <dgm:cxnLst>
    <dgm:cxn modelId="{69BCB6F2-81B2-49C5-916A-A4DD846FF7FF}" type="presOf" srcId="{45035F5B-E083-4741-9388-F68B242AB2EC}" destId="{F3CCDABF-6BFC-4D05-A5AC-0ACE2AF73CDC}" srcOrd="1" destOrd="0" presId="urn:microsoft.com/office/officeart/2005/8/layout/vProcess5"/>
    <dgm:cxn modelId="{80864A2A-CA68-4B12-BE6A-08348C8717F2}" type="presOf" srcId="{231A44B3-85EE-46CA-9E30-691F587855E5}" destId="{6FDCB8A6-2F75-457C-92B9-7908007743DE}" srcOrd="0" destOrd="0" presId="urn:microsoft.com/office/officeart/2005/8/layout/vProcess5"/>
    <dgm:cxn modelId="{88322E84-460B-46ED-866C-5AF6A0E03E15}" type="presOf" srcId="{B4847104-8361-4868-96BB-0F5808FEDBF7}" destId="{2C6C8AF6-704A-46AB-99C5-D4596F9C2F64}" srcOrd="0" destOrd="0" presId="urn:microsoft.com/office/officeart/2005/8/layout/vProcess5"/>
    <dgm:cxn modelId="{9F46B2A2-973C-44C9-9B96-A32B3003EDEF}" type="presOf" srcId="{4FEAA0BA-A898-486B-B6A8-2982538026F2}" destId="{26B7AB03-906E-440E-84FB-75FC5CAC6A25}" srcOrd="0" destOrd="0" presId="urn:microsoft.com/office/officeart/2005/8/layout/vProcess5"/>
    <dgm:cxn modelId="{34678F36-5882-4ACB-AA7E-84048E8A838D}" srcId="{135856F0-E378-4F73-985E-BF163F35E703}" destId="{0AB7F109-B64F-4F6A-BCA6-27E099E95ACA}" srcOrd="2" destOrd="0" parTransId="{BF78BF5E-1EB4-442E-861C-C80B0FD1D6C3}" sibTransId="{4FEAA0BA-A898-486B-B6A8-2982538026F2}"/>
    <dgm:cxn modelId="{28E91C48-6BDD-4CC9-861A-8802C0B1B169}" type="presOf" srcId="{0AB7F109-B64F-4F6A-BCA6-27E099E95ACA}" destId="{519DA308-2F51-4482-915B-1090EAEDECF2}" srcOrd="0" destOrd="0" presId="urn:microsoft.com/office/officeart/2005/8/layout/vProcess5"/>
    <dgm:cxn modelId="{2EBE426F-4FC7-4AC9-B769-577BECAB74AF}" type="presOf" srcId="{45035F5B-E083-4741-9388-F68B242AB2EC}" destId="{32A1C3FD-1434-4776-A2D9-F98DA082A049}" srcOrd="0" destOrd="0" presId="urn:microsoft.com/office/officeart/2005/8/layout/vProcess5"/>
    <dgm:cxn modelId="{2FEAAE1F-BAF9-4334-B2FE-6593FED5B835}" type="presOf" srcId="{0AB7F109-B64F-4F6A-BCA6-27E099E95ACA}" destId="{12AC93A0-8734-431A-9450-48C9A3298CA4}" srcOrd="1" destOrd="0" presId="urn:microsoft.com/office/officeart/2005/8/layout/vProcess5"/>
    <dgm:cxn modelId="{A1057443-81E6-4AEC-9748-2533EF5C0A5E}" srcId="{135856F0-E378-4F73-985E-BF163F35E703}" destId="{2DF3039C-BEFB-443E-9088-4EC0A78DD093}" srcOrd="3" destOrd="0" parTransId="{23FBF6B0-33FD-4D5E-8A18-41566A458CF8}" sibTransId="{F9C386E4-F437-4396-83C3-48837F5C5ACE}"/>
    <dgm:cxn modelId="{597530F1-0AA3-440C-893E-E262CF960BB9}" type="presOf" srcId="{F92B7F37-EC8E-446D-8A14-926B417E53C0}" destId="{B48C979B-629F-45A6-AE6B-AAC6C0E96A6A}" srcOrd="0" destOrd="0" presId="urn:microsoft.com/office/officeart/2005/8/layout/vProcess5"/>
    <dgm:cxn modelId="{D86419A4-78CE-4F60-BA0A-FE8009827CE8}" type="presOf" srcId="{2DF3039C-BEFB-443E-9088-4EC0A78DD093}" destId="{87B2B8D0-3381-4499-A95D-952DEAF9F9D6}" srcOrd="1" destOrd="0" presId="urn:microsoft.com/office/officeart/2005/8/layout/vProcess5"/>
    <dgm:cxn modelId="{E6A86E02-213B-418A-92FA-672F40CC5650}" type="presOf" srcId="{2DF3039C-BEFB-443E-9088-4EC0A78DD093}" destId="{87FF5892-B85A-418B-A919-6FB551E398F9}" srcOrd="0" destOrd="0" presId="urn:microsoft.com/office/officeart/2005/8/layout/vProcess5"/>
    <dgm:cxn modelId="{7D4F5D57-A915-4D77-AE01-1B56FE8E455C}" type="presOf" srcId="{135856F0-E378-4F73-985E-BF163F35E703}" destId="{9103A24E-9200-4AEC-A7DE-0EDEE6650C0C}" srcOrd="0" destOrd="0" presId="urn:microsoft.com/office/officeart/2005/8/layout/vProcess5"/>
    <dgm:cxn modelId="{1678903D-6693-46FD-A88C-CE3033C28F26}" srcId="{135856F0-E378-4F73-985E-BF163F35E703}" destId="{F92B7F37-EC8E-446D-8A14-926B417E53C0}" srcOrd="0" destOrd="0" parTransId="{3506A187-2510-4C17-A176-77AEAA08FE40}" sibTransId="{231A44B3-85EE-46CA-9E30-691F587855E5}"/>
    <dgm:cxn modelId="{BDD11A4A-A005-48EE-8ADE-0A3947F73884}" type="presOf" srcId="{F92B7F37-EC8E-446D-8A14-926B417E53C0}" destId="{CB030D22-354E-4518-8CF3-82B7E8AB1991}" srcOrd="1" destOrd="0" presId="urn:microsoft.com/office/officeart/2005/8/layout/vProcess5"/>
    <dgm:cxn modelId="{206673A3-2056-4C18-ACE6-557F039A95C1}" srcId="{135856F0-E378-4F73-985E-BF163F35E703}" destId="{45035F5B-E083-4741-9388-F68B242AB2EC}" srcOrd="1" destOrd="0" parTransId="{56049CEB-DB65-4412-8F5C-4FD87836E2C2}" sibTransId="{B4847104-8361-4868-96BB-0F5808FEDBF7}"/>
    <dgm:cxn modelId="{855E4DAD-BE63-45BF-BFE5-D3554AD42993}" type="presParOf" srcId="{9103A24E-9200-4AEC-A7DE-0EDEE6650C0C}" destId="{045CC251-A3F5-4BBB-9AAF-F9EB4CFF7804}" srcOrd="0" destOrd="0" presId="urn:microsoft.com/office/officeart/2005/8/layout/vProcess5"/>
    <dgm:cxn modelId="{A2BE5F95-BCCD-44C4-AF22-7F2BF8F2C44E}" type="presParOf" srcId="{9103A24E-9200-4AEC-A7DE-0EDEE6650C0C}" destId="{B48C979B-629F-45A6-AE6B-AAC6C0E96A6A}" srcOrd="1" destOrd="0" presId="urn:microsoft.com/office/officeart/2005/8/layout/vProcess5"/>
    <dgm:cxn modelId="{0E95068A-4F8D-4EC5-BDC5-AAB8C4B7C0D3}" type="presParOf" srcId="{9103A24E-9200-4AEC-A7DE-0EDEE6650C0C}" destId="{32A1C3FD-1434-4776-A2D9-F98DA082A049}" srcOrd="2" destOrd="0" presId="urn:microsoft.com/office/officeart/2005/8/layout/vProcess5"/>
    <dgm:cxn modelId="{1CEB1857-8F03-4450-B2B9-62BD569E93E3}" type="presParOf" srcId="{9103A24E-9200-4AEC-A7DE-0EDEE6650C0C}" destId="{519DA308-2F51-4482-915B-1090EAEDECF2}" srcOrd="3" destOrd="0" presId="urn:microsoft.com/office/officeart/2005/8/layout/vProcess5"/>
    <dgm:cxn modelId="{D53DEE11-CFBA-49D7-9490-20C1BFACC7EA}" type="presParOf" srcId="{9103A24E-9200-4AEC-A7DE-0EDEE6650C0C}" destId="{87FF5892-B85A-418B-A919-6FB551E398F9}" srcOrd="4" destOrd="0" presId="urn:microsoft.com/office/officeart/2005/8/layout/vProcess5"/>
    <dgm:cxn modelId="{EC0C3AD8-ACDF-429E-99C6-17E214D69CBB}" type="presParOf" srcId="{9103A24E-9200-4AEC-A7DE-0EDEE6650C0C}" destId="{6FDCB8A6-2F75-457C-92B9-7908007743DE}" srcOrd="5" destOrd="0" presId="urn:microsoft.com/office/officeart/2005/8/layout/vProcess5"/>
    <dgm:cxn modelId="{F70BC373-0C60-455A-9BBF-2AC2A7ED3D6B}" type="presParOf" srcId="{9103A24E-9200-4AEC-A7DE-0EDEE6650C0C}" destId="{2C6C8AF6-704A-46AB-99C5-D4596F9C2F64}" srcOrd="6" destOrd="0" presId="urn:microsoft.com/office/officeart/2005/8/layout/vProcess5"/>
    <dgm:cxn modelId="{87EAD595-1361-4B40-8524-57249204B97F}" type="presParOf" srcId="{9103A24E-9200-4AEC-A7DE-0EDEE6650C0C}" destId="{26B7AB03-906E-440E-84FB-75FC5CAC6A25}" srcOrd="7" destOrd="0" presId="urn:microsoft.com/office/officeart/2005/8/layout/vProcess5"/>
    <dgm:cxn modelId="{83B2B6E5-1D93-4868-955E-46546BCCC92B}" type="presParOf" srcId="{9103A24E-9200-4AEC-A7DE-0EDEE6650C0C}" destId="{CB030D22-354E-4518-8CF3-82B7E8AB1991}" srcOrd="8" destOrd="0" presId="urn:microsoft.com/office/officeart/2005/8/layout/vProcess5"/>
    <dgm:cxn modelId="{8372A5A4-1D04-412A-BA07-9D9460C63D7A}" type="presParOf" srcId="{9103A24E-9200-4AEC-A7DE-0EDEE6650C0C}" destId="{F3CCDABF-6BFC-4D05-A5AC-0ACE2AF73CDC}" srcOrd="9" destOrd="0" presId="urn:microsoft.com/office/officeart/2005/8/layout/vProcess5"/>
    <dgm:cxn modelId="{2FC953CE-26F6-48DE-B61D-CE949F04A5CF}" type="presParOf" srcId="{9103A24E-9200-4AEC-A7DE-0EDEE6650C0C}" destId="{12AC93A0-8734-431A-9450-48C9A3298CA4}" srcOrd="10" destOrd="0" presId="urn:microsoft.com/office/officeart/2005/8/layout/vProcess5"/>
    <dgm:cxn modelId="{A3026BCF-168B-41BF-81E6-9D3678AC812A}" type="presParOf" srcId="{9103A24E-9200-4AEC-A7DE-0EDEE6650C0C}" destId="{87B2B8D0-3381-4499-A95D-952DEAF9F9D6}" srcOrd="1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BA029A8-A3C8-45DA-AB2A-09D89F5231DD}" type="doc">
      <dgm:prSet loTypeId="urn:microsoft.com/office/officeart/2016/7/layout/BasicLinearProcessNumbered" loCatId="process" qsTypeId="urn:microsoft.com/office/officeart/2005/8/quickstyle/simple4" qsCatId="simple" csTypeId="urn:microsoft.com/office/officeart/2005/8/colors/colorful2" csCatId="colorful" phldr="1"/>
      <dgm:spPr/>
      <dgm:t>
        <a:bodyPr/>
        <a:lstStyle/>
        <a:p>
          <a:endParaRPr lang="en-US"/>
        </a:p>
      </dgm:t>
    </dgm:pt>
    <dgm:pt modelId="{84BE5427-9DB8-4F9E-A6D9-1645F482D485}">
      <dgm:prSet/>
      <dgm:spPr/>
      <dgm:t>
        <a:bodyPr/>
        <a:lstStyle/>
        <a:p>
          <a:r>
            <a:rPr lang="en-US" dirty="0" smtClean="0"/>
            <a:t>1. Forecasting power output of photovoltaic systems based on weather classification and support vector machines, J Shi, WJ Lee, Y Liu, Y Yang IEEE Transactions on 2012</a:t>
          </a:r>
          <a:endParaRPr lang="en-US" dirty="0"/>
        </a:p>
      </dgm:t>
    </dgm:pt>
    <dgm:pt modelId="{084D9BF4-4B9F-4094-8B59-91149E171EEF}" type="parTrans" cxnId="{8B9B8B18-10FD-4B92-965F-5005CE010263}">
      <dgm:prSet/>
      <dgm:spPr/>
      <dgm:t>
        <a:bodyPr/>
        <a:lstStyle/>
        <a:p>
          <a:endParaRPr lang="en-US"/>
        </a:p>
      </dgm:t>
    </dgm:pt>
    <dgm:pt modelId="{EDB25910-5EF0-4C88-86B8-50E5970E7B08}" type="sibTrans" cxnId="{8B9B8B18-10FD-4B92-965F-5005CE010263}">
      <dgm:prSet phldrT="1" phldr="0"/>
      <dgm:spPr/>
      <dgm:t>
        <a:bodyPr/>
        <a:lstStyle/>
        <a:p>
          <a:r>
            <a:rPr lang="en-US"/>
            <a:t>1</a:t>
          </a:r>
        </a:p>
      </dgm:t>
    </dgm:pt>
    <dgm:pt modelId="{E04DA230-82E6-4FE7-8880-CBB112527D2C}">
      <dgm:prSet/>
      <dgm:spPr/>
      <dgm:t>
        <a:bodyPr/>
        <a:lstStyle/>
        <a:p>
          <a:r>
            <a:rPr lang="en-US" dirty="0"/>
            <a:t>2 . </a:t>
          </a:r>
          <a:r>
            <a:rPr lang="en-US" dirty="0" smtClean="0"/>
            <a:t>Predicting weather events using fuzzy rule based system, MSK Awan, MM </a:t>
          </a:r>
          <a:r>
            <a:rPr lang="en-US" dirty="0" err="1" smtClean="0"/>
            <a:t>Awais</a:t>
          </a:r>
          <a:r>
            <a:rPr lang="en-US" dirty="0" smtClean="0"/>
            <a:t> - Applied Soft Computing, 2015 - Elsevier</a:t>
          </a:r>
          <a:endParaRPr lang="en-US" dirty="0"/>
        </a:p>
      </dgm:t>
    </dgm:pt>
    <dgm:pt modelId="{318C17B2-DB7C-424A-8D5D-A31D4B0537AF}" type="parTrans" cxnId="{D9AA3D98-8380-4576-AB40-A0908EF258E2}">
      <dgm:prSet/>
      <dgm:spPr/>
      <dgm:t>
        <a:bodyPr/>
        <a:lstStyle/>
        <a:p>
          <a:endParaRPr lang="en-US"/>
        </a:p>
      </dgm:t>
    </dgm:pt>
    <dgm:pt modelId="{282CE9AB-6E5A-4076-8B5B-8A5027E0A7D3}" type="sibTrans" cxnId="{D9AA3D98-8380-4576-AB40-A0908EF258E2}">
      <dgm:prSet phldrT="2" phldr="0"/>
      <dgm:spPr/>
      <dgm:t>
        <a:bodyPr/>
        <a:lstStyle/>
        <a:p>
          <a:r>
            <a:rPr lang="en-US"/>
            <a:t>2</a:t>
          </a:r>
        </a:p>
      </dgm:t>
    </dgm:pt>
    <dgm:pt modelId="{EAFAB4F9-0697-424D-875C-5C68837187D1}">
      <dgm:prSet/>
      <dgm:spPr/>
      <dgm:t>
        <a:bodyPr/>
        <a:lstStyle/>
        <a:p>
          <a:pPr algn="just"/>
          <a:r>
            <a:rPr lang="en-US" dirty="0"/>
            <a:t>3</a:t>
          </a:r>
          <a:r>
            <a:rPr lang="en-US" dirty="0" smtClean="0"/>
            <a:t>. Diagnosis of “forecast analysis” differences of a weather prediction system S </a:t>
          </a:r>
          <a:r>
            <a:rPr lang="en-US" dirty="0" err="1" smtClean="0"/>
            <a:t>Dirren</a:t>
          </a:r>
          <a:r>
            <a:rPr lang="en-US" dirty="0" smtClean="0"/>
            <a:t>, M </a:t>
          </a:r>
          <a:r>
            <a:rPr lang="en-US" dirty="0" err="1" smtClean="0"/>
            <a:t>Didone</a:t>
          </a:r>
          <a:r>
            <a:rPr lang="en-US" dirty="0" smtClean="0"/>
            <a:t>, HC Davies - Geophysical research letters, 2016 - Wiley Online Library</a:t>
          </a:r>
          <a:endParaRPr lang="en-US" dirty="0"/>
        </a:p>
      </dgm:t>
    </dgm:pt>
    <dgm:pt modelId="{5B33A520-A031-40F0-9F3B-10A973E56C3A}" type="parTrans" cxnId="{F63AC8FD-FA99-45CB-8CC0-486932341386}">
      <dgm:prSet/>
      <dgm:spPr/>
      <dgm:t>
        <a:bodyPr/>
        <a:lstStyle/>
        <a:p>
          <a:endParaRPr lang="en-US"/>
        </a:p>
      </dgm:t>
    </dgm:pt>
    <dgm:pt modelId="{49626F11-58D1-4ED1-B629-CFBA88B80914}" type="sibTrans" cxnId="{F63AC8FD-FA99-45CB-8CC0-486932341386}">
      <dgm:prSet phldrT="3" phldr="0"/>
      <dgm:spPr/>
      <dgm:t>
        <a:bodyPr/>
        <a:lstStyle/>
        <a:p>
          <a:r>
            <a:rPr lang="en-US"/>
            <a:t>3</a:t>
          </a:r>
        </a:p>
      </dgm:t>
    </dgm:pt>
    <dgm:pt modelId="{C407C38D-0C46-41A0-B33F-DC17DB40C4ED}">
      <dgm:prSet/>
      <dgm:spPr/>
      <dgm:t>
        <a:bodyPr/>
        <a:lstStyle/>
        <a:p>
          <a:r>
            <a:rPr lang="en-US" dirty="0"/>
            <a:t>4</a:t>
          </a:r>
          <a:r>
            <a:rPr lang="en-US" dirty="0" smtClean="0"/>
            <a:t>. The Advanced Regional Prediction System (ARPS), storm-scale numerical weather prediction and data assimilation</a:t>
          </a:r>
        </a:p>
        <a:p>
          <a:r>
            <a:rPr lang="en-US" dirty="0" smtClean="0"/>
            <a:t>M </a:t>
          </a:r>
          <a:r>
            <a:rPr lang="en-US" dirty="0" err="1" smtClean="0"/>
            <a:t>Xue</a:t>
          </a:r>
          <a:r>
            <a:rPr lang="en-US" dirty="0" smtClean="0"/>
            <a:t>, D Wang, J Gao, K Brewster 2016 - Springer</a:t>
          </a:r>
          <a:endParaRPr lang="en-US" dirty="0"/>
        </a:p>
      </dgm:t>
    </dgm:pt>
    <dgm:pt modelId="{D715C0E6-62E7-4928-80AE-CFC9BCBA93D0}" type="parTrans" cxnId="{08964D1C-9E30-495D-BB0D-98E20F832E9C}">
      <dgm:prSet/>
      <dgm:spPr/>
      <dgm:t>
        <a:bodyPr/>
        <a:lstStyle/>
        <a:p>
          <a:endParaRPr lang="en-US"/>
        </a:p>
      </dgm:t>
    </dgm:pt>
    <dgm:pt modelId="{1E450764-D2EB-4DEA-8B84-27331B550676}" type="sibTrans" cxnId="{08964D1C-9E30-495D-BB0D-98E20F832E9C}">
      <dgm:prSet phldrT="4" phldr="0"/>
      <dgm:spPr/>
      <dgm:t>
        <a:bodyPr/>
        <a:lstStyle/>
        <a:p>
          <a:r>
            <a:rPr lang="en-US"/>
            <a:t>4</a:t>
          </a:r>
        </a:p>
      </dgm:t>
    </dgm:pt>
    <dgm:pt modelId="{64211847-744A-4E15-BEB9-EB10B1DA39D6}" type="pres">
      <dgm:prSet presAssocID="{FBA029A8-A3C8-45DA-AB2A-09D89F5231DD}" presName="Name0" presStyleCnt="0">
        <dgm:presLayoutVars>
          <dgm:animLvl val="lvl"/>
          <dgm:resizeHandles val="exact"/>
        </dgm:presLayoutVars>
      </dgm:prSet>
      <dgm:spPr/>
      <dgm:t>
        <a:bodyPr/>
        <a:lstStyle/>
        <a:p>
          <a:endParaRPr lang="en-US"/>
        </a:p>
      </dgm:t>
    </dgm:pt>
    <dgm:pt modelId="{7E10D14D-9F63-488B-9C9E-0A9DE49BB4F0}" type="pres">
      <dgm:prSet presAssocID="{84BE5427-9DB8-4F9E-A6D9-1645F482D485}" presName="compositeNode" presStyleCnt="0">
        <dgm:presLayoutVars>
          <dgm:bulletEnabled val="1"/>
        </dgm:presLayoutVars>
      </dgm:prSet>
      <dgm:spPr/>
    </dgm:pt>
    <dgm:pt modelId="{074EBBA4-2829-473B-9334-012954035D74}" type="pres">
      <dgm:prSet presAssocID="{84BE5427-9DB8-4F9E-A6D9-1645F482D485}" presName="bgRect" presStyleLbl="bgAccFollowNode1" presStyleIdx="0" presStyleCnt="4"/>
      <dgm:spPr/>
      <dgm:t>
        <a:bodyPr/>
        <a:lstStyle/>
        <a:p>
          <a:endParaRPr lang="en-US"/>
        </a:p>
      </dgm:t>
    </dgm:pt>
    <dgm:pt modelId="{5C3743F1-22EF-42F8-8CFD-ED6373892E4E}" type="pres">
      <dgm:prSet presAssocID="{EDB25910-5EF0-4C88-86B8-50E5970E7B08}" presName="sibTransNodeCircle" presStyleLbl="alignNode1" presStyleIdx="0" presStyleCnt="8">
        <dgm:presLayoutVars>
          <dgm:chMax val="0"/>
          <dgm:bulletEnabled/>
        </dgm:presLayoutVars>
      </dgm:prSet>
      <dgm:spPr/>
      <dgm:t>
        <a:bodyPr/>
        <a:lstStyle/>
        <a:p>
          <a:endParaRPr lang="en-US"/>
        </a:p>
      </dgm:t>
    </dgm:pt>
    <dgm:pt modelId="{871F95C6-3F4D-42A4-9146-85183FB55ACF}" type="pres">
      <dgm:prSet presAssocID="{84BE5427-9DB8-4F9E-A6D9-1645F482D485}" presName="bottomLine" presStyleLbl="alignNode1" presStyleIdx="1" presStyleCnt="8">
        <dgm:presLayoutVars/>
      </dgm:prSet>
      <dgm:spPr/>
    </dgm:pt>
    <dgm:pt modelId="{3134A3F6-38DE-442C-A5D2-401801A92244}" type="pres">
      <dgm:prSet presAssocID="{84BE5427-9DB8-4F9E-A6D9-1645F482D485}" presName="nodeText" presStyleLbl="bgAccFollowNode1" presStyleIdx="0" presStyleCnt="4">
        <dgm:presLayoutVars>
          <dgm:bulletEnabled val="1"/>
        </dgm:presLayoutVars>
      </dgm:prSet>
      <dgm:spPr/>
      <dgm:t>
        <a:bodyPr/>
        <a:lstStyle/>
        <a:p>
          <a:endParaRPr lang="en-US"/>
        </a:p>
      </dgm:t>
    </dgm:pt>
    <dgm:pt modelId="{E5F64C76-551E-4F31-BA1B-989706246299}" type="pres">
      <dgm:prSet presAssocID="{EDB25910-5EF0-4C88-86B8-50E5970E7B08}" presName="sibTrans" presStyleCnt="0"/>
      <dgm:spPr/>
    </dgm:pt>
    <dgm:pt modelId="{06C947DA-5C3B-4512-89EC-F23405CBB43F}" type="pres">
      <dgm:prSet presAssocID="{E04DA230-82E6-4FE7-8880-CBB112527D2C}" presName="compositeNode" presStyleCnt="0">
        <dgm:presLayoutVars>
          <dgm:bulletEnabled val="1"/>
        </dgm:presLayoutVars>
      </dgm:prSet>
      <dgm:spPr/>
    </dgm:pt>
    <dgm:pt modelId="{9F274CDF-71E2-4B3F-B1A2-C1E02B86027C}" type="pres">
      <dgm:prSet presAssocID="{E04DA230-82E6-4FE7-8880-CBB112527D2C}" presName="bgRect" presStyleLbl="bgAccFollowNode1" presStyleIdx="1" presStyleCnt="4"/>
      <dgm:spPr/>
      <dgm:t>
        <a:bodyPr/>
        <a:lstStyle/>
        <a:p>
          <a:endParaRPr lang="en-US"/>
        </a:p>
      </dgm:t>
    </dgm:pt>
    <dgm:pt modelId="{CD5563DD-F316-4E68-8A58-CB252F44D369}" type="pres">
      <dgm:prSet presAssocID="{282CE9AB-6E5A-4076-8B5B-8A5027E0A7D3}" presName="sibTransNodeCircle" presStyleLbl="alignNode1" presStyleIdx="2" presStyleCnt="8">
        <dgm:presLayoutVars>
          <dgm:chMax val="0"/>
          <dgm:bulletEnabled/>
        </dgm:presLayoutVars>
      </dgm:prSet>
      <dgm:spPr/>
      <dgm:t>
        <a:bodyPr/>
        <a:lstStyle/>
        <a:p>
          <a:endParaRPr lang="en-US"/>
        </a:p>
      </dgm:t>
    </dgm:pt>
    <dgm:pt modelId="{FC5344C2-F644-40FF-AD80-AC12A4E14080}" type="pres">
      <dgm:prSet presAssocID="{E04DA230-82E6-4FE7-8880-CBB112527D2C}" presName="bottomLine" presStyleLbl="alignNode1" presStyleIdx="3" presStyleCnt="8">
        <dgm:presLayoutVars/>
      </dgm:prSet>
      <dgm:spPr/>
    </dgm:pt>
    <dgm:pt modelId="{09BF3FD3-E8B7-4A6E-B6C3-E4CEC80347F3}" type="pres">
      <dgm:prSet presAssocID="{E04DA230-82E6-4FE7-8880-CBB112527D2C}" presName="nodeText" presStyleLbl="bgAccFollowNode1" presStyleIdx="1" presStyleCnt="4">
        <dgm:presLayoutVars>
          <dgm:bulletEnabled val="1"/>
        </dgm:presLayoutVars>
      </dgm:prSet>
      <dgm:spPr/>
      <dgm:t>
        <a:bodyPr/>
        <a:lstStyle/>
        <a:p>
          <a:endParaRPr lang="en-US"/>
        </a:p>
      </dgm:t>
    </dgm:pt>
    <dgm:pt modelId="{84BE6268-B93F-4211-A3FB-4231DDD4EAEE}" type="pres">
      <dgm:prSet presAssocID="{282CE9AB-6E5A-4076-8B5B-8A5027E0A7D3}" presName="sibTrans" presStyleCnt="0"/>
      <dgm:spPr/>
    </dgm:pt>
    <dgm:pt modelId="{AE7C7B48-4D30-422D-972F-D5C94E0666F6}" type="pres">
      <dgm:prSet presAssocID="{EAFAB4F9-0697-424D-875C-5C68837187D1}" presName="compositeNode" presStyleCnt="0">
        <dgm:presLayoutVars>
          <dgm:bulletEnabled val="1"/>
        </dgm:presLayoutVars>
      </dgm:prSet>
      <dgm:spPr/>
    </dgm:pt>
    <dgm:pt modelId="{CC8CA3CD-4E44-4B89-86D0-674477A07C0A}" type="pres">
      <dgm:prSet presAssocID="{EAFAB4F9-0697-424D-875C-5C68837187D1}" presName="bgRect" presStyleLbl="bgAccFollowNode1" presStyleIdx="2" presStyleCnt="4"/>
      <dgm:spPr/>
      <dgm:t>
        <a:bodyPr/>
        <a:lstStyle/>
        <a:p>
          <a:endParaRPr lang="en-US"/>
        </a:p>
      </dgm:t>
    </dgm:pt>
    <dgm:pt modelId="{101829E4-449C-48A2-B10B-A1F44AFFBA0F}" type="pres">
      <dgm:prSet presAssocID="{49626F11-58D1-4ED1-B629-CFBA88B80914}" presName="sibTransNodeCircle" presStyleLbl="alignNode1" presStyleIdx="4" presStyleCnt="8">
        <dgm:presLayoutVars>
          <dgm:chMax val="0"/>
          <dgm:bulletEnabled/>
        </dgm:presLayoutVars>
      </dgm:prSet>
      <dgm:spPr/>
      <dgm:t>
        <a:bodyPr/>
        <a:lstStyle/>
        <a:p>
          <a:endParaRPr lang="en-US"/>
        </a:p>
      </dgm:t>
    </dgm:pt>
    <dgm:pt modelId="{950E65A5-336F-4241-A6DF-4948E999E31D}" type="pres">
      <dgm:prSet presAssocID="{EAFAB4F9-0697-424D-875C-5C68837187D1}" presName="bottomLine" presStyleLbl="alignNode1" presStyleIdx="5" presStyleCnt="8">
        <dgm:presLayoutVars/>
      </dgm:prSet>
      <dgm:spPr/>
    </dgm:pt>
    <dgm:pt modelId="{40A17463-E786-4519-BDE3-16A23D98544A}" type="pres">
      <dgm:prSet presAssocID="{EAFAB4F9-0697-424D-875C-5C68837187D1}" presName="nodeText" presStyleLbl="bgAccFollowNode1" presStyleIdx="2" presStyleCnt="4">
        <dgm:presLayoutVars>
          <dgm:bulletEnabled val="1"/>
        </dgm:presLayoutVars>
      </dgm:prSet>
      <dgm:spPr/>
      <dgm:t>
        <a:bodyPr/>
        <a:lstStyle/>
        <a:p>
          <a:endParaRPr lang="en-US"/>
        </a:p>
      </dgm:t>
    </dgm:pt>
    <dgm:pt modelId="{8A8E938D-768D-41CE-A56C-9D58B221C22F}" type="pres">
      <dgm:prSet presAssocID="{49626F11-58D1-4ED1-B629-CFBA88B80914}" presName="sibTrans" presStyleCnt="0"/>
      <dgm:spPr/>
    </dgm:pt>
    <dgm:pt modelId="{49FB8E00-CCC7-424C-8A2E-2F983503A586}" type="pres">
      <dgm:prSet presAssocID="{C407C38D-0C46-41A0-B33F-DC17DB40C4ED}" presName="compositeNode" presStyleCnt="0">
        <dgm:presLayoutVars>
          <dgm:bulletEnabled val="1"/>
        </dgm:presLayoutVars>
      </dgm:prSet>
      <dgm:spPr/>
    </dgm:pt>
    <dgm:pt modelId="{1C680885-6EA0-4F83-9F50-0418BA8E74D6}" type="pres">
      <dgm:prSet presAssocID="{C407C38D-0C46-41A0-B33F-DC17DB40C4ED}" presName="bgRect" presStyleLbl="bgAccFollowNode1" presStyleIdx="3" presStyleCnt="4"/>
      <dgm:spPr/>
      <dgm:t>
        <a:bodyPr/>
        <a:lstStyle/>
        <a:p>
          <a:endParaRPr lang="en-US"/>
        </a:p>
      </dgm:t>
    </dgm:pt>
    <dgm:pt modelId="{4574FEFA-E5EB-4748-87B9-C9A41E410554}" type="pres">
      <dgm:prSet presAssocID="{1E450764-D2EB-4DEA-8B84-27331B550676}" presName="sibTransNodeCircle" presStyleLbl="alignNode1" presStyleIdx="6" presStyleCnt="8">
        <dgm:presLayoutVars>
          <dgm:chMax val="0"/>
          <dgm:bulletEnabled/>
        </dgm:presLayoutVars>
      </dgm:prSet>
      <dgm:spPr/>
      <dgm:t>
        <a:bodyPr/>
        <a:lstStyle/>
        <a:p>
          <a:endParaRPr lang="en-US"/>
        </a:p>
      </dgm:t>
    </dgm:pt>
    <dgm:pt modelId="{A47EBB2E-2DF1-4C08-81E8-7AA2DFADD5EA}" type="pres">
      <dgm:prSet presAssocID="{C407C38D-0C46-41A0-B33F-DC17DB40C4ED}" presName="bottomLine" presStyleLbl="alignNode1" presStyleIdx="7" presStyleCnt="8">
        <dgm:presLayoutVars/>
      </dgm:prSet>
      <dgm:spPr/>
    </dgm:pt>
    <dgm:pt modelId="{84CF4660-72A4-4C9B-A1AB-AEF1C7EA1DDC}" type="pres">
      <dgm:prSet presAssocID="{C407C38D-0C46-41A0-B33F-DC17DB40C4ED}" presName="nodeText" presStyleLbl="bgAccFollowNode1" presStyleIdx="3" presStyleCnt="4">
        <dgm:presLayoutVars>
          <dgm:bulletEnabled val="1"/>
        </dgm:presLayoutVars>
      </dgm:prSet>
      <dgm:spPr/>
      <dgm:t>
        <a:bodyPr/>
        <a:lstStyle/>
        <a:p>
          <a:endParaRPr lang="en-US"/>
        </a:p>
      </dgm:t>
    </dgm:pt>
  </dgm:ptLst>
  <dgm:cxnLst>
    <dgm:cxn modelId="{850643C3-A253-4DAB-91A6-BF6763CC9639}" type="presOf" srcId="{C407C38D-0C46-41A0-B33F-DC17DB40C4ED}" destId="{1C680885-6EA0-4F83-9F50-0418BA8E74D6}" srcOrd="0" destOrd="0" presId="urn:microsoft.com/office/officeart/2016/7/layout/BasicLinearProcessNumbered"/>
    <dgm:cxn modelId="{63523554-3D18-4C66-9D43-9650BA6BD9A1}" type="presOf" srcId="{84BE5427-9DB8-4F9E-A6D9-1645F482D485}" destId="{074EBBA4-2829-473B-9334-012954035D74}" srcOrd="0" destOrd="0" presId="urn:microsoft.com/office/officeart/2016/7/layout/BasicLinearProcessNumbered"/>
    <dgm:cxn modelId="{FCE778CB-1563-4023-A4E6-CCFEF1FDBE5F}" type="presOf" srcId="{282CE9AB-6E5A-4076-8B5B-8A5027E0A7D3}" destId="{CD5563DD-F316-4E68-8A58-CB252F44D369}" srcOrd="0" destOrd="0" presId="urn:microsoft.com/office/officeart/2016/7/layout/BasicLinearProcessNumbered"/>
    <dgm:cxn modelId="{9338652B-0E83-4BEA-937F-861B21D79899}" type="presOf" srcId="{FBA029A8-A3C8-45DA-AB2A-09D89F5231DD}" destId="{64211847-744A-4E15-BEB9-EB10B1DA39D6}" srcOrd="0" destOrd="0" presId="urn:microsoft.com/office/officeart/2016/7/layout/BasicLinearProcessNumbered"/>
    <dgm:cxn modelId="{39E8797C-47B5-489F-BCFE-185DE66E2EE8}" type="presOf" srcId="{E04DA230-82E6-4FE7-8880-CBB112527D2C}" destId="{09BF3FD3-E8B7-4A6E-B6C3-E4CEC80347F3}" srcOrd="1" destOrd="0" presId="urn:microsoft.com/office/officeart/2016/7/layout/BasicLinearProcessNumbered"/>
    <dgm:cxn modelId="{F0637715-A6CC-41B9-8BEF-5391DC24D3A0}" type="presOf" srcId="{EDB25910-5EF0-4C88-86B8-50E5970E7B08}" destId="{5C3743F1-22EF-42F8-8CFD-ED6373892E4E}" srcOrd="0" destOrd="0" presId="urn:microsoft.com/office/officeart/2016/7/layout/BasicLinearProcessNumbered"/>
    <dgm:cxn modelId="{90607014-6628-46CE-B0AF-0A11AB89AE94}" type="presOf" srcId="{E04DA230-82E6-4FE7-8880-CBB112527D2C}" destId="{9F274CDF-71E2-4B3F-B1A2-C1E02B86027C}" srcOrd="0" destOrd="0" presId="urn:microsoft.com/office/officeart/2016/7/layout/BasicLinearProcessNumbered"/>
    <dgm:cxn modelId="{F85B432E-29E6-4C2B-AF15-7F7800ABD01A}" type="presOf" srcId="{84BE5427-9DB8-4F9E-A6D9-1645F482D485}" destId="{3134A3F6-38DE-442C-A5D2-401801A92244}" srcOrd="1" destOrd="0" presId="urn:microsoft.com/office/officeart/2016/7/layout/BasicLinearProcessNumbered"/>
    <dgm:cxn modelId="{D9AA3D98-8380-4576-AB40-A0908EF258E2}" srcId="{FBA029A8-A3C8-45DA-AB2A-09D89F5231DD}" destId="{E04DA230-82E6-4FE7-8880-CBB112527D2C}" srcOrd="1" destOrd="0" parTransId="{318C17B2-DB7C-424A-8D5D-A31D4B0537AF}" sibTransId="{282CE9AB-6E5A-4076-8B5B-8A5027E0A7D3}"/>
    <dgm:cxn modelId="{08964D1C-9E30-495D-BB0D-98E20F832E9C}" srcId="{FBA029A8-A3C8-45DA-AB2A-09D89F5231DD}" destId="{C407C38D-0C46-41A0-B33F-DC17DB40C4ED}" srcOrd="3" destOrd="0" parTransId="{D715C0E6-62E7-4928-80AE-CFC9BCBA93D0}" sibTransId="{1E450764-D2EB-4DEA-8B84-27331B550676}"/>
    <dgm:cxn modelId="{846242FA-0FD6-46A6-8220-7C039006ED78}" type="presOf" srcId="{C407C38D-0C46-41A0-B33F-DC17DB40C4ED}" destId="{84CF4660-72A4-4C9B-A1AB-AEF1C7EA1DDC}" srcOrd="1" destOrd="0" presId="urn:microsoft.com/office/officeart/2016/7/layout/BasicLinearProcessNumbered"/>
    <dgm:cxn modelId="{45367328-BC82-4417-86BC-2A2F420EF313}" type="presOf" srcId="{EAFAB4F9-0697-424D-875C-5C68837187D1}" destId="{40A17463-E786-4519-BDE3-16A23D98544A}" srcOrd="1" destOrd="0" presId="urn:microsoft.com/office/officeart/2016/7/layout/BasicLinearProcessNumbered"/>
    <dgm:cxn modelId="{69B8C189-FDF2-44B8-A254-DDDFBAC14603}" type="presOf" srcId="{1E450764-D2EB-4DEA-8B84-27331B550676}" destId="{4574FEFA-E5EB-4748-87B9-C9A41E410554}" srcOrd="0" destOrd="0" presId="urn:microsoft.com/office/officeart/2016/7/layout/BasicLinearProcessNumbered"/>
    <dgm:cxn modelId="{F63AC8FD-FA99-45CB-8CC0-486932341386}" srcId="{FBA029A8-A3C8-45DA-AB2A-09D89F5231DD}" destId="{EAFAB4F9-0697-424D-875C-5C68837187D1}" srcOrd="2" destOrd="0" parTransId="{5B33A520-A031-40F0-9F3B-10A973E56C3A}" sibTransId="{49626F11-58D1-4ED1-B629-CFBA88B80914}"/>
    <dgm:cxn modelId="{8B9B8B18-10FD-4B92-965F-5005CE010263}" srcId="{FBA029A8-A3C8-45DA-AB2A-09D89F5231DD}" destId="{84BE5427-9DB8-4F9E-A6D9-1645F482D485}" srcOrd="0" destOrd="0" parTransId="{084D9BF4-4B9F-4094-8B59-91149E171EEF}" sibTransId="{EDB25910-5EF0-4C88-86B8-50E5970E7B08}"/>
    <dgm:cxn modelId="{4826CFE2-B357-4CAC-A8E6-1DD70A1AACA5}" type="presOf" srcId="{EAFAB4F9-0697-424D-875C-5C68837187D1}" destId="{CC8CA3CD-4E44-4B89-86D0-674477A07C0A}" srcOrd="0" destOrd="0" presId="urn:microsoft.com/office/officeart/2016/7/layout/BasicLinearProcessNumbered"/>
    <dgm:cxn modelId="{9634323E-EB31-4FF0-BC3D-207468BA06CB}" type="presOf" srcId="{49626F11-58D1-4ED1-B629-CFBA88B80914}" destId="{101829E4-449C-48A2-B10B-A1F44AFFBA0F}" srcOrd="0" destOrd="0" presId="urn:microsoft.com/office/officeart/2016/7/layout/BasicLinearProcessNumbered"/>
    <dgm:cxn modelId="{AC383497-85E2-4FD9-8FA6-24ADB6D56888}" type="presParOf" srcId="{64211847-744A-4E15-BEB9-EB10B1DA39D6}" destId="{7E10D14D-9F63-488B-9C9E-0A9DE49BB4F0}" srcOrd="0" destOrd="0" presId="urn:microsoft.com/office/officeart/2016/7/layout/BasicLinearProcessNumbered"/>
    <dgm:cxn modelId="{05368B6F-FCF3-401E-B587-836301649602}" type="presParOf" srcId="{7E10D14D-9F63-488B-9C9E-0A9DE49BB4F0}" destId="{074EBBA4-2829-473B-9334-012954035D74}" srcOrd="0" destOrd="0" presId="urn:microsoft.com/office/officeart/2016/7/layout/BasicLinearProcessNumbered"/>
    <dgm:cxn modelId="{D173322A-BAE4-47C6-9D6E-42BC6BC684B7}" type="presParOf" srcId="{7E10D14D-9F63-488B-9C9E-0A9DE49BB4F0}" destId="{5C3743F1-22EF-42F8-8CFD-ED6373892E4E}" srcOrd="1" destOrd="0" presId="urn:microsoft.com/office/officeart/2016/7/layout/BasicLinearProcessNumbered"/>
    <dgm:cxn modelId="{09CDE4FD-D663-43D6-942C-66025EFCE1D9}" type="presParOf" srcId="{7E10D14D-9F63-488B-9C9E-0A9DE49BB4F0}" destId="{871F95C6-3F4D-42A4-9146-85183FB55ACF}" srcOrd="2" destOrd="0" presId="urn:microsoft.com/office/officeart/2016/7/layout/BasicLinearProcessNumbered"/>
    <dgm:cxn modelId="{6E28D5B5-2EF7-4EF1-9413-8F93B154E5EB}" type="presParOf" srcId="{7E10D14D-9F63-488B-9C9E-0A9DE49BB4F0}" destId="{3134A3F6-38DE-442C-A5D2-401801A92244}" srcOrd="3" destOrd="0" presId="urn:microsoft.com/office/officeart/2016/7/layout/BasicLinearProcessNumbered"/>
    <dgm:cxn modelId="{CFCEB2ED-A4A4-428B-864A-42F3ADF5658B}" type="presParOf" srcId="{64211847-744A-4E15-BEB9-EB10B1DA39D6}" destId="{E5F64C76-551E-4F31-BA1B-989706246299}" srcOrd="1" destOrd="0" presId="urn:microsoft.com/office/officeart/2016/7/layout/BasicLinearProcessNumbered"/>
    <dgm:cxn modelId="{9C6CB043-A776-487D-AC4B-151B16C5C65E}" type="presParOf" srcId="{64211847-744A-4E15-BEB9-EB10B1DA39D6}" destId="{06C947DA-5C3B-4512-89EC-F23405CBB43F}" srcOrd="2" destOrd="0" presId="urn:microsoft.com/office/officeart/2016/7/layout/BasicLinearProcessNumbered"/>
    <dgm:cxn modelId="{750379AC-FD5B-490E-8710-DB867DB5A000}" type="presParOf" srcId="{06C947DA-5C3B-4512-89EC-F23405CBB43F}" destId="{9F274CDF-71E2-4B3F-B1A2-C1E02B86027C}" srcOrd="0" destOrd="0" presId="urn:microsoft.com/office/officeart/2016/7/layout/BasicLinearProcessNumbered"/>
    <dgm:cxn modelId="{39C31D93-5275-4162-B267-DE97694CB7A0}" type="presParOf" srcId="{06C947DA-5C3B-4512-89EC-F23405CBB43F}" destId="{CD5563DD-F316-4E68-8A58-CB252F44D369}" srcOrd="1" destOrd="0" presId="urn:microsoft.com/office/officeart/2016/7/layout/BasicLinearProcessNumbered"/>
    <dgm:cxn modelId="{1F2725A4-52CC-4960-A203-F3D008981F6B}" type="presParOf" srcId="{06C947DA-5C3B-4512-89EC-F23405CBB43F}" destId="{FC5344C2-F644-40FF-AD80-AC12A4E14080}" srcOrd="2" destOrd="0" presId="urn:microsoft.com/office/officeart/2016/7/layout/BasicLinearProcessNumbered"/>
    <dgm:cxn modelId="{E2098CBE-163E-46A8-8F46-641555393726}" type="presParOf" srcId="{06C947DA-5C3B-4512-89EC-F23405CBB43F}" destId="{09BF3FD3-E8B7-4A6E-B6C3-E4CEC80347F3}" srcOrd="3" destOrd="0" presId="urn:microsoft.com/office/officeart/2016/7/layout/BasicLinearProcessNumbered"/>
    <dgm:cxn modelId="{538233A3-1015-46CD-8A39-046A30853992}" type="presParOf" srcId="{64211847-744A-4E15-BEB9-EB10B1DA39D6}" destId="{84BE6268-B93F-4211-A3FB-4231DDD4EAEE}" srcOrd="3" destOrd="0" presId="urn:microsoft.com/office/officeart/2016/7/layout/BasicLinearProcessNumbered"/>
    <dgm:cxn modelId="{76AD75AE-66AB-4F83-8AB5-742E7653274E}" type="presParOf" srcId="{64211847-744A-4E15-BEB9-EB10B1DA39D6}" destId="{AE7C7B48-4D30-422D-972F-D5C94E0666F6}" srcOrd="4" destOrd="0" presId="urn:microsoft.com/office/officeart/2016/7/layout/BasicLinearProcessNumbered"/>
    <dgm:cxn modelId="{D971F470-F2F9-4CC8-9AFA-F4978FCF02B9}" type="presParOf" srcId="{AE7C7B48-4D30-422D-972F-D5C94E0666F6}" destId="{CC8CA3CD-4E44-4B89-86D0-674477A07C0A}" srcOrd="0" destOrd="0" presId="urn:microsoft.com/office/officeart/2016/7/layout/BasicLinearProcessNumbered"/>
    <dgm:cxn modelId="{5770B44C-2932-4D4F-BCD2-590E18BFD333}" type="presParOf" srcId="{AE7C7B48-4D30-422D-972F-D5C94E0666F6}" destId="{101829E4-449C-48A2-B10B-A1F44AFFBA0F}" srcOrd="1" destOrd="0" presId="urn:microsoft.com/office/officeart/2016/7/layout/BasicLinearProcessNumbered"/>
    <dgm:cxn modelId="{F79A0C3C-AC90-412E-9C19-734688699258}" type="presParOf" srcId="{AE7C7B48-4D30-422D-972F-D5C94E0666F6}" destId="{950E65A5-336F-4241-A6DF-4948E999E31D}" srcOrd="2" destOrd="0" presId="urn:microsoft.com/office/officeart/2016/7/layout/BasicLinearProcessNumbered"/>
    <dgm:cxn modelId="{77F7E2DB-0D22-4077-811D-551B97A6A086}" type="presParOf" srcId="{AE7C7B48-4D30-422D-972F-D5C94E0666F6}" destId="{40A17463-E786-4519-BDE3-16A23D98544A}" srcOrd="3" destOrd="0" presId="urn:microsoft.com/office/officeart/2016/7/layout/BasicLinearProcessNumbered"/>
    <dgm:cxn modelId="{0D14209D-FBDF-4066-AB9C-D90AFE82CFAE}" type="presParOf" srcId="{64211847-744A-4E15-BEB9-EB10B1DA39D6}" destId="{8A8E938D-768D-41CE-A56C-9D58B221C22F}" srcOrd="5" destOrd="0" presId="urn:microsoft.com/office/officeart/2016/7/layout/BasicLinearProcessNumbered"/>
    <dgm:cxn modelId="{A7633799-BBBC-4E2B-98DA-F5B27A3A6730}" type="presParOf" srcId="{64211847-744A-4E15-BEB9-EB10B1DA39D6}" destId="{49FB8E00-CCC7-424C-8A2E-2F983503A586}" srcOrd="6" destOrd="0" presId="urn:microsoft.com/office/officeart/2016/7/layout/BasicLinearProcessNumbered"/>
    <dgm:cxn modelId="{A8C1E534-67B8-4971-96C7-77E086F8FA06}" type="presParOf" srcId="{49FB8E00-CCC7-424C-8A2E-2F983503A586}" destId="{1C680885-6EA0-4F83-9F50-0418BA8E74D6}" srcOrd="0" destOrd="0" presId="urn:microsoft.com/office/officeart/2016/7/layout/BasicLinearProcessNumbered"/>
    <dgm:cxn modelId="{9E7A04B9-40F7-4628-9F8D-30355640D26C}" type="presParOf" srcId="{49FB8E00-CCC7-424C-8A2E-2F983503A586}" destId="{4574FEFA-E5EB-4748-87B9-C9A41E410554}" srcOrd="1" destOrd="0" presId="urn:microsoft.com/office/officeart/2016/7/layout/BasicLinearProcessNumbered"/>
    <dgm:cxn modelId="{DFDDA41A-D6F1-4313-808C-E71E816FA6F9}" type="presParOf" srcId="{49FB8E00-CCC7-424C-8A2E-2F983503A586}" destId="{A47EBB2E-2DF1-4C08-81E8-7AA2DFADD5EA}" srcOrd="2" destOrd="0" presId="urn:microsoft.com/office/officeart/2016/7/layout/BasicLinearProcessNumbered"/>
    <dgm:cxn modelId="{9695F6B9-38B7-42C4-B65B-1CF76EACCC55}" type="presParOf" srcId="{49FB8E00-CCC7-424C-8A2E-2F983503A586}" destId="{84CF4660-72A4-4C9B-A1AB-AEF1C7EA1DDC}" srcOrd="3" destOrd="0" presId="urn:microsoft.com/office/officeart/2016/7/layout/BasicLinear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07FFA57-F71E-4D9A-8ADF-C435205D739E}" type="doc">
      <dgm:prSet loTypeId="urn:microsoft.com/office/officeart/2005/8/layout/cycle8" loCatId="cycle" qsTypeId="urn:microsoft.com/office/officeart/2005/8/quickstyle/simple5" qsCatId="simple" csTypeId="urn:microsoft.com/office/officeart/2005/8/colors/colorful2" csCatId="colorful" phldr="1"/>
      <dgm:spPr/>
      <dgm:t>
        <a:bodyPr/>
        <a:lstStyle/>
        <a:p>
          <a:endParaRPr lang="en-US"/>
        </a:p>
      </dgm:t>
    </dgm:pt>
    <dgm:pt modelId="{AE1A7CDA-E71D-4DAA-81A2-B12055BABDEB}">
      <dgm:prSet/>
      <dgm:spPr/>
      <dgm:t>
        <a:bodyPr/>
        <a:lstStyle/>
        <a:p>
          <a:r>
            <a:rPr lang="en-US" b="0" i="0" dirty="0"/>
            <a:t>Integration of Sensors</a:t>
          </a:r>
          <a:endParaRPr lang="en-US" dirty="0"/>
        </a:p>
      </dgm:t>
    </dgm:pt>
    <dgm:pt modelId="{53F06771-D208-43B6-B9F0-18BFB0B2DE26}" type="parTrans" cxnId="{B95D484E-4033-4877-AD73-44D40AFA04C5}">
      <dgm:prSet/>
      <dgm:spPr/>
      <dgm:t>
        <a:bodyPr/>
        <a:lstStyle/>
        <a:p>
          <a:endParaRPr lang="en-US"/>
        </a:p>
      </dgm:t>
    </dgm:pt>
    <dgm:pt modelId="{032D950E-43EF-44D5-ACFD-E862F04AFCCD}" type="sibTrans" cxnId="{B95D484E-4033-4877-AD73-44D40AFA04C5}">
      <dgm:prSet/>
      <dgm:spPr/>
      <dgm:t>
        <a:bodyPr/>
        <a:lstStyle/>
        <a:p>
          <a:endParaRPr lang="en-US"/>
        </a:p>
      </dgm:t>
    </dgm:pt>
    <dgm:pt modelId="{C3E88011-9C46-4096-9251-4854D2C56F4D}">
      <dgm:prSet/>
      <dgm:spPr/>
      <dgm:t>
        <a:bodyPr/>
        <a:lstStyle/>
        <a:p>
          <a:r>
            <a:rPr lang="en-US" b="0" i="0" dirty="0"/>
            <a:t>Web portal design</a:t>
          </a:r>
          <a:endParaRPr lang="en-US" dirty="0"/>
        </a:p>
      </dgm:t>
    </dgm:pt>
    <dgm:pt modelId="{62BDA5C8-7C43-4664-8055-4E447494A845}" type="parTrans" cxnId="{DAE10C1B-C51A-456D-8F9A-016742F7E8BF}">
      <dgm:prSet/>
      <dgm:spPr/>
      <dgm:t>
        <a:bodyPr/>
        <a:lstStyle/>
        <a:p>
          <a:endParaRPr lang="en-US"/>
        </a:p>
      </dgm:t>
    </dgm:pt>
    <dgm:pt modelId="{651D6590-A36C-4059-8683-4BED524BB6B3}" type="sibTrans" cxnId="{DAE10C1B-C51A-456D-8F9A-016742F7E8BF}">
      <dgm:prSet/>
      <dgm:spPr/>
      <dgm:t>
        <a:bodyPr/>
        <a:lstStyle/>
        <a:p>
          <a:endParaRPr lang="en-US"/>
        </a:p>
      </dgm:t>
    </dgm:pt>
    <dgm:pt modelId="{A5CFCBC7-7855-4B56-98BD-376764ABD1D4}">
      <dgm:prSet/>
      <dgm:spPr/>
      <dgm:t>
        <a:bodyPr/>
        <a:lstStyle/>
        <a:p>
          <a:r>
            <a:rPr lang="en-US" b="0" i="0" dirty="0"/>
            <a:t>Connection of IoT device to cloud</a:t>
          </a:r>
          <a:endParaRPr lang="en-US" dirty="0"/>
        </a:p>
      </dgm:t>
    </dgm:pt>
    <dgm:pt modelId="{EAD42899-D424-4F07-863D-F96891311142}" type="parTrans" cxnId="{9DD3BCFD-9D3B-4493-AD29-29883B096ADA}">
      <dgm:prSet/>
      <dgm:spPr/>
      <dgm:t>
        <a:bodyPr/>
        <a:lstStyle/>
        <a:p>
          <a:endParaRPr lang="en-US"/>
        </a:p>
      </dgm:t>
    </dgm:pt>
    <dgm:pt modelId="{379D9092-E952-4BE4-8E72-44CEA1A5C5ED}" type="sibTrans" cxnId="{9DD3BCFD-9D3B-4493-AD29-29883B096ADA}">
      <dgm:prSet/>
      <dgm:spPr/>
      <dgm:t>
        <a:bodyPr/>
        <a:lstStyle/>
        <a:p>
          <a:endParaRPr lang="en-US"/>
        </a:p>
      </dgm:t>
    </dgm:pt>
    <dgm:pt modelId="{BBBE1DD4-39A2-4552-BA80-94464FFD27C0}">
      <dgm:prSet/>
      <dgm:spPr/>
      <dgm:t>
        <a:bodyPr/>
        <a:lstStyle/>
        <a:p>
          <a:r>
            <a:rPr lang="en-US" b="0" i="0" dirty="0"/>
            <a:t>Generation and Collection of data</a:t>
          </a:r>
          <a:endParaRPr lang="en-US" dirty="0"/>
        </a:p>
      </dgm:t>
    </dgm:pt>
    <dgm:pt modelId="{5C1F11DF-5388-4A02-9600-0ABA5263C67B}" type="parTrans" cxnId="{ACC299B6-59F2-4F16-9E16-2BF51D131144}">
      <dgm:prSet/>
      <dgm:spPr/>
      <dgm:t>
        <a:bodyPr/>
        <a:lstStyle/>
        <a:p>
          <a:endParaRPr lang="en-US"/>
        </a:p>
      </dgm:t>
    </dgm:pt>
    <dgm:pt modelId="{0884C1D4-C4F6-4140-98E4-A9A0190659CE}" type="sibTrans" cxnId="{ACC299B6-59F2-4F16-9E16-2BF51D131144}">
      <dgm:prSet/>
      <dgm:spPr/>
      <dgm:t>
        <a:bodyPr/>
        <a:lstStyle/>
        <a:p>
          <a:endParaRPr lang="en-US"/>
        </a:p>
      </dgm:t>
    </dgm:pt>
    <dgm:pt modelId="{E1BB5AE9-F9FA-4378-B589-CFBF2191CCA0}">
      <dgm:prSet/>
      <dgm:spPr/>
      <dgm:t>
        <a:bodyPr/>
        <a:lstStyle/>
        <a:p>
          <a:r>
            <a:rPr lang="en-US" b="0" i="0" dirty="0"/>
            <a:t>Integration of IoT device to Web portal</a:t>
          </a:r>
          <a:endParaRPr lang="en-US" dirty="0"/>
        </a:p>
      </dgm:t>
    </dgm:pt>
    <dgm:pt modelId="{1AB47A19-5D0F-4619-8C4A-7D9132C3148A}" type="parTrans" cxnId="{04D13177-2713-41EF-9176-CC7A21C58DCA}">
      <dgm:prSet/>
      <dgm:spPr/>
      <dgm:t>
        <a:bodyPr/>
        <a:lstStyle/>
        <a:p>
          <a:endParaRPr lang="en-US"/>
        </a:p>
      </dgm:t>
    </dgm:pt>
    <dgm:pt modelId="{EA7982F4-D722-467B-A44F-BC62E9D8400C}" type="sibTrans" cxnId="{04D13177-2713-41EF-9176-CC7A21C58DCA}">
      <dgm:prSet/>
      <dgm:spPr/>
      <dgm:t>
        <a:bodyPr/>
        <a:lstStyle/>
        <a:p>
          <a:endParaRPr lang="en-US"/>
        </a:p>
      </dgm:t>
    </dgm:pt>
    <dgm:pt modelId="{9B776EEC-17A9-44E4-B9BB-45BBB380F5B5}">
      <dgm:prSet/>
      <dgm:spPr/>
      <dgm:t>
        <a:bodyPr/>
        <a:lstStyle/>
        <a:p>
          <a:r>
            <a:rPr lang="en-US" dirty="0"/>
            <a:t>Forecasting of Temperature</a:t>
          </a:r>
        </a:p>
      </dgm:t>
    </dgm:pt>
    <dgm:pt modelId="{52201105-0DA1-4C86-99CB-4B79F44E4636}" type="parTrans" cxnId="{1FDDF54D-A289-4067-9484-4E70A23D6B37}">
      <dgm:prSet/>
      <dgm:spPr/>
      <dgm:t>
        <a:bodyPr/>
        <a:lstStyle/>
        <a:p>
          <a:endParaRPr lang="en-US"/>
        </a:p>
      </dgm:t>
    </dgm:pt>
    <dgm:pt modelId="{261F6AA3-DCE4-48AC-A256-1F2BF3C695F1}" type="sibTrans" cxnId="{1FDDF54D-A289-4067-9484-4E70A23D6B37}">
      <dgm:prSet/>
      <dgm:spPr/>
      <dgm:t>
        <a:bodyPr/>
        <a:lstStyle/>
        <a:p>
          <a:endParaRPr lang="en-US"/>
        </a:p>
      </dgm:t>
    </dgm:pt>
    <dgm:pt modelId="{49311A5D-C2C8-4989-B758-DE1733D635CA}" type="pres">
      <dgm:prSet presAssocID="{D07FFA57-F71E-4D9A-8ADF-C435205D739E}" presName="compositeShape" presStyleCnt="0">
        <dgm:presLayoutVars>
          <dgm:chMax val="7"/>
          <dgm:dir/>
          <dgm:resizeHandles val="exact"/>
        </dgm:presLayoutVars>
      </dgm:prSet>
      <dgm:spPr/>
      <dgm:t>
        <a:bodyPr/>
        <a:lstStyle/>
        <a:p>
          <a:endParaRPr lang="en-US"/>
        </a:p>
      </dgm:t>
    </dgm:pt>
    <dgm:pt modelId="{34C06409-1C3A-4796-98FE-20AE9E60ABE5}" type="pres">
      <dgm:prSet presAssocID="{D07FFA57-F71E-4D9A-8ADF-C435205D739E}" presName="wedge1" presStyleLbl="node1" presStyleIdx="0" presStyleCnt="6"/>
      <dgm:spPr/>
      <dgm:t>
        <a:bodyPr/>
        <a:lstStyle/>
        <a:p>
          <a:endParaRPr lang="en-US"/>
        </a:p>
      </dgm:t>
    </dgm:pt>
    <dgm:pt modelId="{CA217F3B-064E-41DB-B300-A821C49D4329}" type="pres">
      <dgm:prSet presAssocID="{D07FFA57-F71E-4D9A-8ADF-C435205D739E}" presName="dummy1a" presStyleCnt="0"/>
      <dgm:spPr/>
    </dgm:pt>
    <dgm:pt modelId="{629B1304-112B-47C3-8835-C47DDF12BD47}" type="pres">
      <dgm:prSet presAssocID="{D07FFA57-F71E-4D9A-8ADF-C435205D739E}" presName="dummy1b" presStyleCnt="0"/>
      <dgm:spPr/>
    </dgm:pt>
    <dgm:pt modelId="{41BD7A65-E99F-407C-831D-41718298CC69}" type="pres">
      <dgm:prSet presAssocID="{D07FFA57-F71E-4D9A-8ADF-C435205D739E}" presName="wedge1Tx" presStyleLbl="node1" presStyleIdx="0" presStyleCnt="6">
        <dgm:presLayoutVars>
          <dgm:chMax val="0"/>
          <dgm:chPref val="0"/>
          <dgm:bulletEnabled val="1"/>
        </dgm:presLayoutVars>
      </dgm:prSet>
      <dgm:spPr/>
      <dgm:t>
        <a:bodyPr/>
        <a:lstStyle/>
        <a:p>
          <a:endParaRPr lang="en-US"/>
        </a:p>
      </dgm:t>
    </dgm:pt>
    <dgm:pt modelId="{A3781957-4FF8-4D11-B8F4-D3E8F85554E7}" type="pres">
      <dgm:prSet presAssocID="{D07FFA57-F71E-4D9A-8ADF-C435205D739E}" presName="wedge2" presStyleLbl="node1" presStyleIdx="1" presStyleCnt="6"/>
      <dgm:spPr/>
      <dgm:t>
        <a:bodyPr/>
        <a:lstStyle/>
        <a:p>
          <a:endParaRPr lang="en-US"/>
        </a:p>
      </dgm:t>
    </dgm:pt>
    <dgm:pt modelId="{217318FA-795E-4C92-8464-99367F5E6B72}" type="pres">
      <dgm:prSet presAssocID="{D07FFA57-F71E-4D9A-8ADF-C435205D739E}" presName="dummy2a" presStyleCnt="0"/>
      <dgm:spPr/>
    </dgm:pt>
    <dgm:pt modelId="{BFEB1D5E-DF11-4C28-B7D5-FFE2E889793D}" type="pres">
      <dgm:prSet presAssocID="{D07FFA57-F71E-4D9A-8ADF-C435205D739E}" presName="dummy2b" presStyleCnt="0"/>
      <dgm:spPr/>
    </dgm:pt>
    <dgm:pt modelId="{54D51315-D813-40E3-A04A-CA8E4E0B60AE}" type="pres">
      <dgm:prSet presAssocID="{D07FFA57-F71E-4D9A-8ADF-C435205D739E}" presName="wedge2Tx" presStyleLbl="node1" presStyleIdx="1" presStyleCnt="6">
        <dgm:presLayoutVars>
          <dgm:chMax val="0"/>
          <dgm:chPref val="0"/>
          <dgm:bulletEnabled val="1"/>
        </dgm:presLayoutVars>
      </dgm:prSet>
      <dgm:spPr/>
      <dgm:t>
        <a:bodyPr/>
        <a:lstStyle/>
        <a:p>
          <a:endParaRPr lang="en-US"/>
        </a:p>
      </dgm:t>
    </dgm:pt>
    <dgm:pt modelId="{82CDAF7E-0250-4E9A-8966-967517FFB5FC}" type="pres">
      <dgm:prSet presAssocID="{D07FFA57-F71E-4D9A-8ADF-C435205D739E}" presName="wedge3" presStyleLbl="node1" presStyleIdx="2" presStyleCnt="6"/>
      <dgm:spPr/>
      <dgm:t>
        <a:bodyPr/>
        <a:lstStyle/>
        <a:p>
          <a:endParaRPr lang="en-US"/>
        </a:p>
      </dgm:t>
    </dgm:pt>
    <dgm:pt modelId="{06893726-7D84-4952-9532-F6889371269B}" type="pres">
      <dgm:prSet presAssocID="{D07FFA57-F71E-4D9A-8ADF-C435205D739E}" presName="dummy3a" presStyleCnt="0"/>
      <dgm:spPr/>
    </dgm:pt>
    <dgm:pt modelId="{631581A3-95C9-48F0-A50B-545C15F22DD2}" type="pres">
      <dgm:prSet presAssocID="{D07FFA57-F71E-4D9A-8ADF-C435205D739E}" presName="dummy3b" presStyleCnt="0"/>
      <dgm:spPr/>
    </dgm:pt>
    <dgm:pt modelId="{1D22425C-DA3D-49AF-A27E-6D6197EEC55A}" type="pres">
      <dgm:prSet presAssocID="{D07FFA57-F71E-4D9A-8ADF-C435205D739E}" presName="wedge3Tx" presStyleLbl="node1" presStyleIdx="2" presStyleCnt="6">
        <dgm:presLayoutVars>
          <dgm:chMax val="0"/>
          <dgm:chPref val="0"/>
          <dgm:bulletEnabled val="1"/>
        </dgm:presLayoutVars>
      </dgm:prSet>
      <dgm:spPr/>
      <dgm:t>
        <a:bodyPr/>
        <a:lstStyle/>
        <a:p>
          <a:endParaRPr lang="en-US"/>
        </a:p>
      </dgm:t>
    </dgm:pt>
    <dgm:pt modelId="{8585D719-1156-4839-8151-A0F00CFD8663}" type="pres">
      <dgm:prSet presAssocID="{D07FFA57-F71E-4D9A-8ADF-C435205D739E}" presName="wedge4" presStyleLbl="node1" presStyleIdx="3" presStyleCnt="6"/>
      <dgm:spPr/>
      <dgm:t>
        <a:bodyPr/>
        <a:lstStyle/>
        <a:p>
          <a:endParaRPr lang="en-US"/>
        </a:p>
      </dgm:t>
    </dgm:pt>
    <dgm:pt modelId="{79663FA9-8E94-476B-86D2-B7213D2707BD}" type="pres">
      <dgm:prSet presAssocID="{D07FFA57-F71E-4D9A-8ADF-C435205D739E}" presName="dummy4a" presStyleCnt="0"/>
      <dgm:spPr/>
    </dgm:pt>
    <dgm:pt modelId="{482DBD89-FBDD-486C-A2AB-DB23670BAD96}" type="pres">
      <dgm:prSet presAssocID="{D07FFA57-F71E-4D9A-8ADF-C435205D739E}" presName="dummy4b" presStyleCnt="0"/>
      <dgm:spPr/>
    </dgm:pt>
    <dgm:pt modelId="{0838849A-534B-48E1-BE6B-8FECF2CE36C2}" type="pres">
      <dgm:prSet presAssocID="{D07FFA57-F71E-4D9A-8ADF-C435205D739E}" presName="wedge4Tx" presStyleLbl="node1" presStyleIdx="3" presStyleCnt="6">
        <dgm:presLayoutVars>
          <dgm:chMax val="0"/>
          <dgm:chPref val="0"/>
          <dgm:bulletEnabled val="1"/>
        </dgm:presLayoutVars>
      </dgm:prSet>
      <dgm:spPr/>
      <dgm:t>
        <a:bodyPr/>
        <a:lstStyle/>
        <a:p>
          <a:endParaRPr lang="en-US"/>
        </a:p>
      </dgm:t>
    </dgm:pt>
    <dgm:pt modelId="{2DF08095-B4EC-40F7-B2D7-A75BC6C2FEBD}" type="pres">
      <dgm:prSet presAssocID="{D07FFA57-F71E-4D9A-8ADF-C435205D739E}" presName="wedge5" presStyleLbl="node1" presStyleIdx="4" presStyleCnt="6"/>
      <dgm:spPr/>
      <dgm:t>
        <a:bodyPr/>
        <a:lstStyle/>
        <a:p>
          <a:endParaRPr lang="en-US"/>
        </a:p>
      </dgm:t>
    </dgm:pt>
    <dgm:pt modelId="{82302DEB-557D-4C1F-8503-AFC99299580D}" type="pres">
      <dgm:prSet presAssocID="{D07FFA57-F71E-4D9A-8ADF-C435205D739E}" presName="dummy5a" presStyleCnt="0"/>
      <dgm:spPr/>
    </dgm:pt>
    <dgm:pt modelId="{9497AD06-3312-485D-923D-472826AC67BA}" type="pres">
      <dgm:prSet presAssocID="{D07FFA57-F71E-4D9A-8ADF-C435205D739E}" presName="dummy5b" presStyleCnt="0"/>
      <dgm:spPr/>
    </dgm:pt>
    <dgm:pt modelId="{79B16AE7-5581-4FB2-890F-5C6D043D1A46}" type="pres">
      <dgm:prSet presAssocID="{D07FFA57-F71E-4D9A-8ADF-C435205D739E}" presName="wedge5Tx" presStyleLbl="node1" presStyleIdx="4" presStyleCnt="6">
        <dgm:presLayoutVars>
          <dgm:chMax val="0"/>
          <dgm:chPref val="0"/>
          <dgm:bulletEnabled val="1"/>
        </dgm:presLayoutVars>
      </dgm:prSet>
      <dgm:spPr/>
      <dgm:t>
        <a:bodyPr/>
        <a:lstStyle/>
        <a:p>
          <a:endParaRPr lang="en-US"/>
        </a:p>
      </dgm:t>
    </dgm:pt>
    <dgm:pt modelId="{640EFBC8-A29F-496B-B382-97738524DFA4}" type="pres">
      <dgm:prSet presAssocID="{D07FFA57-F71E-4D9A-8ADF-C435205D739E}" presName="wedge6" presStyleLbl="node1" presStyleIdx="5" presStyleCnt="6"/>
      <dgm:spPr/>
      <dgm:t>
        <a:bodyPr/>
        <a:lstStyle/>
        <a:p>
          <a:endParaRPr lang="en-US"/>
        </a:p>
      </dgm:t>
    </dgm:pt>
    <dgm:pt modelId="{C5ACAF0A-D98E-44D7-8BCC-5617757B6394}" type="pres">
      <dgm:prSet presAssocID="{D07FFA57-F71E-4D9A-8ADF-C435205D739E}" presName="dummy6a" presStyleCnt="0"/>
      <dgm:spPr/>
    </dgm:pt>
    <dgm:pt modelId="{D5717691-2BAF-49FA-9A66-5991964C8262}" type="pres">
      <dgm:prSet presAssocID="{D07FFA57-F71E-4D9A-8ADF-C435205D739E}" presName="dummy6b" presStyleCnt="0"/>
      <dgm:spPr/>
    </dgm:pt>
    <dgm:pt modelId="{DB152817-6789-428D-AA95-78ECCDBE37A2}" type="pres">
      <dgm:prSet presAssocID="{D07FFA57-F71E-4D9A-8ADF-C435205D739E}" presName="wedge6Tx" presStyleLbl="node1" presStyleIdx="5" presStyleCnt="6">
        <dgm:presLayoutVars>
          <dgm:chMax val="0"/>
          <dgm:chPref val="0"/>
          <dgm:bulletEnabled val="1"/>
        </dgm:presLayoutVars>
      </dgm:prSet>
      <dgm:spPr/>
      <dgm:t>
        <a:bodyPr/>
        <a:lstStyle/>
        <a:p>
          <a:endParaRPr lang="en-US"/>
        </a:p>
      </dgm:t>
    </dgm:pt>
    <dgm:pt modelId="{1E3D2F9F-03DB-4846-A511-43A75398DFC3}" type="pres">
      <dgm:prSet presAssocID="{032D950E-43EF-44D5-ACFD-E862F04AFCCD}" presName="arrowWedge1" presStyleLbl="fgSibTrans2D1" presStyleIdx="0" presStyleCnt="6"/>
      <dgm:spPr/>
    </dgm:pt>
    <dgm:pt modelId="{98EDD552-6297-4998-95AA-654E6CDA7FAE}" type="pres">
      <dgm:prSet presAssocID="{651D6590-A36C-4059-8683-4BED524BB6B3}" presName="arrowWedge2" presStyleLbl="fgSibTrans2D1" presStyleIdx="1" presStyleCnt="6"/>
      <dgm:spPr/>
    </dgm:pt>
    <dgm:pt modelId="{D693D66F-20C2-4F2B-A78C-1C6282C0CDA3}" type="pres">
      <dgm:prSet presAssocID="{379D9092-E952-4BE4-8E72-44CEA1A5C5ED}" presName="arrowWedge3" presStyleLbl="fgSibTrans2D1" presStyleIdx="2" presStyleCnt="6"/>
      <dgm:spPr/>
    </dgm:pt>
    <dgm:pt modelId="{E3A56801-2F36-45E9-B151-4DC51A24445B}" type="pres">
      <dgm:prSet presAssocID="{0884C1D4-C4F6-4140-98E4-A9A0190659CE}" presName="arrowWedge4" presStyleLbl="fgSibTrans2D1" presStyleIdx="3" presStyleCnt="6"/>
      <dgm:spPr/>
    </dgm:pt>
    <dgm:pt modelId="{5B699777-098D-4F50-8678-3C8FAB22F3A7}" type="pres">
      <dgm:prSet presAssocID="{EA7982F4-D722-467B-A44F-BC62E9D8400C}" presName="arrowWedge5" presStyleLbl="fgSibTrans2D1" presStyleIdx="4" presStyleCnt="6"/>
      <dgm:spPr/>
    </dgm:pt>
    <dgm:pt modelId="{D22D9F9D-316B-41AD-BF3D-3FA08B2D11F6}" type="pres">
      <dgm:prSet presAssocID="{261F6AA3-DCE4-48AC-A256-1F2BF3C695F1}" presName="arrowWedge6" presStyleLbl="fgSibTrans2D1" presStyleIdx="5" presStyleCnt="6"/>
      <dgm:spPr/>
    </dgm:pt>
  </dgm:ptLst>
  <dgm:cxnLst>
    <dgm:cxn modelId="{F4C85CAE-386F-4E24-805D-00C149E6E3C5}" type="presOf" srcId="{A5CFCBC7-7855-4B56-98BD-376764ABD1D4}" destId="{82CDAF7E-0250-4E9A-8966-967517FFB5FC}" srcOrd="0" destOrd="0" presId="urn:microsoft.com/office/officeart/2005/8/layout/cycle8"/>
    <dgm:cxn modelId="{D5B2A587-5E64-4A62-91B2-CC2E0EC5455E}" type="presOf" srcId="{A5CFCBC7-7855-4B56-98BD-376764ABD1D4}" destId="{1D22425C-DA3D-49AF-A27E-6D6197EEC55A}" srcOrd="1" destOrd="0" presId="urn:microsoft.com/office/officeart/2005/8/layout/cycle8"/>
    <dgm:cxn modelId="{ACC299B6-59F2-4F16-9E16-2BF51D131144}" srcId="{D07FFA57-F71E-4D9A-8ADF-C435205D739E}" destId="{BBBE1DD4-39A2-4552-BA80-94464FFD27C0}" srcOrd="3" destOrd="0" parTransId="{5C1F11DF-5388-4A02-9600-0ABA5263C67B}" sibTransId="{0884C1D4-C4F6-4140-98E4-A9A0190659CE}"/>
    <dgm:cxn modelId="{1FDDF54D-A289-4067-9484-4E70A23D6B37}" srcId="{D07FFA57-F71E-4D9A-8ADF-C435205D739E}" destId="{9B776EEC-17A9-44E4-B9BB-45BBB380F5B5}" srcOrd="5" destOrd="0" parTransId="{52201105-0DA1-4C86-99CB-4B79F44E4636}" sibTransId="{261F6AA3-DCE4-48AC-A256-1F2BF3C695F1}"/>
    <dgm:cxn modelId="{2F854FE6-8C8D-4499-928B-F4674FFF454F}" type="presOf" srcId="{D07FFA57-F71E-4D9A-8ADF-C435205D739E}" destId="{49311A5D-C2C8-4989-B758-DE1733D635CA}" srcOrd="0" destOrd="0" presId="urn:microsoft.com/office/officeart/2005/8/layout/cycle8"/>
    <dgm:cxn modelId="{9D17443A-826E-4C88-903F-FB3A7584FABD}" type="presOf" srcId="{AE1A7CDA-E71D-4DAA-81A2-B12055BABDEB}" destId="{34C06409-1C3A-4796-98FE-20AE9E60ABE5}" srcOrd="0" destOrd="0" presId="urn:microsoft.com/office/officeart/2005/8/layout/cycle8"/>
    <dgm:cxn modelId="{6BBAA8F4-538C-4F86-9D9E-A47E98DB3919}" type="presOf" srcId="{9B776EEC-17A9-44E4-B9BB-45BBB380F5B5}" destId="{640EFBC8-A29F-496B-B382-97738524DFA4}" srcOrd="0" destOrd="0" presId="urn:microsoft.com/office/officeart/2005/8/layout/cycle8"/>
    <dgm:cxn modelId="{B95D484E-4033-4877-AD73-44D40AFA04C5}" srcId="{D07FFA57-F71E-4D9A-8ADF-C435205D739E}" destId="{AE1A7CDA-E71D-4DAA-81A2-B12055BABDEB}" srcOrd="0" destOrd="0" parTransId="{53F06771-D208-43B6-B9F0-18BFB0B2DE26}" sibTransId="{032D950E-43EF-44D5-ACFD-E862F04AFCCD}"/>
    <dgm:cxn modelId="{04D13177-2713-41EF-9176-CC7A21C58DCA}" srcId="{D07FFA57-F71E-4D9A-8ADF-C435205D739E}" destId="{E1BB5AE9-F9FA-4378-B589-CFBF2191CCA0}" srcOrd="4" destOrd="0" parTransId="{1AB47A19-5D0F-4619-8C4A-7D9132C3148A}" sibTransId="{EA7982F4-D722-467B-A44F-BC62E9D8400C}"/>
    <dgm:cxn modelId="{8D5F1BF4-EE1B-4D40-ABF4-7CEFA25BFBF2}" type="presOf" srcId="{E1BB5AE9-F9FA-4378-B589-CFBF2191CCA0}" destId="{79B16AE7-5581-4FB2-890F-5C6D043D1A46}" srcOrd="1" destOrd="0" presId="urn:microsoft.com/office/officeart/2005/8/layout/cycle8"/>
    <dgm:cxn modelId="{C4EF32B7-E8B2-49FA-882C-90445159C1DE}" type="presOf" srcId="{BBBE1DD4-39A2-4552-BA80-94464FFD27C0}" destId="{8585D719-1156-4839-8151-A0F00CFD8663}" srcOrd="0" destOrd="0" presId="urn:microsoft.com/office/officeart/2005/8/layout/cycle8"/>
    <dgm:cxn modelId="{B267DB4C-48B8-447C-BB0A-635BE3D9ED53}" type="presOf" srcId="{BBBE1DD4-39A2-4552-BA80-94464FFD27C0}" destId="{0838849A-534B-48E1-BE6B-8FECF2CE36C2}" srcOrd="1" destOrd="0" presId="urn:microsoft.com/office/officeart/2005/8/layout/cycle8"/>
    <dgm:cxn modelId="{DAE10C1B-C51A-456D-8F9A-016742F7E8BF}" srcId="{D07FFA57-F71E-4D9A-8ADF-C435205D739E}" destId="{C3E88011-9C46-4096-9251-4854D2C56F4D}" srcOrd="1" destOrd="0" parTransId="{62BDA5C8-7C43-4664-8055-4E447494A845}" sibTransId="{651D6590-A36C-4059-8683-4BED524BB6B3}"/>
    <dgm:cxn modelId="{293C0497-3E71-4FE9-9F3E-3BFA88E8AF6A}" type="presOf" srcId="{9B776EEC-17A9-44E4-B9BB-45BBB380F5B5}" destId="{DB152817-6789-428D-AA95-78ECCDBE37A2}" srcOrd="1" destOrd="0" presId="urn:microsoft.com/office/officeart/2005/8/layout/cycle8"/>
    <dgm:cxn modelId="{9DD3BCFD-9D3B-4493-AD29-29883B096ADA}" srcId="{D07FFA57-F71E-4D9A-8ADF-C435205D739E}" destId="{A5CFCBC7-7855-4B56-98BD-376764ABD1D4}" srcOrd="2" destOrd="0" parTransId="{EAD42899-D424-4F07-863D-F96891311142}" sibTransId="{379D9092-E952-4BE4-8E72-44CEA1A5C5ED}"/>
    <dgm:cxn modelId="{32823144-F72F-43A9-9677-3EF93632E8BA}" type="presOf" srcId="{C3E88011-9C46-4096-9251-4854D2C56F4D}" destId="{54D51315-D813-40E3-A04A-CA8E4E0B60AE}" srcOrd="1" destOrd="0" presId="urn:microsoft.com/office/officeart/2005/8/layout/cycle8"/>
    <dgm:cxn modelId="{C37344CB-3501-4D11-8136-3DB4DDB12328}" type="presOf" srcId="{AE1A7CDA-E71D-4DAA-81A2-B12055BABDEB}" destId="{41BD7A65-E99F-407C-831D-41718298CC69}" srcOrd="1" destOrd="0" presId="urn:microsoft.com/office/officeart/2005/8/layout/cycle8"/>
    <dgm:cxn modelId="{3FB2FF1B-88AC-4893-A552-B256CA17ECE6}" type="presOf" srcId="{E1BB5AE9-F9FA-4378-B589-CFBF2191CCA0}" destId="{2DF08095-B4EC-40F7-B2D7-A75BC6C2FEBD}" srcOrd="0" destOrd="0" presId="urn:microsoft.com/office/officeart/2005/8/layout/cycle8"/>
    <dgm:cxn modelId="{2F1115C9-FDE2-4C3E-9476-FD88E2B043AD}" type="presOf" srcId="{C3E88011-9C46-4096-9251-4854D2C56F4D}" destId="{A3781957-4FF8-4D11-B8F4-D3E8F85554E7}" srcOrd="0" destOrd="0" presId="urn:microsoft.com/office/officeart/2005/8/layout/cycle8"/>
    <dgm:cxn modelId="{F31B12E1-B5CE-404C-B295-7A3DB4DC9D0E}" type="presParOf" srcId="{49311A5D-C2C8-4989-B758-DE1733D635CA}" destId="{34C06409-1C3A-4796-98FE-20AE9E60ABE5}" srcOrd="0" destOrd="0" presId="urn:microsoft.com/office/officeart/2005/8/layout/cycle8"/>
    <dgm:cxn modelId="{0651B383-8D8A-4484-B447-6AE6203C80C0}" type="presParOf" srcId="{49311A5D-C2C8-4989-B758-DE1733D635CA}" destId="{CA217F3B-064E-41DB-B300-A821C49D4329}" srcOrd="1" destOrd="0" presId="urn:microsoft.com/office/officeart/2005/8/layout/cycle8"/>
    <dgm:cxn modelId="{BD7D0D9E-DEC5-469F-BB1B-08922485816A}" type="presParOf" srcId="{49311A5D-C2C8-4989-B758-DE1733D635CA}" destId="{629B1304-112B-47C3-8835-C47DDF12BD47}" srcOrd="2" destOrd="0" presId="urn:microsoft.com/office/officeart/2005/8/layout/cycle8"/>
    <dgm:cxn modelId="{2B3766E9-1CF1-4D84-988A-353C4FDED7E9}" type="presParOf" srcId="{49311A5D-C2C8-4989-B758-DE1733D635CA}" destId="{41BD7A65-E99F-407C-831D-41718298CC69}" srcOrd="3" destOrd="0" presId="urn:microsoft.com/office/officeart/2005/8/layout/cycle8"/>
    <dgm:cxn modelId="{EA5B66D7-BD99-4398-8238-67E2C79A505C}" type="presParOf" srcId="{49311A5D-C2C8-4989-B758-DE1733D635CA}" destId="{A3781957-4FF8-4D11-B8F4-D3E8F85554E7}" srcOrd="4" destOrd="0" presId="urn:microsoft.com/office/officeart/2005/8/layout/cycle8"/>
    <dgm:cxn modelId="{665443ED-1225-4ED4-8F96-13A6503F0BA3}" type="presParOf" srcId="{49311A5D-C2C8-4989-B758-DE1733D635CA}" destId="{217318FA-795E-4C92-8464-99367F5E6B72}" srcOrd="5" destOrd="0" presId="urn:microsoft.com/office/officeart/2005/8/layout/cycle8"/>
    <dgm:cxn modelId="{DD13D2E8-5F5A-48E3-887A-84E436BFC3A2}" type="presParOf" srcId="{49311A5D-C2C8-4989-B758-DE1733D635CA}" destId="{BFEB1D5E-DF11-4C28-B7D5-FFE2E889793D}" srcOrd="6" destOrd="0" presId="urn:microsoft.com/office/officeart/2005/8/layout/cycle8"/>
    <dgm:cxn modelId="{F13D03E4-9786-4E10-BBF3-B99C7874B3F2}" type="presParOf" srcId="{49311A5D-C2C8-4989-B758-DE1733D635CA}" destId="{54D51315-D813-40E3-A04A-CA8E4E0B60AE}" srcOrd="7" destOrd="0" presId="urn:microsoft.com/office/officeart/2005/8/layout/cycle8"/>
    <dgm:cxn modelId="{146E9EEA-3CE0-4F03-BF34-D4BBAAF0CDCE}" type="presParOf" srcId="{49311A5D-C2C8-4989-B758-DE1733D635CA}" destId="{82CDAF7E-0250-4E9A-8966-967517FFB5FC}" srcOrd="8" destOrd="0" presId="urn:microsoft.com/office/officeart/2005/8/layout/cycle8"/>
    <dgm:cxn modelId="{CB8735F6-1F43-401B-8B25-64B8DF57EF9D}" type="presParOf" srcId="{49311A5D-C2C8-4989-B758-DE1733D635CA}" destId="{06893726-7D84-4952-9532-F6889371269B}" srcOrd="9" destOrd="0" presId="urn:microsoft.com/office/officeart/2005/8/layout/cycle8"/>
    <dgm:cxn modelId="{B97958FC-22A6-42B3-9DBE-98CD74BA2557}" type="presParOf" srcId="{49311A5D-C2C8-4989-B758-DE1733D635CA}" destId="{631581A3-95C9-48F0-A50B-545C15F22DD2}" srcOrd="10" destOrd="0" presId="urn:microsoft.com/office/officeart/2005/8/layout/cycle8"/>
    <dgm:cxn modelId="{C9519309-077F-4A43-9495-0B9FF5273713}" type="presParOf" srcId="{49311A5D-C2C8-4989-B758-DE1733D635CA}" destId="{1D22425C-DA3D-49AF-A27E-6D6197EEC55A}" srcOrd="11" destOrd="0" presId="urn:microsoft.com/office/officeart/2005/8/layout/cycle8"/>
    <dgm:cxn modelId="{A713E206-FE78-435D-B63F-9FCC695E45AE}" type="presParOf" srcId="{49311A5D-C2C8-4989-B758-DE1733D635CA}" destId="{8585D719-1156-4839-8151-A0F00CFD8663}" srcOrd="12" destOrd="0" presId="urn:microsoft.com/office/officeart/2005/8/layout/cycle8"/>
    <dgm:cxn modelId="{882E56AA-C7F2-469D-A0F6-05C13C0E26CE}" type="presParOf" srcId="{49311A5D-C2C8-4989-B758-DE1733D635CA}" destId="{79663FA9-8E94-476B-86D2-B7213D2707BD}" srcOrd="13" destOrd="0" presId="urn:microsoft.com/office/officeart/2005/8/layout/cycle8"/>
    <dgm:cxn modelId="{09EEC9FC-B9D9-4B70-B7AF-E489D8E18362}" type="presParOf" srcId="{49311A5D-C2C8-4989-B758-DE1733D635CA}" destId="{482DBD89-FBDD-486C-A2AB-DB23670BAD96}" srcOrd="14" destOrd="0" presId="urn:microsoft.com/office/officeart/2005/8/layout/cycle8"/>
    <dgm:cxn modelId="{900C6B21-2B79-49D8-B5AD-5C73C9C4D028}" type="presParOf" srcId="{49311A5D-C2C8-4989-B758-DE1733D635CA}" destId="{0838849A-534B-48E1-BE6B-8FECF2CE36C2}" srcOrd="15" destOrd="0" presId="urn:microsoft.com/office/officeart/2005/8/layout/cycle8"/>
    <dgm:cxn modelId="{9C45B779-CF3E-446C-86AA-35C483B92E63}" type="presParOf" srcId="{49311A5D-C2C8-4989-B758-DE1733D635CA}" destId="{2DF08095-B4EC-40F7-B2D7-A75BC6C2FEBD}" srcOrd="16" destOrd="0" presId="urn:microsoft.com/office/officeart/2005/8/layout/cycle8"/>
    <dgm:cxn modelId="{90D9BC65-7276-474F-8130-52C8035F213D}" type="presParOf" srcId="{49311A5D-C2C8-4989-B758-DE1733D635CA}" destId="{82302DEB-557D-4C1F-8503-AFC99299580D}" srcOrd="17" destOrd="0" presId="urn:microsoft.com/office/officeart/2005/8/layout/cycle8"/>
    <dgm:cxn modelId="{4AE4252F-9CF1-4384-AB4B-CD9F05AF93ED}" type="presParOf" srcId="{49311A5D-C2C8-4989-B758-DE1733D635CA}" destId="{9497AD06-3312-485D-923D-472826AC67BA}" srcOrd="18" destOrd="0" presId="urn:microsoft.com/office/officeart/2005/8/layout/cycle8"/>
    <dgm:cxn modelId="{B0B112F9-2C08-4F2C-99DF-61A8EAE4EBCE}" type="presParOf" srcId="{49311A5D-C2C8-4989-B758-DE1733D635CA}" destId="{79B16AE7-5581-4FB2-890F-5C6D043D1A46}" srcOrd="19" destOrd="0" presId="urn:microsoft.com/office/officeart/2005/8/layout/cycle8"/>
    <dgm:cxn modelId="{21BC2767-91D1-4EB1-8DBA-88A59922F288}" type="presParOf" srcId="{49311A5D-C2C8-4989-B758-DE1733D635CA}" destId="{640EFBC8-A29F-496B-B382-97738524DFA4}" srcOrd="20" destOrd="0" presId="urn:microsoft.com/office/officeart/2005/8/layout/cycle8"/>
    <dgm:cxn modelId="{0B489E37-96C3-43C7-9153-762EBDFC1A87}" type="presParOf" srcId="{49311A5D-C2C8-4989-B758-DE1733D635CA}" destId="{C5ACAF0A-D98E-44D7-8BCC-5617757B6394}" srcOrd="21" destOrd="0" presId="urn:microsoft.com/office/officeart/2005/8/layout/cycle8"/>
    <dgm:cxn modelId="{858CE697-2F9E-4953-AFAF-0D1DAF9832F3}" type="presParOf" srcId="{49311A5D-C2C8-4989-B758-DE1733D635CA}" destId="{D5717691-2BAF-49FA-9A66-5991964C8262}" srcOrd="22" destOrd="0" presId="urn:microsoft.com/office/officeart/2005/8/layout/cycle8"/>
    <dgm:cxn modelId="{527E8462-BF70-43C2-BFFA-4ED11E6D7FFC}" type="presParOf" srcId="{49311A5D-C2C8-4989-B758-DE1733D635CA}" destId="{DB152817-6789-428D-AA95-78ECCDBE37A2}" srcOrd="23" destOrd="0" presId="urn:microsoft.com/office/officeart/2005/8/layout/cycle8"/>
    <dgm:cxn modelId="{5670C869-7181-4906-B2A9-6810B8AFD397}" type="presParOf" srcId="{49311A5D-C2C8-4989-B758-DE1733D635CA}" destId="{1E3D2F9F-03DB-4846-A511-43A75398DFC3}" srcOrd="24" destOrd="0" presId="urn:microsoft.com/office/officeart/2005/8/layout/cycle8"/>
    <dgm:cxn modelId="{F0139D0C-8334-4D14-8AB2-84C5E16CDD3E}" type="presParOf" srcId="{49311A5D-C2C8-4989-B758-DE1733D635CA}" destId="{98EDD552-6297-4998-95AA-654E6CDA7FAE}" srcOrd="25" destOrd="0" presId="urn:microsoft.com/office/officeart/2005/8/layout/cycle8"/>
    <dgm:cxn modelId="{D32263C5-765C-40C1-AEEB-C14985878917}" type="presParOf" srcId="{49311A5D-C2C8-4989-B758-DE1733D635CA}" destId="{D693D66F-20C2-4F2B-A78C-1C6282C0CDA3}" srcOrd="26" destOrd="0" presId="urn:microsoft.com/office/officeart/2005/8/layout/cycle8"/>
    <dgm:cxn modelId="{8D1452CE-AFAE-4412-B508-1794A639EE6F}" type="presParOf" srcId="{49311A5D-C2C8-4989-B758-DE1733D635CA}" destId="{E3A56801-2F36-45E9-B151-4DC51A24445B}" srcOrd="27" destOrd="0" presId="urn:microsoft.com/office/officeart/2005/8/layout/cycle8"/>
    <dgm:cxn modelId="{4B332E96-7EBC-4F27-A068-4A690039554D}" type="presParOf" srcId="{49311A5D-C2C8-4989-B758-DE1733D635CA}" destId="{5B699777-098D-4F50-8678-3C8FAB22F3A7}" srcOrd="28" destOrd="0" presId="urn:microsoft.com/office/officeart/2005/8/layout/cycle8"/>
    <dgm:cxn modelId="{F9F7626A-0E07-4CC0-B3B5-E1287DF6E982}" type="presParOf" srcId="{49311A5D-C2C8-4989-B758-DE1733D635CA}" destId="{D22D9F9D-316B-41AD-BF3D-3FA08B2D11F6}" srcOrd="29" destOrd="0" presId="urn:microsoft.com/office/officeart/2005/8/layout/cycle8"/>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355A22-D6AB-4665-B32B-885BC05DA728}">
      <dsp:nvSpPr>
        <dsp:cNvPr id="0" name=""/>
        <dsp:cNvSpPr/>
      </dsp:nvSpPr>
      <dsp:spPr>
        <a:xfrm>
          <a:off x="0" y="2232"/>
          <a:ext cx="6496050" cy="0"/>
        </a:xfrm>
        <a:prstGeom prst="line">
          <a:avLst/>
        </a:prstGeom>
        <a:solidFill>
          <a:schemeClr val="accent2">
            <a:hueOff val="0"/>
            <a:satOff val="0"/>
            <a:lumOff val="0"/>
            <a:alphaOff val="0"/>
          </a:schemeClr>
        </a:solidFill>
        <a:ln w="19050"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B2843C1-3708-4F5B-8B2B-04EE434E0FA0}">
      <dsp:nvSpPr>
        <dsp:cNvPr id="0" name=""/>
        <dsp:cNvSpPr/>
      </dsp:nvSpPr>
      <dsp:spPr>
        <a:xfrm>
          <a:off x="0" y="2232"/>
          <a:ext cx="6496050" cy="4152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lvl="0" algn="l" defTabSz="844550">
            <a:lnSpc>
              <a:spcPct val="90000"/>
            </a:lnSpc>
            <a:spcBef>
              <a:spcPct val="0"/>
            </a:spcBef>
            <a:spcAft>
              <a:spcPct val="35000"/>
            </a:spcAft>
          </a:pPr>
          <a:r>
            <a:rPr lang="en-US" sz="1900" kern="1200"/>
            <a:t>Introduction</a:t>
          </a:r>
        </a:p>
      </dsp:txBody>
      <dsp:txXfrm>
        <a:off x="0" y="2232"/>
        <a:ext cx="6496050" cy="415230"/>
      </dsp:txXfrm>
    </dsp:sp>
    <dsp:sp modelId="{E484DE93-7EA1-46DD-8C2B-33AEB8680B4D}">
      <dsp:nvSpPr>
        <dsp:cNvPr id="0" name=""/>
        <dsp:cNvSpPr/>
      </dsp:nvSpPr>
      <dsp:spPr>
        <a:xfrm>
          <a:off x="0" y="417462"/>
          <a:ext cx="6496050" cy="0"/>
        </a:xfrm>
        <a:prstGeom prst="line">
          <a:avLst/>
        </a:prstGeom>
        <a:solidFill>
          <a:schemeClr val="accent2">
            <a:hueOff val="-1976572"/>
            <a:satOff val="90"/>
            <a:lumOff val="0"/>
            <a:alphaOff val="0"/>
          </a:schemeClr>
        </a:solidFill>
        <a:ln w="19050" cap="rnd" cmpd="sng" algn="ctr">
          <a:solidFill>
            <a:schemeClr val="accent2">
              <a:hueOff val="-1976572"/>
              <a:satOff val="9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719C46D-7050-4DC7-BAF2-80B18EB92566}">
      <dsp:nvSpPr>
        <dsp:cNvPr id="0" name=""/>
        <dsp:cNvSpPr/>
      </dsp:nvSpPr>
      <dsp:spPr>
        <a:xfrm>
          <a:off x="0" y="417462"/>
          <a:ext cx="6496050" cy="4152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lvl="0" algn="l" defTabSz="844550">
            <a:lnSpc>
              <a:spcPct val="90000"/>
            </a:lnSpc>
            <a:spcBef>
              <a:spcPct val="0"/>
            </a:spcBef>
            <a:spcAft>
              <a:spcPct val="35000"/>
            </a:spcAft>
          </a:pPr>
          <a:r>
            <a:rPr lang="en-US" sz="1900" kern="1200"/>
            <a:t>About the project</a:t>
          </a:r>
        </a:p>
      </dsp:txBody>
      <dsp:txXfrm>
        <a:off x="0" y="417462"/>
        <a:ext cx="6496050" cy="415230"/>
      </dsp:txXfrm>
    </dsp:sp>
    <dsp:sp modelId="{028C2FF3-5E57-4708-8BDA-34D2EB336FAB}">
      <dsp:nvSpPr>
        <dsp:cNvPr id="0" name=""/>
        <dsp:cNvSpPr/>
      </dsp:nvSpPr>
      <dsp:spPr>
        <a:xfrm>
          <a:off x="0" y="832693"/>
          <a:ext cx="6496050" cy="0"/>
        </a:xfrm>
        <a:prstGeom prst="line">
          <a:avLst/>
        </a:prstGeom>
        <a:solidFill>
          <a:schemeClr val="accent2">
            <a:hueOff val="-3953144"/>
            <a:satOff val="180"/>
            <a:lumOff val="0"/>
            <a:alphaOff val="0"/>
          </a:schemeClr>
        </a:solidFill>
        <a:ln w="19050" cap="rnd" cmpd="sng" algn="ctr">
          <a:solidFill>
            <a:schemeClr val="accent2">
              <a:hueOff val="-3953144"/>
              <a:satOff val="18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F0B99D6-B226-49F2-AF26-C9CA2DC525B0}">
      <dsp:nvSpPr>
        <dsp:cNvPr id="0" name=""/>
        <dsp:cNvSpPr/>
      </dsp:nvSpPr>
      <dsp:spPr>
        <a:xfrm>
          <a:off x="0" y="832693"/>
          <a:ext cx="6496050" cy="4152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lvl="0" algn="l" defTabSz="844550">
            <a:lnSpc>
              <a:spcPct val="90000"/>
            </a:lnSpc>
            <a:spcBef>
              <a:spcPct val="0"/>
            </a:spcBef>
            <a:spcAft>
              <a:spcPct val="35000"/>
            </a:spcAft>
          </a:pPr>
          <a:r>
            <a:rPr lang="en-US" sz="1900" kern="1200"/>
            <a:t>Literature review</a:t>
          </a:r>
        </a:p>
      </dsp:txBody>
      <dsp:txXfrm>
        <a:off x="0" y="832693"/>
        <a:ext cx="6496050" cy="415230"/>
      </dsp:txXfrm>
    </dsp:sp>
    <dsp:sp modelId="{594A9B4A-5762-4C7D-88E2-A9546E636FE9}">
      <dsp:nvSpPr>
        <dsp:cNvPr id="0" name=""/>
        <dsp:cNvSpPr/>
      </dsp:nvSpPr>
      <dsp:spPr>
        <a:xfrm>
          <a:off x="0" y="1247923"/>
          <a:ext cx="6496050" cy="0"/>
        </a:xfrm>
        <a:prstGeom prst="line">
          <a:avLst/>
        </a:prstGeom>
        <a:solidFill>
          <a:schemeClr val="accent2">
            <a:hueOff val="-5929716"/>
            <a:satOff val="270"/>
            <a:lumOff val="0"/>
            <a:alphaOff val="0"/>
          </a:schemeClr>
        </a:solidFill>
        <a:ln w="19050" cap="rnd" cmpd="sng" algn="ctr">
          <a:solidFill>
            <a:schemeClr val="accent2">
              <a:hueOff val="-5929716"/>
              <a:satOff val="27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7FA7AF9-6092-42A2-B158-3193ABCE11F1}">
      <dsp:nvSpPr>
        <dsp:cNvPr id="0" name=""/>
        <dsp:cNvSpPr/>
      </dsp:nvSpPr>
      <dsp:spPr>
        <a:xfrm>
          <a:off x="0" y="1247923"/>
          <a:ext cx="6496050" cy="4152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lvl="0" algn="l" defTabSz="844550">
            <a:lnSpc>
              <a:spcPct val="90000"/>
            </a:lnSpc>
            <a:spcBef>
              <a:spcPct val="0"/>
            </a:spcBef>
            <a:spcAft>
              <a:spcPct val="35000"/>
            </a:spcAft>
          </a:pPr>
          <a:r>
            <a:rPr lang="en-US" sz="1900" kern="1200"/>
            <a:t>Problem statement</a:t>
          </a:r>
        </a:p>
      </dsp:txBody>
      <dsp:txXfrm>
        <a:off x="0" y="1247923"/>
        <a:ext cx="6496050" cy="415230"/>
      </dsp:txXfrm>
    </dsp:sp>
    <dsp:sp modelId="{47A41B2C-B016-4E96-A263-0C738C9F43DA}">
      <dsp:nvSpPr>
        <dsp:cNvPr id="0" name=""/>
        <dsp:cNvSpPr/>
      </dsp:nvSpPr>
      <dsp:spPr>
        <a:xfrm>
          <a:off x="0" y="1663154"/>
          <a:ext cx="6496050" cy="0"/>
        </a:xfrm>
        <a:prstGeom prst="line">
          <a:avLst/>
        </a:prstGeom>
        <a:solidFill>
          <a:schemeClr val="accent2">
            <a:hueOff val="-7906288"/>
            <a:satOff val="360"/>
            <a:lumOff val="0"/>
            <a:alphaOff val="0"/>
          </a:schemeClr>
        </a:solidFill>
        <a:ln w="19050" cap="rnd" cmpd="sng" algn="ctr">
          <a:solidFill>
            <a:schemeClr val="accent2">
              <a:hueOff val="-7906288"/>
              <a:satOff val="36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14C3A10-35FA-4193-929B-F43A3AB705E2}">
      <dsp:nvSpPr>
        <dsp:cNvPr id="0" name=""/>
        <dsp:cNvSpPr/>
      </dsp:nvSpPr>
      <dsp:spPr>
        <a:xfrm>
          <a:off x="0" y="1663154"/>
          <a:ext cx="6496050" cy="4152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lvl="0" algn="l" defTabSz="844550">
            <a:lnSpc>
              <a:spcPct val="90000"/>
            </a:lnSpc>
            <a:spcBef>
              <a:spcPct val="0"/>
            </a:spcBef>
            <a:spcAft>
              <a:spcPct val="35000"/>
            </a:spcAft>
          </a:pPr>
          <a:r>
            <a:rPr lang="en-US" sz="1900" kern="1200"/>
            <a:t>Solution </a:t>
          </a:r>
        </a:p>
      </dsp:txBody>
      <dsp:txXfrm>
        <a:off x="0" y="1663154"/>
        <a:ext cx="6496050" cy="415230"/>
      </dsp:txXfrm>
    </dsp:sp>
    <dsp:sp modelId="{39A4FA13-701B-4363-9424-C3FAEBC9BC75}">
      <dsp:nvSpPr>
        <dsp:cNvPr id="0" name=""/>
        <dsp:cNvSpPr/>
      </dsp:nvSpPr>
      <dsp:spPr>
        <a:xfrm>
          <a:off x="0" y="2078384"/>
          <a:ext cx="6496050" cy="0"/>
        </a:xfrm>
        <a:prstGeom prst="line">
          <a:avLst/>
        </a:prstGeom>
        <a:solidFill>
          <a:schemeClr val="accent2">
            <a:hueOff val="-9882860"/>
            <a:satOff val="451"/>
            <a:lumOff val="0"/>
            <a:alphaOff val="0"/>
          </a:schemeClr>
        </a:solidFill>
        <a:ln w="19050" cap="rnd" cmpd="sng" algn="ctr">
          <a:solidFill>
            <a:schemeClr val="accent2">
              <a:hueOff val="-9882860"/>
              <a:satOff val="451"/>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E97906F-A451-47AA-BAEC-662F008D9ACA}">
      <dsp:nvSpPr>
        <dsp:cNvPr id="0" name=""/>
        <dsp:cNvSpPr/>
      </dsp:nvSpPr>
      <dsp:spPr>
        <a:xfrm>
          <a:off x="0" y="2078384"/>
          <a:ext cx="6496050" cy="4152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lvl="0" algn="l" defTabSz="844550">
            <a:lnSpc>
              <a:spcPct val="90000"/>
            </a:lnSpc>
            <a:spcBef>
              <a:spcPct val="0"/>
            </a:spcBef>
            <a:spcAft>
              <a:spcPct val="35000"/>
            </a:spcAft>
          </a:pPr>
          <a:r>
            <a:rPr lang="en-US" sz="1900" kern="1200" dirty="0"/>
            <a:t>Methodology and Related Diagrams</a:t>
          </a:r>
        </a:p>
      </dsp:txBody>
      <dsp:txXfrm>
        <a:off x="0" y="2078384"/>
        <a:ext cx="6496050" cy="415230"/>
      </dsp:txXfrm>
    </dsp:sp>
    <dsp:sp modelId="{59CDBF6C-A777-485A-B83A-EE1FF8DD5007}">
      <dsp:nvSpPr>
        <dsp:cNvPr id="0" name=""/>
        <dsp:cNvSpPr/>
      </dsp:nvSpPr>
      <dsp:spPr>
        <a:xfrm>
          <a:off x="0" y="2493615"/>
          <a:ext cx="6496050" cy="0"/>
        </a:xfrm>
        <a:prstGeom prst="line">
          <a:avLst/>
        </a:prstGeom>
        <a:solidFill>
          <a:schemeClr val="accent2">
            <a:hueOff val="-11859433"/>
            <a:satOff val="541"/>
            <a:lumOff val="0"/>
            <a:alphaOff val="0"/>
          </a:schemeClr>
        </a:solidFill>
        <a:ln w="19050" cap="rnd" cmpd="sng" algn="ctr">
          <a:solidFill>
            <a:schemeClr val="accent2">
              <a:hueOff val="-11859433"/>
              <a:satOff val="541"/>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3E1460A-72FE-4EE1-956A-A38D5B412E87}">
      <dsp:nvSpPr>
        <dsp:cNvPr id="0" name=""/>
        <dsp:cNvSpPr/>
      </dsp:nvSpPr>
      <dsp:spPr>
        <a:xfrm>
          <a:off x="0" y="2493615"/>
          <a:ext cx="6496050" cy="4152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lvl="0" algn="l" defTabSz="844550">
            <a:lnSpc>
              <a:spcPct val="90000"/>
            </a:lnSpc>
            <a:spcBef>
              <a:spcPct val="0"/>
            </a:spcBef>
            <a:spcAft>
              <a:spcPct val="35000"/>
            </a:spcAft>
          </a:pPr>
          <a:r>
            <a:rPr lang="en-US" sz="1900" kern="1200"/>
            <a:t>Planning</a:t>
          </a:r>
        </a:p>
      </dsp:txBody>
      <dsp:txXfrm>
        <a:off x="0" y="2493615"/>
        <a:ext cx="6496050" cy="415230"/>
      </dsp:txXfrm>
    </dsp:sp>
    <dsp:sp modelId="{1523B094-3286-43FD-A5B4-49FD90E1DACB}">
      <dsp:nvSpPr>
        <dsp:cNvPr id="0" name=""/>
        <dsp:cNvSpPr/>
      </dsp:nvSpPr>
      <dsp:spPr>
        <a:xfrm>
          <a:off x="0" y="2908845"/>
          <a:ext cx="6496050" cy="0"/>
        </a:xfrm>
        <a:prstGeom prst="line">
          <a:avLst/>
        </a:prstGeom>
        <a:solidFill>
          <a:schemeClr val="accent2">
            <a:hueOff val="-13836004"/>
            <a:satOff val="631"/>
            <a:lumOff val="0"/>
            <a:alphaOff val="0"/>
          </a:schemeClr>
        </a:solidFill>
        <a:ln w="19050" cap="rnd" cmpd="sng" algn="ctr">
          <a:solidFill>
            <a:schemeClr val="accent2">
              <a:hueOff val="-13836004"/>
              <a:satOff val="631"/>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31E5513-E22D-467A-930A-BFB0A5469058}">
      <dsp:nvSpPr>
        <dsp:cNvPr id="0" name=""/>
        <dsp:cNvSpPr/>
      </dsp:nvSpPr>
      <dsp:spPr>
        <a:xfrm>
          <a:off x="0" y="2908845"/>
          <a:ext cx="6496050" cy="4152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lvl="0" algn="l" defTabSz="844550">
            <a:lnSpc>
              <a:spcPct val="90000"/>
            </a:lnSpc>
            <a:spcBef>
              <a:spcPct val="0"/>
            </a:spcBef>
            <a:spcAft>
              <a:spcPct val="35000"/>
            </a:spcAft>
          </a:pPr>
          <a:r>
            <a:rPr lang="en-US" sz="1900" kern="1200"/>
            <a:t>Work done</a:t>
          </a:r>
        </a:p>
      </dsp:txBody>
      <dsp:txXfrm>
        <a:off x="0" y="2908845"/>
        <a:ext cx="6496050" cy="415230"/>
      </dsp:txXfrm>
    </dsp:sp>
    <dsp:sp modelId="{F6205893-7F00-47C1-803A-01AFE672ABC0}">
      <dsp:nvSpPr>
        <dsp:cNvPr id="0" name=""/>
        <dsp:cNvSpPr/>
      </dsp:nvSpPr>
      <dsp:spPr>
        <a:xfrm>
          <a:off x="0" y="3324076"/>
          <a:ext cx="6496050" cy="0"/>
        </a:xfrm>
        <a:prstGeom prst="line">
          <a:avLst/>
        </a:prstGeom>
        <a:solidFill>
          <a:schemeClr val="accent2">
            <a:hueOff val="-15812576"/>
            <a:satOff val="721"/>
            <a:lumOff val="0"/>
            <a:alphaOff val="0"/>
          </a:schemeClr>
        </a:solidFill>
        <a:ln w="19050" cap="rnd" cmpd="sng" algn="ctr">
          <a:solidFill>
            <a:schemeClr val="accent2">
              <a:hueOff val="-15812576"/>
              <a:satOff val="721"/>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C1B6153-1C49-4C77-8A2C-907040B72559}">
      <dsp:nvSpPr>
        <dsp:cNvPr id="0" name=""/>
        <dsp:cNvSpPr/>
      </dsp:nvSpPr>
      <dsp:spPr>
        <a:xfrm>
          <a:off x="0" y="3324076"/>
          <a:ext cx="6496050" cy="4152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lvl="0" algn="l" defTabSz="844550">
            <a:lnSpc>
              <a:spcPct val="90000"/>
            </a:lnSpc>
            <a:spcBef>
              <a:spcPct val="0"/>
            </a:spcBef>
            <a:spcAft>
              <a:spcPct val="35000"/>
            </a:spcAft>
          </a:pPr>
          <a:r>
            <a:rPr lang="en-US" sz="1900" kern="1200" dirty="0" smtClean="0"/>
            <a:t>Dataset </a:t>
          </a:r>
          <a:r>
            <a:rPr lang="en-US" sz="1900" kern="1200" dirty="0"/>
            <a:t>and Feature selection</a:t>
          </a:r>
        </a:p>
      </dsp:txBody>
      <dsp:txXfrm>
        <a:off x="0" y="3324076"/>
        <a:ext cx="6496050" cy="415230"/>
      </dsp:txXfrm>
    </dsp:sp>
    <dsp:sp modelId="{34CA6476-972D-4C5A-A4F2-DBC0CB9F6A07}">
      <dsp:nvSpPr>
        <dsp:cNvPr id="0" name=""/>
        <dsp:cNvSpPr/>
      </dsp:nvSpPr>
      <dsp:spPr>
        <a:xfrm>
          <a:off x="0" y="3739306"/>
          <a:ext cx="6496050" cy="0"/>
        </a:xfrm>
        <a:prstGeom prst="line">
          <a:avLst/>
        </a:prstGeom>
        <a:solidFill>
          <a:schemeClr val="accent2">
            <a:hueOff val="-17789149"/>
            <a:satOff val="811"/>
            <a:lumOff val="0"/>
            <a:alphaOff val="0"/>
          </a:schemeClr>
        </a:solidFill>
        <a:ln w="19050" cap="rnd" cmpd="sng" algn="ctr">
          <a:solidFill>
            <a:schemeClr val="accent2">
              <a:hueOff val="-17789149"/>
              <a:satOff val="811"/>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FF99B04-AD57-4C8B-9AF1-6A7B7C775C53}">
      <dsp:nvSpPr>
        <dsp:cNvPr id="0" name=""/>
        <dsp:cNvSpPr/>
      </dsp:nvSpPr>
      <dsp:spPr>
        <a:xfrm>
          <a:off x="0" y="3739306"/>
          <a:ext cx="6496050" cy="4152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lvl="0" algn="l" defTabSz="844550">
            <a:lnSpc>
              <a:spcPct val="90000"/>
            </a:lnSpc>
            <a:spcBef>
              <a:spcPct val="0"/>
            </a:spcBef>
            <a:spcAft>
              <a:spcPct val="35000"/>
            </a:spcAft>
          </a:pPr>
          <a:r>
            <a:rPr lang="en-US" sz="1900" kern="1200" dirty="0"/>
            <a:t>Result Analysis</a:t>
          </a:r>
        </a:p>
      </dsp:txBody>
      <dsp:txXfrm>
        <a:off x="0" y="3739306"/>
        <a:ext cx="6496050" cy="415230"/>
      </dsp:txXfrm>
    </dsp:sp>
    <dsp:sp modelId="{261A8DED-87A3-4A60-846F-0EE1B5188C30}">
      <dsp:nvSpPr>
        <dsp:cNvPr id="0" name=""/>
        <dsp:cNvSpPr/>
      </dsp:nvSpPr>
      <dsp:spPr>
        <a:xfrm>
          <a:off x="0" y="4154537"/>
          <a:ext cx="6496050" cy="0"/>
        </a:xfrm>
        <a:prstGeom prst="line">
          <a:avLst/>
        </a:prstGeom>
        <a:solidFill>
          <a:schemeClr val="accent2">
            <a:hueOff val="-19765721"/>
            <a:satOff val="901"/>
            <a:lumOff val="0"/>
            <a:alphaOff val="0"/>
          </a:schemeClr>
        </a:solidFill>
        <a:ln w="19050" cap="rnd" cmpd="sng" algn="ctr">
          <a:solidFill>
            <a:schemeClr val="accent2">
              <a:hueOff val="-19765721"/>
              <a:satOff val="901"/>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93CDA84-0937-48FC-BD1E-021849392B57}">
      <dsp:nvSpPr>
        <dsp:cNvPr id="0" name=""/>
        <dsp:cNvSpPr/>
      </dsp:nvSpPr>
      <dsp:spPr>
        <a:xfrm>
          <a:off x="0" y="4154537"/>
          <a:ext cx="6496050" cy="4152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lvl="0" algn="l" defTabSz="844550">
            <a:lnSpc>
              <a:spcPct val="90000"/>
            </a:lnSpc>
            <a:spcBef>
              <a:spcPct val="0"/>
            </a:spcBef>
            <a:spcAft>
              <a:spcPct val="35000"/>
            </a:spcAft>
          </a:pPr>
          <a:r>
            <a:rPr lang="en-US" sz="1900" kern="1200" dirty="0"/>
            <a:t>Conclusion</a:t>
          </a:r>
        </a:p>
      </dsp:txBody>
      <dsp:txXfrm>
        <a:off x="0" y="4154537"/>
        <a:ext cx="6496050" cy="41523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8C979B-629F-45A6-AE6B-AAC6C0E96A6A}">
      <dsp:nvSpPr>
        <dsp:cNvPr id="0" name=""/>
        <dsp:cNvSpPr/>
      </dsp:nvSpPr>
      <dsp:spPr>
        <a:xfrm>
          <a:off x="0" y="0"/>
          <a:ext cx="5196839" cy="1005840"/>
        </a:xfrm>
        <a:prstGeom prst="roundRect">
          <a:avLst>
            <a:gd name="adj" fmla="val 10000"/>
          </a:avLst>
        </a:prstGeom>
        <a:gradFill rotWithShape="0">
          <a:gsLst>
            <a:gs pos="0">
              <a:schemeClr val="accent2">
                <a:hueOff val="0"/>
                <a:satOff val="0"/>
                <a:lumOff val="0"/>
                <a:alphaOff val="0"/>
                <a:tint val="98000"/>
                <a:lumMod val="114000"/>
              </a:schemeClr>
            </a:gs>
            <a:gs pos="100000">
              <a:schemeClr val="accent2">
                <a:hueOff val="0"/>
                <a:satOff val="0"/>
                <a:lumOff val="0"/>
                <a:alphaOff val="0"/>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dsp:spPr>
      <dsp:style>
        <a:lnRef idx="0">
          <a:scrgbClr r="0" g="0" b="0"/>
        </a:lnRef>
        <a:fillRef idx="3">
          <a:scrgbClr r="0" g="0" b="0"/>
        </a:fillRef>
        <a:effectRef idx="3">
          <a:scrgbClr r="0" g="0" b="0"/>
        </a:effectRef>
        <a:fontRef idx="minor">
          <a:schemeClr val="lt1"/>
        </a:fontRef>
      </dsp:style>
      <dsp:txBody>
        <a:bodyPr spcFirstLastPara="0" vert="horz" wrap="square" lIns="49530" tIns="49530" rIns="49530" bIns="49530" numCol="1" spcCol="1270" anchor="ctr" anchorCtr="0">
          <a:noAutofit/>
        </a:bodyPr>
        <a:lstStyle/>
        <a:p>
          <a:pPr lvl="0" algn="l" defTabSz="577850">
            <a:lnSpc>
              <a:spcPct val="90000"/>
            </a:lnSpc>
            <a:spcBef>
              <a:spcPct val="0"/>
            </a:spcBef>
            <a:spcAft>
              <a:spcPct val="35000"/>
            </a:spcAft>
          </a:pPr>
          <a:r>
            <a:rPr lang="en-US" sz="1300" kern="1200"/>
            <a:t>We aim to create a Weather Monitoring Device which would measure various parameters such as : Temperature , Humidity , Pressure , Rain Fall , PM concentration , CO concentration etc. </a:t>
          </a:r>
        </a:p>
      </dsp:txBody>
      <dsp:txXfrm>
        <a:off x="29460" y="29460"/>
        <a:ext cx="4026466" cy="946920"/>
      </dsp:txXfrm>
    </dsp:sp>
    <dsp:sp modelId="{32A1C3FD-1434-4776-A2D9-F98DA082A049}">
      <dsp:nvSpPr>
        <dsp:cNvPr id="0" name=""/>
        <dsp:cNvSpPr/>
      </dsp:nvSpPr>
      <dsp:spPr>
        <a:xfrm>
          <a:off x="435235" y="1188720"/>
          <a:ext cx="5196839" cy="1005840"/>
        </a:xfrm>
        <a:prstGeom prst="roundRect">
          <a:avLst>
            <a:gd name="adj" fmla="val 10000"/>
          </a:avLst>
        </a:prstGeom>
        <a:gradFill rotWithShape="0">
          <a:gsLst>
            <a:gs pos="0">
              <a:schemeClr val="accent2">
                <a:hueOff val="-6588574"/>
                <a:satOff val="300"/>
                <a:lumOff val="0"/>
                <a:alphaOff val="0"/>
                <a:tint val="98000"/>
                <a:lumMod val="114000"/>
              </a:schemeClr>
            </a:gs>
            <a:gs pos="100000">
              <a:schemeClr val="accent2">
                <a:hueOff val="-6588574"/>
                <a:satOff val="300"/>
                <a:lumOff val="0"/>
                <a:alphaOff val="0"/>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dsp:spPr>
      <dsp:style>
        <a:lnRef idx="0">
          <a:scrgbClr r="0" g="0" b="0"/>
        </a:lnRef>
        <a:fillRef idx="3">
          <a:scrgbClr r="0" g="0" b="0"/>
        </a:fillRef>
        <a:effectRef idx="3">
          <a:scrgbClr r="0" g="0" b="0"/>
        </a:effectRef>
        <a:fontRef idx="minor">
          <a:schemeClr val="lt1"/>
        </a:fontRef>
      </dsp:style>
      <dsp:txBody>
        <a:bodyPr spcFirstLastPara="0" vert="horz" wrap="square" lIns="49530" tIns="49530" rIns="49530" bIns="49530" numCol="1" spcCol="1270" anchor="ctr" anchorCtr="0">
          <a:noAutofit/>
        </a:bodyPr>
        <a:lstStyle/>
        <a:p>
          <a:pPr lvl="0" algn="l" defTabSz="577850">
            <a:lnSpc>
              <a:spcPct val="90000"/>
            </a:lnSpc>
            <a:spcBef>
              <a:spcPct val="0"/>
            </a:spcBef>
            <a:spcAft>
              <a:spcPct val="35000"/>
            </a:spcAft>
          </a:pPr>
          <a:r>
            <a:rPr lang="en-US" sz="1300" kern="1200" dirty="0"/>
            <a:t>These data would then be sent to cloud using </a:t>
          </a:r>
          <a:r>
            <a:rPr lang="en-US" sz="1300" kern="1200" dirty="0" err="1" smtClean="0"/>
            <a:t>wifi</a:t>
          </a:r>
          <a:r>
            <a:rPr lang="en-US" sz="1300" kern="1200" dirty="0" smtClean="0"/>
            <a:t> </a:t>
          </a:r>
          <a:r>
            <a:rPr lang="en-US" sz="1300" kern="1200" dirty="0"/>
            <a:t>module where analysis will be conducted using </a:t>
          </a:r>
          <a:r>
            <a:rPr lang="en-US" sz="1300" kern="1200" dirty="0" err="1"/>
            <a:t>Matlab</a:t>
          </a:r>
          <a:r>
            <a:rPr lang="en-US" sz="1300" kern="1200" dirty="0"/>
            <a:t>. </a:t>
          </a:r>
        </a:p>
      </dsp:txBody>
      <dsp:txXfrm>
        <a:off x="464695" y="1218180"/>
        <a:ext cx="4048888" cy="946920"/>
      </dsp:txXfrm>
    </dsp:sp>
    <dsp:sp modelId="{519DA308-2F51-4482-915B-1090EAEDECF2}">
      <dsp:nvSpPr>
        <dsp:cNvPr id="0" name=""/>
        <dsp:cNvSpPr/>
      </dsp:nvSpPr>
      <dsp:spPr>
        <a:xfrm>
          <a:off x="863974" y="2377440"/>
          <a:ext cx="5196839" cy="1005840"/>
        </a:xfrm>
        <a:prstGeom prst="roundRect">
          <a:avLst>
            <a:gd name="adj" fmla="val 10000"/>
          </a:avLst>
        </a:prstGeom>
        <a:gradFill rotWithShape="0">
          <a:gsLst>
            <a:gs pos="0">
              <a:schemeClr val="accent2">
                <a:hueOff val="-13177148"/>
                <a:satOff val="601"/>
                <a:lumOff val="0"/>
                <a:alphaOff val="0"/>
                <a:tint val="98000"/>
                <a:lumMod val="114000"/>
              </a:schemeClr>
            </a:gs>
            <a:gs pos="100000">
              <a:schemeClr val="accent2">
                <a:hueOff val="-13177148"/>
                <a:satOff val="601"/>
                <a:lumOff val="0"/>
                <a:alphaOff val="0"/>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dsp:spPr>
      <dsp:style>
        <a:lnRef idx="0">
          <a:scrgbClr r="0" g="0" b="0"/>
        </a:lnRef>
        <a:fillRef idx="3">
          <a:scrgbClr r="0" g="0" b="0"/>
        </a:fillRef>
        <a:effectRef idx="3">
          <a:scrgbClr r="0" g="0" b="0"/>
        </a:effectRef>
        <a:fontRef idx="minor">
          <a:schemeClr val="lt1"/>
        </a:fontRef>
      </dsp:style>
      <dsp:txBody>
        <a:bodyPr spcFirstLastPara="0" vert="horz" wrap="square" lIns="49530" tIns="49530" rIns="49530" bIns="49530" numCol="1" spcCol="1270" anchor="ctr" anchorCtr="0">
          <a:noAutofit/>
        </a:bodyPr>
        <a:lstStyle/>
        <a:p>
          <a:pPr lvl="0" algn="l" defTabSz="577850">
            <a:lnSpc>
              <a:spcPct val="90000"/>
            </a:lnSpc>
            <a:spcBef>
              <a:spcPct val="0"/>
            </a:spcBef>
            <a:spcAft>
              <a:spcPct val="35000"/>
            </a:spcAft>
          </a:pPr>
          <a:r>
            <a:rPr lang="en-US" sz="1300" kern="1200"/>
            <a:t>Our web portal will be showing a graphical presentation of our collected data. </a:t>
          </a:r>
        </a:p>
      </dsp:txBody>
      <dsp:txXfrm>
        <a:off x="893434" y="2406900"/>
        <a:ext cx="4055384" cy="946920"/>
      </dsp:txXfrm>
    </dsp:sp>
    <dsp:sp modelId="{87FF5892-B85A-418B-A919-6FB551E398F9}">
      <dsp:nvSpPr>
        <dsp:cNvPr id="0" name=""/>
        <dsp:cNvSpPr/>
      </dsp:nvSpPr>
      <dsp:spPr>
        <a:xfrm>
          <a:off x="1299210" y="3566160"/>
          <a:ext cx="5196839" cy="1005840"/>
        </a:xfrm>
        <a:prstGeom prst="roundRect">
          <a:avLst>
            <a:gd name="adj" fmla="val 10000"/>
          </a:avLst>
        </a:prstGeom>
        <a:gradFill rotWithShape="0">
          <a:gsLst>
            <a:gs pos="0">
              <a:schemeClr val="accent2">
                <a:hueOff val="-19765721"/>
                <a:satOff val="901"/>
                <a:lumOff val="0"/>
                <a:alphaOff val="0"/>
                <a:tint val="98000"/>
                <a:lumMod val="114000"/>
              </a:schemeClr>
            </a:gs>
            <a:gs pos="100000">
              <a:schemeClr val="accent2">
                <a:hueOff val="-19765721"/>
                <a:satOff val="901"/>
                <a:lumOff val="0"/>
                <a:alphaOff val="0"/>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dsp:spPr>
      <dsp:style>
        <a:lnRef idx="0">
          <a:scrgbClr r="0" g="0" b="0"/>
        </a:lnRef>
        <a:fillRef idx="3">
          <a:scrgbClr r="0" g="0" b="0"/>
        </a:fillRef>
        <a:effectRef idx="3">
          <a:scrgbClr r="0" g="0" b="0"/>
        </a:effectRef>
        <a:fontRef idx="minor">
          <a:schemeClr val="lt1"/>
        </a:fontRef>
      </dsp:style>
      <dsp:txBody>
        <a:bodyPr spcFirstLastPara="0" vert="horz" wrap="square" lIns="49530" tIns="49530" rIns="49530" bIns="49530" numCol="1" spcCol="1270" anchor="ctr" anchorCtr="0">
          <a:noAutofit/>
        </a:bodyPr>
        <a:lstStyle/>
        <a:p>
          <a:pPr lvl="0" algn="l" defTabSz="577850">
            <a:lnSpc>
              <a:spcPct val="90000"/>
            </a:lnSpc>
            <a:spcBef>
              <a:spcPct val="0"/>
            </a:spcBef>
            <a:spcAft>
              <a:spcPct val="35000"/>
            </a:spcAft>
          </a:pPr>
          <a:r>
            <a:rPr lang="en-US" sz="1300" kern="1200" dirty="0"/>
            <a:t>With the help of Machine Learning we aim to forecast the weather of coming days. Air quality for an area will also be displayed.</a:t>
          </a:r>
        </a:p>
      </dsp:txBody>
      <dsp:txXfrm>
        <a:off x="1328670" y="3595620"/>
        <a:ext cx="4048888" cy="946920"/>
      </dsp:txXfrm>
    </dsp:sp>
    <dsp:sp modelId="{6FDCB8A6-2F75-457C-92B9-7908007743DE}">
      <dsp:nvSpPr>
        <dsp:cNvPr id="0" name=""/>
        <dsp:cNvSpPr/>
      </dsp:nvSpPr>
      <dsp:spPr>
        <a:xfrm>
          <a:off x="4543043" y="770382"/>
          <a:ext cx="653796" cy="653796"/>
        </a:xfrm>
        <a:prstGeom prst="downArrow">
          <a:avLst>
            <a:gd name="adj1" fmla="val 55000"/>
            <a:gd name="adj2" fmla="val 45000"/>
          </a:avLst>
        </a:prstGeom>
        <a:solidFill>
          <a:schemeClr val="accent2">
            <a:tint val="40000"/>
            <a:alpha val="90000"/>
            <a:hueOff val="0"/>
            <a:satOff val="0"/>
            <a:lumOff val="0"/>
            <a:alphaOff val="0"/>
          </a:schemeClr>
        </a:solidFill>
        <a:ln w="9525" cap="rnd" cmpd="sng" algn="ctr">
          <a:solidFill>
            <a:schemeClr val="accent2">
              <a:tint val="40000"/>
              <a:alpha val="90000"/>
              <a:hueOff val="0"/>
              <a:satOff val="0"/>
              <a:lumOff val="0"/>
              <a:alphaOff val="0"/>
            </a:schemeClr>
          </a:solidFill>
          <a:prstDash val="solid"/>
        </a:ln>
        <a:effectLst>
          <a:outerShdw blurRad="38100" dist="25400" dir="5400000" rotWithShape="0">
            <a:srgbClr val="000000">
              <a:alpha val="45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lvl="0" algn="ctr" defTabSz="1289050">
            <a:lnSpc>
              <a:spcPct val="90000"/>
            </a:lnSpc>
            <a:spcBef>
              <a:spcPct val="0"/>
            </a:spcBef>
            <a:spcAft>
              <a:spcPct val="35000"/>
            </a:spcAft>
          </a:pPr>
          <a:endParaRPr lang="en-US" sz="2900" kern="1200"/>
        </a:p>
      </dsp:txBody>
      <dsp:txXfrm>
        <a:off x="4690147" y="770382"/>
        <a:ext cx="359588" cy="491981"/>
      </dsp:txXfrm>
    </dsp:sp>
    <dsp:sp modelId="{2C6C8AF6-704A-46AB-99C5-D4596F9C2F64}">
      <dsp:nvSpPr>
        <dsp:cNvPr id="0" name=""/>
        <dsp:cNvSpPr/>
      </dsp:nvSpPr>
      <dsp:spPr>
        <a:xfrm>
          <a:off x="4978279" y="1959102"/>
          <a:ext cx="653796" cy="653796"/>
        </a:xfrm>
        <a:prstGeom prst="downArrow">
          <a:avLst>
            <a:gd name="adj1" fmla="val 55000"/>
            <a:gd name="adj2" fmla="val 45000"/>
          </a:avLst>
        </a:prstGeom>
        <a:solidFill>
          <a:schemeClr val="accent2">
            <a:tint val="40000"/>
            <a:alpha val="90000"/>
            <a:hueOff val="-10302092"/>
            <a:satOff val="530"/>
            <a:lumOff val="28"/>
            <a:alphaOff val="0"/>
          </a:schemeClr>
        </a:solidFill>
        <a:ln w="9525" cap="rnd" cmpd="sng" algn="ctr">
          <a:solidFill>
            <a:schemeClr val="accent2">
              <a:tint val="40000"/>
              <a:alpha val="90000"/>
              <a:hueOff val="-10302092"/>
              <a:satOff val="530"/>
              <a:lumOff val="28"/>
              <a:alphaOff val="0"/>
            </a:schemeClr>
          </a:solidFill>
          <a:prstDash val="solid"/>
        </a:ln>
        <a:effectLst>
          <a:outerShdw blurRad="38100" dist="25400" dir="5400000" rotWithShape="0">
            <a:srgbClr val="000000">
              <a:alpha val="45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lvl="0" algn="ctr" defTabSz="1289050">
            <a:lnSpc>
              <a:spcPct val="90000"/>
            </a:lnSpc>
            <a:spcBef>
              <a:spcPct val="0"/>
            </a:spcBef>
            <a:spcAft>
              <a:spcPct val="35000"/>
            </a:spcAft>
          </a:pPr>
          <a:endParaRPr lang="en-US" sz="2900" kern="1200"/>
        </a:p>
      </dsp:txBody>
      <dsp:txXfrm>
        <a:off x="5125383" y="1959102"/>
        <a:ext cx="359588" cy="491981"/>
      </dsp:txXfrm>
    </dsp:sp>
    <dsp:sp modelId="{26B7AB03-906E-440E-84FB-75FC5CAC6A25}">
      <dsp:nvSpPr>
        <dsp:cNvPr id="0" name=""/>
        <dsp:cNvSpPr/>
      </dsp:nvSpPr>
      <dsp:spPr>
        <a:xfrm>
          <a:off x="5407018" y="3147822"/>
          <a:ext cx="653796" cy="653796"/>
        </a:xfrm>
        <a:prstGeom prst="downArrow">
          <a:avLst>
            <a:gd name="adj1" fmla="val 55000"/>
            <a:gd name="adj2" fmla="val 45000"/>
          </a:avLst>
        </a:prstGeom>
        <a:solidFill>
          <a:schemeClr val="accent2">
            <a:tint val="40000"/>
            <a:alpha val="90000"/>
            <a:hueOff val="-20604185"/>
            <a:satOff val="1061"/>
            <a:lumOff val="55"/>
            <a:alphaOff val="0"/>
          </a:schemeClr>
        </a:solidFill>
        <a:ln w="9525" cap="rnd" cmpd="sng" algn="ctr">
          <a:solidFill>
            <a:schemeClr val="accent2">
              <a:tint val="40000"/>
              <a:alpha val="90000"/>
              <a:hueOff val="-20604185"/>
              <a:satOff val="1061"/>
              <a:lumOff val="55"/>
              <a:alphaOff val="0"/>
            </a:schemeClr>
          </a:solidFill>
          <a:prstDash val="solid"/>
        </a:ln>
        <a:effectLst>
          <a:outerShdw blurRad="38100" dist="25400" dir="5400000" rotWithShape="0">
            <a:srgbClr val="000000">
              <a:alpha val="45000"/>
            </a:srgbClr>
          </a:outerShdw>
        </a:effectLst>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lvl="0" algn="ctr" defTabSz="1289050">
            <a:lnSpc>
              <a:spcPct val="90000"/>
            </a:lnSpc>
            <a:spcBef>
              <a:spcPct val="0"/>
            </a:spcBef>
            <a:spcAft>
              <a:spcPct val="35000"/>
            </a:spcAft>
          </a:pPr>
          <a:endParaRPr lang="en-US" sz="2900" kern="1200"/>
        </a:p>
      </dsp:txBody>
      <dsp:txXfrm>
        <a:off x="5554122" y="3147822"/>
        <a:ext cx="359588" cy="49198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4EBBA4-2829-473B-9334-012954035D74}">
      <dsp:nvSpPr>
        <dsp:cNvPr id="0" name=""/>
        <dsp:cNvSpPr/>
      </dsp:nvSpPr>
      <dsp:spPr>
        <a:xfrm>
          <a:off x="3192" y="0"/>
          <a:ext cx="2532322" cy="3404277"/>
        </a:xfrm>
        <a:prstGeom prst="rect">
          <a:avLst/>
        </a:prstGeom>
        <a:solidFill>
          <a:schemeClr val="accent2">
            <a:tint val="40000"/>
            <a:alpha val="90000"/>
            <a:hueOff val="0"/>
            <a:satOff val="0"/>
            <a:lumOff val="0"/>
            <a:alphaOff val="0"/>
          </a:schemeClr>
        </a:solidFill>
        <a:ln w="9525" cap="rnd"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97430" tIns="330200" rIns="197430" bIns="330200" numCol="1" spcCol="1270" anchor="t" anchorCtr="0">
          <a:noAutofit/>
        </a:bodyPr>
        <a:lstStyle/>
        <a:p>
          <a:pPr lvl="0" algn="l" defTabSz="577850">
            <a:lnSpc>
              <a:spcPct val="90000"/>
            </a:lnSpc>
            <a:spcBef>
              <a:spcPct val="0"/>
            </a:spcBef>
            <a:spcAft>
              <a:spcPct val="35000"/>
            </a:spcAft>
          </a:pPr>
          <a:r>
            <a:rPr lang="en-US" sz="1300" kern="1200" dirty="0" smtClean="0"/>
            <a:t>1. Forecasting power output of photovoltaic systems based on weather classification and support vector machines, J Shi, WJ Lee, Y Liu, Y Yang IEEE Transactions on 2012</a:t>
          </a:r>
          <a:endParaRPr lang="en-US" sz="1300" kern="1200" dirty="0"/>
        </a:p>
      </dsp:txBody>
      <dsp:txXfrm>
        <a:off x="3192" y="1293625"/>
        <a:ext cx="2532322" cy="2042566"/>
      </dsp:txXfrm>
    </dsp:sp>
    <dsp:sp modelId="{5C3743F1-22EF-42F8-8CFD-ED6373892E4E}">
      <dsp:nvSpPr>
        <dsp:cNvPr id="0" name=""/>
        <dsp:cNvSpPr/>
      </dsp:nvSpPr>
      <dsp:spPr>
        <a:xfrm>
          <a:off x="758711" y="340427"/>
          <a:ext cx="1021283" cy="1021283"/>
        </a:xfrm>
        <a:prstGeom prst="ellipse">
          <a:avLst/>
        </a:prstGeom>
        <a:gradFill rotWithShape="0">
          <a:gsLst>
            <a:gs pos="0">
              <a:schemeClr val="accent2">
                <a:hueOff val="0"/>
                <a:satOff val="0"/>
                <a:lumOff val="0"/>
                <a:alphaOff val="0"/>
                <a:tint val="98000"/>
                <a:lumMod val="114000"/>
              </a:schemeClr>
            </a:gs>
            <a:gs pos="100000">
              <a:schemeClr val="accent2">
                <a:hueOff val="0"/>
                <a:satOff val="0"/>
                <a:lumOff val="0"/>
                <a:alphaOff val="0"/>
                <a:shade val="90000"/>
                <a:lumMod val="84000"/>
              </a:schemeClr>
            </a:gs>
          </a:gsLst>
          <a:lin ang="5400000" scaled="0"/>
        </a:gradFill>
        <a:ln w="9525" cap="rnd" cmpd="sng" algn="ctr">
          <a:solidFill>
            <a:schemeClr val="accent2">
              <a:hueOff val="0"/>
              <a:satOff val="0"/>
              <a:lumOff val="0"/>
              <a:alphaOff val="0"/>
            </a:schemeClr>
          </a:solidFill>
          <a:prstDash val="solid"/>
        </a:ln>
        <a:effectLst>
          <a:outerShdw blurRad="38100" dist="25400" dir="5400000" rotWithShape="0">
            <a:srgbClr val="000000">
              <a:alpha val="4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79623" tIns="12700" rIns="79623" bIns="12700" numCol="1" spcCol="1270" anchor="ctr" anchorCtr="0">
          <a:noAutofit/>
        </a:bodyPr>
        <a:lstStyle/>
        <a:p>
          <a:pPr lvl="0" algn="ctr" defTabSz="2133600">
            <a:lnSpc>
              <a:spcPct val="90000"/>
            </a:lnSpc>
            <a:spcBef>
              <a:spcPct val="0"/>
            </a:spcBef>
            <a:spcAft>
              <a:spcPct val="35000"/>
            </a:spcAft>
          </a:pPr>
          <a:r>
            <a:rPr lang="en-US" sz="4800" kern="1200"/>
            <a:t>1</a:t>
          </a:r>
        </a:p>
      </dsp:txBody>
      <dsp:txXfrm>
        <a:off x="908274" y="489990"/>
        <a:ext cx="722157" cy="722157"/>
      </dsp:txXfrm>
    </dsp:sp>
    <dsp:sp modelId="{871F95C6-3F4D-42A4-9146-85183FB55ACF}">
      <dsp:nvSpPr>
        <dsp:cNvPr id="0" name=""/>
        <dsp:cNvSpPr/>
      </dsp:nvSpPr>
      <dsp:spPr>
        <a:xfrm>
          <a:off x="3192" y="3404205"/>
          <a:ext cx="2532322" cy="72"/>
        </a:xfrm>
        <a:prstGeom prst="rect">
          <a:avLst/>
        </a:prstGeom>
        <a:gradFill rotWithShape="0">
          <a:gsLst>
            <a:gs pos="0">
              <a:schemeClr val="accent2">
                <a:hueOff val="-2823674"/>
                <a:satOff val="129"/>
                <a:lumOff val="0"/>
                <a:alphaOff val="0"/>
                <a:tint val="98000"/>
                <a:lumMod val="114000"/>
              </a:schemeClr>
            </a:gs>
            <a:gs pos="100000">
              <a:schemeClr val="accent2">
                <a:hueOff val="-2823674"/>
                <a:satOff val="129"/>
                <a:lumOff val="0"/>
                <a:alphaOff val="0"/>
                <a:shade val="90000"/>
                <a:lumMod val="84000"/>
              </a:schemeClr>
            </a:gs>
          </a:gsLst>
          <a:lin ang="5400000" scaled="0"/>
        </a:gradFill>
        <a:ln w="9525" cap="rnd" cmpd="sng" algn="ctr">
          <a:solidFill>
            <a:schemeClr val="accent2">
              <a:hueOff val="-2823674"/>
              <a:satOff val="129"/>
              <a:lumOff val="0"/>
              <a:alphaOff val="0"/>
            </a:schemeClr>
          </a:solidFill>
          <a:prstDash val="solid"/>
        </a:ln>
        <a:effectLst>
          <a:outerShdw blurRad="38100" dist="25400" dir="5400000" rotWithShape="0">
            <a:srgbClr val="000000">
              <a:alpha val="45000"/>
            </a:srgbClr>
          </a:outerShdw>
        </a:effectLst>
      </dsp:spPr>
      <dsp:style>
        <a:lnRef idx="1">
          <a:scrgbClr r="0" g="0" b="0"/>
        </a:lnRef>
        <a:fillRef idx="3">
          <a:scrgbClr r="0" g="0" b="0"/>
        </a:fillRef>
        <a:effectRef idx="2">
          <a:scrgbClr r="0" g="0" b="0"/>
        </a:effectRef>
        <a:fontRef idx="minor">
          <a:schemeClr val="lt1"/>
        </a:fontRef>
      </dsp:style>
    </dsp:sp>
    <dsp:sp modelId="{9F274CDF-71E2-4B3F-B1A2-C1E02B86027C}">
      <dsp:nvSpPr>
        <dsp:cNvPr id="0" name=""/>
        <dsp:cNvSpPr/>
      </dsp:nvSpPr>
      <dsp:spPr>
        <a:xfrm>
          <a:off x="2788746" y="0"/>
          <a:ext cx="2532322" cy="3404277"/>
        </a:xfrm>
        <a:prstGeom prst="rect">
          <a:avLst/>
        </a:prstGeom>
        <a:solidFill>
          <a:schemeClr val="accent2">
            <a:tint val="40000"/>
            <a:alpha val="90000"/>
            <a:hueOff val="-6868062"/>
            <a:satOff val="354"/>
            <a:lumOff val="18"/>
            <a:alphaOff val="0"/>
          </a:schemeClr>
        </a:solidFill>
        <a:ln w="9525" cap="rnd" cmpd="sng" algn="ctr">
          <a:solidFill>
            <a:schemeClr val="accent2">
              <a:tint val="40000"/>
              <a:alpha val="90000"/>
              <a:hueOff val="-6868062"/>
              <a:satOff val="354"/>
              <a:lumOff val="18"/>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97430" tIns="330200" rIns="197430" bIns="330200" numCol="1" spcCol="1270" anchor="t" anchorCtr="0">
          <a:noAutofit/>
        </a:bodyPr>
        <a:lstStyle/>
        <a:p>
          <a:pPr lvl="0" algn="l" defTabSz="577850">
            <a:lnSpc>
              <a:spcPct val="90000"/>
            </a:lnSpc>
            <a:spcBef>
              <a:spcPct val="0"/>
            </a:spcBef>
            <a:spcAft>
              <a:spcPct val="35000"/>
            </a:spcAft>
          </a:pPr>
          <a:r>
            <a:rPr lang="en-US" sz="1300" kern="1200" dirty="0"/>
            <a:t>2 . </a:t>
          </a:r>
          <a:r>
            <a:rPr lang="en-US" sz="1300" kern="1200" dirty="0" smtClean="0"/>
            <a:t>Predicting weather events using fuzzy rule based system, MSK Awan, MM </a:t>
          </a:r>
          <a:r>
            <a:rPr lang="en-US" sz="1300" kern="1200" dirty="0" err="1" smtClean="0"/>
            <a:t>Awais</a:t>
          </a:r>
          <a:r>
            <a:rPr lang="en-US" sz="1300" kern="1200" dirty="0" smtClean="0"/>
            <a:t> - Applied Soft Computing, 2015 - Elsevier</a:t>
          </a:r>
          <a:endParaRPr lang="en-US" sz="1300" kern="1200" dirty="0"/>
        </a:p>
      </dsp:txBody>
      <dsp:txXfrm>
        <a:off x="2788746" y="1293625"/>
        <a:ext cx="2532322" cy="2042566"/>
      </dsp:txXfrm>
    </dsp:sp>
    <dsp:sp modelId="{CD5563DD-F316-4E68-8A58-CB252F44D369}">
      <dsp:nvSpPr>
        <dsp:cNvPr id="0" name=""/>
        <dsp:cNvSpPr/>
      </dsp:nvSpPr>
      <dsp:spPr>
        <a:xfrm>
          <a:off x="3544266" y="340427"/>
          <a:ext cx="1021283" cy="1021283"/>
        </a:xfrm>
        <a:prstGeom prst="ellipse">
          <a:avLst/>
        </a:prstGeom>
        <a:gradFill rotWithShape="0">
          <a:gsLst>
            <a:gs pos="0">
              <a:schemeClr val="accent2">
                <a:hueOff val="-5647349"/>
                <a:satOff val="257"/>
                <a:lumOff val="0"/>
                <a:alphaOff val="0"/>
                <a:tint val="98000"/>
                <a:lumMod val="114000"/>
              </a:schemeClr>
            </a:gs>
            <a:gs pos="100000">
              <a:schemeClr val="accent2">
                <a:hueOff val="-5647349"/>
                <a:satOff val="257"/>
                <a:lumOff val="0"/>
                <a:alphaOff val="0"/>
                <a:shade val="90000"/>
                <a:lumMod val="84000"/>
              </a:schemeClr>
            </a:gs>
          </a:gsLst>
          <a:lin ang="5400000" scaled="0"/>
        </a:gradFill>
        <a:ln w="9525" cap="rnd" cmpd="sng" algn="ctr">
          <a:solidFill>
            <a:schemeClr val="accent2">
              <a:hueOff val="-5647349"/>
              <a:satOff val="257"/>
              <a:lumOff val="0"/>
              <a:alphaOff val="0"/>
            </a:schemeClr>
          </a:solidFill>
          <a:prstDash val="solid"/>
        </a:ln>
        <a:effectLst>
          <a:outerShdw blurRad="38100" dist="25400" dir="5400000" rotWithShape="0">
            <a:srgbClr val="000000">
              <a:alpha val="4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79623" tIns="12700" rIns="79623" bIns="12700" numCol="1" spcCol="1270" anchor="ctr" anchorCtr="0">
          <a:noAutofit/>
        </a:bodyPr>
        <a:lstStyle/>
        <a:p>
          <a:pPr lvl="0" algn="ctr" defTabSz="2133600">
            <a:lnSpc>
              <a:spcPct val="90000"/>
            </a:lnSpc>
            <a:spcBef>
              <a:spcPct val="0"/>
            </a:spcBef>
            <a:spcAft>
              <a:spcPct val="35000"/>
            </a:spcAft>
          </a:pPr>
          <a:r>
            <a:rPr lang="en-US" sz="4800" kern="1200"/>
            <a:t>2</a:t>
          </a:r>
        </a:p>
      </dsp:txBody>
      <dsp:txXfrm>
        <a:off x="3693829" y="489990"/>
        <a:ext cx="722157" cy="722157"/>
      </dsp:txXfrm>
    </dsp:sp>
    <dsp:sp modelId="{FC5344C2-F644-40FF-AD80-AC12A4E14080}">
      <dsp:nvSpPr>
        <dsp:cNvPr id="0" name=""/>
        <dsp:cNvSpPr/>
      </dsp:nvSpPr>
      <dsp:spPr>
        <a:xfrm>
          <a:off x="2788746" y="3404205"/>
          <a:ext cx="2532322" cy="72"/>
        </a:xfrm>
        <a:prstGeom prst="rect">
          <a:avLst/>
        </a:prstGeom>
        <a:gradFill rotWithShape="0">
          <a:gsLst>
            <a:gs pos="0">
              <a:schemeClr val="accent2">
                <a:hueOff val="-8471023"/>
                <a:satOff val="386"/>
                <a:lumOff val="0"/>
                <a:alphaOff val="0"/>
                <a:tint val="98000"/>
                <a:lumMod val="114000"/>
              </a:schemeClr>
            </a:gs>
            <a:gs pos="100000">
              <a:schemeClr val="accent2">
                <a:hueOff val="-8471023"/>
                <a:satOff val="386"/>
                <a:lumOff val="0"/>
                <a:alphaOff val="0"/>
                <a:shade val="90000"/>
                <a:lumMod val="84000"/>
              </a:schemeClr>
            </a:gs>
          </a:gsLst>
          <a:lin ang="5400000" scaled="0"/>
        </a:gradFill>
        <a:ln w="9525" cap="rnd" cmpd="sng" algn="ctr">
          <a:solidFill>
            <a:schemeClr val="accent2">
              <a:hueOff val="-8471023"/>
              <a:satOff val="386"/>
              <a:lumOff val="0"/>
              <a:alphaOff val="0"/>
            </a:schemeClr>
          </a:solidFill>
          <a:prstDash val="solid"/>
        </a:ln>
        <a:effectLst>
          <a:outerShdw blurRad="38100" dist="25400" dir="5400000" rotWithShape="0">
            <a:srgbClr val="000000">
              <a:alpha val="45000"/>
            </a:srgbClr>
          </a:outerShdw>
        </a:effectLst>
      </dsp:spPr>
      <dsp:style>
        <a:lnRef idx="1">
          <a:scrgbClr r="0" g="0" b="0"/>
        </a:lnRef>
        <a:fillRef idx="3">
          <a:scrgbClr r="0" g="0" b="0"/>
        </a:fillRef>
        <a:effectRef idx="2">
          <a:scrgbClr r="0" g="0" b="0"/>
        </a:effectRef>
        <a:fontRef idx="minor">
          <a:schemeClr val="lt1"/>
        </a:fontRef>
      </dsp:style>
    </dsp:sp>
    <dsp:sp modelId="{CC8CA3CD-4E44-4B89-86D0-674477A07C0A}">
      <dsp:nvSpPr>
        <dsp:cNvPr id="0" name=""/>
        <dsp:cNvSpPr/>
      </dsp:nvSpPr>
      <dsp:spPr>
        <a:xfrm>
          <a:off x="5574301" y="0"/>
          <a:ext cx="2532322" cy="3404277"/>
        </a:xfrm>
        <a:prstGeom prst="rect">
          <a:avLst/>
        </a:prstGeom>
        <a:solidFill>
          <a:schemeClr val="accent2">
            <a:tint val="40000"/>
            <a:alpha val="90000"/>
            <a:hueOff val="-13736124"/>
            <a:satOff val="707"/>
            <a:lumOff val="37"/>
            <a:alphaOff val="0"/>
          </a:schemeClr>
        </a:solidFill>
        <a:ln w="9525" cap="rnd" cmpd="sng" algn="ctr">
          <a:solidFill>
            <a:schemeClr val="accent2">
              <a:tint val="40000"/>
              <a:alpha val="90000"/>
              <a:hueOff val="-13736124"/>
              <a:satOff val="707"/>
              <a:lumOff val="37"/>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97430" tIns="330200" rIns="197430" bIns="330200" numCol="1" spcCol="1270" anchor="t" anchorCtr="0">
          <a:noAutofit/>
        </a:bodyPr>
        <a:lstStyle/>
        <a:p>
          <a:pPr lvl="0" algn="just" defTabSz="577850">
            <a:lnSpc>
              <a:spcPct val="90000"/>
            </a:lnSpc>
            <a:spcBef>
              <a:spcPct val="0"/>
            </a:spcBef>
            <a:spcAft>
              <a:spcPct val="35000"/>
            </a:spcAft>
          </a:pPr>
          <a:r>
            <a:rPr lang="en-US" sz="1300" kern="1200" dirty="0"/>
            <a:t>3</a:t>
          </a:r>
          <a:r>
            <a:rPr lang="en-US" sz="1300" kern="1200" dirty="0" smtClean="0"/>
            <a:t>. Diagnosis of “forecast analysis” differences of a weather prediction system S </a:t>
          </a:r>
          <a:r>
            <a:rPr lang="en-US" sz="1300" kern="1200" dirty="0" err="1" smtClean="0"/>
            <a:t>Dirren</a:t>
          </a:r>
          <a:r>
            <a:rPr lang="en-US" sz="1300" kern="1200" dirty="0" smtClean="0"/>
            <a:t>, M </a:t>
          </a:r>
          <a:r>
            <a:rPr lang="en-US" sz="1300" kern="1200" dirty="0" err="1" smtClean="0"/>
            <a:t>Didone</a:t>
          </a:r>
          <a:r>
            <a:rPr lang="en-US" sz="1300" kern="1200" dirty="0" smtClean="0"/>
            <a:t>, HC Davies - Geophysical research letters, 2016 - Wiley Online Library</a:t>
          </a:r>
          <a:endParaRPr lang="en-US" sz="1300" kern="1200" dirty="0"/>
        </a:p>
      </dsp:txBody>
      <dsp:txXfrm>
        <a:off x="5574301" y="1293625"/>
        <a:ext cx="2532322" cy="2042566"/>
      </dsp:txXfrm>
    </dsp:sp>
    <dsp:sp modelId="{101829E4-449C-48A2-B10B-A1F44AFFBA0F}">
      <dsp:nvSpPr>
        <dsp:cNvPr id="0" name=""/>
        <dsp:cNvSpPr/>
      </dsp:nvSpPr>
      <dsp:spPr>
        <a:xfrm>
          <a:off x="6329820" y="340427"/>
          <a:ext cx="1021283" cy="1021283"/>
        </a:xfrm>
        <a:prstGeom prst="ellipse">
          <a:avLst/>
        </a:prstGeom>
        <a:gradFill rotWithShape="0">
          <a:gsLst>
            <a:gs pos="0">
              <a:schemeClr val="accent2">
                <a:hueOff val="-11294698"/>
                <a:satOff val="515"/>
                <a:lumOff val="0"/>
                <a:alphaOff val="0"/>
                <a:tint val="98000"/>
                <a:lumMod val="114000"/>
              </a:schemeClr>
            </a:gs>
            <a:gs pos="100000">
              <a:schemeClr val="accent2">
                <a:hueOff val="-11294698"/>
                <a:satOff val="515"/>
                <a:lumOff val="0"/>
                <a:alphaOff val="0"/>
                <a:shade val="90000"/>
                <a:lumMod val="84000"/>
              </a:schemeClr>
            </a:gs>
          </a:gsLst>
          <a:lin ang="5400000" scaled="0"/>
        </a:gradFill>
        <a:ln w="9525" cap="rnd" cmpd="sng" algn="ctr">
          <a:solidFill>
            <a:schemeClr val="accent2">
              <a:hueOff val="-11294698"/>
              <a:satOff val="515"/>
              <a:lumOff val="0"/>
              <a:alphaOff val="0"/>
            </a:schemeClr>
          </a:solidFill>
          <a:prstDash val="solid"/>
        </a:ln>
        <a:effectLst>
          <a:outerShdw blurRad="38100" dist="25400" dir="5400000" rotWithShape="0">
            <a:srgbClr val="000000">
              <a:alpha val="4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79623" tIns="12700" rIns="79623" bIns="12700" numCol="1" spcCol="1270" anchor="ctr" anchorCtr="0">
          <a:noAutofit/>
        </a:bodyPr>
        <a:lstStyle/>
        <a:p>
          <a:pPr lvl="0" algn="ctr" defTabSz="2133600">
            <a:lnSpc>
              <a:spcPct val="90000"/>
            </a:lnSpc>
            <a:spcBef>
              <a:spcPct val="0"/>
            </a:spcBef>
            <a:spcAft>
              <a:spcPct val="35000"/>
            </a:spcAft>
          </a:pPr>
          <a:r>
            <a:rPr lang="en-US" sz="4800" kern="1200"/>
            <a:t>3</a:t>
          </a:r>
        </a:p>
      </dsp:txBody>
      <dsp:txXfrm>
        <a:off x="6479383" y="489990"/>
        <a:ext cx="722157" cy="722157"/>
      </dsp:txXfrm>
    </dsp:sp>
    <dsp:sp modelId="{950E65A5-336F-4241-A6DF-4948E999E31D}">
      <dsp:nvSpPr>
        <dsp:cNvPr id="0" name=""/>
        <dsp:cNvSpPr/>
      </dsp:nvSpPr>
      <dsp:spPr>
        <a:xfrm>
          <a:off x="5574301" y="3404205"/>
          <a:ext cx="2532322" cy="72"/>
        </a:xfrm>
        <a:prstGeom prst="rect">
          <a:avLst/>
        </a:prstGeom>
        <a:gradFill rotWithShape="0">
          <a:gsLst>
            <a:gs pos="0">
              <a:schemeClr val="accent2">
                <a:hueOff val="-14118373"/>
                <a:satOff val="644"/>
                <a:lumOff val="0"/>
                <a:alphaOff val="0"/>
                <a:tint val="98000"/>
                <a:lumMod val="114000"/>
              </a:schemeClr>
            </a:gs>
            <a:gs pos="100000">
              <a:schemeClr val="accent2">
                <a:hueOff val="-14118373"/>
                <a:satOff val="644"/>
                <a:lumOff val="0"/>
                <a:alphaOff val="0"/>
                <a:shade val="90000"/>
                <a:lumMod val="84000"/>
              </a:schemeClr>
            </a:gs>
          </a:gsLst>
          <a:lin ang="5400000" scaled="0"/>
        </a:gradFill>
        <a:ln w="9525" cap="rnd" cmpd="sng" algn="ctr">
          <a:solidFill>
            <a:schemeClr val="accent2">
              <a:hueOff val="-14118373"/>
              <a:satOff val="644"/>
              <a:lumOff val="0"/>
              <a:alphaOff val="0"/>
            </a:schemeClr>
          </a:solidFill>
          <a:prstDash val="solid"/>
        </a:ln>
        <a:effectLst>
          <a:outerShdw blurRad="38100" dist="25400" dir="5400000" rotWithShape="0">
            <a:srgbClr val="000000">
              <a:alpha val="45000"/>
            </a:srgbClr>
          </a:outerShdw>
        </a:effectLst>
      </dsp:spPr>
      <dsp:style>
        <a:lnRef idx="1">
          <a:scrgbClr r="0" g="0" b="0"/>
        </a:lnRef>
        <a:fillRef idx="3">
          <a:scrgbClr r="0" g="0" b="0"/>
        </a:fillRef>
        <a:effectRef idx="2">
          <a:scrgbClr r="0" g="0" b="0"/>
        </a:effectRef>
        <a:fontRef idx="minor">
          <a:schemeClr val="lt1"/>
        </a:fontRef>
      </dsp:style>
    </dsp:sp>
    <dsp:sp modelId="{1C680885-6EA0-4F83-9F50-0418BA8E74D6}">
      <dsp:nvSpPr>
        <dsp:cNvPr id="0" name=""/>
        <dsp:cNvSpPr/>
      </dsp:nvSpPr>
      <dsp:spPr>
        <a:xfrm>
          <a:off x="8359855" y="0"/>
          <a:ext cx="2532322" cy="3404277"/>
        </a:xfrm>
        <a:prstGeom prst="rect">
          <a:avLst/>
        </a:prstGeom>
        <a:solidFill>
          <a:schemeClr val="accent2">
            <a:tint val="40000"/>
            <a:alpha val="90000"/>
            <a:hueOff val="-20604185"/>
            <a:satOff val="1061"/>
            <a:lumOff val="55"/>
            <a:alphaOff val="0"/>
          </a:schemeClr>
        </a:solidFill>
        <a:ln w="9525" cap="rnd" cmpd="sng" algn="ctr">
          <a:solidFill>
            <a:schemeClr val="accent2">
              <a:tint val="40000"/>
              <a:alpha val="90000"/>
              <a:hueOff val="-20604185"/>
              <a:satOff val="1061"/>
              <a:lumOff val="55"/>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97430" tIns="330200" rIns="197430" bIns="330200" numCol="1" spcCol="1270" anchor="t" anchorCtr="0">
          <a:noAutofit/>
        </a:bodyPr>
        <a:lstStyle/>
        <a:p>
          <a:pPr lvl="0" algn="l" defTabSz="577850">
            <a:lnSpc>
              <a:spcPct val="90000"/>
            </a:lnSpc>
            <a:spcBef>
              <a:spcPct val="0"/>
            </a:spcBef>
            <a:spcAft>
              <a:spcPct val="35000"/>
            </a:spcAft>
          </a:pPr>
          <a:r>
            <a:rPr lang="en-US" sz="1300" kern="1200" dirty="0"/>
            <a:t>4</a:t>
          </a:r>
          <a:r>
            <a:rPr lang="en-US" sz="1300" kern="1200" dirty="0" smtClean="0"/>
            <a:t>. The Advanced Regional Prediction System (ARPS), storm-scale numerical weather prediction and data assimilation</a:t>
          </a:r>
        </a:p>
        <a:p>
          <a:pPr lvl="0" algn="l" defTabSz="577850">
            <a:lnSpc>
              <a:spcPct val="90000"/>
            </a:lnSpc>
            <a:spcBef>
              <a:spcPct val="0"/>
            </a:spcBef>
            <a:spcAft>
              <a:spcPct val="35000"/>
            </a:spcAft>
          </a:pPr>
          <a:r>
            <a:rPr lang="en-US" sz="1300" kern="1200" dirty="0" smtClean="0"/>
            <a:t>M </a:t>
          </a:r>
          <a:r>
            <a:rPr lang="en-US" sz="1300" kern="1200" dirty="0" err="1" smtClean="0"/>
            <a:t>Xue</a:t>
          </a:r>
          <a:r>
            <a:rPr lang="en-US" sz="1300" kern="1200" dirty="0" smtClean="0"/>
            <a:t>, D Wang, J Gao, K Brewster 2016 - Springer</a:t>
          </a:r>
          <a:endParaRPr lang="en-US" sz="1300" kern="1200" dirty="0"/>
        </a:p>
      </dsp:txBody>
      <dsp:txXfrm>
        <a:off x="8359855" y="1293625"/>
        <a:ext cx="2532322" cy="2042566"/>
      </dsp:txXfrm>
    </dsp:sp>
    <dsp:sp modelId="{4574FEFA-E5EB-4748-87B9-C9A41E410554}">
      <dsp:nvSpPr>
        <dsp:cNvPr id="0" name=""/>
        <dsp:cNvSpPr/>
      </dsp:nvSpPr>
      <dsp:spPr>
        <a:xfrm>
          <a:off x="9115375" y="340427"/>
          <a:ext cx="1021283" cy="1021283"/>
        </a:xfrm>
        <a:prstGeom prst="ellipse">
          <a:avLst/>
        </a:prstGeom>
        <a:gradFill rotWithShape="0">
          <a:gsLst>
            <a:gs pos="0">
              <a:schemeClr val="accent2">
                <a:hueOff val="-16942046"/>
                <a:satOff val="772"/>
                <a:lumOff val="0"/>
                <a:alphaOff val="0"/>
                <a:tint val="98000"/>
                <a:lumMod val="114000"/>
              </a:schemeClr>
            </a:gs>
            <a:gs pos="100000">
              <a:schemeClr val="accent2">
                <a:hueOff val="-16942046"/>
                <a:satOff val="772"/>
                <a:lumOff val="0"/>
                <a:alphaOff val="0"/>
                <a:shade val="90000"/>
                <a:lumMod val="84000"/>
              </a:schemeClr>
            </a:gs>
          </a:gsLst>
          <a:lin ang="5400000" scaled="0"/>
        </a:gradFill>
        <a:ln w="9525" cap="rnd" cmpd="sng" algn="ctr">
          <a:solidFill>
            <a:schemeClr val="accent2">
              <a:hueOff val="-16942046"/>
              <a:satOff val="772"/>
              <a:lumOff val="0"/>
              <a:alphaOff val="0"/>
            </a:schemeClr>
          </a:solidFill>
          <a:prstDash val="solid"/>
        </a:ln>
        <a:effectLst>
          <a:outerShdw blurRad="38100" dist="25400" dir="5400000" rotWithShape="0">
            <a:srgbClr val="000000">
              <a:alpha val="4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79623" tIns="12700" rIns="79623" bIns="12700" numCol="1" spcCol="1270" anchor="ctr" anchorCtr="0">
          <a:noAutofit/>
        </a:bodyPr>
        <a:lstStyle/>
        <a:p>
          <a:pPr lvl="0" algn="ctr" defTabSz="2133600">
            <a:lnSpc>
              <a:spcPct val="90000"/>
            </a:lnSpc>
            <a:spcBef>
              <a:spcPct val="0"/>
            </a:spcBef>
            <a:spcAft>
              <a:spcPct val="35000"/>
            </a:spcAft>
          </a:pPr>
          <a:r>
            <a:rPr lang="en-US" sz="4800" kern="1200"/>
            <a:t>4</a:t>
          </a:r>
        </a:p>
      </dsp:txBody>
      <dsp:txXfrm>
        <a:off x="9264938" y="489990"/>
        <a:ext cx="722157" cy="722157"/>
      </dsp:txXfrm>
    </dsp:sp>
    <dsp:sp modelId="{A47EBB2E-2DF1-4C08-81E8-7AA2DFADD5EA}">
      <dsp:nvSpPr>
        <dsp:cNvPr id="0" name=""/>
        <dsp:cNvSpPr/>
      </dsp:nvSpPr>
      <dsp:spPr>
        <a:xfrm>
          <a:off x="8359855" y="3404205"/>
          <a:ext cx="2532322" cy="72"/>
        </a:xfrm>
        <a:prstGeom prst="rect">
          <a:avLst/>
        </a:prstGeom>
        <a:gradFill rotWithShape="0">
          <a:gsLst>
            <a:gs pos="0">
              <a:schemeClr val="accent2">
                <a:hueOff val="-19765721"/>
                <a:satOff val="901"/>
                <a:lumOff val="0"/>
                <a:alphaOff val="0"/>
                <a:tint val="98000"/>
                <a:lumMod val="114000"/>
              </a:schemeClr>
            </a:gs>
            <a:gs pos="100000">
              <a:schemeClr val="accent2">
                <a:hueOff val="-19765721"/>
                <a:satOff val="901"/>
                <a:lumOff val="0"/>
                <a:alphaOff val="0"/>
                <a:shade val="90000"/>
                <a:lumMod val="84000"/>
              </a:schemeClr>
            </a:gs>
          </a:gsLst>
          <a:lin ang="5400000" scaled="0"/>
        </a:gradFill>
        <a:ln w="9525" cap="rnd" cmpd="sng" algn="ctr">
          <a:solidFill>
            <a:schemeClr val="accent2">
              <a:hueOff val="-19765721"/>
              <a:satOff val="901"/>
              <a:lumOff val="0"/>
              <a:alphaOff val="0"/>
            </a:schemeClr>
          </a:solidFill>
          <a:prstDash val="solid"/>
        </a:ln>
        <a:effectLst>
          <a:outerShdw blurRad="38100" dist="25400" dir="5400000" rotWithShape="0">
            <a:srgbClr val="000000">
              <a:alpha val="45000"/>
            </a:srgbClr>
          </a:outerShdw>
        </a:effectLst>
      </dsp:spPr>
      <dsp:style>
        <a:lnRef idx="1">
          <a:scrgbClr r="0" g="0" b="0"/>
        </a:lnRef>
        <a:fillRef idx="3">
          <a:scrgbClr r="0" g="0" b="0"/>
        </a:fillRef>
        <a:effectRef idx="2">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C06409-1C3A-4796-98FE-20AE9E60ABE5}">
      <dsp:nvSpPr>
        <dsp:cNvPr id="0" name=""/>
        <dsp:cNvSpPr/>
      </dsp:nvSpPr>
      <dsp:spPr>
        <a:xfrm>
          <a:off x="1373504" y="268664"/>
          <a:ext cx="3840480" cy="3840480"/>
        </a:xfrm>
        <a:prstGeom prst="pie">
          <a:avLst>
            <a:gd name="adj1" fmla="val 16200000"/>
            <a:gd name="adj2" fmla="val 19800000"/>
          </a:avLst>
        </a:prstGeom>
        <a:gradFill rotWithShape="0">
          <a:gsLst>
            <a:gs pos="0">
              <a:schemeClr val="accent2">
                <a:hueOff val="0"/>
                <a:satOff val="0"/>
                <a:lumOff val="0"/>
                <a:alphaOff val="0"/>
                <a:tint val="98000"/>
                <a:lumMod val="114000"/>
              </a:schemeClr>
            </a:gs>
            <a:gs pos="100000">
              <a:schemeClr val="accent2">
                <a:hueOff val="0"/>
                <a:satOff val="0"/>
                <a:lumOff val="0"/>
                <a:alphaOff val="0"/>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dsp:spPr>
      <dsp:style>
        <a:lnRef idx="0">
          <a:scrgbClr r="0" g="0" b="0"/>
        </a:lnRef>
        <a:fillRef idx="3">
          <a:scrgbClr r="0" g="0" b="0"/>
        </a:fillRef>
        <a:effectRef idx="3">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b="0" i="0" kern="1200" dirty="0"/>
            <a:t>Integration of Sensors</a:t>
          </a:r>
          <a:endParaRPr lang="en-US" sz="1200" kern="1200" dirty="0"/>
        </a:p>
      </dsp:txBody>
      <dsp:txXfrm>
        <a:off x="3385185" y="759239"/>
        <a:ext cx="1005840" cy="777240"/>
      </dsp:txXfrm>
    </dsp:sp>
    <dsp:sp modelId="{A3781957-4FF8-4D11-B8F4-D3E8F85554E7}">
      <dsp:nvSpPr>
        <dsp:cNvPr id="0" name=""/>
        <dsp:cNvSpPr/>
      </dsp:nvSpPr>
      <dsp:spPr>
        <a:xfrm>
          <a:off x="1419224" y="347759"/>
          <a:ext cx="3840480" cy="3840480"/>
        </a:xfrm>
        <a:prstGeom prst="pie">
          <a:avLst>
            <a:gd name="adj1" fmla="val 19800000"/>
            <a:gd name="adj2" fmla="val 1800000"/>
          </a:avLst>
        </a:prstGeom>
        <a:gradFill rotWithShape="0">
          <a:gsLst>
            <a:gs pos="0">
              <a:schemeClr val="accent2">
                <a:hueOff val="-3953144"/>
                <a:satOff val="180"/>
                <a:lumOff val="0"/>
                <a:alphaOff val="0"/>
                <a:tint val="98000"/>
                <a:lumMod val="114000"/>
              </a:schemeClr>
            </a:gs>
            <a:gs pos="100000">
              <a:schemeClr val="accent2">
                <a:hueOff val="-3953144"/>
                <a:satOff val="180"/>
                <a:lumOff val="0"/>
                <a:alphaOff val="0"/>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dsp:spPr>
      <dsp:style>
        <a:lnRef idx="0">
          <a:scrgbClr r="0" g="0" b="0"/>
        </a:lnRef>
        <a:fillRef idx="3">
          <a:scrgbClr r="0" g="0" b="0"/>
        </a:fillRef>
        <a:effectRef idx="3">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b="0" i="0" kern="1200" dirty="0"/>
            <a:t>Web portal design</a:t>
          </a:r>
          <a:endParaRPr lang="en-US" sz="1200" kern="1200" dirty="0"/>
        </a:p>
      </dsp:txBody>
      <dsp:txXfrm>
        <a:off x="4025265" y="1902240"/>
        <a:ext cx="1051560" cy="754380"/>
      </dsp:txXfrm>
    </dsp:sp>
    <dsp:sp modelId="{82CDAF7E-0250-4E9A-8966-967517FFB5FC}">
      <dsp:nvSpPr>
        <dsp:cNvPr id="0" name=""/>
        <dsp:cNvSpPr/>
      </dsp:nvSpPr>
      <dsp:spPr>
        <a:xfrm>
          <a:off x="1373504" y="426855"/>
          <a:ext cx="3840480" cy="3840480"/>
        </a:xfrm>
        <a:prstGeom prst="pie">
          <a:avLst>
            <a:gd name="adj1" fmla="val 1800000"/>
            <a:gd name="adj2" fmla="val 5400000"/>
          </a:avLst>
        </a:prstGeom>
        <a:gradFill rotWithShape="0">
          <a:gsLst>
            <a:gs pos="0">
              <a:schemeClr val="accent2">
                <a:hueOff val="-7906288"/>
                <a:satOff val="360"/>
                <a:lumOff val="0"/>
                <a:alphaOff val="0"/>
                <a:tint val="98000"/>
                <a:lumMod val="114000"/>
              </a:schemeClr>
            </a:gs>
            <a:gs pos="100000">
              <a:schemeClr val="accent2">
                <a:hueOff val="-7906288"/>
                <a:satOff val="360"/>
                <a:lumOff val="0"/>
                <a:alphaOff val="0"/>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dsp:spPr>
      <dsp:style>
        <a:lnRef idx="0">
          <a:scrgbClr r="0" g="0" b="0"/>
        </a:lnRef>
        <a:fillRef idx="3">
          <a:scrgbClr r="0" g="0" b="0"/>
        </a:fillRef>
        <a:effectRef idx="3">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b="0" i="0" kern="1200" dirty="0"/>
            <a:t>Connection of IoT device to cloud</a:t>
          </a:r>
          <a:endParaRPr lang="en-US" sz="1200" kern="1200" dirty="0"/>
        </a:p>
      </dsp:txBody>
      <dsp:txXfrm>
        <a:off x="3385185" y="3022380"/>
        <a:ext cx="1005840" cy="777240"/>
      </dsp:txXfrm>
    </dsp:sp>
    <dsp:sp modelId="{8585D719-1156-4839-8151-A0F00CFD8663}">
      <dsp:nvSpPr>
        <dsp:cNvPr id="0" name=""/>
        <dsp:cNvSpPr/>
      </dsp:nvSpPr>
      <dsp:spPr>
        <a:xfrm>
          <a:off x="1282064" y="426855"/>
          <a:ext cx="3840480" cy="3840480"/>
        </a:xfrm>
        <a:prstGeom prst="pie">
          <a:avLst>
            <a:gd name="adj1" fmla="val 5400000"/>
            <a:gd name="adj2" fmla="val 9000000"/>
          </a:avLst>
        </a:prstGeom>
        <a:gradFill rotWithShape="0">
          <a:gsLst>
            <a:gs pos="0">
              <a:schemeClr val="accent2">
                <a:hueOff val="-11859433"/>
                <a:satOff val="541"/>
                <a:lumOff val="0"/>
                <a:alphaOff val="0"/>
                <a:tint val="98000"/>
                <a:lumMod val="114000"/>
              </a:schemeClr>
            </a:gs>
            <a:gs pos="100000">
              <a:schemeClr val="accent2">
                <a:hueOff val="-11859433"/>
                <a:satOff val="541"/>
                <a:lumOff val="0"/>
                <a:alphaOff val="0"/>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dsp:spPr>
      <dsp:style>
        <a:lnRef idx="0">
          <a:scrgbClr r="0" g="0" b="0"/>
        </a:lnRef>
        <a:fillRef idx="3">
          <a:scrgbClr r="0" g="0" b="0"/>
        </a:fillRef>
        <a:effectRef idx="3">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b="0" i="0" kern="1200" dirty="0"/>
            <a:t>Generation and Collection of data</a:t>
          </a:r>
          <a:endParaRPr lang="en-US" sz="1200" kern="1200" dirty="0"/>
        </a:p>
      </dsp:txBody>
      <dsp:txXfrm>
        <a:off x="2105025" y="3022380"/>
        <a:ext cx="1005840" cy="777240"/>
      </dsp:txXfrm>
    </dsp:sp>
    <dsp:sp modelId="{2DF08095-B4EC-40F7-B2D7-A75BC6C2FEBD}">
      <dsp:nvSpPr>
        <dsp:cNvPr id="0" name=""/>
        <dsp:cNvSpPr/>
      </dsp:nvSpPr>
      <dsp:spPr>
        <a:xfrm>
          <a:off x="1236344" y="347759"/>
          <a:ext cx="3840480" cy="3840480"/>
        </a:xfrm>
        <a:prstGeom prst="pie">
          <a:avLst>
            <a:gd name="adj1" fmla="val 9000000"/>
            <a:gd name="adj2" fmla="val 12600000"/>
          </a:avLst>
        </a:prstGeom>
        <a:gradFill rotWithShape="0">
          <a:gsLst>
            <a:gs pos="0">
              <a:schemeClr val="accent2">
                <a:hueOff val="-15812576"/>
                <a:satOff val="721"/>
                <a:lumOff val="0"/>
                <a:alphaOff val="0"/>
                <a:tint val="98000"/>
                <a:lumMod val="114000"/>
              </a:schemeClr>
            </a:gs>
            <a:gs pos="100000">
              <a:schemeClr val="accent2">
                <a:hueOff val="-15812576"/>
                <a:satOff val="721"/>
                <a:lumOff val="0"/>
                <a:alphaOff val="0"/>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dsp:spPr>
      <dsp:style>
        <a:lnRef idx="0">
          <a:scrgbClr r="0" g="0" b="0"/>
        </a:lnRef>
        <a:fillRef idx="3">
          <a:scrgbClr r="0" g="0" b="0"/>
        </a:fillRef>
        <a:effectRef idx="3">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b="0" i="0" kern="1200" dirty="0"/>
            <a:t>Integration of IoT device to Web portal</a:t>
          </a:r>
          <a:endParaRPr lang="en-US" sz="1200" kern="1200" dirty="0"/>
        </a:p>
      </dsp:txBody>
      <dsp:txXfrm>
        <a:off x="1419225" y="1902240"/>
        <a:ext cx="1051560" cy="754380"/>
      </dsp:txXfrm>
    </dsp:sp>
    <dsp:sp modelId="{640EFBC8-A29F-496B-B382-97738524DFA4}">
      <dsp:nvSpPr>
        <dsp:cNvPr id="0" name=""/>
        <dsp:cNvSpPr/>
      </dsp:nvSpPr>
      <dsp:spPr>
        <a:xfrm>
          <a:off x="1282064" y="268664"/>
          <a:ext cx="3840480" cy="3840480"/>
        </a:xfrm>
        <a:prstGeom prst="pie">
          <a:avLst>
            <a:gd name="adj1" fmla="val 12600000"/>
            <a:gd name="adj2" fmla="val 16200000"/>
          </a:avLst>
        </a:prstGeom>
        <a:gradFill rotWithShape="0">
          <a:gsLst>
            <a:gs pos="0">
              <a:schemeClr val="accent2">
                <a:hueOff val="-19765721"/>
                <a:satOff val="901"/>
                <a:lumOff val="0"/>
                <a:alphaOff val="0"/>
                <a:tint val="98000"/>
                <a:lumMod val="114000"/>
              </a:schemeClr>
            </a:gs>
            <a:gs pos="100000">
              <a:schemeClr val="accent2">
                <a:hueOff val="-19765721"/>
                <a:satOff val="901"/>
                <a:lumOff val="0"/>
                <a:alphaOff val="0"/>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dsp:spPr>
      <dsp:style>
        <a:lnRef idx="0">
          <a:scrgbClr r="0" g="0" b="0"/>
        </a:lnRef>
        <a:fillRef idx="3">
          <a:scrgbClr r="0" g="0" b="0"/>
        </a:fillRef>
        <a:effectRef idx="3">
          <a:scrgbClr r="0" g="0" b="0"/>
        </a:effectRef>
        <a:fontRef idx="minor">
          <a:schemeClr val="lt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a:t>Forecasting of Temperature</a:t>
          </a:r>
        </a:p>
      </dsp:txBody>
      <dsp:txXfrm>
        <a:off x="2105025" y="759239"/>
        <a:ext cx="1005840" cy="777240"/>
      </dsp:txXfrm>
    </dsp:sp>
    <dsp:sp modelId="{1E3D2F9F-03DB-4846-A511-43A75398DFC3}">
      <dsp:nvSpPr>
        <dsp:cNvPr id="0" name=""/>
        <dsp:cNvSpPr/>
      </dsp:nvSpPr>
      <dsp:spPr>
        <a:xfrm>
          <a:off x="1135620" y="30920"/>
          <a:ext cx="4315968" cy="4315968"/>
        </a:xfrm>
        <a:prstGeom prst="circularArrow">
          <a:avLst>
            <a:gd name="adj1" fmla="val 5085"/>
            <a:gd name="adj2" fmla="val 327528"/>
            <a:gd name="adj3" fmla="val 19472472"/>
            <a:gd name="adj4" fmla="val 16200251"/>
            <a:gd name="adj5" fmla="val 5932"/>
          </a:avLst>
        </a:prstGeom>
        <a:gradFill rotWithShape="0">
          <a:gsLst>
            <a:gs pos="0">
              <a:schemeClr val="accent2">
                <a:hueOff val="0"/>
                <a:satOff val="0"/>
                <a:lumOff val="0"/>
                <a:alphaOff val="0"/>
                <a:tint val="98000"/>
                <a:lumMod val="114000"/>
              </a:schemeClr>
            </a:gs>
            <a:gs pos="100000">
              <a:schemeClr val="accent2">
                <a:hueOff val="0"/>
                <a:satOff val="0"/>
                <a:lumOff val="0"/>
                <a:alphaOff val="0"/>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dsp:spPr>
      <dsp:style>
        <a:lnRef idx="0">
          <a:scrgbClr r="0" g="0" b="0"/>
        </a:lnRef>
        <a:fillRef idx="3">
          <a:scrgbClr r="0" g="0" b="0"/>
        </a:fillRef>
        <a:effectRef idx="3">
          <a:scrgbClr r="0" g="0" b="0"/>
        </a:effectRef>
        <a:fontRef idx="minor">
          <a:schemeClr val="lt1"/>
        </a:fontRef>
      </dsp:style>
    </dsp:sp>
    <dsp:sp modelId="{98EDD552-6297-4998-95AA-654E6CDA7FAE}">
      <dsp:nvSpPr>
        <dsp:cNvPr id="0" name=""/>
        <dsp:cNvSpPr/>
      </dsp:nvSpPr>
      <dsp:spPr>
        <a:xfrm>
          <a:off x="1181340" y="110016"/>
          <a:ext cx="4315968" cy="4315968"/>
        </a:xfrm>
        <a:prstGeom prst="circularArrow">
          <a:avLst>
            <a:gd name="adj1" fmla="val 5085"/>
            <a:gd name="adj2" fmla="val 327528"/>
            <a:gd name="adj3" fmla="val 1472472"/>
            <a:gd name="adj4" fmla="val 19800000"/>
            <a:gd name="adj5" fmla="val 5932"/>
          </a:avLst>
        </a:prstGeom>
        <a:gradFill rotWithShape="0">
          <a:gsLst>
            <a:gs pos="0">
              <a:schemeClr val="accent2">
                <a:hueOff val="-3953144"/>
                <a:satOff val="180"/>
                <a:lumOff val="0"/>
                <a:alphaOff val="0"/>
                <a:tint val="98000"/>
                <a:lumMod val="114000"/>
              </a:schemeClr>
            </a:gs>
            <a:gs pos="100000">
              <a:schemeClr val="accent2">
                <a:hueOff val="-3953144"/>
                <a:satOff val="180"/>
                <a:lumOff val="0"/>
                <a:alphaOff val="0"/>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dsp:spPr>
      <dsp:style>
        <a:lnRef idx="0">
          <a:scrgbClr r="0" g="0" b="0"/>
        </a:lnRef>
        <a:fillRef idx="3">
          <a:scrgbClr r="0" g="0" b="0"/>
        </a:fillRef>
        <a:effectRef idx="3">
          <a:scrgbClr r="0" g="0" b="0"/>
        </a:effectRef>
        <a:fontRef idx="minor">
          <a:schemeClr val="lt1"/>
        </a:fontRef>
      </dsp:style>
    </dsp:sp>
    <dsp:sp modelId="{D693D66F-20C2-4F2B-A78C-1C6282C0CDA3}">
      <dsp:nvSpPr>
        <dsp:cNvPr id="0" name=""/>
        <dsp:cNvSpPr/>
      </dsp:nvSpPr>
      <dsp:spPr>
        <a:xfrm>
          <a:off x="1135620" y="189111"/>
          <a:ext cx="4315968" cy="4315968"/>
        </a:xfrm>
        <a:prstGeom prst="circularArrow">
          <a:avLst>
            <a:gd name="adj1" fmla="val 5085"/>
            <a:gd name="adj2" fmla="val 327528"/>
            <a:gd name="adj3" fmla="val 5072221"/>
            <a:gd name="adj4" fmla="val 1800000"/>
            <a:gd name="adj5" fmla="val 5932"/>
          </a:avLst>
        </a:prstGeom>
        <a:gradFill rotWithShape="0">
          <a:gsLst>
            <a:gs pos="0">
              <a:schemeClr val="accent2">
                <a:hueOff val="-7906288"/>
                <a:satOff val="360"/>
                <a:lumOff val="0"/>
                <a:alphaOff val="0"/>
                <a:tint val="98000"/>
                <a:lumMod val="114000"/>
              </a:schemeClr>
            </a:gs>
            <a:gs pos="100000">
              <a:schemeClr val="accent2">
                <a:hueOff val="-7906288"/>
                <a:satOff val="360"/>
                <a:lumOff val="0"/>
                <a:alphaOff val="0"/>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dsp:spPr>
      <dsp:style>
        <a:lnRef idx="0">
          <a:scrgbClr r="0" g="0" b="0"/>
        </a:lnRef>
        <a:fillRef idx="3">
          <a:scrgbClr r="0" g="0" b="0"/>
        </a:fillRef>
        <a:effectRef idx="3">
          <a:scrgbClr r="0" g="0" b="0"/>
        </a:effectRef>
        <a:fontRef idx="minor">
          <a:schemeClr val="lt1"/>
        </a:fontRef>
      </dsp:style>
    </dsp:sp>
    <dsp:sp modelId="{E3A56801-2F36-45E9-B151-4DC51A24445B}">
      <dsp:nvSpPr>
        <dsp:cNvPr id="0" name=""/>
        <dsp:cNvSpPr/>
      </dsp:nvSpPr>
      <dsp:spPr>
        <a:xfrm>
          <a:off x="1044461" y="189111"/>
          <a:ext cx="4315968" cy="4315968"/>
        </a:xfrm>
        <a:prstGeom prst="circularArrow">
          <a:avLst>
            <a:gd name="adj1" fmla="val 5085"/>
            <a:gd name="adj2" fmla="val 327528"/>
            <a:gd name="adj3" fmla="val 8672472"/>
            <a:gd name="adj4" fmla="val 5400251"/>
            <a:gd name="adj5" fmla="val 5932"/>
          </a:avLst>
        </a:prstGeom>
        <a:gradFill rotWithShape="0">
          <a:gsLst>
            <a:gs pos="0">
              <a:schemeClr val="accent2">
                <a:hueOff val="-11859433"/>
                <a:satOff val="541"/>
                <a:lumOff val="0"/>
                <a:alphaOff val="0"/>
                <a:tint val="98000"/>
                <a:lumMod val="114000"/>
              </a:schemeClr>
            </a:gs>
            <a:gs pos="100000">
              <a:schemeClr val="accent2">
                <a:hueOff val="-11859433"/>
                <a:satOff val="541"/>
                <a:lumOff val="0"/>
                <a:alphaOff val="0"/>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dsp:spPr>
      <dsp:style>
        <a:lnRef idx="0">
          <a:scrgbClr r="0" g="0" b="0"/>
        </a:lnRef>
        <a:fillRef idx="3">
          <a:scrgbClr r="0" g="0" b="0"/>
        </a:fillRef>
        <a:effectRef idx="3">
          <a:scrgbClr r="0" g="0" b="0"/>
        </a:effectRef>
        <a:fontRef idx="minor">
          <a:schemeClr val="lt1"/>
        </a:fontRef>
      </dsp:style>
    </dsp:sp>
    <dsp:sp modelId="{5B699777-098D-4F50-8678-3C8FAB22F3A7}">
      <dsp:nvSpPr>
        <dsp:cNvPr id="0" name=""/>
        <dsp:cNvSpPr/>
      </dsp:nvSpPr>
      <dsp:spPr>
        <a:xfrm>
          <a:off x="998741" y="110016"/>
          <a:ext cx="4315968" cy="4315968"/>
        </a:xfrm>
        <a:prstGeom prst="circularArrow">
          <a:avLst>
            <a:gd name="adj1" fmla="val 5085"/>
            <a:gd name="adj2" fmla="val 327528"/>
            <a:gd name="adj3" fmla="val 12272472"/>
            <a:gd name="adj4" fmla="val 9000000"/>
            <a:gd name="adj5" fmla="val 5932"/>
          </a:avLst>
        </a:prstGeom>
        <a:gradFill rotWithShape="0">
          <a:gsLst>
            <a:gs pos="0">
              <a:schemeClr val="accent2">
                <a:hueOff val="-15812576"/>
                <a:satOff val="721"/>
                <a:lumOff val="0"/>
                <a:alphaOff val="0"/>
                <a:tint val="98000"/>
                <a:lumMod val="114000"/>
              </a:schemeClr>
            </a:gs>
            <a:gs pos="100000">
              <a:schemeClr val="accent2">
                <a:hueOff val="-15812576"/>
                <a:satOff val="721"/>
                <a:lumOff val="0"/>
                <a:alphaOff val="0"/>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dsp:spPr>
      <dsp:style>
        <a:lnRef idx="0">
          <a:scrgbClr r="0" g="0" b="0"/>
        </a:lnRef>
        <a:fillRef idx="3">
          <a:scrgbClr r="0" g="0" b="0"/>
        </a:fillRef>
        <a:effectRef idx="3">
          <a:scrgbClr r="0" g="0" b="0"/>
        </a:effectRef>
        <a:fontRef idx="minor">
          <a:schemeClr val="lt1"/>
        </a:fontRef>
      </dsp:style>
    </dsp:sp>
    <dsp:sp modelId="{D22D9F9D-316B-41AD-BF3D-3FA08B2D11F6}">
      <dsp:nvSpPr>
        <dsp:cNvPr id="0" name=""/>
        <dsp:cNvSpPr/>
      </dsp:nvSpPr>
      <dsp:spPr>
        <a:xfrm>
          <a:off x="1044461" y="30920"/>
          <a:ext cx="4315968" cy="4315968"/>
        </a:xfrm>
        <a:prstGeom prst="circularArrow">
          <a:avLst>
            <a:gd name="adj1" fmla="val 5085"/>
            <a:gd name="adj2" fmla="val 327528"/>
            <a:gd name="adj3" fmla="val 15872221"/>
            <a:gd name="adj4" fmla="val 12600000"/>
            <a:gd name="adj5" fmla="val 5932"/>
          </a:avLst>
        </a:prstGeom>
        <a:gradFill rotWithShape="0">
          <a:gsLst>
            <a:gs pos="0">
              <a:schemeClr val="accent2">
                <a:hueOff val="-19765721"/>
                <a:satOff val="901"/>
                <a:lumOff val="0"/>
                <a:alphaOff val="0"/>
                <a:tint val="98000"/>
                <a:lumMod val="114000"/>
              </a:schemeClr>
            </a:gs>
            <a:gs pos="100000">
              <a:schemeClr val="accent2">
                <a:hueOff val="-19765721"/>
                <a:satOff val="901"/>
                <a:lumOff val="0"/>
                <a:alphaOff val="0"/>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dsp:spPr>
      <dsp:style>
        <a:lnRef idx="0">
          <a:scrgbClr r="0" g="0" b="0"/>
        </a:lnRef>
        <a:fillRef idx="3">
          <a:scrgbClr r="0" g="0" b="0"/>
        </a:fillRef>
        <a:effectRef idx="3">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3.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xmlns="">
        <dgm1611:autoBuNodeInfo lvl="1" ptType="sibTrans">
          <dgm1611:buPr prefix="" leadZeros="0">
            <a:buAutoNum type="arabicParenBoth"/>
          </dgm1611:buPr>
        </dgm1611:autoBuNodeInfo>
      </dgm1611:autoBuNodeInfoLst>
    </a:ext>
  </dgm:extLst>
</dgm:layoutDef>
</file>

<file path=ppt/diagrams/layout4.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5.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dirty="0"/>
              <a:t>9/29/2019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796027F-7875-4030-9381-8BD8C4F21935}" type="datetimeFigureOut">
              <a:rPr lang="en-US" dirty="0"/>
              <a:t>9/29/2019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796027F-7875-4030-9381-8BD8C4F21935}" type="datetimeFigureOut">
              <a:rPr lang="en-US" dirty="0"/>
              <a:t>9/29/2019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dirty="0"/>
              <a:t>9/29/2019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dirty="0"/>
              <a:t>9/29/2019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dirty="0"/>
              <a:t>9/29/2019</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9/29/2019</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3"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5" y="3129280"/>
            <a:ext cx="34010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t>9/29/2019</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9/29/2019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799"/>
            <a:ext cx="8825658" cy="3640667"/>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9/29/2019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9/29/2019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0" y="1447800"/>
            <a:ext cx="7999315" cy="2323374"/>
          </a:xfrm>
        </p:spPr>
        <p:txBody>
          <a:bodyPr/>
          <a:lstStyle>
            <a:lvl1pPr>
              <a:defRPr sz="4800"/>
            </a:lvl1pPr>
          </a:lstStyle>
          <a:p>
            <a:r>
              <a:rPr lang="en-US"/>
              <a:t>Click to edit Master title style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lumMod val="60000"/>
                    <a:lumOff val="4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9/29/2019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p>
            <a:pPr algn="r"/>
            <a:r>
              <a:rPr lang="en-US" sz="12200" b="0" i="0" dirty="0">
                <a:solidFill>
                  <a:schemeClr val="accent1">
                    <a:lumMod val="60000"/>
                    <a:lumOff val="40000"/>
                  </a:schemeClr>
                </a:solidFill>
                <a:latin typeface="Arial"/>
                <a:ea typeface="+mj-ea"/>
                <a:cs typeface="+mj-cs"/>
              </a:rPr>
              <a:t>“</a:t>
            </a:r>
          </a:p>
        </p:txBody>
      </p:sp>
      <p:sp>
        <p:nvSpPr>
          <p:cNvPr id="11" name="TextBox 10"/>
          <p:cNvSpPr txBox="1"/>
          <p:nvPr/>
        </p:nvSpPr>
        <p:spPr>
          <a:xfrm>
            <a:off x="9330490" y="2613787"/>
            <a:ext cx="801912" cy="1969770"/>
          </a:xfrm>
          <a:prstGeom prst="rect">
            <a:avLst/>
          </a:prstGeom>
          <a:noFill/>
        </p:spPr>
        <p:txBody>
          <a:bodyPr wrap="square" rtlCol="0">
            <a:spAutoFit/>
          </a:bodyPr>
          <a:lstStyle/>
          <a:p>
            <a:pPr algn="r"/>
            <a:r>
              <a:rPr lang="en-US" sz="12200" b="0" i="0" dirty="0">
                <a:solidFill>
                  <a:schemeClr val="accent1">
                    <a:lumMod val="60000"/>
                    <a:lumOff val="40000"/>
                  </a:schemeClr>
                </a:solidFill>
                <a:latin typeface="Arial"/>
                <a:ea typeface="+mj-ea"/>
                <a:cs typeface="+mj-cs"/>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59"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9/29/2019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9/29/2019</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9/29/2019</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9/29/2019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9/29/2019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44"/>
          <a:stretch/>
        </p:blipFill>
        <p:spPr>
          <a:xfrm>
            <a:off x="0" y="2669685"/>
            <a:ext cx="4035669"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AD347D-5ACD-4C99-B74B-A9C85AD731AF}" type="datetimeFigureOut">
              <a:rPr lang="en-US" dirty="0"/>
              <a:t>9/29/2019</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8.sv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15.emf"/></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 Id="rId5" Type="http://schemas.openxmlformats.org/officeDocument/2006/relationships/image" Target="../media/image5.pn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extLst/>
          </a:blip>
          <a:stretch/>
        </a:blip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C28D0172-F2E0-4763-9C35-F022664959D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
            <a:ext cx="12191695" cy="473074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DF6FB2B2-CE21-407F-B22E-302DADC2C3D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55533"/>
            <a:ext cx="12192000" cy="2802467"/>
          </a:xfrm>
          <a:custGeom>
            <a:avLst/>
            <a:gdLst>
              <a:gd name="connsiteX0" fmla="*/ 1 w 12192000"/>
              <a:gd name="connsiteY0" fmla="*/ 0 h 2802467"/>
              <a:gd name="connsiteX1" fmla="*/ 71932 w 12192000"/>
              <a:gd name="connsiteY1" fmla="*/ 12261 h 2802467"/>
              <a:gd name="connsiteX2" fmla="*/ 282848 w 12192000"/>
              <a:gd name="connsiteY2" fmla="*/ 48342 h 2802467"/>
              <a:gd name="connsiteX3" fmla="*/ 436464 w 12192000"/>
              <a:gd name="connsiteY3" fmla="*/ 73565 h 2802467"/>
              <a:gd name="connsiteX4" fmla="*/ 619339 w 12192000"/>
              <a:gd name="connsiteY4" fmla="*/ 100188 h 2802467"/>
              <a:gd name="connsiteX5" fmla="*/ 836351 w 12192000"/>
              <a:gd name="connsiteY5" fmla="*/ 132066 h 2802467"/>
              <a:gd name="connsiteX6" fmla="*/ 1076528 w 12192000"/>
              <a:gd name="connsiteY6" fmla="*/ 165696 h 2802467"/>
              <a:gd name="connsiteX7" fmla="*/ 1347183 w 12192000"/>
              <a:gd name="connsiteY7" fmla="*/ 201077 h 2802467"/>
              <a:gd name="connsiteX8" fmla="*/ 1642223 w 12192000"/>
              <a:gd name="connsiteY8" fmla="*/ 238560 h 2802467"/>
              <a:gd name="connsiteX9" fmla="*/ 1962864 w 12192000"/>
              <a:gd name="connsiteY9" fmla="*/ 276043 h 2802467"/>
              <a:gd name="connsiteX10" fmla="*/ 2304232 w 12192000"/>
              <a:gd name="connsiteY10" fmla="*/ 314226 h 2802467"/>
              <a:gd name="connsiteX11" fmla="*/ 2672421 w 12192000"/>
              <a:gd name="connsiteY11" fmla="*/ 349608 h 2802467"/>
              <a:gd name="connsiteX12" fmla="*/ 3057678 w 12192000"/>
              <a:gd name="connsiteY12" fmla="*/ 383587 h 2802467"/>
              <a:gd name="connsiteX13" fmla="*/ 3464881 w 12192000"/>
              <a:gd name="connsiteY13" fmla="*/ 414415 h 2802467"/>
              <a:gd name="connsiteX14" fmla="*/ 3889152 w 12192000"/>
              <a:gd name="connsiteY14" fmla="*/ 443840 h 2802467"/>
              <a:gd name="connsiteX15" fmla="*/ 4331710 w 12192000"/>
              <a:gd name="connsiteY15" fmla="*/ 471515 h 2802467"/>
              <a:gd name="connsiteX16" fmla="*/ 4558476 w 12192000"/>
              <a:gd name="connsiteY16" fmla="*/ 481323 h 2802467"/>
              <a:gd name="connsiteX17" fmla="*/ 4790118 w 12192000"/>
              <a:gd name="connsiteY17" fmla="*/ 492183 h 2802467"/>
              <a:gd name="connsiteX18" fmla="*/ 5025418 w 12192000"/>
              <a:gd name="connsiteY18" fmla="*/ 502342 h 2802467"/>
              <a:gd name="connsiteX19" fmla="*/ 5261937 w 12192000"/>
              <a:gd name="connsiteY19" fmla="*/ 508998 h 2802467"/>
              <a:gd name="connsiteX20" fmla="*/ 5503332 w 12192000"/>
              <a:gd name="connsiteY20" fmla="*/ 514953 h 2802467"/>
              <a:gd name="connsiteX21" fmla="*/ 5747166 w 12192000"/>
              <a:gd name="connsiteY21" fmla="*/ 521259 h 2802467"/>
              <a:gd name="connsiteX22" fmla="*/ 5995877 w 12192000"/>
              <a:gd name="connsiteY22" fmla="*/ 525462 h 2802467"/>
              <a:gd name="connsiteX23" fmla="*/ 6247026 w 12192000"/>
              <a:gd name="connsiteY23" fmla="*/ 525462 h 2802467"/>
              <a:gd name="connsiteX24" fmla="*/ 6500613 w 12192000"/>
              <a:gd name="connsiteY24" fmla="*/ 527564 h 2802467"/>
              <a:gd name="connsiteX25" fmla="*/ 6756639 w 12192000"/>
              <a:gd name="connsiteY25" fmla="*/ 525462 h 2802467"/>
              <a:gd name="connsiteX26" fmla="*/ 7016322 w 12192000"/>
              <a:gd name="connsiteY26" fmla="*/ 521259 h 2802467"/>
              <a:gd name="connsiteX27" fmla="*/ 7276005 w 12192000"/>
              <a:gd name="connsiteY27" fmla="*/ 517405 h 2802467"/>
              <a:gd name="connsiteX28" fmla="*/ 7539345 w 12192000"/>
              <a:gd name="connsiteY28" fmla="*/ 508998 h 2802467"/>
              <a:gd name="connsiteX29" fmla="*/ 7805124 w 12192000"/>
              <a:gd name="connsiteY29" fmla="*/ 500240 h 2802467"/>
              <a:gd name="connsiteX30" fmla="*/ 8070903 w 12192000"/>
              <a:gd name="connsiteY30" fmla="*/ 490081 h 2802467"/>
              <a:gd name="connsiteX31" fmla="*/ 8339121 w 12192000"/>
              <a:gd name="connsiteY31" fmla="*/ 475719 h 2802467"/>
              <a:gd name="connsiteX32" fmla="*/ 8609776 w 12192000"/>
              <a:gd name="connsiteY32" fmla="*/ 458553 h 2802467"/>
              <a:gd name="connsiteX33" fmla="*/ 8881651 w 12192000"/>
              <a:gd name="connsiteY33" fmla="*/ 442089 h 2802467"/>
              <a:gd name="connsiteX34" fmla="*/ 9153526 w 12192000"/>
              <a:gd name="connsiteY34" fmla="*/ 421070 h 2802467"/>
              <a:gd name="connsiteX35" fmla="*/ 9429058 w 12192000"/>
              <a:gd name="connsiteY35" fmla="*/ 395848 h 2802467"/>
              <a:gd name="connsiteX36" fmla="*/ 9700933 w 12192000"/>
              <a:gd name="connsiteY36" fmla="*/ 370626 h 2802467"/>
              <a:gd name="connsiteX37" fmla="*/ 9977684 w 12192000"/>
              <a:gd name="connsiteY37" fmla="*/ 341550 h 2802467"/>
              <a:gd name="connsiteX38" fmla="*/ 10255655 w 12192000"/>
              <a:gd name="connsiteY38" fmla="*/ 309672 h 2802467"/>
              <a:gd name="connsiteX39" fmla="*/ 10529968 w 12192000"/>
              <a:gd name="connsiteY39" fmla="*/ 276043 h 2802467"/>
              <a:gd name="connsiteX40" fmla="*/ 10807939 w 12192000"/>
              <a:gd name="connsiteY40" fmla="*/ 236808 h 2802467"/>
              <a:gd name="connsiteX41" fmla="*/ 11084690 w 12192000"/>
              <a:gd name="connsiteY41" fmla="*/ 194771 h 2802467"/>
              <a:gd name="connsiteX42" fmla="*/ 11362661 w 12192000"/>
              <a:gd name="connsiteY42" fmla="*/ 153085 h 2802467"/>
              <a:gd name="connsiteX43" fmla="*/ 11639412 w 12192000"/>
              <a:gd name="connsiteY43" fmla="*/ 104392 h 2802467"/>
              <a:gd name="connsiteX44" fmla="*/ 11914945 w 12192000"/>
              <a:gd name="connsiteY44" fmla="*/ 54648 h 2802467"/>
              <a:gd name="connsiteX45" fmla="*/ 12191696 w 12192000"/>
              <a:gd name="connsiteY45" fmla="*/ 2452 h 2802467"/>
              <a:gd name="connsiteX46" fmla="*/ 12191696 w 12192000"/>
              <a:gd name="connsiteY46" fmla="*/ 2236410 h 2802467"/>
              <a:gd name="connsiteX47" fmla="*/ 12192000 w 12192000"/>
              <a:gd name="connsiteY47" fmla="*/ 2236410 h 2802467"/>
              <a:gd name="connsiteX48" fmla="*/ 12192000 w 12192000"/>
              <a:gd name="connsiteY48" fmla="*/ 2802467 h 2802467"/>
              <a:gd name="connsiteX49" fmla="*/ 12191696 w 12192000"/>
              <a:gd name="connsiteY49" fmla="*/ 2802467 h 2802467"/>
              <a:gd name="connsiteX50" fmla="*/ 0 w 12192000"/>
              <a:gd name="connsiteY50" fmla="*/ 2802467 h 2802467"/>
              <a:gd name="connsiteX51" fmla="*/ 0 w 12192000"/>
              <a:gd name="connsiteY51" fmla="*/ 2236410 h 2802467"/>
              <a:gd name="connsiteX52" fmla="*/ 1 w 12192000"/>
              <a:gd name="connsiteY52" fmla="*/ 2236410 h 2802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2192000" h="2802467">
                <a:moveTo>
                  <a:pt x="1" y="0"/>
                </a:moveTo>
                <a:lnTo>
                  <a:pt x="71932" y="12261"/>
                </a:lnTo>
                <a:lnTo>
                  <a:pt x="282848" y="48342"/>
                </a:lnTo>
                <a:lnTo>
                  <a:pt x="436464" y="73565"/>
                </a:lnTo>
                <a:lnTo>
                  <a:pt x="619339" y="100188"/>
                </a:lnTo>
                <a:lnTo>
                  <a:pt x="836351" y="132066"/>
                </a:lnTo>
                <a:lnTo>
                  <a:pt x="1076528" y="165696"/>
                </a:lnTo>
                <a:lnTo>
                  <a:pt x="1347183" y="201077"/>
                </a:lnTo>
                <a:lnTo>
                  <a:pt x="1642223" y="238560"/>
                </a:lnTo>
                <a:lnTo>
                  <a:pt x="1962864" y="276043"/>
                </a:lnTo>
                <a:lnTo>
                  <a:pt x="2304232" y="314226"/>
                </a:lnTo>
                <a:lnTo>
                  <a:pt x="2672421" y="349608"/>
                </a:lnTo>
                <a:lnTo>
                  <a:pt x="3057678" y="383587"/>
                </a:lnTo>
                <a:lnTo>
                  <a:pt x="3464881" y="414415"/>
                </a:lnTo>
                <a:lnTo>
                  <a:pt x="3889152" y="443840"/>
                </a:lnTo>
                <a:lnTo>
                  <a:pt x="4331710" y="471515"/>
                </a:lnTo>
                <a:lnTo>
                  <a:pt x="4558476" y="481323"/>
                </a:lnTo>
                <a:lnTo>
                  <a:pt x="4790118" y="492183"/>
                </a:lnTo>
                <a:lnTo>
                  <a:pt x="5025418" y="502342"/>
                </a:lnTo>
                <a:lnTo>
                  <a:pt x="5261937" y="508998"/>
                </a:lnTo>
                <a:lnTo>
                  <a:pt x="5503332" y="514953"/>
                </a:lnTo>
                <a:lnTo>
                  <a:pt x="5747166" y="521259"/>
                </a:lnTo>
                <a:lnTo>
                  <a:pt x="5995877" y="525462"/>
                </a:lnTo>
                <a:lnTo>
                  <a:pt x="6247026" y="525462"/>
                </a:lnTo>
                <a:lnTo>
                  <a:pt x="6500613" y="527564"/>
                </a:lnTo>
                <a:lnTo>
                  <a:pt x="6756639" y="525462"/>
                </a:lnTo>
                <a:lnTo>
                  <a:pt x="7016322" y="521259"/>
                </a:lnTo>
                <a:lnTo>
                  <a:pt x="7276005" y="517405"/>
                </a:lnTo>
                <a:lnTo>
                  <a:pt x="7539345" y="508998"/>
                </a:lnTo>
                <a:lnTo>
                  <a:pt x="7805124" y="500240"/>
                </a:lnTo>
                <a:lnTo>
                  <a:pt x="8070903" y="490081"/>
                </a:lnTo>
                <a:lnTo>
                  <a:pt x="8339121" y="475719"/>
                </a:lnTo>
                <a:lnTo>
                  <a:pt x="8609776" y="458553"/>
                </a:lnTo>
                <a:lnTo>
                  <a:pt x="8881651" y="442089"/>
                </a:lnTo>
                <a:lnTo>
                  <a:pt x="9153526" y="421070"/>
                </a:lnTo>
                <a:lnTo>
                  <a:pt x="9429058" y="395848"/>
                </a:lnTo>
                <a:lnTo>
                  <a:pt x="9700933" y="370626"/>
                </a:lnTo>
                <a:lnTo>
                  <a:pt x="9977684" y="341550"/>
                </a:lnTo>
                <a:lnTo>
                  <a:pt x="10255655" y="309672"/>
                </a:lnTo>
                <a:lnTo>
                  <a:pt x="10529968" y="276043"/>
                </a:lnTo>
                <a:lnTo>
                  <a:pt x="10807939" y="236808"/>
                </a:lnTo>
                <a:lnTo>
                  <a:pt x="11084690" y="194771"/>
                </a:lnTo>
                <a:lnTo>
                  <a:pt x="11362661" y="153085"/>
                </a:lnTo>
                <a:lnTo>
                  <a:pt x="11639412" y="104392"/>
                </a:lnTo>
                <a:lnTo>
                  <a:pt x="11914945" y="54648"/>
                </a:lnTo>
                <a:lnTo>
                  <a:pt x="12191696" y="2452"/>
                </a:lnTo>
                <a:lnTo>
                  <a:pt x="12191696" y="2236410"/>
                </a:lnTo>
                <a:lnTo>
                  <a:pt x="12192000" y="2236410"/>
                </a:lnTo>
                <a:lnTo>
                  <a:pt x="12192000" y="2802467"/>
                </a:lnTo>
                <a:lnTo>
                  <a:pt x="12191696" y="2802467"/>
                </a:lnTo>
                <a:lnTo>
                  <a:pt x="0" y="2802467"/>
                </a:lnTo>
                <a:lnTo>
                  <a:pt x="0" y="2236410"/>
                </a:lnTo>
                <a:lnTo>
                  <a:pt x="1" y="2236410"/>
                </a:lnTo>
                <a:close/>
              </a:path>
            </a:pathLst>
          </a:custGeom>
          <a:solidFill>
            <a:schemeClr val="tx2"/>
          </a:solidFill>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6" name="Freeform 16">
            <a:extLst>
              <a:ext uri="{FF2B5EF4-FFF2-40B4-BE49-F238E27FC236}">
                <a16:creationId xmlns:a16="http://schemas.microsoft.com/office/drawing/2014/main" id="{9F2851FB-E841-4509-8A6D-A416376EA380}"/>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3753695"/>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tx1">
              <a:alpha val="20000"/>
            </a:schemeClr>
          </a:solidFill>
          <a:ln>
            <a:noFill/>
          </a:ln>
        </p:spPr>
        <p:txBody>
          <a:bodyPr rtlCol="0" anchor="ctr"/>
          <a:lstStyle/>
          <a:p>
            <a:pPr algn="ctr"/>
            <a:endParaRPr lang="en-US">
              <a:solidFill>
                <a:schemeClr val="tx1"/>
              </a:solidFill>
            </a:endParaRPr>
          </a:p>
        </p:txBody>
      </p:sp>
      <p:sp>
        <p:nvSpPr>
          <p:cNvPr id="2" name="Title 1"/>
          <p:cNvSpPr>
            <a:spLocks noGrp="1"/>
          </p:cNvSpPr>
          <p:nvPr>
            <p:ph type="ctrTitle"/>
          </p:nvPr>
        </p:nvSpPr>
        <p:spPr>
          <a:xfrm>
            <a:off x="965505" y="623571"/>
            <a:ext cx="10260990" cy="3523885"/>
          </a:xfrm>
        </p:spPr>
        <p:txBody>
          <a:bodyPr>
            <a:normAutofit/>
          </a:bodyPr>
          <a:lstStyle/>
          <a:p>
            <a:pPr algn="ctr">
              <a:lnSpc>
                <a:spcPct val="90000"/>
              </a:lnSpc>
            </a:pPr>
            <a:r>
              <a:rPr lang="en-US" sz="6000" dirty="0" err="1"/>
              <a:t>IoT</a:t>
            </a:r>
            <a:r>
              <a:rPr lang="en-US" sz="6000" dirty="0"/>
              <a:t> Based Automated Weather Report Generation and Prediction Using Machine Learning</a:t>
            </a:r>
            <a:endParaRPr lang="en-US" sz="6600" dirty="0"/>
          </a:p>
        </p:txBody>
      </p:sp>
      <p:sp>
        <p:nvSpPr>
          <p:cNvPr id="3" name="Subtitle 2"/>
          <p:cNvSpPr>
            <a:spLocks noGrp="1"/>
          </p:cNvSpPr>
          <p:nvPr>
            <p:ph type="subTitle" idx="1"/>
          </p:nvPr>
        </p:nvSpPr>
        <p:spPr>
          <a:xfrm>
            <a:off x="381000" y="4777380"/>
            <a:ext cx="11557000" cy="1967977"/>
          </a:xfrm>
        </p:spPr>
        <p:txBody>
          <a:bodyPr>
            <a:normAutofit/>
          </a:bodyPr>
          <a:lstStyle/>
          <a:p>
            <a:r>
              <a:rPr lang="en-US" b="1" dirty="0" err="1">
                <a:solidFill>
                  <a:schemeClr val="bg1"/>
                </a:solidFill>
              </a:rPr>
              <a:t>Apoorva</a:t>
            </a:r>
            <a:r>
              <a:rPr lang="en-US" b="1" dirty="0">
                <a:solidFill>
                  <a:schemeClr val="bg1"/>
                </a:solidFill>
              </a:rPr>
              <a:t> </a:t>
            </a:r>
            <a:r>
              <a:rPr lang="en-US" b="1" dirty="0" err="1">
                <a:solidFill>
                  <a:schemeClr val="bg1"/>
                </a:solidFill>
              </a:rPr>
              <a:t>Parashar</a:t>
            </a:r>
            <a:r>
              <a:rPr lang="en-US" b="1" dirty="0">
                <a:solidFill>
                  <a:schemeClr val="bg1"/>
                </a:solidFill>
              </a:rPr>
              <a:t> </a:t>
            </a:r>
            <a:r>
              <a:rPr lang="en-US" b="1" dirty="0" smtClean="0">
                <a:solidFill>
                  <a:schemeClr val="bg1"/>
                </a:solidFill>
              </a:rPr>
              <a:t>                                                                                       </a:t>
            </a:r>
            <a:r>
              <a:rPr lang="en-US" b="1" dirty="0" err="1">
                <a:solidFill>
                  <a:schemeClr val="bg1"/>
                </a:solidFill>
              </a:rPr>
              <a:t>Anubha</a:t>
            </a:r>
            <a:r>
              <a:rPr lang="en-US" b="1" dirty="0">
                <a:solidFill>
                  <a:schemeClr val="bg1"/>
                </a:solidFill>
              </a:rPr>
              <a:t> </a:t>
            </a:r>
            <a:r>
              <a:rPr lang="en-US" b="1" dirty="0" err="1">
                <a:solidFill>
                  <a:schemeClr val="bg1"/>
                </a:solidFill>
              </a:rPr>
              <a:t>Parashar</a:t>
            </a:r>
            <a:r>
              <a:rPr lang="en-US" b="1" dirty="0">
                <a:solidFill>
                  <a:schemeClr val="bg1"/>
                </a:solidFill>
              </a:rPr>
              <a:t> </a:t>
            </a:r>
            <a:br>
              <a:rPr lang="en-US" b="1" dirty="0">
                <a:solidFill>
                  <a:schemeClr val="bg1"/>
                </a:solidFill>
              </a:rPr>
            </a:br>
            <a:r>
              <a:rPr lang="en-US" b="1" i="1" dirty="0">
                <a:solidFill>
                  <a:schemeClr val="bg1"/>
                </a:solidFill>
              </a:rPr>
              <a:t>Computer Science and Engineering </a:t>
            </a:r>
            <a:r>
              <a:rPr lang="en-US" b="1" i="1" dirty="0" smtClean="0">
                <a:solidFill>
                  <a:schemeClr val="bg1"/>
                </a:solidFill>
              </a:rPr>
              <a:t>                       Computer </a:t>
            </a:r>
            <a:r>
              <a:rPr lang="en-US" b="1" i="1" dirty="0">
                <a:solidFill>
                  <a:schemeClr val="bg1"/>
                </a:solidFill>
              </a:rPr>
              <a:t>Science and Engineering </a:t>
            </a:r>
            <a:r>
              <a:rPr lang="en-US" b="1" dirty="0">
                <a:solidFill>
                  <a:schemeClr val="bg1"/>
                </a:solidFill>
              </a:rPr>
              <a:t/>
            </a:r>
            <a:br>
              <a:rPr lang="en-US" b="1" dirty="0">
                <a:solidFill>
                  <a:schemeClr val="bg1"/>
                </a:solidFill>
              </a:rPr>
            </a:br>
            <a:r>
              <a:rPr lang="en-US" b="1" dirty="0" err="1">
                <a:solidFill>
                  <a:schemeClr val="bg1"/>
                </a:solidFill>
              </a:rPr>
              <a:t>Maharshi</a:t>
            </a:r>
            <a:r>
              <a:rPr lang="en-US" b="1" dirty="0">
                <a:solidFill>
                  <a:schemeClr val="bg1"/>
                </a:solidFill>
              </a:rPr>
              <a:t> </a:t>
            </a:r>
            <a:r>
              <a:rPr lang="en-US" b="1" dirty="0" err="1">
                <a:solidFill>
                  <a:schemeClr val="bg1"/>
                </a:solidFill>
              </a:rPr>
              <a:t>Dayanand</a:t>
            </a:r>
            <a:r>
              <a:rPr lang="en-US" b="1" dirty="0">
                <a:solidFill>
                  <a:schemeClr val="bg1"/>
                </a:solidFill>
              </a:rPr>
              <a:t> </a:t>
            </a:r>
            <a:r>
              <a:rPr lang="en-US" b="1" dirty="0" smtClean="0">
                <a:solidFill>
                  <a:schemeClr val="bg1"/>
                </a:solidFill>
              </a:rPr>
              <a:t>University </a:t>
            </a:r>
            <a:r>
              <a:rPr lang="en-US" b="1" i="1" dirty="0" err="1" smtClean="0">
                <a:solidFill>
                  <a:schemeClr val="bg1"/>
                </a:solidFill>
              </a:rPr>
              <a:t>Rohtak</a:t>
            </a:r>
            <a:r>
              <a:rPr lang="en-US" b="1" i="1" dirty="0">
                <a:solidFill>
                  <a:schemeClr val="bg1"/>
                </a:solidFill>
              </a:rPr>
              <a:t>, </a:t>
            </a:r>
            <a:r>
              <a:rPr lang="en-US" b="1" i="1" dirty="0" smtClean="0">
                <a:solidFill>
                  <a:schemeClr val="bg1"/>
                </a:solidFill>
              </a:rPr>
              <a:t>India                         </a:t>
            </a:r>
            <a:r>
              <a:rPr lang="en-US" b="1" dirty="0" err="1" smtClean="0">
                <a:solidFill>
                  <a:schemeClr val="bg1"/>
                </a:solidFill>
              </a:rPr>
              <a:t>Manipal</a:t>
            </a:r>
            <a:r>
              <a:rPr lang="en-US" b="1" dirty="0" smtClean="0">
                <a:solidFill>
                  <a:schemeClr val="bg1"/>
                </a:solidFill>
              </a:rPr>
              <a:t> University Jaipur</a:t>
            </a:r>
          </a:p>
        </p:txBody>
      </p:sp>
    </p:spTree>
    <p:extLst>
      <p:ext uri="{BB962C8B-B14F-4D97-AF65-F5344CB8AC3E}">
        <p14:creationId xmlns:p14="http://schemas.microsoft.com/office/powerpoint/2010/main" val="188851844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9">
            <a:extLst>
              <a:ext uri="{FF2B5EF4-FFF2-40B4-BE49-F238E27FC236}">
                <a16:creationId xmlns:a16="http://schemas.microsoft.com/office/drawing/2014/main" id="{81E3F4E1-B084-4FFF-9627-13782BE0BE4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E80CE6-4EB2-44BF-B5BD-ADC7DF88F1FF}"/>
              </a:ext>
            </a:extLst>
          </p:cNvPr>
          <p:cNvSpPr>
            <a:spLocks noGrp="1"/>
          </p:cNvSpPr>
          <p:nvPr>
            <p:ph type="title"/>
          </p:nvPr>
        </p:nvSpPr>
        <p:spPr>
          <a:xfrm>
            <a:off x="643855" y="1447800"/>
            <a:ext cx="2869755" cy="3458029"/>
          </a:xfrm>
        </p:spPr>
        <p:txBody>
          <a:bodyPr anchor="ctr">
            <a:normAutofit/>
          </a:bodyPr>
          <a:lstStyle/>
          <a:p>
            <a:r>
              <a:rPr lang="en-US" sz="3200" dirty="0">
                <a:solidFill>
                  <a:srgbClr val="EBEBEB"/>
                </a:solidFill>
              </a:rPr>
              <a:t>            Contents</a:t>
            </a:r>
          </a:p>
        </p:txBody>
      </p:sp>
      <p:sp>
        <p:nvSpPr>
          <p:cNvPr id="19" name="Freeform: Shape 11">
            <a:extLst>
              <a:ext uri="{FF2B5EF4-FFF2-40B4-BE49-F238E27FC236}">
                <a16:creationId xmlns:a16="http://schemas.microsoft.com/office/drawing/2014/main" id="{1F8051AB-C2F8-461F-812A-3E58862141B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61310" y="0"/>
            <a:ext cx="8030690" cy="6858000"/>
          </a:xfrm>
          <a:custGeom>
            <a:avLst/>
            <a:gdLst>
              <a:gd name="connsiteX0" fmla="*/ 1176 w 8030690"/>
              <a:gd name="connsiteY0" fmla="*/ 0 h 6858000"/>
              <a:gd name="connsiteX1" fmla="*/ 1344715 w 8030690"/>
              <a:gd name="connsiteY1" fmla="*/ 0 h 6858000"/>
              <a:gd name="connsiteX2" fmla="*/ 1344715 w 8030690"/>
              <a:gd name="connsiteY2" fmla="*/ 0 h 6858000"/>
              <a:gd name="connsiteX3" fmla="*/ 8030690 w 8030690"/>
              <a:gd name="connsiteY3" fmla="*/ 0 h 6858000"/>
              <a:gd name="connsiteX4" fmla="*/ 8030690 w 8030690"/>
              <a:gd name="connsiteY4" fmla="*/ 6858000 h 6858000"/>
              <a:gd name="connsiteX5" fmla="*/ 477746 w 8030690"/>
              <a:gd name="connsiteY5" fmla="*/ 6858000 h 6858000"/>
              <a:gd name="connsiteX6" fmla="*/ 477746 w 8030690"/>
              <a:gd name="connsiteY6" fmla="*/ 6858000 h 6858000"/>
              <a:gd name="connsiteX7" fmla="*/ 0 w 8030690"/>
              <a:gd name="connsiteY7" fmla="*/ 6858000 h 6858000"/>
              <a:gd name="connsiteX8" fmla="*/ 5883 w 8030690"/>
              <a:gd name="connsiteY8" fmla="*/ 6817538 h 6858000"/>
              <a:gd name="connsiteX9" fmla="*/ 23196 w 8030690"/>
              <a:gd name="connsiteY9" fmla="*/ 6698894 h 6858000"/>
              <a:gd name="connsiteX10" fmla="*/ 35298 w 8030690"/>
              <a:gd name="connsiteY10" fmla="*/ 6612483 h 6858000"/>
              <a:gd name="connsiteX11" fmla="*/ 48073 w 8030690"/>
              <a:gd name="connsiteY11" fmla="*/ 6509613 h 6858000"/>
              <a:gd name="connsiteX12" fmla="*/ 63369 w 8030690"/>
              <a:gd name="connsiteY12" fmla="*/ 6387541 h 6858000"/>
              <a:gd name="connsiteX13" fmla="*/ 79506 w 8030690"/>
              <a:gd name="connsiteY13" fmla="*/ 6252438 h 6858000"/>
              <a:gd name="connsiteX14" fmla="*/ 96483 w 8030690"/>
              <a:gd name="connsiteY14" fmla="*/ 6100191 h 6858000"/>
              <a:gd name="connsiteX15" fmla="*/ 114468 w 8030690"/>
              <a:gd name="connsiteY15" fmla="*/ 5934227 h 6858000"/>
              <a:gd name="connsiteX16" fmla="*/ 132454 w 8030690"/>
              <a:gd name="connsiteY16" fmla="*/ 5753862 h 6858000"/>
              <a:gd name="connsiteX17" fmla="*/ 150775 w 8030690"/>
              <a:gd name="connsiteY17" fmla="*/ 5561838 h 6858000"/>
              <a:gd name="connsiteX18" fmla="*/ 167752 w 8030690"/>
              <a:gd name="connsiteY18" fmla="*/ 5354726 h 6858000"/>
              <a:gd name="connsiteX19" fmla="*/ 184057 w 8030690"/>
              <a:gd name="connsiteY19" fmla="*/ 5138013 h 6858000"/>
              <a:gd name="connsiteX20" fmla="*/ 198849 w 8030690"/>
              <a:gd name="connsiteY20" fmla="*/ 4908956 h 6858000"/>
              <a:gd name="connsiteX21" fmla="*/ 212968 w 8030690"/>
              <a:gd name="connsiteY21" fmla="*/ 4670298 h 6858000"/>
              <a:gd name="connsiteX22" fmla="*/ 226248 w 8030690"/>
              <a:gd name="connsiteY22" fmla="*/ 4421352 h 6858000"/>
              <a:gd name="connsiteX23" fmla="*/ 230954 w 8030690"/>
              <a:gd name="connsiteY23" fmla="*/ 4293793 h 6858000"/>
              <a:gd name="connsiteX24" fmla="*/ 236165 w 8030690"/>
              <a:gd name="connsiteY24" fmla="*/ 4163491 h 6858000"/>
              <a:gd name="connsiteX25" fmla="*/ 241039 w 8030690"/>
              <a:gd name="connsiteY25" fmla="*/ 4031132 h 6858000"/>
              <a:gd name="connsiteX26" fmla="*/ 244233 w 8030690"/>
              <a:gd name="connsiteY26" fmla="*/ 3898087 h 6858000"/>
              <a:gd name="connsiteX27" fmla="*/ 247091 w 8030690"/>
              <a:gd name="connsiteY27" fmla="*/ 3762298 h 6858000"/>
              <a:gd name="connsiteX28" fmla="*/ 250116 w 8030690"/>
              <a:gd name="connsiteY28" fmla="*/ 3625138 h 6858000"/>
              <a:gd name="connsiteX29" fmla="*/ 252133 w 8030690"/>
              <a:gd name="connsiteY29" fmla="*/ 3485235 h 6858000"/>
              <a:gd name="connsiteX30" fmla="*/ 252133 w 8030690"/>
              <a:gd name="connsiteY30" fmla="*/ 3343960 h 6858000"/>
              <a:gd name="connsiteX31" fmla="*/ 253142 w 8030690"/>
              <a:gd name="connsiteY31" fmla="*/ 3201314 h 6858000"/>
              <a:gd name="connsiteX32" fmla="*/ 252133 w 8030690"/>
              <a:gd name="connsiteY32" fmla="*/ 3057296 h 6858000"/>
              <a:gd name="connsiteX33" fmla="*/ 250116 w 8030690"/>
              <a:gd name="connsiteY33" fmla="*/ 2911221 h 6858000"/>
              <a:gd name="connsiteX34" fmla="*/ 248267 w 8030690"/>
              <a:gd name="connsiteY34" fmla="*/ 2765145 h 6858000"/>
              <a:gd name="connsiteX35" fmla="*/ 244233 w 8030690"/>
              <a:gd name="connsiteY35" fmla="*/ 2617013 h 6858000"/>
              <a:gd name="connsiteX36" fmla="*/ 240031 w 8030690"/>
              <a:gd name="connsiteY36" fmla="*/ 2467508 h 6858000"/>
              <a:gd name="connsiteX37" fmla="*/ 235156 w 8030690"/>
              <a:gd name="connsiteY37" fmla="*/ 2318004 h 6858000"/>
              <a:gd name="connsiteX38" fmla="*/ 228265 w 8030690"/>
              <a:gd name="connsiteY38" fmla="*/ 2167128 h 6858000"/>
              <a:gd name="connsiteX39" fmla="*/ 220028 w 8030690"/>
              <a:gd name="connsiteY39" fmla="*/ 2014880 h 6858000"/>
              <a:gd name="connsiteX40" fmla="*/ 212128 w 8030690"/>
              <a:gd name="connsiteY40" fmla="*/ 1861947 h 6858000"/>
              <a:gd name="connsiteX41" fmla="*/ 202043 w 8030690"/>
              <a:gd name="connsiteY41" fmla="*/ 1709013 h 6858000"/>
              <a:gd name="connsiteX42" fmla="*/ 189940 w 8030690"/>
              <a:gd name="connsiteY42" fmla="*/ 1554023 h 6858000"/>
              <a:gd name="connsiteX43" fmla="*/ 177838 w 8030690"/>
              <a:gd name="connsiteY43" fmla="*/ 1401089 h 6858000"/>
              <a:gd name="connsiteX44" fmla="*/ 163886 w 8030690"/>
              <a:gd name="connsiteY44" fmla="*/ 1245413 h 6858000"/>
              <a:gd name="connsiteX45" fmla="*/ 148590 w 8030690"/>
              <a:gd name="connsiteY45" fmla="*/ 1089050 h 6858000"/>
              <a:gd name="connsiteX46" fmla="*/ 132454 w 8030690"/>
              <a:gd name="connsiteY46" fmla="*/ 934745 h 6858000"/>
              <a:gd name="connsiteX47" fmla="*/ 113628 w 8030690"/>
              <a:gd name="connsiteY47" fmla="*/ 778383 h 6858000"/>
              <a:gd name="connsiteX48" fmla="*/ 93457 w 8030690"/>
              <a:gd name="connsiteY48" fmla="*/ 622706 h 6858000"/>
              <a:gd name="connsiteX49" fmla="*/ 73454 w 8030690"/>
              <a:gd name="connsiteY49" fmla="*/ 466344 h 6858000"/>
              <a:gd name="connsiteX50" fmla="*/ 50090 w 8030690"/>
              <a:gd name="connsiteY50" fmla="*/ 310667 h 6858000"/>
              <a:gd name="connsiteX51" fmla="*/ 26222 w 8030690"/>
              <a:gd name="connsiteY51" fmla="*/ 15567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8030690" h="6858000">
                <a:moveTo>
                  <a:pt x="1176" y="0"/>
                </a:moveTo>
                <a:lnTo>
                  <a:pt x="1344715" y="0"/>
                </a:lnTo>
                <a:lnTo>
                  <a:pt x="1344715" y="0"/>
                </a:lnTo>
                <a:lnTo>
                  <a:pt x="8030690" y="0"/>
                </a:lnTo>
                <a:lnTo>
                  <a:pt x="8030690" y="6858000"/>
                </a:lnTo>
                <a:lnTo>
                  <a:pt x="477746" y="6858000"/>
                </a:lnTo>
                <a:lnTo>
                  <a:pt x="477746" y="6858000"/>
                </a:lnTo>
                <a:lnTo>
                  <a:pt x="0" y="6858000"/>
                </a:lnTo>
                <a:lnTo>
                  <a:pt x="5883" y="6817538"/>
                </a:lnTo>
                <a:lnTo>
                  <a:pt x="23196" y="6698894"/>
                </a:lnTo>
                <a:lnTo>
                  <a:pt x="35298" y="6612483"/>
                </a:lnTo>
                <a:lnTo>
                  <a:pt x="48073" y="6509613"/>
                </a:lnTo>
                <a:lnTo>
                  <a:pt x="63369" y="6387541"/>
                </a:lnTo>
                <a:lnTo>
                  <a:pt x="79506" y="6252438"/>
                </a:lnTo>
                <a:lnTo>
                  <a:pt x="96483" y="6100191"/>
                </a:lnTo>
                <a:lnTo>
                  <a:pt x="114468" y="5934227"/>
                </a:lnTo>
                <a:lnTo>
                  <a:pt x="132454" y="5753862"/>
                </a:lnTo>
                <a:lnTo>
                  <a:pt x="150775" y="5561838"/>
                </a:lnTo>
                <a:lnTo>
                  <a:pt x="167752" y="5354726"/>
                </a:lnTo>
                <a:lnTo>
                  <a:pt x="184057" y="5138013"/>
                </a:lnTo>
                <a:lnTo>
                  <a:pt x="198849" y="4908956"/>
                </a:lnTo>
                <a:lnTo>
                  <a:pt x="212968" y="4670298"/>
                </a:lnTo>
                <a:lnTo>
                  <a:pt x="226248" y="4421352"/>
                </a:lnTo>
                <a:lnTo>
                  <a:pt x="230954" y="4293793"/>
                </a:lnTo>
                <a:lnTo>
                  <a:pt x="236165" y="4163491"/>
                </a:lnTo>
                <a:lnTo>
                  <a:pt x="241039" y="4031132"/>
                </a:lnTo>
                <a:lnTo>
                  <a:pt x="244233" y="3898087"/>
                </a:lnTo>
                <a:lnTo>
                  <a:pt x="247091" y="3762298"/>
                </a:lnTo>
                <a:lnTo>
                  <a:pt x="250116" y="3625138"/>
                </a:lnTo>
                <a:lnTo>
                  <a:pt x="252133" y="3485235"/>
                </a:lnTo>
                <a:lnTo>
                  <a:pt x="252133" y="3343960"/>
                </a:lnTo>
                <a:lnTo>
                  <a:pt x="253142" y="3201314"/>
                </a:lnTo>
                <a:lnTo>
                  <a:pt x="252133" y="3057296"/>
                </a:lnTo>
                <a:lnTo>
                  <a:pt x="250116" y="2911221"/>
                </a:lnTo>
                <a:lnTo>
                  <a:pt x="248267" y="2765145"/>
                </a:lnTo>
                <a:lnTo>
                  <a:pt x="244233" y="2617013"/>
                </a:lnTo>
                <a:lnTo>
                  <a:pt x="240031" y="2467508"/>
                </a:lnTo>
                <a:lnTo>
                  <a:pt x="235156" y="2318004"/>
                </a:lnTo>
                <a:lnTo>
                  <a:pt x="228265" y="2167128"/>
                </a:lnTo>
                <a:lnTo>
                  <a:pt x="220028" y="2014880"/>
                </a:lnTo>
                <a:lnTo>
                  <a:pt x="212128" y="1861947"/>
                </a:lnTo>
                <a:lnTo>
                  <a:pt x="202043" y="1709013"/>
                </a:lnTo>
                <a:lnTo>
                  <a:pt x="189940" y="1554023"/>
                </a:lnTo>
                <a:lnTo>
                  <a:pt x="177838" y="1401089"/>
                </a:lnTo>
                <a:lnTo>
                  <a:pt x="163886" y="1245413"/>
                </a:lnTo>
                <a:lnTo>
                  <a:pt x="148590" y="1089050"/>
                </a:lnTo>
                <a:lnTo>
                  <a:pt x="132454" y="934745"/>
                </a:lnTo>
                <a:lnTo>
                  <a:pt x="113628" y="778383"/>
                </a:lnTo>
                <a:lnTo>
                  <a:pt x="93457" y="622706"/>
                </a:lnTo>
                <a:lnTo>
                  <a:pt x="73454" y="466344"/>
                </a:lnTo>
                <a:lnTo>
                  <a:pt x="50090" y="310667"/>
                </a:lnTo>
                <a:lnTo>
                  <a:pt x="26222" y="155676"/>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1">
            <a:extLst>
              <a:ext uri="{FF2B5EF4-FFF2-40B4-BE49-F238E27FC236}">
                <a16:creationId xmlns:a16="http://schemas.microsoft.com/office/drawing/2014/main" id="{481E0C28-CB2F-425F-98C5-AF23B9B704DF}"/>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811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p:nvSpPr>
          <p:cNvPr id="21" name="Rectangle 15">
            <a:extLst>
              <a:ext uri="{FF2B5EF4-FFF2-40B4-BE49-F238E27FC236}">
                <a16:creationId xmlns:a16="http://schemas.microsoft.com/office/drawing/2014/main" id="{2DB2879C-F0B1-4195-A323-E97B6065A78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graphicFrame>
        <p:nvGraphicFramePr>
          <p:cNvPr id="22" name="Content Placeholder 2">
            <a:extLst>
              <a:ext uri="{FF2B5EF4-FFF2-40B4-BE49-F238E27FC236}">
                <a16:creationId xmlns:a16="http://schemas.microsoft.com/office/drawing/2014/main" id="{108D86A5-B59B-4D87-872A-8D61CDFCEB3E}"/>
              </a:ext>
            </a:extLst>
          </p:cNvPr>
          <p:cNvGraphicFramePr>
            <a:graphicFrameLocks noGrp="1"/>
          </p:cNvGraphicFramePr>
          <p:nvPr>
            <p:ph idx="1"/>
            <p:extLst>
              <p:ext uri="{D42A27DB-BD31-4B8C-83A1-F6EECF244321}">
                <p14:modId xmlns:p14="http://schemas.microsoft.com/office/powerpoint/2010/main" val="1010482947"/>
              </p:ext>
            </p:extLst>
          </p:nvPr>
        </p:nvGraphicFramePr>
        <p:xfrm>
          <a:off x="5048250" y="1447800"/>
          <a:ext cx="649605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43215361"/>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extLst/>
          </a:blip>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23E8915-D2AA-4327-A45A-972C3CA9574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Rectangle 9">
            <a:extLst>
              <a:ext uri="{FF2B5EF4-FFF2-40B4-BE49-F238E27FC236}">
                <a16:creationId xmlns:a16="http://schemas.microsoft.com/office/drawing/2014/main" id="{8302FC3C-9804-4950-B721-5FD704BA606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12188952" cy="6858000"/>
          </a:xfrm>
          <a:prstGeom prst="rect">
            <a:avLst/>
          </a:prstGeom>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1">
            <a:extLst>
              <a:ext uri="{FF2B5EF4-FFF2-40B4-BE49-F238E27FC236}">
                <a16:creationId xmlns:a16="http://schemas.microsoft.com/office/drawing/2014/main" id="{6B9695BD-ECF6-49CA-8877-8C493193C65D}"/>
              </a:ext>
              <a:ext uri="{C183D7F6-B498-43B3-948B-1728B52AA6E4}">
                <adec:decorative xmlns=""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5" y="1828800"/>
            <a:ext cx="0" cy="3200400"/>
          </a:xfrm>
          <a:prstGeom prst="line">
            <a:avLst/>
          </a:prstGeom>
          <a:ln w="1905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20" name="Picture 13">
            <a:extLst>
              <a:ext uri="{FF2B5EF4-FFF2-40B4-BE49-F238E27FC236}">
                <a16:creationId xmlns:a16="http://schemas.microsoft.com/office/drawing/2014/main" id="{3BC6EBB2-9BDC-4075-BA6B-43A9FBF9C86C}"/>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b="23320"/>
          <a:stretch/>
        </p:blipFill>
        <p:spPr>
          <a:xfrm>
            <a:off x="8605878" y="6228080"/>
            <a:ext cx="993734" cy="762000"/>
          </a:xfrm>
          <a:prstGeom prst="rect">
            <a:avLst/>
          </a:prstGeom>
        </p:spPr>
      </p:pic>
      <p:sp>
        <p:nvSpPr>
          <p:cNvPr id="21" name="Freeform 5">
            <a:extLst>
              <a:ext uri="{FF2B5EF4-FFF2-40B4-BE49-F238E27FC236}">
                <a16:creationId xmlns:a16="http://schemas.microsoft.com/office/drawing/2014/main" id="{F3798573-F27B-47EB-8EA4-7EE34954C2D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588" y="0"/>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sp>
      <p:sp>
        <p:nvSpPr>
          <p:cNvPr id="2" name="Title 1">
            <a:extLst>
              <a:ext uri="{FF2B5EF4-FFF2-40B4-BE49-F238E27FC236}">
                <a16:creationId xmlns:a16="http://schemas.microsoft.com/office/drawing/2014/main" id="{204C9412-ABB7-4059-A452-A9B914D85F05}"/>
              </a:ext>
            </a:extLst>
          </p:cNvPr>
          <p:cNvSpPr>
            <a:spLocks noGrp="1"/>
          </p:cNvSpPr>
          <p:nvPr>
            <p:ph type="title"/>
          </p:nvPr>
        </p:nvSpPr>
        <p:spPr>
          <a:xfrm>
            <a:off x="806195" y="804672"/>
            <a:ext cx="3521359" cy="5248656"/>
          </a:xfrm>
        </p:spPr>
        <p:txBody>
          <a:bodyPr anchor="ctr">
            <a:normAutofit/>
          </a:bodyPr>
          <a:lstStyle/>
          <a:p>
            <a:pPr algn="ctr"/>
            <a:r>
              <a:rPr lang="en-US"/>
              <a:t>Introduction</a:t>
            </a:r>
            <a:endParaRPr lang="en-US" dirty="0"/>
          </a:p>
        </p:txBody>
      </p:sp>
      <p:sp>
        <p:nvSpPr>
          <p:cNvPr id="22" name="Content Placeholder 2">
            <a:extLst>
              <a:ext uri="{FF2B5EF4-FFF2-40B4-BE49-F238E27FC236}">
                <a16:creationId xmlns:a16="http://schemas.microsoft.com/office/drawing/2014/main" id="{146DEBAD-B5B6-43BE-A85E-8E771DB9A577}"/>
              </a:ext>
            </a:extLst>
          </p:cNvPr>
          <p:cNvSpPr>
            <a:spLocks noGrp="1"/>
          </p:cNvSpPr>
          <p:nvPr>
            <p:ph idx="1"/>
          </p:nvPr>
        </p:nvSpPr>
        <p:spPr>
          <a:xfrm>
            <a:off x="4975861" y="804671"/>
            <a:ext cx="6399930" cy="5248657"/>
          </a:xfrm>
        </p:spPr>
        <p:txBody>
          <a:bodyPr anchor="ctr">
            <a:normAutofit/>
          </a:bodyPr>
          <a:lstStyle/>
          <a:p>
            <a:pPr algn="just"/>
            <a:r>
              <a:rPr lang="en-US" dirty="0"/>
              <a:t>Weather forecasting is the application of science and technology to predict the state of the atmosphere for a given location.</a:t>
            </a:r>
          </a:p>
          <a:p>
            <a:pPr algn="just"/>
            <a:r>
              <a:rPr lang="en-US" dirty="0"/>
              <a:t>Weather is driven by air pressure (temperature and moisture) differences between one place and another. This pressure and temperature differences can occur due to the sun angle at any particular spot, which varies by latitude from the tropics. </a:t>
            </a:r>
          </a:p>
          <a:p>
            <a:pPr algn="just"/>
            <a:r>
              <a:rPr lang="en-US" dirty="0"/>
              <a:t>The atmosphere is a chaotic system, so small changes to one part of the system can grow to have large effects on the system as a whole. This makes it difficult to accurately predict weather few days in advance.</a:t>
            </a:r>
          </a:p>
        </p:txBody>
      </p:sp>
    </p:spTree>
    <p:extLst>
      <p:ext uri="{BB962C8B-B14F-4D97-AF65-F5344CB8AC3E}">
        <p14:creationId xmlns:p14="http://schemas.microsoft.com/office/powerpoint/2010/main" val="425579721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1E3F4E1-B084-4FFF-9627-13782BE0BE4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433EB05-D872-4458-84DB-98654CB8A91E}"/>
              </a:ext>
            </a:extLst>
          </p:cNvPr>
          <p:cNvSpPr>
            <a:spLocks noGrp="1"/>
          </p:cNvSpPr>
          <p:nvPr>
            <p:ph type="title"/>
          </p:nvPr>
        </p:nvSpPr>
        <p:spPr>
          <a:xfrm>
            <a:off x="643855" y="1447800"/>
            <a:ext cx="2869755" cy="3472543"/>
          </a:xfrm>
        </p:spPr>
        <p:txBody>
          <a:bodyPr anchor="ctr">
            <a:normAutofit/>
          </a:bodyPr>
          <a:lstStyle/>
          <a:p>
            <a:r>
              <a:rPr lang="en-US" sz="3200" dirty="0">
                <a:solidFill>
                  <a:srgbClr val="EBEBEB"/>
                </a:solidFill>
              </a:rPr>
              <a:t>                About the Project</a:t>
            </a:r>
          </a:p>
        </p:txBody>
      </p:sp>
      <p:sp>
        <p:nvSpPr>
          <p:cNvPr id="17" name="Freeform: Shape 11">
            <a:extLst>
              <a:ext uri="{FF2B5EF4-FFF2-40B4-BE49-F238E27FC236}">
                <a16:creationId xmlns:a16="http://schemas.microsoft.com/office/drawing/2014/main" id="{1F8051AB-C2F8-461F-812A-3E58862141B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61310" y="0"/>
            <a:ext cx="8030690" cy="6858000"/>
          </a:xfrm>
          <a:custGeom>
            <a:avLst/>
            <a:gdLst>
              <a:gd name="connsiteX0" fmla="*/ 1176 w 8030690"/>
              <a:gd name="connsiteY0" fmla="*/ 0 h 6858000"/>
              <a:gd name="connsiteX1" fmla="*/ 1344715 w 8030690"/>
              <a:gd name="connsiteY1" fmla="*/ 0 h 6858000"/>
              <a:gd name="connsiteX2" fmla="*/ 1344715 w 8030690"/>
              <a:gd name="connsiteY2" fmla="*/ 0 h 6858000"/>
              <a:gd name="connsiteX3" fmla="*/ 8030690 w 8030690"/>
              <a:gd name="connsiteY3" fmla="*/ 0 h 6858000"/>
              <a:gd name="connsiteX4" fmla="*/ 8030690 w 8030690"/>
              <a:gd name="connsiteY4" fmla="*/ 6858000 h 6858000"/>
              <a:gd name="connsiteX5" fmla="*/ 477746 w 8030690"/>
              <a:gd name="connsiteY5" fmla="*/ 6858000 h 6858000"/>
              <a:gd name="connsiteX6" fmla="*/ 477746 w 8030690"/>
              <a:gd name="connsiteY6" fmla="*/ 6858000 h 6858000"/>
              <a:gd name="connsiteX7" fmla="*/ 0 w 8030690"/>
              <a:gd name="connsiteY7" fmla="*/ 6858000 h 6858000"/>
              <a:gd name="connsiteX8" fmla="*/ 5883 w 8030690"/>
              <a:gd name="connsiteY8" fmla="*/ 6817538 h 6858000"/>
              <a:gd name="connsiteX9" fmla="*/ 23196 w 8030690"/>
              <a:gd name="connsiteY9" fmla="*/ 6698894 h 6858000"/>
              <a:gd name="connsiteX10" fmla="*/ 35298 w 8030690"/>
              <a:gd name="connsiteY10" fmla="*/ 6612483 h 6858000"/>
              <a:gd name="connsiteX11" fmla="*/ 48073 w 8030690"/>
              <a:gd name="connsiteY11" fmla="*/ 6509613 h 6858000"/>
              <a:gd name="connsiteX12" fmla="*/ 63369 w 8030690"/>
              <a:gd name="connsiteY12" fmla="*/ 6387541 h 6858000"/>
              <a:gd name="connsiteX13" fmla="*/ 79506 w 8030690"/>
              <a:gd name="connsiteY13" fmla="*/ 6252438 h 6858000"/>
              <a:gd name="connsiteX14" fmla="*/ 96483 w 8030690"/>
              <a:gd name="connsiteY14" fmla="*/ 6100191 h 6858000"/>
              <a:gd name="connsiteX15" fmla="*/ 114468 w 8030690"/>
              <a:gd name="connsiteY15" fmla="*/ 5934227 h 6858000"/>
              <a:gd name="connsiteX16" fmla="*/ 132454 w 8030690"/>
              <a:gd name="connsiteY16" fmla="*/ 5753862 h 6858000"/>
              <a:gd name="connsiteX17" fmla="*/ 150775 w 8030690"/>
              <a:gd name="connsiteY17" fmla="*/ 5561838 h 6858000"/>
              <a:gd name="connsiteX18" fmla="*/ 167752 w 8030690"/>
              <a:gd name="connsiteY18" fmla="*/ 5354726 h 6858000"/>
              <a:gd name="connsiteX19" fmla="*/ 184057 w 8030690"/>
              <a:gd name="connsiteY19" fmla="*/ 5138013 h 6858000"/>
              <a:gd name="connsiteX20" fmla="*/ 198849 w 8030690"/>
              <a:gd name="connsiteY20" fmla="*/ 4908956 h 6858000"/>
              <a:gd name="connsiteX21" fmla="*/ 212968 w 8030690"/>
              <a:gd name="connsiteY21" fmla="*/ 4670298 h 6858000"/>
              <a:gd name="connsiteX22" fmla="*/ 226248 w 8030690"/>
              <a:gd name="connsiteY22" fmla="*/ 4421352 h 6858000"/>
              <a:gd name="connsiteX23" fmla="*/ 230954 w 8030690"/>
              <a:gd name="connsiteY23" fmla="*/ 4293793 h 6858000"/>
              <a:gd name="connsiteX24" fmla="*/ 236165 w 8030690"/>
              <a:gd name="connsiteY24" fmla="*/ 4163491 h 6858000"/>
              <a:gd name="connsiteX25" fmla="*/ 241039 w 8030690"/>
              <a:gd name="connsiteY25" fmla="*/ 4031132 h 6858000"/>
              <a:gd name="connsiteX26" fmla="*/ 244233 w 8030690"/>
              <a:gd name="connsiteY26" fmla="*/ 3898087 h 6858000"/>
              <a:gd name="connsiteX27" fmla="*/ 247091 w 8030690"/>
              <a:gd name="connsiteY27" fmla="*/ 3762298 h 6858000"/>
              <a:gd name="connsiteX28" fmla="*/ 250116 w 8030690"/>
              <a:gd name="connsiteY28" fmla="*/ 3625138 h 6858000"/>
              <a:gd name="connsiteX29" fmla="*/ 252133 w 8030690"/>
              <a:gd name="connsiteY29" fmla="*/ 3485235 h 6858000"/>
              <a:gd name="connsiteX30" fmla="*/ 252133 w 8030690"/>
              <a:gd name="connsiteY30" fmla="*/ 3343960 h 6858000"/>
              <a:gd name="connsiteX31" fmla="*/ 253142 w 8030690"/>
              <a:gd name="connsiteY31" fmla="*/ 3201314 h 6858000"/>
              <a:gd name="connsiteX32" fmla="*/ 252133 w 8030690"/>
              <a:gd name="connsiteY32" fmla="*/ 3057296 h 6858000"/>
              <a:gd name="connsiteX33" fmla="*/ 250116 w 8030690"/>
              <a:gd name="connsiteY33" fmla="*/ 2911221 h 6858000"/>
              <a:gd name="connsiteX34" fmla="*/ 248267 w 8030690"/>
              <a:gd name="connsiteY34" fmla="*/ 2765145 h 6858000"/>
              <a:gd name="connsiteX35" fmla="*/ 244233 w 8030690"/>
              <a:gd name="connsiteY35" fmla="*/ 2617013 h 6858000"/>
              <a:gd name="connsiteX36" fmla="*/ 240031 w 8030690"/>
              <a:gd name="connsiteY36" fmla="*/ 2467508 h 6858000"/>
              <a:gd name="connsiteX37" fmla="*/ 235156 w 8030690"/>
              <a:gd name="connsiteY37" fmla="*/ 2318004 h 6858000"/>
              <a:gd name="connsiteX38" fmla="*/ 228265 w 8030690"/>
              <a:gd name="connsiteY38" fmla="*/ 2167128 h 6858000"/>
              <a:gd name="connsiteX39" fmla="*/ 220028 w 8030690"/>
              <a:gd name="connsiteY39" fmla="*/ 2014880 h 6858000"/>
              <a:gd name="connsiteX40" fmla="*/ 212128 w 8030690"/>
              <a:gd name="connsiteY40" fmla="*/ 1861947 h 6858000"/>
              <a:gd name="connsiteX41" fmla="*/ 202043 w 8030690"/>
              <a:gd name="connsiteY41" fmla="*/ 1709013 h 6858000"/>
              <a:gd name="connsiteX42" fmla="*/ 189940 w 8030690"/>
              <a:gd name="connsiteY42" fmla="*/ 1554023 h 6858000"/>
              <a:gd name="connsiteX43" fmla="*/ 177838 w 8030690"/>
              <a:gd name="connsiteY43" fmla="*/ 1401089 h 6858000"/>
              <a:gd name="connsiteX44" fmla="*/ 163886 w 8030690"/>
              <a:gd name="connsiteY44" fmla="*/ 1245413 h 6858000"/>
              <a:gd name="connsiteX45" fmla="*/ 148590 w 8030690"/>
              <a:gd name="connsiteY45" fmla="*/ 1089050 h 6858000"/>
              <a:gd name="connsiteX46" fmla="*/ 132454 w 8030690"/>
              <a:gd name="connsiteY46" fmla="*/ 934745 h 6858000"/>
              <a:gd name="connsiteX47" fmla="*/ 113628 w 8030690"/>
              <a:gd name="connsiteY47" fmla="*/ 778383 h 6858000"/>
              <a:gd name="connsiteX48" fmla="*/ 93457 w 8030690"/>
              <a:gd name="connsiteY48" fmla="*/ 622706 h 6858000"/>
              <a:gd name="connsiteX49" fmla="*/ 73454 w 8030690"/>
              <a:gd name="connsiteY49" fmla="*/ 466344 h 6858000"/>
              <a:gd name="connsiteX50" fmla="*/ 50090 w 8030690"/>
              <a:gd name="connsiteY50" fmla="*/ 310667 h 6858000"/>
              <a:gd name="connsiteX51" fmla="*/ 26222 w 8030690"/>
              <a:gd name="connsiteY51" fmla="*/ 15567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8030690" h="6858000">
                <a:moveTo>
                  <a:pt x="1176" y="0"/>
                </a:moveTo>
                <a:lnTo>
                  <a:pt x="1344715" y="0"/>
                </a:lnTo>
                <a:lnTo>
                  <a:pt x="1344715" y="0"/>
                </a:lnTo>
                <a:lnTo>
                  <a:pt x="8030690" y="0"/>
                </a:lnTo>
                <a:lnTo>
                  <a:pt x="8030690" y="6858000"/>
                </a:lnTo>
                <a:lnTo>
                  <a:pt x="477746" y="6858000"/>
                </a:lnTo>
                <a:lnTo>
                  <a:pt x="477746" y="6858000"/>
                </a:lnTo>
                <a:lnTo>
                  <a:pt x="0" y="6858000"/>
                </a:lnTo>
                <a:lnTo>
                  <a:pt x="5883" y="6817538"/>
                </a:lnTo>
                <a:lnTo>
                  <a:pt x="23196" y="6698894"/>
                </a:lnTo>
                <a:lnTo>
                  <a:pt x="35298" y="6612483"/>
                </a:lnTo>
                <a:lnTo>
                  <a:pt x="48073" y="6509613"/>
                </a:lnTo>
                <a:lnTo>
                  <a:pt x="63369" y="6387541"/>
                </a:lnTo>
                <a:lnTo>
                  <a:pt x="79506" y="6252438"/>
                </a:lnTo>
                <a:lnTo>
                  <a:pt x="96483" y="6100191"/>
                </a:lnTo>
                <a:lnTo>
                  <a:pt x="114468" y="5934227"/>
                </a:lnTo>
                <a:lnTo>
                  <a:pt x="132454" y="5753862"/>
                </a:lnTo>
                <a:lnTo>
                  <a:pt x="150775" y="5561838"/>
                </a:lnTo>
                <a:lnTo>
                  <a:pt x="167752" y="5354726"/>
                </a:lnTo>
                <a:lnTo>
                  <a:pt x="184057" y="5138013"/>
                </a:lnTo>
                <a:lnTo>
                  <a:pt x="198849" y="4908956"/>
                </a:lnTo>
                <a:lnTo>
                  <a:pt x="212968" y="4670298"/>
                </a:lnTo>
                <a:lnTo>
                  <a:pt x="226248" y="4421352"/>
                </a:lnTo>
                <a:lnTo>
                  <a:pt x="230954" y="4293793"/>
                </a:lnTo>
                <a:lnTo>
                  <a:pt x="236165" y="4163491"/>
                </a:lnTo>
                <a:lnTo>
                  <a:pt x="241039" y="4031132"/>
                </a:lnTo>
                <a:lnTo>
                  <a:pt x="244233" y="3898087"/>
                </a:lnTo>
                <a:lnTo>
                  <a:pt x="247091" y="3762298"/>
                </a:lnTo>
                <a:lnTo>
                  <a:pt x="250116" y="3625138"/>
                </a:lnTo>
                <a:lnTo>
                  <a:pt x="252133" y="3485235"/>
                </a:lnTo>
                <a:lnTo>
                  <a:pt x="252133" y="3343960"/>
                </a:lnTo>
                <a:lnTo>
                  <a:pt x="253142" y="3201314"/>
                </a:lnTo>
                <a:lnTo>
                  <a:pt x="252133" y="3057296"/>
                </a:lnTo>
                <a:lnTo>
                  <a:pt x="250116" y="2911221"/>
                </a:lnTo>
                <a:lnTo>
                  <a:pt x="248267" y="2765145"/>
                </a:lnTo>
                <a:lnTo>
                  <a:pt x="244233" y="2617013"/>
                </a:lnTo>
                <a:lnTo>
                  <a:pt x="240031" y="2467508"/>
                </a:lnTo>
                <a:lnTo>
                  <a:pt x="235156" y="2318004"/>
                </a:lnTo>
                <a:lnTo>
                  <a:pt x="228265" y="2167128"/>
                </a:lnTo>
                <a:lnTo>
                  <a:pt x="220028" y="2014880"/>
                </a:lnTo>
                <a:lnTo>
                  <a:pt x="212128" y="1861947"/>
                </a:lnTo>
                <a:lnTo>
                  <a:pt x="202043" y="1709013"/>
                </a:lnTo>
                <a:lnTo>
                  <a:pt x="189940" y="1554023"/>
                </a:lnTo>
                <a:lnTo>
                  <a:pt x="177838" y="1401089"/>
                </a:lnTo>
                <a:lnTo>
                  <a:pt x="163886" y="1245413"/>
                </a:lnTo>
                <a:lnTo>
                  <a:pt x="148590" y="1089050"/>
                </a:lnTo>
                <a:lnTo>
                  <a:pt x="132454" y="934745"/>
                </a:lnTo>
                <a:lnTo>
                  <a:pt x="113628" y="778383"/>
                </a:lnTo>
                <a:lnTo>
                  <a:pt x="93457" y="622706"/>
                </a:lnTo>
                <a:lnTo>
                  <a:pt x="73454" y="466344"/>
                </a:lnTo>
                <a:lnTo>
                  <a:pt x="50090" y="310667"/>
                </a:lnTo>
                <a:lnTo>
                  <a:pt x="26222" y="155676"/>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11">
            <a:extLst>
              <a:ext uri="{FF2B5EF4-FFF2-40B4-BE49-F238E27FC236}">
                <a16:creationId xmlns:a16="http://schemas.microsoft.com/office/drawing/2014/main" id="{481E0C28-CB2F-425F-98C5-AF23B9B704DF}"/>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811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p:nvSpPr>
          <p:cNvPr id="16" name="Rectangle 15">
            <a:extLst>
              <a:ext uri="{FF2B5EF4-FFF2-40B4-BE49-F238E27FC236}">
                <a16:creationId xmlns:a16="http://schemas.microsoft.com/office/drawing/2014/main" id="{2DB2879C-F0B1-4195-A323-E97B6065A78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graphicFrame>
        <p:nvGraphicFramePr>
          <p:cNvPr id="5" name="Content Placeholder 2">
            <a:extLst>
              <a:ext uri="{FF2B5EF4-FFF2-40B4-BE49-F238E27FC236}">
                <a16:creationId xmlns:a16="http://schemas.microsoft.com/office/drawing/2014/main" id="{D4CD9117-5BF6-4E62-99AC-43D0FB76A847}"/>
              </a:ext>
            </a:extLst>
          </p:cNvPr>
          <p:cNvGraphicFramePr>
            <a:graphicFrameLocks noGrp="1"/>
          </p:cNvGraphicFramePr>
          <p:nvPr>
            <p:ph idx="1"/>
            <p:extLst>
              <p:ext uri="{D42A27DB-BD31-4B8C-83A1-F6EECF244321}">
                <p14:modId xmlns:p14="http://schemas.microsoft.com/office/powerpoint/2010/main" val="1558640300"/>
              </p:ext>
            </p:extLst>
          </p:nvPr>
        </p:nvGraphicFramePr>
        <p:xfrm>
          <a:off x="5048250" y="1447800"/>
          <a:ext cx="649605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49556247"/>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9">
            <a:extLst>
              <a:ext uri="{FF2B5EF4-FFF2-40B4-BE49-F238E27FC236}">
                <a16:creationId xmlns:a16="http://schemas.microsoft.com/office/drawing/2014/main" id="{25482F9D-E110-434E-9B4F-41A3F5CB2A2F}"/>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8" name="Freeform 7">
            <a:extLst>
              <a:ext uri="{FF2B5EF4-FFF2-40B4-BE49-F238E27FC236}">
                <a16:creationId xmlns:a16="http://schemas.microsoft.com/office/drawing/2014/main" id="{5779FF2E-BB5C-4805-AAD5-275495A2B7EF}"/>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2" name="Title 1"/>
          <p:cNvSpPr>
            <a:spLocks noGrp="1"/>
          </p:cNvSpPr>
          <p:nvPr>
            <p:ph type="title"/>
          </p:nvPr>
        </p:nvSpPr>
        <p:spPr>
          <a:xfrm>
            <a:off x="648930" y="629267"/>
            <a:ext cx="9252154" cy="1016654"/>
          </a:xfrm>
        </p:spPr>
        <p:txBody>
          <a:bodyPr>
            <a:normAutofit/>
          </a:bodyPr>
          <a:lstStyle/>
          <a:p>
            <a:r>
              <a:rPr lang="en-US">
                <a:solidFill>
                  <a:srgbClr val="EBEBEB"/>
                </a:solidFill>
              </a:rPr>
              <a:t>                 Literature Survey</a:t>
            </a:r>
          </a:p>
        </p:txBody>
      </p:sp>
      <p:sp>
        <p:nvSpPr>
          <p:cNvPr id="19" name="Rectangle 13">
            <a:extLst>
              <a:ext uri="{FF2B5EF4-FFF2-40B4-BE49-F238E27FC236}">
                <a16:creationId xmlns:a16="http://schemas.microsoft.com/office/drawing/2014/main" id="{6EB83258-50E7-4A51-8C48-ADA7CD7FCA02}"/>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6" name="Freeform: Shape 15">
            <a:extLst>
              <a:ext uri="{FF2B5EF4-FFF2-40B4-BE49-F238E27FC236}">
                <a16:creationId xmlns:a16="http://schemas.microsoft.com/office/drawing/2014/main" id="{A4188960-1398-409C-BA5D-F87CCB743390}"/>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8" cy="5095933"/>
          </a:xfrm>
          <a:custGeom>
            <a:avLst/>
            <a:gdLst>
              <a:gd name="connsiteX0" fmla="*/ 1 w 12192418"/>
              <a:gd name="connsiteY0" fmla="*/ 0 h 5095933"/>
              <a:gd name="connsiteX1" fmla="*/ 71932 w 12192418"/>
              <a:gd name="connsiteY1" fmla="*/ 12261 h 5095933"/>
              <a:gd name="connsiteX2" fmla="*/ 282849 w 12192418"/>
              <a:gd name="connsiteY2" fmla="*/ 48343 h 5095933"/>
              <a:gd name="connsiteX3" fmla="*/ 436464 w 12192418"/>
              <a:gd name="connsiteY3" fmla="*/ 73565 h 5095933"/>
              <a:gd name="connsiteX4" fmla="*/ 619339 w 12192418"/>
              <a:gd name="connsiteY4" fmla="*/ 100188 h 5095933"/>
              <a:gd name="connsiteX5" fmla="*/ 836351 w 12192418"/>
              <a:gd name="connsiteY5" fmla="*/ 132066 h 5095933"/>
              <a:gd name="connsiteX6" fmla="*/ 1076528 w 12192418"/>
              <a:gd name="connsiteY6" fmla="*/ 165696 h 5095933"/>
              <a:gd name="connsiteX7" fmla="*/ 1347184 w 12192418"/>
              <a:gd name="connsiteY7" fmla="*/ 201077 h 5095933"/>
              <a:gd name="connsiteX8" fmla="*/ 1642223 w 12192418"/>
              <a:gd name="connsiteY8" fmla="*/ 238560 h 5095933"/>
              <a:gd name="connsiteX9" fmla="*/ 1962864 w 12192418"/>
              <a:gd name="connsiteY9" fmla="*/ 276043 h 5095933"/>
              <a:gd name="connsiteX10" fmla="*/ 2304232 w 12192418"/>
              <a:gd name="connsiteY10" fmla="*/ 314227 h 5095933"/>
              <a:gd name="connsiteX11" fmla="*/ 2672421 w 12192418"/>
              <a:gd name="connsiteY11" fmla="*/ 349608 h 5095933"/>
              <a:gd name="connsiteX12" fmla="*/ 3057678 w 12192418"/>
              <a:gd name="connsiteY12" fmla="*/ 383588 h 5095933"/>
              <a:gd name="connsiteX13" fmla="*/ 3464881 w 12192418"/>
              <a:gd name="connsiteY13" fmla="*/ 414415 h 5095933"/>
              <a:gd name="connsiteX14" fmla="*/ 3889152 w 12192418"/>
              <a:gd name="connsiteY14" fmla="*/ 443841 h 5095933"/>
              <a:gd name="connsiteX15" fmla="*/ 4331710 w 12192418"/>
              <a:gd name="connsiteY15" fmla="*/ 471515 h 5095933"/>
              <a:gd name="connsiteX16" fmla="*/ 4558476 w 12192418"/>
              <a:gd name="connsiteY16" fmla="*/ 481324 h 5095933"/>
              <a:gd name="connsiteX17" fmla="*/ 4790118 w 12192418"/>
              <a:gd name="connsiteY17" fmla="*/ 492183 h 5095933"/>
              <a:gd name="connsiteX18" fmla="*/ 5025418 w 12192418"/>
              <a:gd name="connsiteY18" fmla="*/ 502342 h 5095933"/>
              <a:gd name="connsiteX19" fmla="*/ 5261937 w 12192418"/>
              <a:gd name="connsiteY19" fmla="*/ 508998 h 5095933"/>
              <a:gd name="connsiteX20" fmla="*/ 5503332 w 12192418"/>
              <a:gd name="connsiteY20" fmla="*/ 514953 h 5095933"/>
              <a:gd name="connsiteX21" fmla="*/ 5747167 w 12192418"/>
              <a:gd name="connsiteY21" fmla="*/ 521259 h 5095933"/>
              <a:gd name="connsiteX22" fmla="*/ 5995877 w 12192418"/>
              <a:gd name="connsiteY22" fmla="*/ 525463 h 5095933"/>
              <a:gd name="connsiteX23" fmla="*/ 6247026 w 12192418"/>
              <a:gd name="connsiteY23" fmla="*/ 525463 h 5095933"/>
              <a:gd name="connsiteX24" fmla="*/ 6500613 w 12192418"/>
              <a:gd name="connsiteY24" fmla="*/ 527565 h 5095933"/>
              <a:gd name="connsiteX25" fmla="*/ 6756639 w 12192418"/>
              <a:gd name="connsiteY25" fmla="*/ 525463 h 5095933"/>
              <a:gd name="connsiteX26" fmla="*/ 7016322 w 12192418"/>
              <a:gd name="connsiteY26" fmla="*/ 521259 h 5095933"/>
              <a:gd name="connsiteX27" fmla="*/ 7276005 w 12192418"/>
              <a:gd name="connsiteY27" fmla="*/ 517406 h 5095933"/>
              <a:gd name="connsiteX28" fmla="*/ 7539345 w 12192418"/>
              <a:gd name="connsiteY28" fmla="*/ 508998 h 5095933"/>
              <a:gd name="connsiteX29" fmla="*/ 7805124 w 12192418"/>
              <a:gd name="connsiteY29" fmla="*/ 500241 h 5095933"/>
              <a:gd name="connsiteX30" fmla="*/ 8070903 w 12192418"/>
              <a:gd name="connsiteY30" fmla="*/ 490082 h 5095933"/>
              <a:gd name="connsiteX31" fmla="*/ 8339121 w 12192418"/>
              <a:gd name="connsiteY31" fmla="*/ 475719 h 5095933"/>
              <a:gd name="connsiteX32" fmla="*/ 8609776 w 12192418"/>
              <a:gd name="connsiteY32" fmla="*/ 458554 h 5095933"/>
              <a:gd name="connsiteX33" fmla="*/ 8881651 w 12192418"/>
              <a:gd name="connsiteY33" fmla="*/ 442089 h 5095933"/>
              <a:gd name="connsiteX34" fmla="*/ 9153526 w 12192418"/>
              <a:gd name="connsiteY34" fmla="*/ 421071 h 5095933"/>
              <a:gd name="connsiteX35" fmla="*/ 9429058 w 12192418"/>
              <a:gd name="connsiteY35" fmla="*/ 395849 h 5095933"/>
              <a:gd name="connsiteX36" fmla="*/ 9700933 w 12192418"/>
              <a:gd name="connsiteY36" fmla="*/ 370626 h 5095933"/>
              <a:gd name="connsiteX37" fmla="*/ 9977684 w 12192418"/>
              <a:gd name="connsiteY37" fmla="*/ 341551 h 5095933"/>
              <a:gd name="connsiteX38" fmla="*/ 10255655 w 12192418"/>
              <a:gd name="connsiteY38" fmla="*/ 309673 h 5095933"/>
              <a:gd name="connsiteX39" fmla="*/ 10529968 w 12192418"/>
              <a:gd name="connsiteY39" fmla="*/ 276043 h 5095933"/>
              <a:gd name="connsiteX40" fmla="*/ 10807939 w 12192418"/>
              <a:gd name="connsiteY40" fmla="*/ 236809 h 5095933"/>
              <a:gd name="connsiteX41" fmla="*/ 11084690 w 12192418"/>
              <a:gd name="connsiteY41" fmla="*/ 194772 h 5095933"/>
              <a:gd name="connsiteX42" fmla="*/ 11362661 w 12192418"/>
              <a:gd name="connsiteY42" fmla="*/ 153085 h 5095933"/>
              <a:gd name="connsiteX43" fmla="*/ 11639412 w 12192418"/>
              <a:gd name="connsiteY43" fmla="*/ 104392 h 5095933"/>
              <a:gd name="connsiteX44" fmla="*/ 11914945 w 12192418"/>
              <a:gd name="connsiteY44" fmla="*/ 54648 h 5095933"/>
              <a:gd name="connsiteX45" fmla="*/ 12191696 w 12192418"/>
              <a:gd name="connsiteY45" fmla="*/ 2452 h 5095933"/>
              <a:gd name="connsiteX46" fmla="*/ 12191696 w 12192418"/>
              <a:gd name="connsiteY46" fmla="*/ 2109542 h 5095933"/>
              <a:gd name="connsiteX47" fmla="*/ 12191999 w 12192418"/>
              <a:gd name="connsiteY47" fmla="*/ 2109542 h 5095933"/>
              <a:gd name="connsiteX48" fmla="*/ 12191999 w 12192418"/>
              <a:gd name="connsiteY48" fmla="*/ 2802467 h 5095933"/>
              <a:gd name="connsiteX49" fmla="*/ 12192418 w 12192418"/>
              <a:gd name="connsiteY49" fmla="*/ 2802467 h 5095933"/>
              <a:gd name="connsiteX50" fmla="*/ 12192418 w 12192418"/>
              <a:gd name="connsiteY50" fmla="*/ 5095933 h 5095933"/>
              <a:gd name="connsiteX51" fmla="*/ 1 w 12192418"/>
              <a:gd name="connsiteY51" fmla="*/ 5095933 h 5095933"/>
              <a:gd name="connsiteX52" fmla="*/ 1 w 12192418"/>
              <a:gd name="connsiteY52" fmla="*/ 4074529 h 5095933"/>
              <a:gd name="connsiteX53" fmla="*/ 0 w 12192418"/>
              <a:gd name="connsiteY53" fmla="*/ 4074529 h 5095933"/>
              <a:gd name="connsiteX54" fmla="*/ 0 w 12192418"/>
              <a:gd name="connsiteY54" fmla="*/ 2109542 h 5095933"/>
              <a:gd name="connsiteX55" fmla="*/ 1 w 12192418"/>
              <a:gd name="connsiteY55" fmla="*/ 2109542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418" h="5095933">
                <a:moveTo>
                  <a:pt x="1" y="0"/>
                </a:moveTo>
                <a:lnTo>
                  <a:pt x="71932" y="12261"/>
                </a:lnTo>
                <a:lnTo>
                  <a:pt x="282849" y="48343"/>
                </a:lnTo>
                <a:lnTo>
                  <a:pt x="436464" y="73565"/>
                </a:lnTo>
                <a:lnTo>
                  <a:pt x="619339" y="100188"/>
                </a:lnTo>
                <a:lnTo>
                  <a:pt x="836351" y="132066"/>
                </a:lnTo>
                <a:lnTo>
                  <a:pt x="1076528" y="165696"/>
                </a:lnTo>
                <a:lnTo>
                  <a:pt x="1347184"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2" y="514953"/>
                </a:lnTo>
                <a:lnTo>
                  <a:pt x="5747167"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109542"/>
                </a:lnTo>
                <a:lnTo>
                  <a:pt x="12191999" y="2109542"/>
                </a:lnTo>
                <a:lnTo>
                  <a:pt x="12191999" y="2802467"/>
                </a:lnTo>
                <a:lnTo>
                  <a:pt x="12192418" y="2802467"/>
                </a:lnTo>
                <a:lnTo>
                  <a:pt x="12192418" y="5095933"/>
                </a:lnTo>
                <a:lnTo>
                  <a:pt x="1" y="5095933"/>
                </a:lnTo>
                <a:lnTo>
                  <a:pt x="1" y="4074529"/>
                </a:lnTo>
                <a:lnTo>
                  <a:pt x="0" y="4074529"/>
                </a:lnTo>
                <a:lnTo>
                  <a:pt x="0" y="2109542"/>
                </a:lnTo>
                <a:lnTo>
                  <a:pt x="1" y="2109542"/>
                </a:lnTo>
                <a:close/>
              </a:path>
            </a:pathLst>
          </a:custGeom>
          <a:solidFill>
            <a:schemeClr val="bg1"/>
          </a:solidFill>
          <a:ln>
            <a:noFill/>
          </a:ln>
        </p:spPr>
      </p:sp>
      <p:graphicFrame>
        <p:nvGraphicFramePr>
          <p:cNvPr id="5" name="Content Placeholder 2">
            <a:extLst>
              <a:ext uri="{FF2B5EF4-FFF2-40B4-BE49-F238E27FC236}">
                <a16:creationId xmlns:a16="http://schemas.microsoft.com/office/drawing/2014/main" id="{39CE6EB3-4605-4CAF-A447-4109BA4DC851}"/>
              </a:ext>
            </a:extLst>
          </p:cNvPr>
          <p:cNvGraphicFramePr>
            <a:graphicFrameLocks noGrp="1"/>
          </p:cNvGraphicFramePr>
          <p:nvPr>
            <p:ph idx="1"/>
            <p:extLst>
              <p:ext uri="{D42A27DB-BD31-4B8C-83A1-F6EECF244321}">
                <p14:modId xmlns:p14="http://schemas.microsoft.com/office/powerpoint/2010/main" val="1797101441"/>
              </p:ext>
            </p:extLst>
          </p:nvPr>
        </p:nvGraphicFramePr>
        <p:xfrm>
          <a:off x="648930" y="2810256"/>
          <a:ext cx="10895370" cy="34042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36113438"/>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4CD14DB-BB81-479F-A1FC-1C75640E9F84}"/>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0" name="Rectangle 9">
            <a:extLst>
              <a:ext uri="{FF2B5EF4-FFF2-40B4-BE49-F238E27FC236}">
                <a16:creationId xmlns:a16="http://schemas.microsoft.com/office/drawing/2014/main" id="{C943A91B-7CA7-4592-A975-73B1BF8C4C74}"/>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Freeform 7">
            <a:extLst>
              <a:ext uri="{FF2B5EF4-FFF2-40B4-BE49-F238E27FC236}">
                <a16:creationId xmlns:a16="http://schemas.microsoft.com/office/drawing/2014/main" id="{EC471314-E46A-414B-8D91-74880E84F18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4" name="Freeform: Shape 13">
            <a:extLst>
              <a:ext uri="{FF2B5EF4-FFF2-40B4-BE49-F238E27FC236}">
                <a16:creationId xmlns:a16="http://schemas.microsoft.com/office/drawing/2014/main" id="{6A681326-1C9D-44A3-A627-3871BDAE412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sp>
      <p:sp>
        <p:nvSpPr>
          <p:cNvPr id="3" name="Content Placeholder 2"/>
          <p:cNvSpPr>
            <a:spLocks noGrp="1"/>
          </p:cNvSpPr>
          <p:nvPr>
            <p:ph idx="1"/>
          </p:nvPr>
        </p:nvSpPr>
        <p:spPr>
          <a:xfrm>
            <a:off x="1103312" y="2763520"/>
            <a:ext cx="8946541" cy="3484879"/>
          </a:xfrm>
        </p:spPr>
        <p:txBody>
          <a:bodyPr>
            <a:normAutofit/>
          </a:bodyPr>
          <a:lstStyle/>
          <a:p>
            <a:pPr algn="just"/>
            <a:r>
              <a:rPr lang="en-US" dirty="0"/>
              <a:t>After reviewing many articles, there are presently no papers that mention monitoring the combination </a:t>
            </a:r>
            <a:r>
              <a:rPr lang="en-US" dirty="0" smtClean="0"/>
              <a:t>of more features like </a:t>
            </a:r>
            <a:r>
              <a:rPr lang="en-US" dirty="0"/>
              <a:t>temperature, lighting and humidity in one integrated system . </a:t>
            </a:r>
          </a:p>
          <a:p>
            <a:pPr algn="just"/>
            <a:r>
              <a:rPr lang="en-US" dirty="0" smtClean="0"/>
              <a:t>In </a:t>
            </a:r>
            <a:r>
              <a:rPr lang="en-US" dirty="0"/>
              <a:t>addition to this, there is one research paper that has discussed monitoring these three environmental conditions; however, there has been no mention about forecasting Temperature using it .</a:t>
            </a:r>
          </a:p>
          <a:p>
            <a:pPr algn="just"/>
            <a:r>
              <a:rPr lang="en-US" dirty="0" smtClean="0"/>
              <a:t>So </a:t>
            </a:r>
            <a:r>
              <a:rPr lang="en-US" dirty="0"/>
              <a:t>our main idea was to coin a system that can sense the main components that formulates the weather and can be able to forecast the weather without human error. </a:t>
            </a:r>
          </a:p>
        </p:txBody>
      </p:sp>
    </p:spTree>
    <p:extLst>
      <p:ext uri="{BB962C8B-B14F-4D97-AF65-F5344CB8AC3E}">
        <p14:creationId xmlns:p14="http://schemas.microsoft.com/office/powerpoint/2010/main" val="4246851664"/>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4CD14DB-BB81-479F-A1FC-1C75640E9F84}"/>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6" name="Rectangle 9">
            <a:extLst>
              <a:ext uri="{FF2B5EF4-FFF2-40B4-BE49-F238E27FC236}">
                <a16:creationId xmlns:a16="http://schemas.microsoft.com/office/drawing/2014/main" id="{C943A91B-7CA7-4592-A975-73B1BF8C4C74}"/>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7" name="Freeform 7">
            <a:extLst>
              <a:ext uri="{FF2B5EF4-FFF2-40B4-BE49-F238E27FC236}">
                <a16:creationId xmlns:a16="http://schemas.microsoft.com/office/drawing/2014/main" id="{EC471314-E46A-414B-8D91-74880E84F18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8" name="Freeform: Shape 13">
            <a:extLst>
              <a:ext uri="{FF2B5EF4-FFF2-40B4-BE49-F238E27FC236}">
                <a16:creationId xmlns:a16="http://schemas.microsoft.com/office/drawing/2014/main" id="{6A681326-1C9D-44A3-A627-3871BDAE412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sp>
      <p:sp>
        <p:nvSpPr>
          <p:cNvPr id="2" name="Title 1">
            <a:extLst>
              <a:ext uri="{FF2B5EF4-FFF2-40B4-BE49-F238E27FC236}">
                <a16:creationId xmlns:a16="http://schemas.microsoft.com/office/drawing/2014/main" id="{ECDE7CA6-4259-4303-A555-F3426A09D833}"/>
              </a:ext>
            </a:extLst>
          </p:cNvPr>
          <p:cNvSpPr>
            <a:spLocks noGrp="1"/>
          </p:cNvSpPr>
          <p:nvPr>
            <p:ph type="title"/>
          </p:nvPr>
        </p:nvSpPr>
        <p:spPr>
          <a:xfrm>
            <a:off x="1103312" y="452718"/>
            <a:ext cx="8947522" cy="1400530"/>
          </a:xfrm>
        </p:spPr>
        <p:txBody>
          <a:bodyPr anchor="ctr">
            <a:normAutofit/>
          </a:bodyPr>
          <a:lstStyle/>
          <a:p>
            <a:pPr algn="ctr"/>
            <a:r>
              <a:rPr lang="en-US" dirty="0">
                <a:solidFill>
                  <a:srgbClr val="FFFFFF"/>
                </a:solidFill>
              </a:rPr>
              <a:t>Problem	Statement</a:t>
            </a:r>
          </a:p>
        </p:txBody>
      </p:sp>
      <p:sp>
        <p:nvSpPr>
          <p:cNvPr id="3" name="Content Placeholder 2">
            <a:extLst>
              <a:ext uri="{FF2B5EF4-FFF2-40B4-BE49-F238E27FC236}">
                <a16:creationId xmlns:a16="http://schemas.microsoft.com/office/drawing/2014/main" id="{2B8A4AAC-5BC2-44ED-9440-241B9D990612}"/>
              </a:ext>
            </a:extLst>
          </p:cNvPr>
          <p:cNvSpPr>
            <a:spLocks noGrp="1"/>
          </p:cNvSpPr>
          <p:nvPr>
            <p:ph idx="1"/>
          </p:nvPr>
        </p:nvSpPr>
        <p:spPr>
          <a:xfrm>
            <a:off x="1103312" y="2763520"/>
            <a:ext cx="10783888" cy="3484879"/>
          </a:xfrm>
        </p:spPr>
        <p:txBody>
          <a:bodyPr>
            <a:normAutofit lnSpcReduction="10000"/>
          </a:bodyPr>
          <a:lstStyle/>
          <a:p>
            <a:pPr algn="just">
              <a:lnSpc>
                <a:spcPct val="90000"/>
              </a:lnSpc>
            </a:pPr>
            <a:r>
              <a:rPr lang="en-US" dirty="0"/>
              <a:t>Though there are few weather reporting models which already exist but in today’s world except for weather, concentration of various components of air and its quality are also gaining </a:t>
            </a:r>
            <a:r>
              <a:rPr lang="en-US" dirty="0" smtClean="0"/>
              <a:t>importance.</a:t>
            </a:r>
          </a:p>
          <a:p>
            <a:pPr marL="0" indent="0" algn="just">
              <a:lnSpc>
                <a:spcPct val="90000"/>
              </a:lnSpc>
              <a:buNone/>
            </a:pPr>
            <a:r>
              <a:rPr lang="en-US" sz="1700" dirty="0" smtClean="0"/>
              <a:t>     (An operational system for generating impact of air quality  in the Australian region and their                                      impact on numerical weather prediction JL Marshall, N </a:t>
            </a:r>
            <a:r>
              <a:rPr lang="en-US" sz="1700" dirty="0" err="1" smtClean="0"/>
              <a:t>Pescod</a:t>
            </a:r>
            <a:r>
              <a:rPr lang="en-US" sz="1700" dirty="0" smtClean="0"/>
              <a:t>, B Seaman - Nature 2009) </a:t>
            </a:r>
          </a:p>
          <a:p>
            <a:pPr algn="just">
              <a:lnSpc>
                <a:spcPct val="90000"/>
              </a:lnSpc>
            </a:pPr>
            <a:r>
              <a:rPr lang="en-US" dirty="0" smtClean="0"/>
              <a:t>There </a:t>
            </a:r>
            <a:r>
              <a:rPr lang="en-US" dirty="0"/>
              <a:t>is no such model which can forecast weather, determine various components in air and can check or predict air quality.</a:t>
            </a:r>
          </a:p>
          <a:p>
            <a:pPr algn="just">
              <a:lnSpc>
                <a:spcPct val="90000"/>
              </a:lnSpc>
            </a:pPr>
            <a:r>
              <a:rPr lang="en-US" dirty="0"/>
              <a:t>Previous weather forecasting models used the complicated blend of mathematical instruments which was insufficient in order to get higher classification rate.</a:t>
            </a:r>
          </a:p>
          <a:p>
            <a:pPr algn="just">
              <a:lnSpc>
                <a:spcPct val="90000"/>
              </a:lnSpc>
            </a:pPr>
            <a:r>
              <a:rPr lang="en-US" dirty="0"/>
              <a:t>Using different components to collect and assess data will be expensive.</a:t>
            </a:r>
          </a:p>
          <a:p>
            <a:pPr marL="0" indent="0">
              <a:lnSpc>
                <a:spcPct val="90000"/>
              </a:lnSpc>
              <a:buNone/>
            </a:pPr>
            <a:endParaRPr lang="en-US" dirty="0"/>
          </a:p>
          <a:p>
            <a:pPr>
              <a:lnSpc>
                <a:spcPct val="90000"/>
              </a:lnSpc>
            </a:pPr>
            <a:endParaRPr lang="en-US" dirty="0"/>
          </a:p>
        </p:txBody>
      </p:sp>
    </p:spTree>
    <p:extLst>
      <p:ext uri="{BB962C8B-B14F-4D97-AF65-F5344CB8AC3E}">
        <p14:creationId xmlns:p14="http://schemas.microsoft.com/office/powerpoint/2010/main" val="3084465253"/>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extLst/>
          </a:blip>
          <a:stretch/>
        </a:blipFill>
        <a:effectLst/>
      </p:bgPr>
    </p:bg>
    <p:spTree>
      <p:nvGrpSpPr>
        <p:cNvPr id="1" name=""/>
        <p:cNvGrpSpPr/>
        <p:nvPr/>
      </p:nvGrpSpPr>
      <p:grpSpPr>
        <a:xfrm>
          <a:off x="0" y="0"/>
          <a:ext cx="0" cy="0"/>
          <a:chOff x="0" y="0"/>
          <a:chExt cx="0" cy="0"/>
        </a:xfrm>
      </p:grpSpPr>
      <p:sp>
        <p:nvSpPr>
          <p:cNvPr id="10" name="Freeform 7">
            <a:extLst>
              <a:ext uri="{FF2B5EF4-FFF2-40B4-BE49-F238E27FC236}">
                <a16:creationId xmlns:a16="http://schemas.microsoft.com/office/drawing/2014/main" id="{32454A55-8D0E-4288-BA8C-0F28467A20D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tx1">
              <a:alpha val="20000"/>
            </a:schemeClr>
          </a:solidFill>
          <a:ln>
            <a:noFill/>
          </a:ln>
        </p:spPr>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9515DFCA-BAD3-4064-97F3-0A8CEDEDB9FC}"/>
              </a:ext>
            </a:extLst>
          </p:cNvPr>
          <p:cNvSpPr>
            <a:spLocks noGrp="1"/>
          </p:cNvSpPr>
          <p:nvPr>
            <p:ph type="title"/>
          </p:nvPr>
        </p:nvSpPr>
        <p:spPr>
          <a:xfrm>
            <a:off x="648930" y="629267"/>
            <a:ext cx="9252154" cy="1016654"/>
          </a:xfrm>
        </p:spPr>
        <p:txBody>
          <a:bodyPr>
            <a:normAutofit/>
          </a:bodyPr>
          <a:lstStyle/>
          <a:p>
            <a:r>
              <a:rPr lang="en-US" dirty="0"/>
              <a:t>                         Solution</a:t>
            </a:r>
          </a:p>
        </p:txBody>
      </p:sp>
      <p:sp>
        <p:nvSpPr>
          <p:cNvPr id="12" name="Rectangle 11">
            <a:extLst>
              <a:ext uri="{FF2B5EF4-FFF2-40B4-BE49-F238E27FC236}">
                <a16:creationId xmlns:a16="http://schemas.microsoft.com/office/drawing/2014/main" id="{42BF945A-4452-4881-AF25-582DE1943CF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924298"/>
            <a:ext cx="12192417" cy="2933702"/>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5">
            <a:extLst>
              <a:ext uri="{FF2B5EF4-FFF2-40B4-BE49-F238E27FC236}">
                <a16:creationId xmlns:a16="http://schemas.microsoft.com/office/drawing/2014/main" id="{7BF02DAB-EEF0-487F-A106-B70843EA6DF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1695" cy="2802467"/>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sp>
      <p:sp>
        <p:nvSpPr>
          <p:cNvPr id="3" name="Content Placeholder 2">
            <a:extLst>
              <a:ext uri="{FF2B5EF4-FFF2-40B4-BE49-F238E27FC236}">
                <a16:creationId xmlns:a16="http://schemas.microsoft.com/office/drawing/2014/main" id="{73A81A5E-1B56-4C0F-8463-344BB8905AB5}"/>
              </a:ext>
            </a:extLst>
          </p:cNvPr>
          <p:cNvSpPr>
            <a:spLocks noGrp="1"/>
          </p:cNvSpPr>
          <p:nvPr>
            <p:ph idx="1"/>
          </p:nvPr>
        </p:nvSpPr>
        <p:spPr>
          <a:xfrm>
            <a:off x="648930" y="2548281"/>
            <a:ext cx="6755170" cy="4650805"/>
          </a:xfrm>
        </p:spPr>
        <p:txBody>
          <a:bodyPr>
            <a:normAutofit/>
          </a:bodyPr>
          <a:lstStyle/>
          <a:p>
            <a:pPr algn="just">
              <a:lnSpc>
                <a:spcPct val="90000"/>
              </a:lnSpc>
            </a:pPr>
            <a:r>
              <a:rPr lang="en-US" sz="1800" dirty="0">
                <a:solidFill>
                  <a:schemeClr val="bg1"/>
                </a:solidFill>
              </a:rPr>
              <a:t>We in our project aim to integrate various sensors to collect data using which we can forecast weather and calculate air quality as well.</a:t>
            </a:r>
          </a:p>
          <a:p>
            <a:pPr algn="just">
              <a:lnSpc>
                <a:spcPct val="90000"/>
              </a:lnSpc>
            </a:pPr>
            <a:r>
              <a:rPr lang="en-US" sz="1800" dirty="0">
                <a:solidFill>
                  <a:schemeClr val="bg1"/>
                </a:solidFill>
              </a:rPr>
              <a:t>In our model, we are using more sensors and hence are generating and assessing more parameters. </a:t>
            </a:r>
          </a:p>
          <a:p>
            <a:pPr algn="just">
              <a:lnSpc>
                <a:spcPct val="90000"/>
              </a:lnSpc>
            </a:pPr>
            <a:r>
              <a:rPr lang="en-US" sz="1800" dirty="0">
                <a:solidFill>
                  <a:schemeClr val="bg1"/>
                </a:solidFill>
              </a:rPr>
              <a:t>Machine learning algorithms will be used which will help us to predict the weather of the coming days based on the historical data of that location hence aiming at higher accuracy at lower cost.</a:t>
            </a:r>
          </a:p>
          <a:p>
            <a:pPr algn="just">
              <a:lnSpc>
                <a:spcPct val="90000"/>
              </a:lnSpc>
            </a:pPr>
            <a:r>
              <a:rPr lang="en-US" sz="1800" dirty="0">
                <a:solidFill>
                  <a:schemeClr val="bg1"/>
                </a:solidFill>
              </a:rPr>
              <a:t>Also it will be the first setup which will monitor air quality along with forecasting weather and present it in real time.</a:t>
            </a:r>
          </a:p>
          <a:p>
            <a:pPr marL="0" indent="0">
              <a:lnSpc>
                <a:spcPct val="90000"/>
              </a:lnSpc>
              <a:buNone/>
            </a:pPr>
            <a:endParaRPr lang="en-US" sz="1800" dirty="0">
              <a:solidFill>
                <a:schemeClr val="bg1"/>
              </a:solidFill>
            </a:endParaRPr>
          </a:p>
        </p:txBody>
      </p:sp>
      <p:pic>
        <p:nvPicPr>
          <p:cNvPr id="7" name="Graphic 6" descr="Head with Gears">
            <a:extLst>
              <a:ext uri="{FF2B5EF4-FFF2-40B4-BE49-F238E27FC236}">
                <a16:creationId xmlns:a16="http://schemas.microsoft.com/office/drawing/2014/main" id="{96C1F3FB-1C12-4425-944E-5F20650DB63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 xmlns:asvg="http://schemas.microsoft.com/office/drawing/2016/SVG/main" r:embed="rId4"/>
              </a:ext>
            </a:extLst>
          </a:blip>
          <a:stretch>
            <a:fillRect/>
          </a:stretch>
        </p:blipFill>
        <p:spPr>
          <a:xfrm>
            <a:off x="8070075" y="2476884"/>
            <a:ext cx="3662018" cy="3662018"/>
          </a:xfrm>
          <a:prstGeom prst="rect">
            <a:avLst/>
          </a:prstGeom>
          <a:effectLst/>
        </p:spPr>
      </p:pic>
    </p:spTree>
    <p:extLst>
      <p:ext uri="{BB962C8B-B14F-4D97-AF65-F5344CB8AC3E}">
        <p14:creationId xmlns:p14="http://schemas.microsoft.com/office/powerpoint/2010/main" val="417964249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extLst/>
          </a:blip>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C9134821-5D8B-4373-BA74-CFE9AB35A55A}"/>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44"/>
          <a:stretch/>
        </p:blipFill>
        <p:spPr>
          <a:xfrm>
            <a:off x="0" y="2669685"/>
            <a:ext cx="4035669" cy="4188315"/>
          </a:xfrm>
          <a:prstGeom prst="rect">
            <a:avLst/>
          </a:prstGeom>
        </p:spPr>
      </p:pic>
      <p:pic>
        <p:nvPicPr>
          <p:cNvPr id="25" name="Picture 11">
            <a:extLst>
              <a:ext uri="{FF2B5EF4-FFF2-40B4-BE49-F238E27FC236}">
                <a16:creationId xmlns:a16="http://schemas.microsoft.com/office/drawing/2014/main" id="{5965195F-79F5-4911-907D-13CB3F534351}"/>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27" name="Oval 13">
            <a:extLst>
              <a:ext uri="{FF2B5EF4-FFF2-40B4-BE49-F238E27FC236}">
                <a16:creationId xmlns:a16="http://schemas.microsoft.com/office/drawing/2014/main" id="{8A610DC7-FE1B-47B9-8452-CFC389786C2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28" name="Picture 15">
            <a:extLst>
              <a:ext uri="{FF2B5EF4-FFF2-40B4-BE49-F238E27FC236}">
                <a16:creationId xmlns:a16="http://schemas.microsoft.com/office/drawing/2014/main" id="{2742ADC1-2286-40B7-A3C6-D6C3362FA04B}"/>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29" name="Picture 17">
            <a:extLst>
              <a:ext uri="{FF2B5EF4-FFF2-40B4-BE49-F238E27FC236}">
                <a16:creationId xmlns:a16="http://schemas.microsoft.com/office/drawing/2014/main" id="{C878FBDC-78F2-4D49-8DB3-1A48CA9F7FC0}"/>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30" name="Rectangle 19">
            <a:extLst>
              <a:ext uri="{FF2B5EF4-FFF2-40B4-BE49-F238E27FC236}">
                <a16:creationId xmlns:a16="http://schemas.microsoft.com/office/drawing/2014/main" id="{DC9A0934-0C2C-4565-9290-A345B19BD94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73C3CF76-33F0-45E8-BA83-2DE34612E12D}"/>
              </a:ext>
            </a:extLst>
          </p:cNvPr>
          <p:cNvSpPr>
            <a:spLocks noGrp="1"/>
          </p:cNvSpPr>
          <p:nvPr>
            <p:ph type="title"/>
          </p:nvPr>
        </p:nvSpPr>
        <p:spPr>
          <a:xfrm>
            <a:off x="8191925" y="1325880"/>
            <a:ext cx="3356221" cy="2383761"/>
          </a:xfrm>
        </p:spPr>
        <p:txBody>
          <a:bodyPr vert="horz" lIns="91440" tIns="45720" rIns="91440" bIns="45720" rtlCol="0" anchor="b">
            <a:normAutofit/>
          </a:bodyPr>
          <a:lstStyle/>
          <a:p>
            <a:r>
              <a:rPr lang="en-US" sz="3400" dirty="0"/>
              <a:t>Methodology</a:t>
            </a:r>
          </a:p>
        </p:txBody>
      </p:sp>
      <p:sp>
        <p:nvSpPr>
          <p:cNvPr id="31" name="Rectangle 21">
            <a:extLst>
              <a:ext uri="{FF2B5EF4-FFF2-40B4-BE49-F238E27FC236}">
                <a16:creationId xmlns:a16="http://schemas.microsoft.com/office/drawing/2014/main" id="{87BE56A7-2B14-4ABE-8DF3-40C07E64B19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157124"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36">
            <a:extLst>
              <a:ext uri="{FF2B5EF4-FFF2-40B4-BE49-F238E27FC236}">
                <a16:creationId xmlns:a16="http://schemas.microsoft.com/office/drawing/2014/main" id="{140D5101-D8FB-4102-A338-49651E97150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463681"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26" name="Freeform 5">
            <a:extLst>
              <a:ext uri="{FF2B5EF4-FFF2-40B4-BE49-F238E27FC236}">
                <a16:creationId xmlns:a16="http://schemas.microsoft.com/office/drawing/2014/main" id="{73E26159-C029-4449-8912-A9B418CC328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5400000" flipH="1">
            <a:off x="3708596" y="2756642"/>
            <a:ext cx="6858000" cy="1344715"/>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sp>
      <p:pic>
        <p:nvPicPr>
          <p:cNvPr id="1026"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56432" y="261143"/>
            <a:ext cx="5044259" cy="6335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668715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extLst/>
          </a:blip>
          <a:stretch/>
        </a:blipFill>
        <a:effectLst/>
      </p:bgPr>
    </p:bg>
    <p:spTree>
      <p:nvGrpSpPr>
        <p:cNvPr id="1" name=""/>
        <p:cNvGrpSpPr/>
        <p:nvPr/>
      </p:nvGrpSpPr>
      <p:grpSpPr>
        <a:xfrm>
          <a:off x="0" y="0"/>
          <a:ext cx="0" cy="0"/>
          <a:chOff x="0" y="0"/>
          <a:chExt cx="0" cy="0"/>
        </a:xfrm>
      </p:grpSpPr>
      <p:pic>
        <p:nvPicPr>
          <p:cNvPr id="24" name="Picture 8">
            <a:extLst>
              <a:ext uri="{FF2B5EF4-FFF2-40B4-BE49-F238E27FC236}">
                <a16:creationId xmlns:a16="http://schemas.microsoft.com/office/drawing/2014/main" id="{C9134821-5D8B-4373-BA74-CFE9AB35A55A}"/>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44"/>
          <a:stretch/>
        </p:blipFill>
        <p:spPr>
          <a:xfrm>
            <a:off x="0" y="2669685"/>
            <a:ext cx="4035669" cy="4188315"/>
          </a:xfrm>
          <a:prstGeom prst="rect">
            <a:avLst/>
          </a:prstGeom>
        </p:spPr>
      </p:pic>
      <p:pic>
        <p:nvPicPr>
          <p:cNvPr id="26" name="Picture 10">
            <a:extLst>
              <a:ext uri="{FF2B5EF4-FFF2-40B4-BE49-F238E27FC236}">
                <a16:creationId xmlns:a16="http://schemas.microsoft.com/office/drawing/2014/main" id="{5965195F-79F5-4911-907D-13CB3F534351}"/>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27" name="Oval 12">
            <a:extLst>
              <a:ext uri="{FF2B5EF4-FFF2-40B4-BE49-F238E27FC236}">
                <a16:creationId xmlns:a16="http://schemas.microsoft.com/office/drawing/2014/main" id="{8A610DC7-FE1B-47B9-8452-CFC389786C2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28" name="Picture 14">
            <a:extLst>
              <a:ext uri="{FF2B5EF4-FFF2-40B4-BE49-F238E27FC236}">
                <a16:creationId xmlns:a16="http://schemas.microsoft.com/office/drawing/2014/main" id="{2742ADC1-2286-40B7-A3C6-D6C3362FA04B}"/>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29" name="Picture 16">
            <a:extLst>
              <a:ext uri="{FF2B5EF4-FFF2-40B4-BE49-F238E27FC236}">
                <a16:creationId xmlns:a16="http://schemas.microsoft.com/office/drawing/2014/main" id="{C878FBDC-78F2-4D49-8DB3-1A48CA9F7FC0}"/>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30" name="Rectangle 18">
            <a:extLst>
              <a:ext uri="{FF2B5EF4-FFF2-40B4-BE49-F238E27FC236}">
                <a16:creationId xmlns:a16="http://schemas.microsoft.com/office/drawing/2014/main" id="{DC9A0934-0C2C-4565-9290-A345B19BD94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91925" y="1325880"/>
            <a:ext cx="3352375" cy="3066507"/>
          </a:xfrm>
        </p:spPr>
        <p:txBody>
          <a:bodyPr vert="horz" lIns="91440" tIns="45720" rIns="91440" bIns="45720" rtlCol="0" anchor="b">
            <a:normAutofit/>
          </a:bodyPr>
          <a:lstStyle/>
          <a:p>
            <a:r>
              <a:rPr lang="en-US" sz="3800"/>
              <a:t>Architecture Design</a:t>
            </a:r>
          </a:p>
        </p:txBody>
      </p:sp>
      <p:sp>
        <p:nvSpPr>
          <p:cNvPr id="31" name="Rectangle 20">
            <a:extLst>
              <a:ext uri="{FF2B5EF4-FFF2-40B4-BE49-F238E27FC236}">
                <a16:creationId xmlns:a16="http://schemas.microsoft.com/office/drawing/2014/main" id="{87BE56A7-2B14-4ABE-8DF3-40C07E64B19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157124"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36">
            <a:extLst>
              <a:ext uri="{FF2B5EF4-FFF2-40B4-BE49-F238E27FC236}">
                <a16:creationId xmlns:a16="http://schemas.microsoft.com/office/drawing/2014/main" id="{140D5101-D8FB-4102-A338-49651E97150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463681"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25" name="Freeform 5">
            <a:extLst>
              <a:ext uri="{FF2B5EF4-FFF2-40B4-BE49-F238E27FC236}">
                <a16:creationId xmlns:a16="http://schemas.microsoft.com/office/drawing/2014/main" id="{73E26159-C029-4449-8912-A9B418CC328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5400000" flipH="1">
            <a:off x="3708596" y="2756642"/>
            <a:ext cx="6858000" cy="1344715"/>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sp>
      <p:pic>
        <p:nvPicPr>
          <p:cNvPr id="4" name="Content Placeholder 3"/>
          <p:cNvPicPr>
            <a:picLocks noGrp="1"/>
          </p:cNvPicPr>
          <p:nvPr>
            <p:ph idx="1"/>
          </p:nvPr>
        </p:nvPicPr>
        <p:blipFill>
          <a:blip r:embed="rId7">
            <a:extLst>
              <a:ext uri="{28A0092B-C50C-407E-A947-70E740481C1C}">
                <a14:useLocalDpi xmlns:a14="http://schemas.microsoft.com/office/drawing/2010/main" val="0"/>
              </a:ext>
            </a:extLst>
          </a:blip>
          <a:stretch>
            <a:fillRect/>
          </a:stretch>
        </p:blipFill>
        <p:spPr bwMode="auto">
          <a:xfrm>
            <a:off x="643854" y="1375126"/>
            <a:ext cx="6270662" cy="4107282"/>
          </a:xfrm>
          <a:prstGeom prst="rect">
            <a:avLst/>
          </a:prstGeom>
          <a:noFill/>
          <a:effectLst/>
        </p:spPr>
      </p:pic>
    </p:spTree>
    <p:extLst>
      <p:ext uri="{BB962C8B-B14F-4D97-AF65-F5344CB8AC3E}">
        <p14:creationId xmlns:p14="http://schemas.microsoft.com/office/powerpoint/2010/main" val="284023368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0"/>
          <p:cNvPicPr>
            <a:picLocks noChangeAspect="1" noChangeArrowheads="1"/>
          </p:cNvPicPr>
          <p:nvPr/>
        </p:nvPicPr>
        <p:blipFill>
          <a:blip r:embed="rId2">
            <a:lum bright="20000"/>
            <a:extLst>
              <a:ext uri="{28A0092B-C50C-407E-A947-70E740481C1C}">
                <a14:useLocalDpi xmlns:a14="http://schemas.microsoft.com/office/drawing/2010/main" val="0"/>
              </a:ext>
            </a:extLst>
          </a:blip>
          <a:srcRect/>
          <a:stretch>
            <a:fillRect/>
          </a:stretch>
        </p:blipFill>
        <p:spPr bwMode="auto">
          <a:xfrm>
            <a:off x="563563" y="1439863"/>
            <a:ext cx="4547648" cy="3563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9" name="Picture 21"/>
          <p:cNvPicPr>
            <a:picLocks noChangeAspect="1" noChangeArrowheads="1"/>
          </p:cNvPicPr>
          <p:nvPr/>
        </p:nvPicPr>
        <p:blipFill>
          <a:blip r:embed="rId3">
            <a:lum bright="40000"/>
            <a:extLst>
              <a:ext uri="{28A0092B-C50C-407E-A947-70E740481C1C}">
                <a14:useLocalDpi xmlns:a14="http://schemas.microsoft.com/office/drawing/2010/main" val="0"/>
              </a:ext>
            </a:extLst>
          </a:blip>
          <a:srcRect/>
          <a:stretch>
            <a:fillRect/>
          </a:stretch>
        </p:blipFill>
        <p:spPr bwMode="auto">
          <a:xfrm>
            <a:off x="5630863" y="1439862"/>
            <a:ext cx="4508728" cy="3373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7284173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1"/>
          <p:cNvPicPr>
            <a:picLocks noChangeAspect="1" noChangeArrowheads="1"/>
          </p:cNvPicPr>
          <p:nvPr/>
        </p:nvPicPr>
        <p:blipFill>
          <a:blip r:embed="rId2">
            <a:extLst>
              <a:ext uri="{28A0092B-C50C-407E-A947-70E740481C1C}">
                <a14:useLocalDpi xmlns:a14="http://schemas.microsoft.com/office/drawing/2010/main" val="0"/>
              </a:ext>
            </a:extLst>
          </a:blip>
          <a:srcRect b="12643"/>
          <a:stretch>
            <a:fillRect/>
          </a:stretch>
        </p:blipFill>
        <p:spPr bwMode="auto">
          <a:xfrm>
            <a:off x="1338263" y="1376362"/>
            <a:ext cx="9338362" cy="4592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5403378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extLst/>
          </a:blip>
          <a:stretch/>
        </a:blip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9134821-5D8B-4373-BA74-CFE9AB35A55A}"/>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44"/>
          <a:stretch/>
        </p:blipFill>
        <p:spPr>
          <a:xfrm>
            <a:off x="0" y="2669685"/>
            <a:ext cx="4035669" cy="4188315"/>
          </a:xfrm>
          <a:prstGeom prst="rect">
            <a:avLst/>
          </a:prstGeom>
        </p:spPr>
      </p:pic>
      <p:pic>
        <p:nvPicPr>
          <p:cNvPr id="11" name="Picture 10">
            <a:extLst>
              <a:ext uri="{FF2B5EF4-FFF2-40B4-BE49-F238E27FC236}">
                <a16:creationId xmlns:a16="http://schemas.microsoft.com/office/drawing/2014/main" id="{5965195F-79F5-4911-907D-13CB3F534351}"/>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3" name="Oval 12">
            <a:extLst>
              <a:ext uri="{FF2B5EF4-FFF2-40B4-BE49-F238E27FC236}">
                <a16:creationId xmlns:a16="http://schemas.microsoft.com/office/drawing/2014/main" id="{8A610DC7-FE1B-47B9-8452-CFC389786C2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15" name="Picture 14">
            <a:extLst>
              <a:ext uri="{FF2B5EF4-FFF2-40B4-BE49-F238E27FC236}">
                <a16:creationId xmlns:a16="http://schemas.microsoft.com/office/drawing/2014/main" id="{2742ADC1-2286-40B7-A3C6-D6C3362FA04B}"/>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7" name="Picture 16">
            <a:extLst>
              <a:ext uri="{FF2B5EF4-FFF2-40B4-BE49-F238E27FC236}">
                <a16:creationId xmlns:a16="http://schemas.microsoft.com/office/drawing/2014/main" id="{C878FBDC-78F2-4D49-8DB3-1A48CA9F7FC0}"/>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9" name="Rectangle 18">
            <a:extLst>
              <a:ext uri="{FF2B5EF4-FFF2-40B4-BE49-F238E27FC236}">
                <a16:creationId xmlns:a16="http://schemas.microsoft.com/office/drawing/2014/main" id="{DC9A0934-0C2C-4565-9290-A345B19BD94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91925" y="1325880"/>
            <a:ext cx="3352375" cy="3066507"/>
          </a:xfrm>
        </p:spPr>
        <p:txBody>
          <a:bodyPr vert="horz" lIns="91440" tIns="45720" rIns="91440" bIns="45720" rtlCol="0" anchor="b">
            <a:normAutofit/>
          </a:bodyPr>
          <a:lstStyle/>
          <a:p>
            <a:r>
              <a:rPr lang="en-US" sz="5400"/>
              <a:t>Use Case Diagram</a:t>
            </a:r>
          </a:p>
        </p:txBody>
      </p:sp>
      <p:sp>
        <p:nvSpPr>
          <p:cNvPr id="21" name="Rectangle 20">
            <a:extLst>
              <a:ext uri="{FF2B5EF4-FFF2-40B4-BE49-F238E27FC236}">
                <a16:creationId xmlns:a16="http://schemas.microsoft.com/office/drawing/2014/main" id="{87BE56A7-2B14-4ABE-8DF3-40C07E64B19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157124"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36">
            <a:extLst>
              <a:ext uri="{FF2B5EF4-FFF2-40B4-BE49-F238E27FC236}">
                <a16:creationId xmlns:a16="http://schemas.microsoft.com/office/drawing/2014/main" id="{140D5101-D8FB-4102-A338-49651E97150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463681"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25" name="Freeform 5">
            <a:extLst>
              <a:ext uri="{FF2B5EF4-FFF2-40B4-BE49-F238E27FC236}">
                <a16:creationId xmlns:a16="http://schemas.microsoft.com/office/drawing/2014/main" id="{73E26159-C029-4449-8912-A9B418CC328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5400000" flipH="1">
            <a:off x="3708596" y="2756642"/>
            <a:ext cx="6858000" cy="1344715"/>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sp>
      <p:pic>
        <p:nvPicPr>
          <p:cNvPr id="4" name="Content Placeholder 3"/>
          <p:cNvPicPr>
            <a:picLocks noGrp="1"/>
          </p:cNvPicPr>
          <p:nvPr>
            <p:ph idx="1"/>
          </p:nvPr>
        </p:nvPicPr>
        <p:blipFill>
          <a:blip r:embed="rId7">
            <a:extLst>
              <a:ext uri="{28A0092B-C50C-407E-A947-70E740481C1C}">
                <a14:useLocalDpi xmlns:a14="http://schemas.microsoft.com/office/drawing/2010/main" val="0"/>
              </a:ext>
            </a:extLst>
          </a:blip>
          <a:stretch>
            <a:fillRect/>
          </a:stretch>
        </p:blipFill>
        <p:spPr>
          <a:xfrm>
            <a:off x="643854" y="1484862"/>
            <a:ext cx="6270662" cy="3887810"/>
          </a:xfrm>
          <a:prstGeom prst="rect">
            <a:avLst/>
          </a:prstGeom>
          <a:effectLst/>
        </p:spPr>
      </p:pic>
    </p:spTree>
    <p:extLst>
      <p:ext uri="{BB962C8B-B14F-4D97-AF65-F5344CB8AC3E}">
        <p14:creationId xmlns:p14="http://schemas.microsoft.com/office/powerpoint/2010/main" val="349544418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1E3F4E1-B084-4FFF-9627-13782BE0BE4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3855" y="1447800"/>
            <a:ext cx="3071802" cy="3709642"/>
          </a:xfrm>
        </p:spPr>
        <p:txBody>
          <a:bodyPr anchor="ctr">
            <a:normAutofit/>
          </a:bodyPr>
          <a:lstStyle/>
          <a:p>
            <a:r>
              <a:rPr lang="en-US" sz="3200" dirty="0">
                <a:solidFill>
                  <a:srgbClr val="EBEBEB"/>
                </a:solidFill>
              </a:rPr>
              <a:t>                      Work done</a:t>
            </a:r>
          </a:p>
        </p:txBody>
      </p:sp>
      <p:sp>
        <p:nvSpPr>
          <p:cNvPr id="12" name="Freeform: Shape 11">
            <a:extLst>
              <a:ext uri="{FF2B5EF4-FFF2-40B4-BE49-F238E27FC236}">
                <a16:creationId xmlns:a16="http://schemas.microsoft.com/office/drawing/2014/main" id="{1F8051AB-C2F8-461F-812A-3E58862141B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61310" y="0"/>
            <a:ext cx="8030690" cy="6858000"/>
          </a:xfrm>
          <a:custGeom>
            <a:avLst/>
            <a:gdLst>
              <a:gd name="connsiteX0" fmla="*/ 1176 w 8030690"/>
              <a:gd name="connsiteY0" fmla="*/ 0 h 6858000"/>
              <a:gd name="connsiteX1" fmla="*/ 1344715 w 8030690"/>
              <a:gd name="connsiteY1" fmla="*/ 0 h 6858000"/>
              <a:gd name="connsiteX2" fmla="*/ 1344715 w 8030690"/>
              <a:gd name="connsiteY2" fmla="*/ 0 h 6858000"/>
              <a:gd name="connsiteX3" fmla="*/ 8030690 w 8030690"/>
              <a:gd name="connsiteY3" fmla="*/ 0 h 6858000"/>
              <a:gd name="connsiteX4" fmla="*/ 8030690 w 8030690"/>
              <a:gd name="connsiteY4" fmla="*/ 6858000 h 6858000"/>
              <a:gd name="connsiteX5" fmla="*/ 477746 w 8030690"/>
              <a:gd name="connsiteY5" fmla="*/ 6858000 h 6858000"/>
              <a:gd name="connsiteX6" fmla="*/ 477746 w 8030690"/>
              <a:gd name="connsiteY6" fmla="*/ 6858000 h 6858000"/>
              <a:gd name="connsiteX7" fmla="*/ 0 w 8030690"/>
              <a:gd name="connsiteY7" fmla="*/ 6858000 h 6858000"/>
              <a:gd name="connsiteX8" fmla="*/ 5883 w 8030690"/>
              <a:gd name="connsiteY8" fmla="*/ 6817538 h 6858000"/>
              <a:gd name="connsiteX9" fmla="*/ 23196 w 8030690"/>
              <a:gd name="connsiteY9" fmla="*/ 6698894 h 6858000"/>
              <a:gd name="connsiteX10" fmla="*/ 35298 w 8030690"/>
              <a:gd name="connsiteY10" fmla="*/ 6612483 h 6858000"/>
              <a:gd name="connsiteX11" fmla="*/ 48073 w 8030690"/>
              <a:gd name="connsiteY11" fmla="*/ 6509613 h 6858000"/>
              <a:gd name="connsiteX12" fmla="*/ 63369 w 8030690"/>
              <a:gd name="connsiteY12" fmla="*/ 6387541 h 6858000"/>
              <a:gd name="connsiteX13" fmla="*/ 79506 w 8030690"/>
              <a:gd name="connsiteY13" fmla="*/ 6252438 h 6858000"/>
              <a:gd name="connsiteX14" fmla="*/ 96483 w 8030690"/>
              <a:gd name="connsiteY14" fmla="*/ 6100191 h 6858000"/>
              <a:gd name="connsiteX15" fmla="*/ 114468 w 8030690"/>
              <a:gd name="connsiteY15" fmla="*/ 5934227 h 6858000"/>
              <a:gd name="connsiteX16" fmla="*/ 132454 w 8030690"/>
              <a:gd name="connsiteY16" fmla="*/ 5753862 h 6858000"/>
              <a:gd name="connsiteX17" fmla="*/ 150775 w 8030690"/>
              <a:gd name="connsiteY17" fmla="*/ 5561838 h 6858000"/>
              <a:gd name="connsiteX18" fmla="*/ 167752 w 8030690"/>
              <a:gd name="connsiteY18" fmla="*/ 5354726 h 6858000"/>
              <a:gd name="connsiteX19" fmla="*/ 184057 w 8030690"/>
              <a:gd name="connsiteY19" fmla="*/ 5138013 h 6858000"/>
              <a:gd name="connsiteX20" fmla="*/ 198849 w 8030690"/>
              <a:gd name="connsiteY20" fmla="*/ 4908956 h 6858000"/>
              <a:gd name="connsiteX21" fmla="*/ 212968 w 8030690"/>
              <a:gd name="connsiteY21" fmla="*/ 4670298 h 6858000"/>
              <a:gd name="connsiteX22" fmla="*/ 226248 w 8030690"/>
              <a:gd name="connsiteY22" fmla="*/ 4421352 h 6858000"/>
              <a:gd name="connsiteX23" fmla="*/ 230954 w 8030690"/>
              <a:gd name="connsiteY23" fmla="*/ 4293793 h 6858000"/>
              <a:gd name="connsiteX24" fmla="*/ 236165 w 8030690"/>
              <a:gd name="connsiteY24" fmla="*/ 4163491 h 6858000"/>
              <a:gd name="connsiteX25" fmla="*/ 241039 w 8030690"/>
              <a:gd name="connsiteY25" fmla="*/ 4031132 h 6858000"/>
              <a:gd name="connsiteX26" fmla="*/ 244233 w 8030690"/>
              <a:gd name="connsiteY26" fmla="*/ 3898087 h 6858000"/>
              <a:gd name="connsiteX27" fmla="*/ 247091 w 8030690"/>
              <a:gd name="connsiteY27" fmla="*/ 3762298 h 6858000"/>
              <a:gd name="connsiteX28" fmla="*/ 250116 w 8030690"/>
              <a:gd name="connsiteY28" fmla="*/ 3625138 h 6858000"/>
              <a:gd name="connsiteX29" fmla="*/ 252133 w 8030690"/>
              <a:gd name="connsiteY29" fmla="*/ 3485235 h 6858000"/>
              <a:gd name="connsiteX30" fmla="*/ 252133 w 8030690"/>
              <a:gd name="connsiteY30" fmla="*/ 3343960 h 6858000"/>
              <a:gd name="connsiteX31" fmla="*/ 253142 w 8030690"/>
              <a:gd name="connsiteY31" fmla="*/ 3201314 h 6858000"/>
              <a:gd name="connsiteX32" fmla="*/ 252133 w 8030690"/>
              <a:gd name="connsiteY32" fmla="*/ 3057296 h 6858000"/>
              <a:gd name="connsiteX33" fmla="*/ 250116 w 8030690"/>
              <a:gd name="connsiteY33" fmla="*/ 2911221 h 6858000"/>
              <a:gd name="connsiteX34" fmla="*/ 248267 w 8030690"/>
              <a:gd name="connsiteY34" fmla="*/ 2765145 h 6858000"/>
              <a:gd name="connsiteX35" fmla="*/ 244233 w 8030690"/>
              <a:gd name="connsiteY35" fmla="*/ 2617013 h 6858000"/>
              <a:gd name="connsiteX36" fmla="*/ 240031 w 8030690"/>
              <a:gd name="connsiteY36" fmla="*/ 2467508 h 6858000"/>
              <a:gd name="connsiteX37" fmla="*/ 235156 w 8030690"/>
              <a:gd name="connsiteY37" fmla="*/ 2318004 h 6858000"/>
              <a:gd name="connsiteX38" fmla="*/ 228265 w 8030690"/>
              <a:gd name="connsiteY38" fmla="*/ 2167128 h 6858000"/>
              <a:gd name="connsiteX39" fmla="*/ 220028 w 8030690"/>
              <a:gd name="connsiteY39" fmla="*/ 2014880 h 6858000"/>
              <a:gd name="connsiteX40" fmla="*/ 212128 w 8030690"/>
              <a:gd name="connsiteY40" fmla="*/ 1861947 h 6858000"/>
              <a:gd name="connsiteX41" fmla="*/ 202043 w 8030690"/>
              <a:gd name="connsiteY41" fmla="*/ 1709013 h 6858000"/>
              <a:gd name="connsiteX42" fmla="*/ 189940 w 8030690"/>
              <a:gd name="connsiteY42" fmla="*/ 1554023 h 6858000"/>
              <a:gd name="connsiteX43" fmla="*/ 177838 w 8030690"/>
              <a:gd name="connsiteY43" fmla="*/ 1401089 h 6858000"/>
              <a:gd name="connsiteX44" fmla="*/ 163886 w 8030690"/>
              <a:gd name="connsiteY44" fmla="*/ 1245413 h 6858000"/>
              <a:gd name="connsiteX45" fmla="*/ 148590 w 8030690"/>
              <a:gd name="connsiteY45" fmla="*/ 1089050 h 6858000"/>
              <a:gd name="connsiteX46" fmla="*/ 132454 w 8030690"/>
              <a:gd name="connsiteY46" fmla="*/ 934745 h 6858000"/>
              <a:gd name="connsiteX47" fmla="*/ 113628 w 8030690"/>
              <a:gd name="connsiteY47" fmla="*/ 778383 h 6858000"/>
              <a:gd name="connsiteX48" fmla="*/ 93457 w 8030690"/>
              <a:gd name="connsiteY48" fmla="*/ 622706 h 6858000"/>
              <a:gd name="connsiteX49" fmla="*/ 73454 w 8030690"/>
              <a:gd name="connsiteY49" fmla="*/ 466344 h 6858000"/>
              <a:gd name="connsiteX50" fmla="*/ 50090 w 8030690"/>
              <a:gd name="connsiteY50" fmla="*/ 310667 h 6858000"/>
              <a:gd name="connsiteX51" fmla="*/ 26222 w 8030690"/>
              <a:gd name="connsiteY51" fmla="*/ 15567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8030690" h="6858000">
                <a:moveTo>
                  <a:pt x="1176" y="0"/>
                </a:moveTo>
                <a:lnTo>
                  <a:pt x="1344715" y="0"/>
                </a:lnTo>
                <a:lnTo>
                  <a:pt x="1344715" y="0"/>
                </a:lnTo>
                <a:lnTo>
                  <a:pt x="8030690" y="0"/>
                </a:lnTo>
                <a:lnTo>
                  <a:pt x="8030690" y="6858000"/>
                </a:lnTo>
                <a:lnTo>
                  <a:pt x="477746" y="6858000"/>
                </a:lnTo>
                <a:lnTo>
                  <a:pt x="477746" y="6858000"/>
                </a:lnTo>
                <a:lnTo>
                  <a:pt x="0" y="6858000"/>
                </a:lnTo>
                <a:lnTo>
                  <a:pt x="5883" y="6817538"/>
                </a:lnTo>
                <a:lnTo>
                  <a:pt x="23196" y="6698894"/>
                </a:lnTo>
                <a:lnTo>
                  <a:pt x="35298" y="6612483"/>
                </a:lnTo>
                <a:lnTo>
                  <a:pt x="48073" y="6509613"/>
                </a:lnTo>
                <a:lnTo>
                  <a:pt x="63369" y="6387541"/>
                </a:lnTo>
                <a:lnTo>
                  <a:pt x="79506" y="6252438"/>
                </a:lnTo>
                <a:lnTo>
                  <a:pt x="96483" y="6100191"/>
                </a:lnTo>
                <a:lnTo>
                  <a:pt x="114468" y="5934227"/>
                </a:lnTo>
                <a:lnTo>
                  <a:pt x="132454" y="5753862"/>
                </a:lnTo>
                <a:lnTo>
                  <a:pt x="150775" y="5561838"/>
                </a:lnTo>
                <a:lnTo>
                  <a:pt x="167752" y="5354726"/>
                </a:lnTo>
                <a:lnTo>
                  <a:pt x="184057" y="5138013"/>
                </a:lnTo>
                <a:lnTo>
                  <a:pt x="198849" y="4908956"/>
                </a:lnTo>
                <a:lnTo>
                  <a:pt x="212968" y="4670298"/>
                </a:lnTo>
                <a:lnTo>
                  <a:pt x="226248" y="4421352"/>
                </a:lnTo>
                <a:lnTo>
                  <a:pt x="230954" y="4293793"/>
                </a:lnTo>
                <a:lnTo>
                  <a:pt x="236165" y="4163491"/>
                </a:lnTo>
                <a:lnTo>
                  <a:pt x="241039" y="4031132"/>
                </a:lnTo>
                <a:lnTo>
                  <a:pt x="244233" y="3898087"/>
                </a:lnTo>
                <a:lnTo>
                  <a:pt x="247091" y="3762298"/>
                </a:lnTo>
                <a:lnTo>
                  <a:pt x="250116" y="3625138"/>
                </a:lnTo>
                <a:lnTo>
                  <a:pt x="252133" y="3485235"/>
                </a:lnTo>
                <a:lnTo>
                  <a:pt x="252133" y="3343960"/>
                </a:lnTo>
                <a:lnTo>
                  <a:pt x="253142" y="3201314"/>
                </a:lnTo>
                <a:lnTo>
                  <a:pt x="252133" y="3057296"/>
                </a:lnTo>
                <a:lnTo>
                  <a:pt x="250116" y="2911221"/>
                </a:lnTo>
                <a:lnTo>
                  <a:pt x="248267" y="2765145"/>
                </a:lnTo>
                <a:lnTo>
                  <a:pt x="244233" y="2617013"/>
                </a:lnTo>
                <a:lnTo>
                  <a:pt x="240031" y="2467508"/>
                </a:lnTo>
                <a:lnTo>
                  <a:pt x="235156" y="2318004"/>
                </a:lnTo>
                <a:lnTo>
                  <a:pt x="228265" y="2167128"/>
                </a:lnTo>
                <a:lnTo>
                  <a:pt x="220028" y="2014880"/>
                </a:lnTo>
                <a:lnTo>
                  <a:pt x="212128" y="1861947"/>
                </a:lnTo>
                <a:lnTo>
                  <a:pt x="202043" y="1709013"/>
                </a:lnTo>
                <a:lnTo>
                  <a:pt x="189940" y="1554023"/>
                </a:lnTo>
                <a:lnTo>
                  <a:pt x="177838" y="1401089"/>
                </a:lnTo>
                <a:lnTo>
                  <a:pt x="163886" y="1245413"/>
                </a:lnTo>
                <a:lnTo>
                  <a:pt x="148590" y="1089050"/>
                </a:lnTo>
                <a:lnTo>
                  <a:pt x="132454" y="934745"/>
                </a:lnTo>
                <a:lnTo>
                  <a:pt x="113628" y="778383"/>
                </a:lnTo>
                <a:lnTo>
                  <a:pt x="93457" y="622706"/>
                </a:lnTo>
                <a:lnTo>
                  <a:pt x="73454" y="466344"/>
                </a:lnTo>
                <a:lnTo>
                  <a:pt x="50090" y="310667"/>
                </a:lnTo>
                <a:lnTo>
                  <a:pt x="26222" y="155676"/>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11">
            <a:extLst>
              <a:ext uri="{FF2B5EF4-FFF2-40B4-BE49-F238E27FC236}">
                <a16:creationId xmlns:a16="http://schemas.microsoft.com/office/drawing/2014/main" id="{481E0C28-CB2F-425F-98C5-AF23B9B704DF}"/>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811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p:nvSpPr>
          <p:cNvPr id="16" name="Rectangle 15">
            <a:extLst>
              <a:ext uri="{FF2B5EF4-FFF2-40B4-BE49-F238E27FC236}">
                <a16:creationId xmlns:a16="http://schemas.microsoft.com/office/drawing/2014/main" id="{2DB2879C-F0B1-4195-A323-E97B6065A78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graphicFrame>
        <p:nvGraphicFramePr>
          <p:cNvPr id="5" name="Content Placeholder 2">
            <a:extLst>
              <a:ext uri="{FF2B5EF4-FFF2-40B4-BE49-F238E27FC236}">
                <a16:creationId xmlns:a16="http://schemas.microsoft.com/office/drawing/2014/main" id="{DC7F109A-4C83-44A9-BBF3-88348CD057AF}"/>
              </a:ext>
            </a:extLst>
          </p:cNvPr>
          <p:cNvGraphicFramePr>
            <a:graphicFrameLocks noGrp="1"/>
          </p:cNvGraphicFramePr>
          <p:nvPr>
            <p:ph idx="1"/>
            <p:extLst>
              <p:ext uri="{D42A27DB-BD31-4B8C-83A1-F6EECF244321}">
                <p14:modId xmlns:p14="http://schemas.microsoft.com/office/powerpoint/2010/main" val="2112368186"/>
              </p:ext>
            </p:extLst>
          </p:nvPr>
        </p:nvGraphicFramePr>
        <p:xfrm>
          <a:off x="5048250" y="1447800"/>
          <a:ext cx="649605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50983475"/>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1E3F4E1-B084-4FFF-9627-13782BE0BE4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2" name="Title 1"/>
          <p:cNvSpPr>
            <a:spLocks noGrp="1"/>
          </p:cNvSpPr>
          <p:nvPr>
            <p:ph type="title"/>
          </p:nvPr>
        </p:nvSpPr>
        <p:spPr>
          <a:xfrm>
            <a:off x="643855" y="1447800"/>
            <a:ext cx="3071802" cy="3709642"/>
          </a:xfrm>
        </p:spPr>
        <p:txBody>
          <a:bodyPr anchor="ctr">
            <a:normAutofit/>
          </a:bodyPr>
          <a:lstStyle/>
          <a:p>
            <a:r>
              <a:rPr lang="en-US" sz="3200" dirty="0">
                <a:solidFill>
                  <a:srgbClr val="EBEBEB"/>
                </a:solidFill>
              </a:rPr>
              <a:t>                      Work done</a:t>
            </a:r>
          </a:p>
        </p:txBody>
      </p:sp>
      <p:sp>
        <p:nvSpPr>
          <p:cNvPr id="12" name="Freeform: Shape 11">
            <a:extLst>
              <a:ext uri="{FF2B5EF4-FFF2-40B4-BE49-F238E27FC236}">
                <a16:creationId xmlns:a16="http://schemas.microsoft.com/office/drawing/2014/main" id="{1F8051AB-C2F8-461F-812A-3E58862141B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61310" y="0"/>
            <a:ext cx="8030690" cy="6858000"/>
          </a:xfrm>
          <a:custGeom>
            <a:avLst/>
            <a:gdLst>
              <a:gd name="connsiteX0" fmla="*/ 1176 w 8030690"/>
              <a:gd name="connsiteY0" fmla="*/ 0 h 6858000"/>
              <a:gd name="connsiteX1" fmla="*/ 1344715 w 8030690"/>
              <a:gd name="connsiteY1" fmla="*/ 0 h 6858000"/>
              <a:gd name="connsiteX2" fmla="*/ 1344715 w 8030690"/>
              <a:gd name="connsiteY2" fmla="*/ 0 h 6858000"/>
              <a:gd name="connsiteX3" fmla="*/ 8030690 w 8030690"/>
              <a:gd name="connsiteY3" fmla="*/ 0 h 6858000"/>
              <a:gd name="connsiteX4" fmla="*/ 8030690 w 8030690"/>
              <a:gd name="connsiteY4" fmla="*/ 6858000 h 6858000"/>
              <a:gd name="connsiteX5" fmla="*/ 477746 w 8030690"/>
              <a:gd name="connsiteY5" fmla="*/ 6858000 h 6858000"/>
              <a:gd name="connsiteX6" fmla="*/ 477746 w 8030690"/>
              <a:gd name="connsiteY6" fmla="*/ 6858000 h 6858000"/>
              <a:gd name="connsiteX7" fmla="*/ 0 w 8030690"/>
              <a:gd name="connsiteY7" fmla="*/ 6858000 h 6858000"/>
              <a:gd name="connsiteX8" fmla="*/ 5883 w 8030690"/>
              <a:gd name="connsiteY8" fmla="*/ 6817538 h 6858000"/>
              <a:gd name="connsiteX9" fmla="*/ 23196 w 8030690"/>
              <a:gd name="connsiteY9" fmla="*/ 6698894 h 6858000"/>
              <a:gd name="connsiteX10" fmla="*/ 35298 w 8030690"/>
              <a:gd name="connsiteY10" fmla="*/ 6612483 h 6858000"/>
              <a:gd name="connsiteX11" fmla="*/ 48073 w 8030690"/>
              <a:gd name="connsiteY11" fmla="*/ 6509613 h 6858000"/>
              <a:gd name="connsiteX12" fmla="*/ 63369 w 8030690"/>
              <a:gd name="connsiteY12" fmla="*/ 6387541 h 6858000"/>
              <a:gd name="connsiteX13" fmla="*/ 79506 w 8030690"/>
              <a:gd name="connsiteY13" fmla="*/ 6252438 h 6858000"/>
              <a:gd name="connsiteX14" fmla="*/ 96483 w 8030690"/>
              <a:gd name="connsiteY14" fmla="*/ 6100191 h 6858000"/>
              <a:gd name="connsiteX15" fmla="*/ 114468 w 8030690"/>
              <a:gd name="connsiteY15" fmla="*/ 5934227 h 6858000"/>
              <a:gd name="connsiteX16" fmla="*/ 132454 w 8030690"/>
              <a:gd name="connsiteY16" fmla="*/ 5753862 h 6858000"/>
              <a:gd name="connsiteX17" fmla="*/ 150775 w 8030690"/>
              <a:gd name="connsiteY17" fmla="*/ 5561838 h 6858000"/>
              <a:gd name="connsiteX18" fmla="*/ 167752 w 8030690"/>
              <a:gd name="connsiteY18" fmla="*/ 5354726 h 6858000"/>
              <a:gd name="connsiteX19" fmla="*/ 184057 w 8030690"/>
              <a:gd name="connsiteY19" fmla="*/ 5138013 h 6858000"/>
              <a:gd name="connsiteX20" fmla="*/ 198849 w 8030690"/>
              <a:gd name="connsiteY20" fmla="*/ 4908956 h 6858000"/>
              <a:gd name="connsiteX21" fmla="*/ 212968 w 8030690"/>
              <a:gd name="connsiteY21" fmla="*/ 4670298 h 6858000"/>
              <a:gd name="connsiteX22" fmla="*/ 226248 w 8030690"/>
              <a:gd name="connsiteY22" fmla="*/ 4421352 h 6858000"/>
              <a:gd name="connsiteX23" fmla="*/ 230954 w 8030690"/>
              <a:gd name="connsiteY23" fmla="*/ 4293793 h 6858000"/>
              <a:gd name="connsiteX24" fmla="*/ 236165 w 8030690"/>
              <a:gd name="connsiteY24" fmla="*/ 4163491 h 6858000"/>
              <a:gd name="connsiteX25" fmla="*/ 241039 w 8030690"/>
              <a:gd name="connsiteY25" fmla="*/ 4031132 h 6858000"/>
              <a:gd name="connsiteX26" fmla="*/ 244233 w 8030690"/>
              <a:gd name="connsiteY26" fmla="*/ 3898087 h 6858000"/>
              <a:gd name="connsiteX27" fmla="*/ 247091 w 8030690"/>
              <a:gd name="connsiteY27" fmla="*/ 3762298 h 6858000"/>
              <a:gd name="connsiteX28" fmla="*/ 250116 w 8030690"/>
              <a:gd name="connsiteY28" fmla="*/ 3625138 h 6858000"/>
              <a:gd name="connsiteX29" fmla="*/ 252133 w 8030690"/>
              <a:gd name="connsiteY29" fmla="*/ 3485235 h 6858000"/>
              <a:gd name="connsiteX30" fmla="*/ 252133 w 8030690"/>
              <a:gd name="connsiteY30" fmla="*/ 3343960 h 6858000"/>
              <a:gd name="connsiteX31" fmla="*/ 253142 w 8030690"/>
              <a:gd name="connsiteY31" fmla="*/ 3201314 h 6858000"/>
              <a:gd name="connsiteX32" fmla="*/ 252133 w 8030690"/>
              <a:gd name="connsiteY32" fmla="*/ 3057296 h 6858000"/>
              <a:gd name="connsiteX33" fmla="*/ 250116 w 8030690"/>
              <a:gd name="connsiteY33" fmla="*/ 2911221 h 6858000"/>
              <a:gd name="connsiteX34" fmla="*/ 248267 w 8030690"/>
              <a:gd name="connsiteY34" fmla="*/ 2765145 h 6858000"/>
              <a:gd name="connsiteX35" fmla="*/ 244233 w 8030690"/>
              <a:gd name="connsiteY35" fmla="*/ 2617013 h 6858000"/>
              <a:gd name="connsiteX36" fmla="*/ 240031 w 8030690"/>
              <a:gd name="connsiteY36" fmla="*/ 2467508 h 6858000"/>
              <a:gd name="connsiteX37" fmla="*/ 235156 w 8030690"/>
              <a:gd name="connsiteY37" fmla="*/ 2318004 h 6858000"/>
              <a:gd name="connsiteX38" fmla="*/ 228265 w 8030690"/>
              <a:gd name="connsiteY38" fmla="*/ 2167128 h 6858000"/>
              <a:gd name="connsiteX39" fmla="*/ 220028 w 8030690"/>
              <a:gd name="connsiteY39" fmla="*/ 2014880 h 6858000"/>
              <a:gd name="connsiteX40" fmla="*/ 212128 w 8030690"/>
              <a:gd name="connsiteY40" fmla="*/ 1861947 h 6858000"/>
              <a:gd name="connsiteX41" fmla="*/ 202043 w 8030690"/>
              <a:gd name="connsiteY41" fmla="*/ 1709013 h 6858000"/>
              <a:gd name="connsiteX42" fmla="*/ 189940 w 8030690"/>
              <a:gd name="connsiteY42" fmla="*/ 1554023 h 6858000"/>
              <a:gd name="connsiteX43" fmla="*/ 177838 w 8030690"/>
              <a:gd name="connsiteY43" fmla="*/ 1401089 h 6858000"/>
              <a:gd name="connsiteX44" fmla="*/ 163886 w 8030690"/>
              <a:gd name="connsiteY44" fmla="*/ 1245413 h 6858000"/>
              <a:gd name="connsiteX45" fmla="*/ 148590 w 8030690"/>
              <a:gd name="connsiteY45" fmla="*/ 1089050 h 6858000"/>
              <a:gd name="connsiteX46" fmla="*/ 132454 w 8030690"/>
              <a:gd name="connsiteY46" fmla="*/ 934745 h 6858000"/>
              <a:gd name="connsiteX47" fmla="*/ 113628 w 8030690"/>
              <a:gd name="connsiteY47" fmla="*/ 778383 h 6858000"/>
              <a:gd name="connsiteX48" fmla="*/ 93457 w 8030690"/>
              <a:gd name="connsiteY48" fmla="*/ 622706 h 6858000"/>
              <a:gd name="connsiteX49" fmla="*/ 73454 w 8030690"/>
              <a:gd name="connsiteY49" fmla="*/ 466344 h 6858000"/>
              <a:gd name="connsiteX50" fmla="*/ 50090 w 8030690"/>
              <a:gd name="connsiteY50" fmla="*/ 310667 h 6858000"/>
              <a:gd name="connsiteX51" fmla="*/ 26222 w 8030690"/>
              <a:gd name="connsiteY51" fmla="*/ 15567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8030690" h="6858000">
                <a:moveTo>
                  <a:pt x="1176" y="0"/>
                </a:moveTo>
                <a:lnTo>
                  <a:pt x="1344715" y="0"/>
                </a:lnTo>
                <a:lnTo>
                  <a:pt x="1344715" y="0"/>
                </a:lnTo>
                <a:lnTo>
                  <a:pt x="8030690" y="0"/>
                </a:lnTo>
                <a:lnTo>
                  <a:pt x="8030690" y="6858000"/>
                </a:lnTo>
                <a:lnTo>
                  <a:pt x="477746" y="6858000"/>
                </a:lnTo>
                <a:lnTo>
                  <a:pt x="477746" y="6858000"/>
                </a:lnTo>
                <a:lnTo>
                  <a:pt x="0" y="6858000"/>
                </a:lnTo>
                <a:lnTo>
                  <a:pt x="5883" y="6817538"/>
                </a:lnTo>
                <a:lnTo>
                  <a:pt x="23196" y="6698894"/>
                </a:lnTo>
                <a:lnTo>
                  <a:pt x="35298" y="6612483"/>
                </a:lnTo>
                <a:lnTo>
                  <a:pt x="48073" y="6509613"/>
                </a:lnTo>
                <a:lnTo>
                  <a:pt x="63369" y="6387541"/>
                </a:lnTo>
                <a:lnTo>
                  <a:pt x="79506" y="6252438"/>
                </a:lnTo>
                <a:lnTo>
                  <a:pt x="96483" y="6100191"/>
                </a:lnTo>
                <a:lnTo>
                  <a:pt x="114468" y="5934227"/>
                </a:lnTo>
                <a:lnTo>
                  <a:pt x="132454" y="5753862"/>
                </a:lnTo>
                <a:lnTo>
                  <a:pt x="150775" y="5561838"/>
                </a:lnTo>
                <a:lnTo>
                  <a:pt x="167752" y="5354726"/>
                </a:lnTo>
                <a:lnTo>
                  <a:pt x="184057" y="5138013"/>
                </a:lnTo>
                <a:lnTo>
                  <a:pt x="198849" y="4908956"/>
                </a:lnTo>
                <a:lnTo>
                  <a:pt x="212968" y="4670298"/>
                </a:lnTo>
                <a:lnTo>
                  <a:pt x="226248" y="4421352"/>
                </a:lnTo>
                <a:lnTo>
                  <a:pt x="230954" y="4293793"/>
                </a:lnTo>
                <a:lnTo>
                  <a:pt x="236165" y="4163491"/>
                </a:lnTo>
                <a:lnTo>
                  <a:pt x="241039" y="4031132"/>
                </a:lnTo>
                <a:lnTo>
                  <a:pt x="244233" y="3898087"/>
                </a:lnTo>
                <a:lnTo>
                  <a:pt x="247091" y="3762298"/>
                </a:lnTo>
                <a:lnTo>
                  <a:pt x="250116" y="3625138"/>
                </a:lnTo>
                <a:lnTo>
                  <a:pt x="252133" y="3485235"/>
                </a:lnTo>
                <a:lnTo>
                  <a:pt x="252133" y="3343960"/>
                </a:lnTo>
                <a:lnTo>
                  <a:pt x="253142" y="3201314"/>
                </a:lnTo>
                <a:lnTo>
                  <a:pt x="252133" y="3057296"/>
                </a:lnTo>
                <a:lnTo>
                  <a:pt x="250116" y="2911221"/>
                </a:lnTo>
                <a:lnTo>
                  <a:pt x="248267" y="2765145"/>
                </a:lnTo>
                <a:lnTo>
                  <a:pt x="244233" y="2617013"/>
                </a:lnTo>
                <a:lnTo>
                  <a:pt x="240031" y="2467508"/>
                </a:lnTo>
                <a:lnTo>
                  <a:pt x="235156" y="2318004"/>
                </a:lnTo>
                <a:lnTo>
                  <a:pt x="228265" y="2167128"/>
                </a:lnTo>
                <a:lnTo>
                  <a:pt x="220028" y="2014880"/>
                </a:lnTo>
                <a:lnTo>
                  <a:pt x="212128" y="1861947"/>
                </a:lnTo>
                <a:lnTo>
                  <a:pt x="202043" y="1709013"/>
                </a:lnTo>
                <a:lnTo>
                  <a:pt x="189940" y="1554023"/>
                </a:lnTo>
                <a:lnTo>
                  <a:pt x="177838" y="1401089"/>
                </a:lnTo>
                <a:lnTo>
                  <a:pt x="163886" y="1245413"/>
                </a:lnTo>
                <a:lnTo>
                  <a:pt x="148590" y="1089050"/>
                </a:lnTo>
                <a:lnTo>
                  <a:pt x="132454" y="934745"/>
                </a:lnTo>
                <a:lnTo>
                  <a:pt x="113628" y="778383"/>
                </a:lnTo>
                <a:lnTo>
                  <a:pt x="93457" y="622706"/>
                </a:lnTo>
                <a:lnTo>
                  <a:pt x="73454" y="466344"/>
                </a:lnTo>
                <a:lnTo>
                  <a:pt x="50090" y="310667"/>
                </a:lnTo>
                <a:lnTo>
                  <a:pt x="26222" y="155676"/>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4" name="Freeform 11">
            <a:extLst>
              <a:ext uri="{FF2B5EF4-FFF2-40B4-BE49-F238E27FC236}">
                <a16:creationId xmlns:a16="http://schemas.microsoft.com/office/drawing/2014/main" id="{481E0C28-CB2F-425F-98C5-AF23B9B704DF}"/>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811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p:nvSpPr>
          <p:cNvPr id="16" name="Rectangle 15">
            <a:extLst>
              <a:ext uri="{FF2B5EF4-FFF2-40B4-BE49-F238E27FC236}">
                <a16:creationId xmlns:a16="http://schemas.microsoft.com/office/drawing/2014/main" id="{2DB2879C-F0B1-4195-A323-E97B6065A78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pic>
        <p:nvPicPr>
          <p:cNvPr id="4" name="Picture 3"/>
          <p:cNvPicPr>
            <a:picLocks noChangeAspect="1"/>
          </p:cNvPicPr>
          <p:nvPr/>
        </p:nvPicPr>
        <p:blipFill rotWithShape="1">
          <a:blip r:embed="rId2"/>
          <a:srcRect l="-548" t="4747" r="49572" b="17414"/>
          <a:stretch/>
        </p:blipFill>
        <p:spPr>
          <a:xfrm>
            <a:off x="5277578" y="1347441"/>
            <a:ext cx="5503134" cy="4724400"/>
          </a:xfrm>
          <a:prstGeom prst="rect">
            <a:avLst/>
          </a:prstGeom>
        </p:spPr>
      </p:pic>
    </p:spTree>
    <p:extLst>
      <p:ext uri="{BB962C8B-B14F-4D97-AF65-F5344CB8AC3E}">
        <p14:creationId xmlns:p14="http://schemas.microsoft.com/office/powerpoint/2010/main" val="176048052"/>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Dataset Collection</a:t>
            </a:r>
            <a:r>
              <a:rPr lang="en-US" dirty="0"/>
              <a:t/>
            </a:r>
            <a:br>
              <a:rPr lang="en-US" dirty="0"/>
            </a:br>
            <a:endParaRPr lang="en-US" dirty="0"/>
          </a:p>
        </p:txBody>
      </p:sp>
      <p:sp>
        <p:nvSpPr>
          <p:cNvPr id="3" name="Content Placeholder 2"/>
          <p:cNvSpPr>
            <a:spLocks noGrp="1"/>
          </p:cNvSpPr>
          <p:nvPr>
            <p:ph sz="half" idx="1"/>
          </p:nvPr>
        </p:nvSpPr>
        <p:spPr/>
        <p:txBody>
          <a:bodyPr>
            <a:normAutofit lnSpcReduction="10000"/>
          </a:bodyPr>
          <a:lstStyle/>
          <a:p>
            <a:pPr algn="just"/>
            <a:r>
              <a:rPr lang="en-US" sz="2000" dirty="0"/>
              <a:t>Dataset was collected </a:t>
            </a:r>
            <a:r>
              <a:rPr lang="en-US" sz="2000" dirty="0" smtClean="0"/>
              <a:t>from </a:t>
            </a:r>
            <a:r>
              <a:rPr lang="en-US" sz="2000" dirty="0"/>
              <a:t>weather underground which is currently not providing free service. The dataset provides the data from 1</a:t>
            </a:r>
            <a:r>
              <a:rPr lang="en-US" sz="2000" baseline="30000" dirty="0"/>
              <a:t>st</a:t>
            </a:r>
            <a:r>
              <a:rPr lang="en-US" sz="2000" dirty="0"/>
              <a:t> May 2016 to 11</a:t>
            </a:r>
            <a:r>
              <a:rPr lang="en-US" sz="2000" baseline="30000" dirty="0"/>
              <a:t>th</a:t>
            </a:r>
            <a:r>
              <a:rPr lang="en-US" sz="2000" dirty="0"/>
              <a:t> March 2018. It gives a list of parameters</a:t>
            </a:r>
            <a:r>
              <a:rPr lang="en-US" sz="2000" dirty="0" smtClean="0"/>
              <a:t>:</a:t>
            </a:r>
          </a:p>
          <a:p>
            <a:pPr algn="just"/>
            <a:endParaRPr lang="en-US" dirty="0"/>
          </a:p>
          <a:p>
            <a:endParaRPr lang="en-US" dirty="0"/>
          </a:p>
        </p:txBody>
      </p:sp>
      <p:sp>
        <p:nvSpPr>
          <p:cNvPr id="4" name="Content Placeholder 3"/>
          <p:cNvSpPr>
            <a:spLocks noGrp="1"/>
          </p:cNvSpPr>
          <p:nvPr>
            <p:ph sz="half" idx="2"/>
          </p:nvPr>
        </p:nvSpPr>
        <p:spPr/>
        <p:txBody>
          <a:bodyPr>
            <a:normAutofit lnSpcReduction="10000"/>
          </a:bodyPr>
          <a:lstStyle/>
          <a:p>
            <a:pPr lvl="0"/>
            <a:r>
              <a:rPr lang="en-US" dirty="0" err="1"/>
              <a:t>Meantemp</a:t>
            </a:r>
            <a:endParaRPr lang="en-US" dirty="0"/>
          </a:p>
          <a:p>
            <a:pPr lvl="0"/>
            <a:r>
              <a:rPr lang="en-US" dirty="0" err="1"/>
              <a:t>Meandewpoint</a:t>
            </a:r>
            <a:endParaRPr lang="en-US" dirty="0"/>
          </a:p>
          <a:p>
            <a:pPr lvl="0"/>
            <a:r>
              <a:rPr lang="en-US" dirty="0" err="1"/>
              <a:t>Meanpressure</a:t>
            </a:r>
            <a:endParaRPr lang="en-US" dirty="0"/>
          </a:p>
          <a:p>
            <a:pPr lvl="0"/>
            <a:r>
              <a:rPr lang="en-US" dirty="0" err="1"/>
              <a:t>Maxhumidity</a:t>
            </a:r>
            <a:endParaRPr lang="en-US" dirty="0"/>
          </a:p>
          <a:p>
            <a:pPr lvl="0"/>
            <a:r>
              <a:rPr lang="en-US" dirty="0" err="1"/>
              <a:t>Minhumidity</a:t>
            </a:r>
            <a:endParaRPr lang="en-US" dirty="0"/>
          </a:p>
          <a:p>
            <a:pPr lvl="0"/>
            <a:r>
              <a:rPr lang="en-US" dirty="0" err="1"/>
              <a:t>Maxtemp</a:t>
            </a:r>
            <a:endParaRPr lang="en-US" dirty="0"/>
          </a:p>
          <a:p>
            <a:pPr lvl="0"/>
            <a:r>
              <a:rPr lang="en-US" dirty="0" err="1"/>
              <a:t>Mintemp</a:t>
            </a:r>
            <a:endParaRPr lang="en-US" dirty="0"/>
          </a:p>
          <a:p>
            <a:pPr lvl="0"/>
            <a:r>
              <a:rPr lang="en-US" dirty="0" err="1"/>
              <a:t>Maxdewpoint</a:t>
            </a:r>
            <a:endParaRPr lang="en-US" dirty="0"/>
          </a:p>
          <a:p>
            <a:pPr lvl="0"/>
            <a:r>
              <a:rPr lang="en-US" dirty="0" err="1"/>
              <a:t>Mindewpoint</a:t>
            </a:r>
            <a:endParaRPr lang="en-US" dirty="0"/>
          </a:p>
          <a:p>
            <a:pPr lvl="0"/>
            <a:r>
              <a:rPr lang="en-US" dirty="0" err="1"/>
              <a:t>Maxpressure</a:t>
            </a:r>
            <a:endParaRPr lang="en-US" dirty="0"/>
          </a:p>
          <a:p>
            <a:pPr lvl="0"/>
            <a:r>
              <a:rPr lang="en-US" dirty="0" err="1"/>
              <a:t>Minpressure</a:t>
            </a:r>
            <a:endParaRPr lang="en-US" dirty="0"/>
          </a:p>
          <a:p>
            <a:endParaRPr lang="en-US" dirty="0"/>
          </a:p>
        </p:txBody>
      </p:sp>
    </p:spTree>
    <p:extLst>
      <p:ext uri="{BB962C8B-B14F-4D97-AF65-F5344CB8AC3E}">
        <p14:creationId xmlns:p14="http://schemas.microsoft.com/office/powerpoint/2010/main" val="36687578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91000"/>
                <a:satMod val="164000"/>
                <a:lumMod val="74000"/>
              </a:schemeClr>
              <a:schemeClr val="bg2">
                <a:hueMod val="124000"/>
                <a:satMod val="140000"/>
                <a:lumMod val="142000"/>
              </a:schemeClr>
            </a:duotone>
            <a:extLst/>
          </a:blip>
          <a:stretch/>
        </a:blip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9134821-5D8B-4373-BA74-CFE9AB35A55A}"/>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644"/>
          <a:stretch/>
        </p:blipFill>
        <p:spPr>
          <a:xfrm>
            <a:off x="0" y="2669685"/>
            <a:ext cx="4035669" cy="4188315"/>
          </a:xfrm>
          <a:prstGeom prst="rect">
            <a:avLst/>
          </a:prstGeom>
        </p:spPr>
      </p:pic>
      <p:pic>
        <p:nvPicPr>
          <p:cNvPr id="11" name="Picture 10">
            <a:extLst>
              <a:ext uri="{FF2B5EF4-FFF2-40B4-BE49-F238E27FC236}">
                <a16:creationId xmlns:a16="http://schemas.microsoft.com/office/drawing/2014/main" id="{5965195F-79F5-4911-907D-13CB3F534351}"/>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3" name="Oval 12">
            <a:extLst>
              <a:ext uri="{FF2B5EF4-FFF2-40B4-BE49-F238E27FC236}">
                <a16:creationId xmlns:a16="http://schemas.microsoft.com/office/drawing/2014/main" id="{8A610DC7-FE1B-47B9-8452-CFC389786C2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15" name="Picture 14">
            <a:extLst>
              <a:ext uri="{FF2B5EF4-FFF2-40B4-BE49-F238E27FC236}">
                <a16:creationId xmlns:a16="http://schemas.microsoft.com/office/drawing/2014/main" id="{2742ADC1-2286-40B7-A3C6-D6C3362FA04B}"/>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7" name="Picture 16">
            <a:extLst>
              <a:ext uri="{FF2B5EF4-FFF2-40B4-BE49-F238E27FC236}">
                <a16:creationId xmlns:a16="http://schemas.microsoft.com/office/drawing/2014/main" id="{C878FBDC-78F2-4D49-8DB3-1A48CA9F7FC0}"/>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9" name="Rectangle 18">
            <a:extLst>
              <a:ext uri="{FF2B5EF4-FFF2-40B4-BE49-F238E27FC236}">
                <a16:creationId xmlns:a16="http://schemas.microsoft.com/office/drawing/2014/main" id="{DC9A0934-0C2C-4565-9290-A345B19BD94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91925" y="1325880"/>
            <a:ext cx="3352375" cy="3066507"/>
          </a:xfrm>
        </p:spPr>
        <p:txBody>
          <a:bodyPr vert="horz" lIns="91440" tIns="45720" rIns="91440" bIns="45720" rtlCol="0" anchor="b">
            <a:normAutofit/>
          </a:bodyPr>
          <a:lstStyle/>
          <a:p>
            <a:r>
              <a:rPr lang="en-US" sz="5400" dirty="0" smtClean="0"/>
              <a:t>Dataset</a:t>
            </a:r>
            <a:endParaRPr lang="en-US" sz="5400" dirty="0"/>
          </a:p>
        </p:txBody>
      </p:sp>
      <p:sp>
        <p:nvSpPr>
          <p:cNvPr id="21" name="Rectangle 20">
            <a:extLst>
              <a:ext uri="{FF2B5EF4-FFF2-40B4-BE49-F238E27FC236}">
                <a16:creationId xmlns:a16="http://schemas.microsoft.com/office/drawing/2014/main" id="{87BE56A7-2B14-4ABE-8DF3-40C07E64B19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157124"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23" name="Freeform 36">
            <a:extLst>
              <a:ext uri="{FF2B5EF4-FFF2-40B4-BE49-F238E27FC236}">
                <a16:creationId xmlns:a16="http://schemas.microsoft.com/office/drawing/2014/main" id="{140D5101-D8FB-4102-A338-49651E97150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463681"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25" name="Freeform 5">
            <a:extLst>
              <a:ext uri="{FF2B5EF4-FFF2-40B4-BE49-F238E27FC236}">
                <a16:creationId xmlns:a16="http://schemas.microsoft.com/office/drawing/2014/main" id="{73E26159-C029-4449-8912-A9B418CC328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5400000" flipH="1">
            <a:off x="3708596" y="2756642"/>
            <a:ext cx="6858000" cy="1344715"/>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sp>
      <p:graphicFrame>
        <p:nvGraphicFramePr>
          <p:cNvPr id="16" name="Object 15"/>
          <p:cNvGraphicFramePr>
            <a:graphicFrameLocks noChangeAspect="1"/>
          </p:cNvGraphicFramePr>
          <p:nvPr>
            <p:extLst>
              <p:ext uri="{D42A27DB-BD31-4B8C-83A1-F6EECF244321}">
                <p14:modId xmlns:p14="http://schemas.microsoft.com/office/powerpoint/2010/main" val="4104881049"/>
              </p:ext>
            </p:extLst>
          </p:nvPr>
        </p:nvGraphicFramePr>
        <p:xfrm>
          <a:off x="622619" y="182010"/>
          <a:ext cx="6703277" cy="6493978"/>
        </p:xfrm>
        <a:graphic>
          <a:graphicData uri="http://schemas.openxmlformats.org/presentationml/2006/ole">
            <mc:AlternateContent xmlns:mc="http://schemas.openxmlformats.org/markup-compatibility/2006">
              <mc:Choice xmlns:v="urn:schemas-microsoft-com:vml" Requires="v">
                <p:oleObj spid="_x0000_s1033" name="Macro-Enabled Worksheet" r:id="rId8" imgW="12201427" imgH="11820602" progId="Excel.SheetMacroEnabled.12">
                  <p:embed/>
                </p:oleObj>
              </mc:Choice>
              <mc:Fallback>
                <p:oleObj name="Macro-Enabled Worksheet" r:id="rId8" imgW="12201427" imgH="11820602" progId="Excel.SheetMacroEnabled.12">
                  <p:embed/>
                  <p:pic>
                    <p:nvPicPr>
                      <p:cNvPr id="3" name="Object 2"/>
                      <p:cNvPicPr/>
                      <p:nvPr/>
                    </p:nvPicPr>
                    <p:blipFill>
                      <a:blip r:embed="rId9"/>
                      <a:stretch>
                        <a:fillRect/>
                      </a:stretch>
                    </p:blipFill>
                    <p:spPr>
                      <a:xfrm>
                        <a:off x="622619" y="182010"/>
                        <a:ext cx="6703277" cy="6493978"/>
                      </a:xfrm>
                      <a:prstGeom prst="rect">
                        <a:avLst/>
                      </a:prstGeom>
                    </p:spPr>
                  </p:pic>
                </p:oleObj>
              </mc:Fallback>
            </mc:AlternateContent>
          </a:graphicData>
        </a:graphic>
      </p:graphicFrame>
    </p:spTree>
    <p:extLst>
      <p:ext uri="{BB962C8B-B14F-4D97-AF65-F5344CB8AC3E}">
        <p14:creationId xmlns:p14="http://schemas.microsoft.com/office/powerpoint/2010/main" val="118752869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extLst/>
          </a:blip>
          <a:stretch/>
        </a:blip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9134821-5D8B-4373-BA74-CFE9AB35A55A}"/>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44"/>
          <a:stretch/>
        </p:blipFill>
        <p:spPr>
          <a:xfrm>
            <a:off x="0" y="2669685"/>
            <a:ext cx="4035669" cy="4188315"/>
          </a:xfrm>
          <a:prstGeom prst="rect">
            <a:avLst/>
          </a:prstGeom>
        </p:spPr>
      </p:pic>
      <p:pic>
        <p:nvPicPr>
          <p:cNvPr id="11" name="Picture 10">
            <a:extLst>
              <a:ext uri="{FF2B5EF4-FFF2-40B4-BE49-F238E27FC236}">
                <a16:creationId xmlns:a16="http://schemas.microsoft.com/office/drawing/2014/main" id="{5965195F-79F5-4911-907D-13CB3F534351}"/>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3" name="Oval 12">
            <a:extLst>
              <a:ext uri="{FF2B5EF4-FFF2-40B4-BE49-F238E27FC236}">
                <a16:creationId xmlns:a16="http://schemas.microsoft.com/office/drawing/2014/main" id="{8A610DC7-FE1B-47B9-8452-CFC389786C2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15" name="Picture 14">
            <a:extLst>
              <a:ext uri="{FF2B5EF4-FFF2-40B4-BE49-F238E27FC236}">
                <a16:creationId xmlns:a16="http://schemas.microsoft.com/office/drawing/2014/main" id="{2742ADC1-2286-40B7-A3C6-D6C3362FA04B}"/>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7" name="Picture 16">
            <a:extLst>
              <a:ext uri="{FF2B5EF4-FFF2-40B4-BE49-F238E27FC236}">
                <a16:creationId xmlns:a16="http://schemas.microsoft.com/office/drawing/2014/main" id="{C878FBDC-78F2-4D49-8DB3-1A48CA9F7FC0}"/>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9" name="Rectangle 18">
            <a:extLst>
              <a:ext uri="{FF2B5EF4-FFF2-40B4-BE49-F238E27FC236}">
                <a16:creationId xmlns:a16="http://schemas.microsoft.com/office/drawing/2014/main" id="{DC9A0934-0C2C-4565-9290-A345B19BD94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91925" y="1325880"/>
            <a:ext cx="3352375" cy="3066507"/>
          </a:xfrm>
        </p:spPr>
        <p:txBody>
          <a:bodyPr vert="horz" lIns="91440" tIns="45720" rIns="91440" bIns="45720" rtlCol="0" anchor="b">
            <a:normAutofit/>
          </a:bodyPr>
          <a:lstStyle/>
          <a:p>
            <a:r>
              <a:rPr lang="en-US" sz="5400" dirty="0" smtClean="0"/>
              <a:t>Dataset</a:t>
            </a:r>
            <a:endParaRPr lang="en-US" sz="5400" dirty="0"/>
          </a:p>
        </p:txBody>
      </p:sp>
      <p:sp>
        <p:nvSpPr>
          <p:cNvPr id="21" name="Rectangle 20">
            <a:extLst>
              <a:ext uri="{FF2B5EF4-FFF2-40B4-BE49-F238E27FC236}">
                <a16:creationId xmlns:a16="http://schemas.microsoft.com/office/drawing/2014/main" id="{87BE56A7-2B14-4ABE-8DF3-40C07E64B19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157124"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23" name="Freeform 36">
            <a:extLst>
              <a:ext uri="{FF2B5EF4-FFF2-40B4-BE49-F238E27FC236}">
                <a16:creationId xmlns:a16="http://schemas.microsoft.com/office/drawing/2014/main" id="{140D5101-D8FB-4102-A338-49651E97150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463681"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25" name="Freeform 5">
            <a:extLst>
              <a:ext uri="{FF2B5EF4-FFF2-40B4-BE49-F238E27FC236}">
                <a16:creationId xmlns:a16="http://schemas.microsoft.com/office/drawing/2014/main" id="{73E26159-C029-4449-8912-A9B418CC328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5400000" flipH="1">
            <a:off x="3708596" y="2756642"/>
            <a:ext cx="6858000" cy="1344715"/>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sp>
      <p:sp>
        <p:nvSpPr>
          <p:cNvPr id="3" name="Rectangle 2"/>
          <p:cNvSpPr/>
          <p:nvPr/>
        </p:nvSpPr>
        <p:spPr>
          <a:xfrm>
            <a:off x="868460" y="477987"/>
            <a:ext cx="6096000" cy="6463308"/>
          </a:xfrm>
          <a:prstGeom prst="rect">
            <a:avLst/>
          </a:prstGeom>
        </p:spPr>
        <p:txBody>
          <a:bodyPr>
            <a:spAutoFit/>
          </a:bodyPr>
          <a:lstStyle/>
          <a:p>
            <a:r>
              <a:rPr lang="en-US" dirty="0">
                <a:solidFill>
                  <a:srgbClr val="000000"/>
                </a:solidFill>
                <a:latin typeface="Calibri" panose="020F0502020204030204" pitchFamily="34" charset="0"/>
              </a:rPr>
              <a:t>date	</a:t>
            </a:r>
            <a:r>
              <a:rPr lang="en-US" dirty="0" err="1">
                <a:solidFill>
                  <a:srgbClr val="000000"/>
                </a:solidFill>
                <a:latin typeface="Calibri" panose="020F0502020204030204" pitchFamily="34" charset="0"/>
              </a:rPr>
              <a:t>meantempm</a:t>
            </a:r>
            <a:r>
              <a:rPr lang="en-US" dirty="0">
                <a:solidFill>
                  <a:srgbClr val="000000"/>
                </a:solidFill>
                <a:latin typeface="Calibri" panose="020F0502020204030204" pitchFamily="34" charset="0"/>
              </a:rPr>
              <a:t>	</a:t>
            </a:r>
            <a:r>
              <a:rPr lang="en-US" dirty="0" err="1">
                <a:solidFill>
                  <a:srgbClr val="000000"/>
                </a:solidFill>
                <a:latin typeface="Calibri" panose="020F0502020204030204" pitchFamily="34" charset="0"/>
              </a:rPr>
              <a:t>maxtempm</a:t>
            </a:r>
            <a:r>
              <a:rPr lang="en-US" dirty="0">
                <a:solidFill>
                  <a:srgbClr val="000000"/>
                </a:solidFill>
                <a:latin typeface="Calibri" panose="020F0502020204030204" pitchFamily="34" charset="0"/>
              </a:rPr>
              <a:t>	</a:t>
            </a:r>
            <a:r>
              <a:rPr lang="en-US" dirty="0" err="1">
                <a:solidFill>
                  <a:srgbClr val="000000"/>
                </a:solidFill>
                <a:latin typeface="Calibri" panose="020F0502020204030204" pitchFamily="34" charset="0"/>
              </a:rPr>
              <a:t>mintempm</a:t>
            </a:r>
            <a:r>
              <a:rPr lang="en-US" dirty="0">
                <a:solidFill>
                  <a:srgbClr val="000000"/>
                </a:solidFill>
                <a:latin typeface="Calibri" panose="020F0502020204030204" pitchFamily="34" charset="0"/>
              </a:rPr>
              <a:t>	meantempm_1	meantempm_2	meantempm_3	meandewptm_1	meandewptm_2	meandewptm_3	meanpressurem_1	meanpressurem_2	meanpressurem_3	maxhumidity_1	maxhumidity_2	maxhumidity_3	minhumidity_1	minhumidity_2	minhumidity_3	maxtempm_1	maxtempm_2	maxtempm_3	mintempm_1	mintempm_2	mintempm_3	maxdewptm_1	maxdewptm_2	maxdewptm_3	mindewptm_1	mindewptm_2	mindewptm_3	maxpressurem_1	maxpressurem_2	maxpressurem_3	minpressurem_1	minpressurem_2	minpressurem_3	precipm_1	precipm_2	precipm_3	</a:t>
            </a:r>
          </a:p>
          <a:p>
            <a:r>
              <a:rPr lang="en-US" dirty="0">
                <a:solidFill>
                  <a:srgbClr val="000000"/>
                </a:solidFill>
                <a:latin typeface="Calibri" panose="020F0502020204030204" pitchFamily="34" charset="0"/>
              </a:rPr>
              <a:t>5/4/2016	34	41	27	35	36	34	6	4	-1	1006	1005.46	1005.63	27	21	24	5	6	4	41	43	43	29	29	26	12	10	9	-2	-2	-10	1009	1008	1009	1000	1001	999	0	0	0	</a:t>
            </a:r>
          </a:p>
          <a:p>
            <a:r>
              <a:rPr lang="en-US" dirty="0">
                <a:solidFill>
                  <a:srgbClr val="000000"/>
                </a:solidFill>
                <a:latin typeface="Calibri" panose="020F0502020204030204" pitchFamily="34" charset="0"/>
              </a:rPr>
              <a:t>5/5/2016	31	38	24	34	35	36	7	6	4	1005.65	1006	1005.46	29	27	21	6	5	6	41	41	43	27	29	29	13	12	10	0	-2	-2	1008	1009	1008	1001	1000	1001	0	0	0	</a:t>
            </a:r>
          </a:p>
        </p:txBody>
      </p:sp>
    </p:spTree>
    <p:extLst>
      <p:ext uri="{BB962C8B-B14F-4D97-AF65-F5344CB8AC3E}">
        <p14:creationId xmlns:p14="http://schemas.microsoft.com/office/powerpoint/2010/main" val="324315661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3B88195-8D9E-4359-A86C-9456C469F7CC}"/>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44"/>
          <a:stretch/>
        </p:blipFill>
        <p:spPr>
          <a:xfrm>
            <a:off x="0" y="2669685"/>
            <a:ext cx="4035669" cy="4188315"/>
          </a:xfrm>
          <a:prstGeom prst="rect">
            <a:avLst/>
          </a:prstGeom>
        </p:spPr>
      </p:pic>
      <p:pic>
        <p:nvPicPr>
          <p:cNvPr id="10" name="Picture 9">
            <a:extLst>
              <a:ext uri="{FF2B5EF4-FFF2-40B4-BE49-F238E27FC236}">
                <a16:creationId xmlns:a16="http://schemas.microsoft.com/office/drawing/2014/main" id="{03EC48BD-A960-4717-BC76-7E4C9822503D}"/>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2" name="Oval 11">
            <a:extLst>
              <a:ext uri="{FF2B5EF4-FFF2-40B4-BE49-F238E27FC236}">
                <a16:creationId xmlns:a16="http://schemas.microsoft.com/office/drawing/2014/main" id="{7A00717A-7D3C-456B-A779-9D063887823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14" name="Picture 13">
            <a:extLst>
              <a:ext uri="{FF2B5EF4-FFF2-40B4-BE49-F238E27FC236}">
                <a16:creationId xmlns:a16="http://schemas.microsoft.com/office/drawing/2014/main" id="{EEB0E133-CF2F-4AD3-ACA6-03E91BB6033D}"/>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6" name="Picture 15">
            <a:extLst>
              <a:ext uri="{FF2B5EF4-FFF2-40B4-BE49-F238E27FC236}">
                <a16:creationId xmlns:a16="http://schemas.microsoft.com/office/drawing/2014/main" id="{6CD94893-A2D1-401B-A469-D34E425DCE3D}"/>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8" name="Rectangle 17">
            <a:extLst>
              <a:ext uri="{FF2B5EF4-FFF2-40B4-BE49-F238E27FC236}">
                <a16:creationId xmlns:a16="http://schemas.microsoft.com/office/drawing/2014/main" id="{546E6246-28E6-4A2D-B924-24539B8C6CB4}"/>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0" name="Rectangle 19">
            <a:extLst>
              <a:ext uri="{FF2B5EF4-FFF2-40B4-BE49-F238E27FC236}">
                <a16:creationId xmlns:a16="http://schemas.microsoft.com/office/drawing/2014/main" id="{74CD14DB-BB81-479F-A1FC-1C75640E9F84}"/>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22" name="Rectangle 21">
            <a:extLst>
              <a:ext uri="{FF2B5EF4-FFF2-40B4-BE49-F238E27FC236}">
                <a16:creationId xmlns:a16="http://schemas.microsoft.com/office/drawing/2014/main" id="{C943A91B-7CA7-4592-A975-73B1BF8C4C74}"/>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4" name="Freeform 7">
            <a:extLst>
              <a:ext uri="{FF2B5EF4-FFF2-40B4-BE49-F238E27FC236}">
                <a16:creationId xmlns:a16="http://schemas.microsoft.com/office/drawing/2014/main" id="{EC471314-E46A-414B-8D91-74880E84F18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26" name="Freeform: Shape 25">
            <a:extLst>
              <a:ext uri="{FF2B5EF4-FFF2-40B4-BE49-F238E27FC236}">
                <a16:creationId xmlns:a16="http://schemas.microsoft.com/office/drawing/2014/main" id="{6A681326-1C9D-44A3-A627-3871BDAE412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sp>
      <p:sp>
        <p:nvSpPr>
          <p:cNvPr id="2" name="Title 1"/>
          <p:cNvSpPr>
            <a:spLocks noGrp="1"/>
          </p:cNvSpPr>
          <p:nvPr>
            <p:ph type="title"/>
          </p:nvPr>
        </p:nvSpPr>
        <p:spPr>
          <a:xfrm>
            <a:off x="1103312" y="452718"/>
            <a:ext cx="8947522" cy="1400530"/>
          </a:xfrm>
        </p:spPr>
        <p:txBody>
          <a:bodyPr vert="horz" lIns="91440" tIns="45720" rIns="91440" bIns="45720" rtlCol="0" anchor="ctr">
            <a:normAutofit/>
          </a:bodyPr>
          <a:lstStyle/>
          <a:p>
            <a:r>
              <a:rPr lang="en-US">
                <a:solidFill>
                  <a:srgbClr val="FFFFFF"/>
                </a:solidFill>
              </a:rPr>
              <a:t>Feature Selection</a:t>
            </a:r>
          </a:p>
        </p:txBody>
      </p:sp>
      <p:sp>
        <p:nvSpPr>
          <p:cNvPr id="3" name="Content Placeholder 2"/>
          <p:cNvSpPr>
            <a:spLocks noGrp="1"/>
          </p:cNvSpPr>
          <p:nvPr>
            <p:ph sz="half" idx="1"/>
          </p:nvPr>
        </p:nvSpPr>
        <p:spPr>
          <a:xfrm>
            <a:off x="1103312" y="2763520"/>
            <a:ext cx="8946541" cy="3484879"/>
          </a:xfrm>
        </p:spPr>
        <p:txBody>
          <a:bodyPr vert="horz" lIns="91440" tIns="45720" rIns="91440" bIns="45720" rtlCol="0">
            <a:normAutofit/>
          </a:bodyPr>
          <a:lstStyle/>
          <a:p>
            <a:pPr algn="just">
              <a:lnSpc>
                <a:spcPct val="90000"/>
              </a:lnSpc>
            </a:pPr>
            <a:r>
              <a:rPr lang="en-US" dirty="0"/>
              <a:t>For finding out the relevant parameters we conducted various test: </a:t>
            </a:r>
          </a:p>
          <a:p>
            <a:pPr algn="just">
              <a:lnSpc>
                <a:spcPct val="90000"/>
              </a:lnSpc>
            </a:pPr>
            <a:endParaRPr lang="en-US" dirty="0"/>
          </a:p>
          <a:p>
            <a:pPr lvl="0" algn="just">
              <a:lnSpc>
                <a:spcPct val="90000"/>
              </a:lnSpc>
            </a:pPr>
            <a:r>
              <a:rPr lang="en-US" dirty="0"/>
              <a:t>Correlation Check: Correlation is a statistical technique that can show whether and how strongly pairs of variables are related. For example, height and weight are related; taller people tend to be heavier than shorter people. </a:t>
            </a:r>
          </a:p>
          <a:p>
            <a:pPr lvl="0" algn="just">
              <a:lnSpc>
                <a:spcPct val="90000"/>
              </a:lnSpc>
            </a:pPr>
            <a:r>
              <a:rPr lang="en-US" dirty="0"/>
              <a:t>P Value Check: The p-value is the level of marginal significance within a statistical hypothesis test representing the probability of the occurrence of a given event. The p-value is used as an alternative to rejection points to provide the smallest level of significance at which null hypothesis would be rejected. A smaller p-value means that there is stronger evidence in favor of the alternative hypothesis.</a:t>
            </a:r>
          </a:p>
          <a:p>
            <a:pPr>
              <a:lnSpc>
                <a:spcPct val="90000"/>
              </a:lnSpc>
            </a:pPr>
            <a:endParaRPr lang="en-US" dirty="0"/>
          </a:p>
        </p:txBody>
      </p:sp>
    </p:spTree>
    <p:extLst>
      <p:ext uri="{BB962C8B-B14F-4D97-AF65-F5344CB8AC3E}">
        <p14:creationId xmlns:p14="http://schemas.microsoft.com/office/powerpoint/2010/main" val="4190452155"/>
      </p:ext>
    </p:extLst>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03312" y="940527"/>
            <a:ext cx="8550139" cy="5315812"/>
          </a:xfrm>
        </p:spPr>
        <p:txBody>
          <a:bodyPr>
            <a:normAutofit/>
          </a:bodyPr>
          <a:lstStyle/>
          <a:p>
            <a:pPr marL="0" indent="0">
              <a:buNone/>
            </a:pPr>
            <a:endParaRPr lang="en-US" dirty="0"/>
          </a:p>
          <a:p>
            <a:pPr lvl="0" algn="just">
              <a:buFont typeface="+mj-lt"/>
              <a:buAutoNum type="arabicPeriod"/>
            </a:pPr>
            <a:r>
              <a:rPr lang="en-US" b="1" dirty="0"/>
              <a:t>Backward Stepwise Regression </a:t>
            </a:r>
            <a:r>
              <a:rPr lang="en-US" dirty="0"/>
              <a:t>: It is a stepwise regression approach, that begins with a full (saturated) model and at each step gradually eliminates variables from the regression model to find a reduced model that best explains the data. Also known as Backward Elimination regression.</a:t>
            </a:r>
          </a:p>
          <a:p>
            <a:pPr lvl="0" algn="just">
              <a:buFont typeface="+mj-lt"/>
              <a:buAutoNum type="arabicPeriod"/>
            </a:pPr>
            <a:endParaRPr lang="en-US" dirty="0"/>
          </a:p>
          <a:p>
            <a:pPr lvl="0" algn="just">
              <a:buFont typeface="+mj-lt"/>
              <a:buAutoNum type="arabicPeriod"/>
            </a:pPr>
            <a:r>
              <a:rPr lang="en-US" b="1" dirty="0"/>
              <a:t>R-Squared and </a:t>
            </a:r>
            <a:r>
              <a:rPr lang="en-US" b="1" dirty="0" err="1"/>
              <a:t>Adj</a:t>
            </a:r>
            <a:r>
              <a:rPr lang="en-US" b="1" dirty="0"/>
              <a:t> R-Squared: </a:t>
            </a:r>
            <a:r>
              <a:rPr lang="en-US" dirty="0"/>
              <a:t>R-squared measures the proportion of the variation in your dependent variable (Y) explained by your independent variables (X) for a linear regression model. Adjusted R-squared adjusts the statistic based on the number of independent variables in the model.</a:t>
            </a:r>
          </a:p>
          <a:p>
            <a:endParaRPr lang="en-US" dirty="0"/>
          </a:p>
          <a:p>
            <a:endParaRPr lang="en-US" dirty="0"/>
          </a:p>
        </p:txBody>
      </p:sp>
    </p:spTree>
    <p:extLst>
      <p:ext uri="{BB962C8B-B14F-4D97-AF65-F5344CB8AC3E}">
        <p14:creationId xmlns:p14="http://schemas.microsoft.com/office/powerpoint/2010/main" val="4543195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03312" y="1058091"/>
            <a:ext cx="9177157" cy="5198247"/>
          </a:xfrm>
        </p:spPr>
        <p:txBody>
          <a:bodyPr>
            <a:normAutofit/>
          </a:bodyPr>
          <a:lstStyle/>
          <a:p>
            <a:r>
              <a:rPr lang="en-US" dirty="0"/>
              <a:t>After conducting the following analysis the following parameters were identified: </a:t>
            </a:r>
          </a:p>
          <a:p>
            <a:pPr marL="0" indent="0">
              <a:buNone/>
            </a:pPr>
            <a:r>
              <a:rPr lang="en-US" dirty="0"/>
              <a:t>1. For max temperature prediction:</a:t>
            </a:r>
          </a:p>
          <a:p>
            <a:pPr marL="0" lvl="0" indent="0">
              <a:buNone/>
            </a:pPr>
            <a:r>
              <a:rPr lang="en-US" dirty="0"/>
              <a:t>	Maxtempm_1 , Maxpressure_1 , Mintempm_3 , Maxpressure_3 , 	Meanpressurem_3</a:t>
            </a:r>
          </a:p>
          <a:p>
            <a:pPr marL="0" lvl="0" indent="0">
              <a:buNone/>
            </a:pPr>
            <a:r>
              <a:rPr lang="en-US" dirty="0"/>
              <a:t> </a:t>
            </a:r>
          </a:p>
          <a:p>
            <a:pPr marL="0" indent="0">
              <a:buNone/>
            </a:pPr>
            <a:r>
              <a:rPr lang="en-US" dirty="0"/>
              <a:t>2. For min temperature prediction:</a:t>
            </a:r>
          </a:p>
          <a:p>
            <a:pPr marL="0" lvl="0" indent="0">
              <a:buNone/>
            </a:pPr>
            <a:r>
              <a:rPr lang="en-US" dirty="0"/>
              <a:t>  	Mintempm_1 , Meantempm_3 , Maxtempm_1 ,Maxtempm_2 ,Maxdewptm_1 	,Maxdewptm_3 ,Meandewptm_1 ,Meandewptm_2 ,Meanpressure_1</a:t>
            </a:r>
          </a:p>
          <a:p>
            <a:pPr marL="0" lvl="0" indent="0">
              <a:buNone/>
            </a:pPr>
            <a:endParaRPr lang="en-US" dirty="0"/>
          </a:p>
          <a:p>
            <a:pPr marL="0" indent="0">
              <a:buNone/>
            </a:pPr>
            <a:r>
              <a:rPr lang="en-US" dirty="0"/>
              <a:t>3. For mean temperature prediction: </a:t>
            </a:r>
          </a:p>
          <a:p>
            <a:pPr marL="0" lvl="0" indent="0">
              <a:buNone/>
            </a:pPr>
            <a:r>
              <a:rPr lang="en-US" dirty="0"/>
              <a:t>	Meantemp_3 , Meanpressure_3 , Maxtemp_1 , Maxtemp_2 ,Mintemp_1</a:t>
            </a:r>
          </a:p>
          <a:p>
            <a:pPr lvl="0"/>
            <a:endParaRPr lang="en-US" dirty="0"/>
          </a:p>
          <a:p>
            <a:pPr lvl="0"/>
            <a:endParaRPr lang="en-US" dirty="0"/>
          </a:p>
          <a:p>
            <a:pPr lvl="0"/>
            <a:endParaRPr lang="en-US" dirty="0"/>
          </a:p>
          <a:p>
            <a:endParaRPr lang="en-US" dirty="0"/>
          </a:p>
        </p:txBody>
      </p:sp>
    </p:spTree>
    <p:extLst>
      <p:ext uri="{BB962C8B-B14F-4D97-AF65-F5344CB8AC3E}">
        <p14:creationId xmlns:p14="http://schemas.microsoft.com/office/powerpoint/2010/main" val="10536814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1400530"/>
          </a:xfrm>
        </p:spPr>
        <p:txBody>
          <a:bodyPr/>
          <a:lstStyle/>
          <a:p>
            <a:pPr algn="ctr"/>
            <a:r>
              <a:rPr lang="en-US" dirty="0" smtClean="0"/>
              <a:t>Results</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2671009159"/>
              </p:ext>
            </p:extLst>
          </p:nvPr>
        </p:nvGraphicFramePr>
        <p:xfrm>
          <a:off x="2924175" y="1410494"/>
          <a:ext cx="5381625" cy="5231606"/>
        </p:xfrm>
        <a:graphic>
          <a:graphicData uri="http://schemas.openxmlformats.org/drawingml/2006/table">
            <a:tbl>
              <a:tblPr>
                <a:tableStyleId>{5C22544A-7EE6-4342-B048-85BDC9FD1C3A}</a:tableStyleId>
              </a:tblPr>
              <a:tblGrid>
                <a:gridCol w="1434545">
                  <a:extLst>
                    <a:ext uri="{9D8B030D-6E8A-4147-A177-3AD203B41FA5}">
                      <a16:colId xmlns:a16="http://schemas.microsoft.com/office/drawing/2014/main" val="269184947"/>
                    </a:ext>
                  </a:extLst>
                </a:gridCol>
                <a:gridCol w="1434545">
                  <a:extLst>
                    <a:ext uri="{9D8B030D-6E8A-4147-A177-3AD203B41FA5}">
                      <a16:colId xmlns:a16="http://schemas.microsoft.com/office/drawing/2014/main" val="1900656082"/>
                    </a:ext>
                  </a:extLst>
                </a:gridCol>
                <a:gridCol w="1258866">
                  <a:extLst>
                    <a:ext uri="{9D8B030D-6E8A-4147-A177-3AD203B41FA5}">
                      <a16:colId xmlns:a16="http://schemas.microsoft.com/office/drawing/2014/main" val="3001715338"/>
                    </a:ext>
                  </a:extLst>
                </a:gridCol>
                <a:gridCol w="1253669">
                  <a:extLst>
                    <a:ext uri="{9D8B030D-6E8A-4147-A177-3AD203B41FA5}">
                      <a16:colId xmlns:a16="http://schemas.microsoft.com/office/drawing/2014/main" val="110469152"/>
                    </a:ext>
                  </a:extLst>
                </a:gridCol>
              </a:tblGrid>
              <a:tr h="647877">
                <a:tc rowSpan="2">
                  <a:txBody>
                    <a:bodyPr/>
                    <a:lstStyle/>
                    <a:p>
                      <a:pPr marL="0" marR="0" algn="ctr">
                        <a:spcBef>
                          <a:spcPts val="0"/>
                        </a:spcBef>
                        <a:spcAft>
                          <a:spcPts val="0"/>
                        </a:spcAft>
                      </a:pPr>
                      <a:r>
                        <a:rPr lang="en-US" sz="1800" dirty="0">
                          <a:effectLst/>
                        </a:rPr>
                        <a:t>Parameters</a:t>
                      </a:r>
                      <a:endParaRPr lang="en-US" sz="1800" b="1" dirty="0">
                        <a:effectLst/>
                        <a:latin typeface="Times New Roman" panose="02020603050405020304" pitchFamily="18" charset="0"/>
                        <a:ea typeface="SimSun" panose="02010600030101010101" pitchFamily="2" charset="-122"/>
                      </a:endParaRPr>
                    </a:p>
                  </a:txBody>
                  <a:tcPr marL="68580" marR="68580" marT="0" marB="0" anchor="ctr"/>
                </a:tc>
                <a:tc gridSpan="3">
                  <a:txBody>
                    <a:bodyPr/>
                    <a:lstStyle/>
                    <a:p>
                      <a:pPr marL="0" marR="0" algn="ctr">
                        <a:spcBef>
                          <a:spcPts val="0"/>
                        </a:spcBef>
                        <a:spcAft>
                          <a:spcPts val="0"/>
                        </a:spcAft>
                      </a:pPr>
                      <a:r>
                        <a:rPr lang="en-US" sz="2000">
                          <a:effectLst/>
                        </a:rPr>
                        <a:t>Current Temperature Accuracy is 99.05%</a:t>
                      </a:r>
                      <a:endParaRPr lang="en-US" sz="1200" b="1">
                        <a:effectLst/>
                        <a:latin typeface="Times New Roman" panose="02020603050405020304" pitchFamily="18" charset="0"/>
                        <a:ea typeface="SimSun" panose="02010600030101010101" pitchFamily="2" charset="-122"/>
                      </a:endParaRPr>
                    </a:p>
                  </a:txBody>
                  <a:tcPr marL="68580" marR="68580"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538627918"/>
                  </a:ext>
                </a:extLst>
              </a:tr>
              <a:tr h="1473920">
                <a:tc vMerge="1">
                  <a:txBody>
                    <a:bodyPr/>
                    <a:lstStyle/>
                    <a:p>
                      <a:endParaRPr lang="en-US"/>
                    </a:p>
                  </a:txBody>
                  <a:tcPr/>
                </a:tc>
                <a:tc>
                  <a:txBody>
                    <a:bodyPr/>
                    <a:lstStyle/>
                    <a:p>
                      <a:pPr marL="0" marR="0" algn="ctr">
                        <a:spcBef>
                          <a:spcPts val="0"/>
                        </a:spcBef>
                        <a:spcAft>
                          <a:spcPts val="0"/>
                        </a:spcAft>
                      </a:pPr>
                      <a:r>
                        <a:rPr lang="en-US" sz="1600" dirty="0">
                          <a:effectLst/>
                        </a:rPr>
                        <a:t>Next day Min Temperature Accuracy</a:t>
                      </a:r>
                    </a:p>
                    <a:p>
                      <a:pPr marL="0" marR="0" algn="ctr">
                        <a:spcBef>
                          <a:spcPts val="0"/>
                        </a:spcBef>
                        <a:spcAft>
                          <a:spcPts val="0"/>
                        </a:spcAft>
                      </a:pPr>
                      <a:r>
                        <a:rPr lang="en-US" sz="1100" dirty="0">
                          <a:effectLst/>
                        </a:rPr>
                        <a:t> </a:t>
                      </a:r>
                      <a:endParaRPr lang="en-US" sz="1100" b="1" i="1" dirty="0">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algn="ctr">
                        <a:spcBef>
                          <a:spcPts val="0"/>
                        </a:spcBef>
                        <a:spcAft>
                          <a:spcPts val="0"/>
                        </a:spcAft>
                      </a:pPr>
                      <a:r>
                        <a:rPr lang="en-US" sz="1600">
                          <a:effectLst/>
                        </a:rPr>
                        <a:t>Next day Max Temperature Accuracy</a:t>
                      </a:r>
                    </a:p>
                    <a:p>
                      <a:pPr marL="0" marR="0" algn="ctr">
                        <a:spcBef>
                          <a:spcPts val="0"/>
                        </a:spcBef>
                        <a:spcAft>
                          <a:spcPts val="0"/>
                        </a:spcAft>
                      </a:pPr>
                      <a:r>
                        <a:rPr lang="en-US" sz="1100">
                          <a:effectLst/>
                        </a:rPr>
                        <a:t> </a:t>
                      </a:r>
                      <a:endParaRPr lang="en-US" sz="1100" b="1" i="1">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algn="ctr">
                        <a:spcBef>
                          <a:spcPts val="0"/>
                        </a:spcBef>
                        <a:spcAft>
                          <a:spcPts val="0"/>
                        </a:spcAft>
                      </a:pPr>
                      <a:r>
                        <a:rPr lang="en-US" sz="1600">
                          <a:effectLst/>
                        </a:rPr>
                        <a:t>Next day Mean Temperature Accuracy</a:t>
                      </a:r>
                    </a:p>
                    <a:p>
                      <a:pPr marL="0" marR="0" algn="ctr">
                        <a:spcBef>
                          <a:spcPts val="0"/>
                        </a:spcBef>
                        <a:spcAft>
                          <a:spcPts val="0"/>
                        </a:spcAft>
                      </a:pPr>
                      <a:r>
                        <a:rPr lang="en-US" sz="1100">
                          <a:effectLst/>
                        </a:rPr>
                        <a:t> </a:t>
                      </a:r>
                      <a:endParaRPr lang="en-US" sz="1100" b="1" i="1">
                        <a:effectLst/>
                        <a:latin typeface="Times New Roman" panose="02020603050405020304" pitchFamily="18" charset="0"/>
                        <a:ea typeface="SimSun" panose="02010600030101010101" pitchFamily="2" charset="-122"/>
                      </a:endParaRPr>
                    </a:p>
                  </a:txBody>
                  <a:tcPr marL="68580" marR="68580" marT="0" marB="0" anchor="ctr"/>
                </a:tc>
                <a:extLst>
                  <a:ext uri="{0D108BD9-81ED-4DB2-BD59-A6C34878D82A}">
                    <a16:rowId xmlns:a16="http://schemas.microsoft.com/office/drawing/2014/main" val="1839359395"/>
                  </a:ext>
                </a:extLst>
              </a:tr>
              <a:tr h="777452">
                <a:tc>
                  <a:txBody>
                    <a:bodyPr/>
                    <a:lstStyle/>
                    <a:p>
                      <a:pPr marL="0" marR="0" algn="ctr">
                        <a:spcBef>
                          <a:spcPts val="0"/>
                        </a:spcBef>
                        <a:spcAft>
                          <a:spcPts val="0"/>
                        </a:spcAft>
                      </a:pPr>
                      <a:r>
                        <a:rPr lang="en-US" sz="1600">
                          <a:effectLst/>
                        </a:rPr>
                        <a:t>Explained variance</a:t>
                      </a:r>
                      <a:endParaRPr lang="en-US" sz="1600">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algn="ctr">
                        <a:spcBef>
                          <a:spcPts val="0"/>
                        </a:spcBef>
                        <a:spcAft>
                          <a:spcPts val="0"/>
                        </a:spcAft>
                      </a:pPr>
                      <a:r>
                        <a:rPr lang="en-US" sz="1600" dirty="0">
                          <a:effectLst/>
                        </a:rPr>
                        <a:t>0.94</a:t>
                      </a:r>
                    </a:p>
                    <a:p>
                      <a:pPr marL="0" marR="0" algn="ctr">
                        <a:spcBef>
                          <a:spcPts val="0"/>
                        </a:spcBef>
                        <a:spcAft>
                          <a:spcPts val="0"/>
                        </a:spcAft>
                      </a:pPr>
                      <a:r>
                        <a:rPr lang="en-US" sz="1600" dirty="0">
                          <a:effectLst/>
                        </a:rPr>
                        <a:t> </a:t>
                      </a:r>
                      <a:endParaRPr lang="en-US" sz="1200" dirty="0">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algn="ctr">
                        <a:spcBef>
                          <a:spcPts val="0"/>
                        </a:spcBef>
                        <a:spcAft>
                          <a:spcPts val="0"/>
                        </a:spcAft>
                      </a:pPr>
                      <a:r>
                        <a:rPr lang="en-US" sz="1600" dirty="0">
                          <a:effectLst/>
                        </a:rPr>
                        <a:t> </a:t>
                      </a:r>
                    </a:p>
                    <a:p>
                      <a:pPr marL="0" marR="0" algn="ctr">
                        <a:spcBef>
                          <a:spcPts val="0"/>
                        </a:spcBef>
                        <a:spcAft>
                          <a:spcPts val="0"/>
                        </a:spcAft>
                      </a:pPr>
                      <a:r>
                        <a:rPr lang="en-US" sz="1600" dirty="0">
                          <a:effectLst/>
                        </a:rPr>
                        <a:t>0.93</a:t>
                      </a:r>
                    </a:p>
                    <a:p>
                      <a:pPr marL="0" marR="0" algn="ctr">
                        <a:spcBef>
                          <a:spcPts val="0"/>
                        </a:spcBef>
                        <a:spcAft>
                          <a:spcPts val="0"/>
                        </a:spcAft>
                      </a:pPr>
                      <a:r>
                        <a:rPr lang="en-US" sz="1600" dirty="0">
                          <a:effectLst/>
                        </a:rPr>
                        <a:t> </a:t>
                      </a:r>
                      <a:endParaRPr lang="en-US" sz="1600" dirty="0">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algn="ctr">
                        <a:spcBef>
                          <a:spcPts val="0"/>
                        </a:spcBef>
                        <a:spcAft>
                          <a:spcPts val="0"/>
                        </a:spcAft>
                      </a:pPr>
                      <a:r>
                        <a:rPr lang="en-US" sz="1600">
                          <a:effectLst/>
                        </a:rPr>
                        <a:t>0.95</a:t>
                      </a:r>
                    </a:p>
                    <a:p>
                      <a:pPr marL="0" marR="0" algn="ctr">
                        <a:spcBef>
                          <a:spcPts val="0"/>
                        </a:spcBef>
                        <a:spcAft>
                          <a:spcPts val="0"/>
                        </a:spcAft>
                      </a:pPr>
                      <a:r>
                        <a:rPr lang="en-US" sz="1600">
                          <a:effectLst/>
                        </a:rPr>
                        <a:t> </a:t>
                      </a:r>
                      <a:endParaRPr lang="en-US" sz="1600">
                        <a:effectLst/>
                        <a:latin typeface="Times New Roman" panose="02020603050405020304" pitchFamily="18" charset="0"/>
                        <a:ea typeface="SimSun" panose="02010600030101010101" pitchFamily="2" charset="-122"/>
                      </a:endParaRPr>
                    </a:p>
                  </a:txBody>
                  <a:tcPr marL="68580" marR="68580" marT="0" marB="0" anchor="ctr"/>
                </a:tc>
                <a:extLst>
                  <a:ext uri="{0D108BD9-81ED-4DB2-BD59-A6C34878D82A}">
                    <a16:rowId xmlns:a16="http://schemas.microsoft.com/office/drawing/2014/main" val="276829779"/>
                  </a:ext>
                </a:extLst>
              </a:tr>
              <a:tr h="1036603">
                <a:tc>
                  <a:txBody>
                    <a:bodyPr/>
                    <a:lstStyle/>
                    <a:p>
                      <a:pPr marL="0" marR="0" algn="ctr">
                        <a:spcBef>
                          <a:spcPts val="0"/>
                        </a:spcBef>
                        <a:spcAft>
                          <a:spcPts val="0"/>
                        </a:spcAft>
                      </a:pPr>
                      <a:r>
                        <a:rPr lang="en-US" sz="1600">
                          <a:effectLst/>
                        </a:rPr>
                        <a:t>Mean absolute error</a:t>
                      </a:r>
                    </a:p>
                    <a:p>
                      <a:pPr marL="0" marR="0" algn="ctr">
                        <a:spcBef>
                          <a:spcPts val="0"/>
                        </a:spcBef>
                        <a:spcAft>
                          <a:spcPts val="0"/>
                        </a:spcAft>
                      </a:pPr>
                      <a:r>
                        <a:rPr lang="en-US" sz="1600">
                          <a:effectLst/>
                        </a:rPr>
                        <a:t> </a:t>
                      </a:r>
                      <a:endParaRPr lang="en-US" sz="1600">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algn="ctr">
                        <a:spcBef>
                          <a:spcPts val="0"/>
                        </a:spcBef>
                        <a:spcAft>
                          <a:spcPts val="0"/>
                        </a:spcAft>
                      </a:pPr>
                      <a:r>
                        <a:rPr lang="en-US" sz="1600">
                          <a:effectLst/>
                        </a:rPr>
                        <a:t>1.35 degree Celsius</a:t>
                      </a:r>
                      <a:endParaRPr lang="en-US" sz="1200">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algn="ctr">
                        <a:spcBef>
                          <a:spcPts val="0"/>
                        </a:spcBef>
                        <a:spcAft>
                          <a:spcPts val="0"/>
                        </a:spcAft>
                      </a:pPr>
                      <a:r>
                        <a:rPr lang="en-US" sz="1600" dirty="0">
                          <a:effectLst/>
                        </a:rPr>
                        <a:t>1.29 degree Celsius</a:t>
                      </a:r>
                    </a:p>
                    <a:p>
                      <a:pPr marL="0" marR="0" algn="ctr">
                        <a:spcBef>
                          <a:spcPts val="0"/>
                        </a:spcBef>
                        <a:spcAft>
                          <a:spcPts val="0"/>
                        </a:spcAft>
                      </a:pPr>
                      <a:r>
                        <a:rPr lang="en-US" sz="1600" dirty="0">
                          <a:effectLst/>
                        </a:rPr>
                        <a:t> </a:t>
                      </a:r>
                      <a:endParaRPr lang="en-US" sz="1600" dirty="0">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algn="ctr">
                        <a:spcBef>
                          <a:spcPts val="0"/>
                        </a:spcBef>
                        <a:spcAft>
                          <a:spcPts val="0"/>
                        </a:spcAft>
                      </a:pPr>
                      <a:r>
                        <a:rPr lang="en-US" sz="1600">
                          <a:effectLst/>
                        </a:rPr>
                        <a:t>1.10 degree Celsius</a:t>
                      </a:r>
                    </a:p>
                    <a:p>
                      <a:pPr marL="0" marR="0" algn="ctr">
                        <a:spcBef>
                          <a:spcPts val="0"/>
                        </a:spcBef>
                        <a:spcAft>
                          <a:spcPts val="0"/>
                        </a:spcAft>
                      </a:pPr>
                      <a:r>
                        <a:rPr lang="en-US" sz="1600">
                          <a:effectLst/>
                        </a:rPr>
                        <a:t> </a:t>
                      </a:r>
                      <a:endParaRPr lang="en-US" sz="1600">
                        <a:effectLst/>
                        <a:latin typeface="Times New Roman" panose="02020603050405020304" pitchFamily="18" charset="0"/>
                        <a:ea typeface="SimSun" panose="02010600030101010101" pitchFamily="2" charset="-122"/>
                      </a:endParaRPr>
                    </a:p>
                  </a:txBody>
                  <a:tcPr marL="68580" marR="68580" marT="0" marB="0" anchor="ctr"/>
                </a:tc>
                <a:extLst>
                  <a:ext uri="{0D108BD9-81ED-4DB2-BD59-A6C34878D82A}">
                    <a16:rowId xmlns:a16="http://schemas.microsoft.com/office/drawing/2014/main" val="781983287"/>
                  </a:ext>
                </a:extLst>
              </a:tr>
              <a:tr h="1295754">
                <a:tc>
                  <a:txBody>
                    <a:bodyPr/>
                    <a:lstStyle/>
                    <a:p>
                      <a:pPr marL="0" marR="0" algn="ctr">
                        <a:spcBef>
                          <a:spcPts val="0"/>
                        </a:spcBef>
                        <a:spcAft>
                          <a:spcPts val="0"/>
                        </a:spcAft>
                      </a:pPr>
                      <a:r>
                        <a:rPr lang="en-US" sz="1600">
                          <a:effectLst/>
                        </a:rPr>
                        <a:t>Median absolute error</a:t>
                      </a:r>
                    </a:p>
                    <a:p>
                      <a:pPr marL="0" marR="0" algn="ctr">
                        <a:spcBef>
                          <a:spcPts val="0"/>
                        </a:spcBef>
                        <a:spcAft>
                          <a:spcPts val="0"/>
                        </a:spcAft>
                      </a:pPr>
                      <a:r>
                        <a:rPr lang="en-US" sz="1200">
                          <a:effectLst/>
                        </a:rPr>
                        <a:t> </a:t>
                      </a:r>
                      <a:endParaRPr lang="en-US" sz="1200">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algn="just">
                        <a:spcBef>
                          <a:spcPts val="0"/>
                        </a:spcBef>
                        <a:spcAft>
                          <a:spcPts val="0"/>
                        </a:spcAft>
                      </a:pPr>
                      <a:r>
                        <a:rPr lang="en-US" sz="1600">
                          <a:effectLst/>
                        </a:rPr>
                        <a:t>1.09 degree Celsius</a:t>
                      </a:r>
                      <a:endParaRPr lang="en-US" sz="1200">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algn="just">
                        <a:spcBef>
                          <a:spcPts val="1200"/>
                        </a:spcBef>
                        <a:spcAft>
                          <a:spcPts val="0"/>
                        </a:spcAft>
                      </a:pPr>
                      <a:r>
                        <a:rPr lang="en-US" sz="1600">
                          <a:effectLst/>
                        </a:rPr>
                        <a:t>0.97 degree Celsius</a:t>
                      </a:r>
                    </a:p>
                    <a:p>
                      <a:pPr marL="0" marR="0" algn="ctr">
                        <a:spcBef>
                          <a:spcPts val="0"/>
                        </a:spcBef>
                        <a:spcAft>
                          <a:spcPts val="0"/>
                        </a:spcAft>
                      </a:pPr>
                      <a:r>
                        <a:rPr lang="en-US" sz="1600">
                          <a:effectLst/>
                        </a:rPr>
                        <a:t> </a:t>
                      </a:r>
                    </a:p>
                    <a:p>
                      <a:pPr marL="0" marR="0" algn="ctr">
                        <a:spcBef>
                          <a:spcPts val="0"/>
                        </a:spcBef>
                        <a:spcAft>
                          <a:spcPts val="0"/>
                        </a:spcAft>
                      </a:pPr>
                      <a:r>
                        <a:rPr lang="en-US" sz="1600">
                          <a:effectLst/>
                        </a:rPr>
                        <a:t> </a:t>
                      </a:r>
                      <a:endParaRPr lang="en-US" sz="1600">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algn="ctr">
                        <a:spcBef>
                          <a:spcPts val="0"/>
                        </a:spcBef>
                        <a:spcAft>
                          <a:spcPts val="0"/>
                        </a:spcAft>
                      </a:pPr>
                      <a:r>
                        <a:rPr lang="en-US" sz="1600" dirty="0">
                          <a:effectLst/>
                        </a:rPr>
                        <a:t>0.90 degree Celsius</a:t>
                      </a:r>
                    </a:p>
                    <a:p>
                      <a:pPr marL="0" marR="0" algn="ctr">
                        <a:spcBef>
                          <a:spcPts val="0"/>
                        </a:spcBef>
                        <a:spcAft>
                          <a:spcPts val="0"/>
                        </a:spcAft>
                      </a:pPr>
                      <a:r>
                        <a:rPr lang="en-US" sz="1600" dirty="0">
                          <a:effectLst/>
                        </a:rPr>
                        <a:t> </a:t>
                      </a:r>
                      <a:endParaRPr lang="en-US" sz="1600" dirty="0">
                        <a:effectLst/>
                        <a:latin typeface="Times New Roman" panose="02020603050405020304" pitchFamily="18" charset="0"/>
                        <a:ea typeface="SimSun" panose="02010600030101010101" pitchFamily="2" charset="-122"/>
                      </a:endParaRPr>
                    </a:p>
                  </a:txBody>
                  <a:tcPr marL="68580" marR="68580" marT="0" marB="0" anchor="ctr"/>
                </a:tc>
                <a:extLst>
                  <a:ext uri="{0D108BD9-81ED-4DB2-BD59-A6C34878D82A}">
                    <a16:rowId xmlns:a16="http://schemas.microsoft.com/office/drawing/2014/main" val="1149053503"/>
                  </a:ext>
                </a:extLst>
              </a:tr>
            </a:tbl>
          </a:graphicData>
        </a:graphic>
      </p:graphicFrame>
    </p:spTree>
    <p:extLst>
      <p:ext uri="{BB962C8B-B14F-4D97-AF65-F5344CB8AC3E}">
        <p14:creationId xmlns:p14="http://schemas.microsoft.com/office/powerpoint/2010/main" val="23806251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1400530"/>
          </a:xfrm>
        </p:spPr>
        <p:txBody>
          <a:bodyPr/>
          <a:lstStyle/>
          <a:p>
            <a:pPr algn="ctr"/>
            <a:r>
              <a:rPr lang="en-US" dirty="0" smtClean="0"/>
              <a:t>Results</a:t>
            </a:r>
            <a:endParaRPr lang="en-US" dirty="0"/>
          </a:p>
        </p:txBody>
      </p:sp>
      <p:pic>
        <p:nvPicPr>
          <p:cNvPr id="3075"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8463" y="1539875"/>
            <a:ext cx="8526389" cy="439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25834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1400530"/>
          </a:xfrm>
        </p:spPr>
        <p:txBody>
          <a:bodyPr/>
          <a:lstStyle/>
          <a:p>
            <a:pPr algn="ctr"/>
            <a:r>
              <a:rPr lang="en-US"/>
              <a:t>Result Analysis</a:t>
            </a:r>
            <a:endParaRPr lang="en-US" dirty="0"/>
          </a:p>
        </p:txBody>
      </p:sp>
      <p:sp>
        <p:nvSpPr>
          <p:cNvPr id="3" name="Content Placeholder 2"/>
          <p:cNvSpPr>
            <a:spLocks noGrp="1"/>
          </p:cNvSpPr>
          <p:nvPr>
            <p:ph sz="half" idx="1"/>
          </p:nvPr>
        </p:nvSpPr>
        <p:spPr>
          <a:xfrm>
            <a:off x="1103312" y="2060575"/>
            <a:ext cx="8947522" cy="4195763"/>
          </a:xfrm>
        </p:spPr>
        <p:txBody>
          <a:bodyPr>
            <a:normAutofit/>
          </a:bodyPr>
          <a:lstStyle/>
          <a:p>
            <a:r>
              <a:rPr lang="en-US" dirty="0"/>
              <a:t>Current Temperature Accuracy: Temperature shown contains an error of 0.5 degree Celsius.</a:t>
            </a:r>
          </a:p>
          <a:p>
            <a:endParaRPr lang="en-US" dirty="0"/>
          </a:p>
          <a:p>
            <a:r>
              <a:rPr lang="en-US" dirty="0"/>
              <a:t>Next day Min Temperature Accuracy: </a:t>
            </a:r>
          </a:p>
          <a:p>
            <a:pPr marL="0" indent="0">
              <a:buNone/>
            </a:pPr>
            <a:r>
              <a:rPr lang="en-US" dirty="0"/>
              <a:t>		Explained variance= 0.94</a:t>
            </a:r>
          </a:p>
          <a:p>
            <a:pPr marL="0" indent="0">
              <a:buNone/>
            </a:pPr>
            <a:r>
              <a:rPr lang="en-US" dirty="0"/>
              <a:t>		Mean absolute error= 1.35 degree Celsius</a:t>
            </a:r>
          </a:p>
          <a:p>
            <a:pPr marL="0" indent="0">
              <a:buNone/>
            </a:pPr>
            <a:r>
              <a:rPr lang="en-US" dirty="0"/>
              <a:t>		Median absolute error= 1.09 degree Celsius </a:t>
            </a:r>
          </a:p>
          <a:p>
            <a:endParaRPr lang="en-US" dirty="0"/>
          </a:p>
          <a:p>
            <a:pPr marL="0" indent="0">
              <a:buNone/>
            </a:pPr>
            <a:endParaRPr lang="en-US" dirty="0"/>
          </a:p>
          <a:p>
            <a:endParaRPr lang="en-US" dirty="0"/>
          </a:p>
        </p:txBody>
      </p:sp>
    </p:spTree>
    <p:extLst>
      <p:ext uri="{BB962C8B-B14F-4D97-AF65-F5344CB8AC3E}">
        <p14:creationId xmlns:p14="http://schemas.microsoft.com/office/powerpoint/2010/main" val="27492065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p:txBody>
          <a:bodyPr/>
          <a:lstStyle/>
          <a:p>
            <a:r>
              <a:rPr lang="en-US" dirty="0"/>
              <a:t>Next day Max Temperature Accuracy:</a:t>
            </a:r>
          </a:p>
          <a:p>
            <a:pPr marL="0" indent="0">
              <a:buNone/>
            </a:pPr>
            <a:r>
              <a:rPr lang="en-US" dirty="0"/>
              <a:t>		Explained variance= 0.93</a:t>
            </a:r>
          </a:p>
          <a:p>
            <a:pPr marL="0" indent="0">
              <a:buNone/>
            </a:pPr>
            <a:r>
              <a:rPr lang="en-US" dirty="0"/>
              <a:t>		Mean absolute error= 1.29 degree Celsius</a:t>
            </a:r>
          </a:p>
          <a:p>
            <a:pPr marL="0" indent="0">
              <a:buNone/>
            </a:pPr>
            <a:r>
              <a:rPr lang="en-US" dirty="0"/>
              <a:t>		Median absolute error= 0.97 degree Celsius </a:t>
            </a:r>
          </a:p>
          <a:p>
            <a:endParaRPr lang="en-US" dirty="0"/>
          </a:p>
          <a:p>
            <a:r>
              <a:rPr lang="en-US" dirty="0"/>
              <a:t>Next day Mean Temperature Accuracy: </a:t>
            </a:r>
          </a:p>
          <a:p>
            <a:pPr marL="0" indent="0">
              <a:buNone/>
            </a:pPr>
            <a:r>
              <a:rPr lang="en-US" dirty="0"/>
              <a:t>		Explained variance= 0.95</a:t>
            </a:r>
          </a:p>
          <a:p>
            <a:pPr marL="0" indent="0">
              <a:buNone/>
            </a:pPr>
            <a:r>
              <a:rPr lang="en-US" dirty="0"/>
              <a:t>		Mean absolute error= 1.10 degree Celsius</a:t>
            </a:r>
          </a:p>
          <a:p>
            <a:pPr marL="0" indent="0">
              <a:buNone/>
            </a:pPr>
            <a:r>
              <a:rPr lang="en-US" dirty="0"/>
              <a:t>		Median absolute error= 0.90 degree Celsius </a:t>
            </a:r>
          </a:p>
          <a:p>
            <a:endParaRPr lang="en-US" dirty="0"/>
          </a:p>
        </p:txBody>
      </p:sp>
    </p:spTree>
    <p:extLst>
      <p:ext uri="{BB962C8B-B14F-4D97-AF65-F5344CB8AC3E}">
        <p14:creationId xmlns:p14="http://schemas.microsoft.com/office/powerpoint/2010/main" val="37393826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extLst/>
          </a:blip>
          <a:stretch/>
        </a:blip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3B88195-8D9E-4359-A86C-9456C469F7CC}"/>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44"/>
          <a:stretch/>
        </p:blipFill>
        <p:spPr>
          <a:xfrm>
            <a:off x="0" y="2669685"/>
            <a:ext cx="4035669" cy="4188315"/>
          </a:xfrm>
          <a:prstGeom prst="rect">
            <a:avLst/>
          </a:prstGeom>
        </p:spPr>
      </p:pic>
      <p:pic>
        <p:nvPicPr>
          <p:cNvPr id="42" name="Picture 9">
            <a:extLst>
              <a:ext uri="{FF2B5EF4-FFF2-40B4-BE49-F238E27FC236}">
                <a16:creationId xmlns:a16="http://schemas.microsoft.com/office/drawing/2014/main" id="{03EC48BD-A960-4717-BC76-7E4C9822503D}"/>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43" name="Oval 11">
            <a:extLst>
              <a:ext uri="{FF2B5EF4-FFF2-40B4-BE49-F238E27FC236}">
                <a16:creationId xmlns:a16="http://schemas.microsoft.com/office/drawing/2014/main" id="{7A00717A-7D3C-456B-A779-9D063887823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44" name="Picture 13">
            <a:extLst>
              <a:ext uri="{FF2B5EF4-FFF2-40B4-BE49-F238E27FC236}">
                <a16:creationId xmlns:a16="http://schemas.microsoft.com/office/drawing/2014/main" id="{EEB0E133-CF2F-4AD3-ACA6-03E91BB6033D}"/>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45" name="Picture 15">
            <a:extLst>
              <a:ext uri="{FF2B5EF4-FFF2-40B4-BE49-F238E27FC236}">
                <a16:creationId xmlns:a16="http://schemas.microsoft.com/office/drawing/2014/main" id="{6CD94893-A2D1-401B-A469-D34E425DCE3D}"/>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46" name="Rectangle 17">
            <a:extLst>
              <a:ext uri="{FF2B5EF4-FFF2-40B4-BE49-F238E27FC236}">
                <a16:creationId xmlns:a16="http://schemas.microsoft.com/office/drawing/2014/main" id="{546E6246-28E6-4A2D-B924-24539B8C6CB4}"/>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7" name="Rectangle 19">
            <a:extLst>
              <a:ext uri="{FF2B5EF4-FFF2-40B4-BE49-F238E27FC236}">
                <a16:creationId xmlns:a16="http://schemas.microsoft.com/office/drawing/2014/main" id="{923E8915-D2AA-4327-A45A-972C3CA9574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8" name="Rectangle 21">
            <a:extLst>
              <a:ext uri="{FF2B5EF4-FFF2-40B4-BE49-F238E27FC236}">
                <a16:creationId xmlns:a16="http://schemas.microsoft.com/office/drawing/2014/main" id="{8302FC3C-9804-4950-B721-5FD704BA606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12188952" cy="6858000"/>
          </a:xfrm>
          <a:prstGeom prst="rect">
            <a:avLst/>
          </a:prstGeom>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9" name="Straight Connector 23">
            <a:extLst>
              <a:ext uri="{FF2B5EF4-FFF2-40B4-BE49-F238E27FC236}">
                <a16:creationId xmlns:a16="http://schemas.microsoft.com/office/drawing/2014/main" id="{6B9695BD-ECF6-49CA-8877-8C493193C65D}"/>
              </a:ext>
              <a:ext uri="{C183D7F6-B498-43B3-948B-1728B52AA6E4}">
                <adec:decorative xmlns=""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5" y="1828800"/>
            <a:ext cx="0" cy="3200400"/>
          </a:xfrm>
          <a:prstGeom prst="line">
            <a:avLst/>
          </a:prstGeom>
          <a:ln w="1905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50" name="Picture 25">
            <a:extLst>
              <a:ext uri="{FF2B5EF4-FFF2-40B4-BE49-F238E27FC236}">
                <a16:creationId xmlns:a16="http://schemas.microsoft.com/office/drawing/2014/main" id="{3BC6EBB2-9BDC-4075-BA6B-43A9FBF9C86C}"/>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b="23320"/>
          <a:stretch/>
        </p:blipFill>
        <p:spPr>
          <a:xfrm>
            <a:off x="8605878" y="6228080"/>
            <a:ext cx="993734" cy="762000"/>
          </a:xfrm>
          <a:prstGeom prst="rect">
            <a:avLst/>
          </a:prstGeom>
        </p:spPr>
      </p:pic>
      <p:sp>
        <p:nvSpPr>
          <p:cNvPr id="28" name="Freeform 5">
            <a:extLst>
              <a:ext uri="{FF2B5EF4-FFF2-40B4-BE49-F238E27FC236}">
                <a16:creationId xmlns:a16="http://schemas.microsoft.com/office/drawing/2014/main" id="{F3798573-F27B-47EB-8EA4-7EE34954C2D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588" y="0"/>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sp>
      <p:sp>
        <p:nvSpPr>
          <p:cNvPr id="2" name="Title 1"/>
          <p:cNvSpPr>
            <a:spLocks noGrp="1"/>
          </p:cNvSpPr>
          <p:nvPr>
            <p:ph type="title"/>
          </p:nvPr>
        </p:nvSpPr>
        <p:spPr>
          <a:xfrm>
            <a:off x="806195" y="804672"/>
            <a:ext cx="3521359" cy="5248656"/>
          </a:xfrm>
        </p:spPr>
        <p:txBody>
          <a:bodyPr vert="horz" lIns="91440" tIns="45720" rIns="91440" bIns="45720" rtlCol="0" anchor="ctr">
            <a:normAutofit/>
          </a:bodyPr>
          <a:lstStyle/>
          <a:p>
            <a:pPr algn="ctr"/>
            <a:r>
              <a:rPr lang="en-US"/>
              <a:t>Future Scope	</a:t>
            </a:r>
            <a:endParaRPr lang="en-US" dirty="0"/>
          </a:p>
        </p:txBody>
      </p:sp>
      <p:sp>
        <p:nvSpPr>
          <p:cNvPr id="3" name="Content Placeholder 2"/>
          <p:cNvSpPr>
            <a:spLocks noGrp="1"/>
          </p:cNvSpPr>
          <p:nvPr>
            <p:ph sz="half" idx="1"/>
          </p:nvPr>
        </p:nvSpPr>
        <p:spPr>
          <a:xfrm>
            <a:off x="4975861" y="804671"/>
            <a:ext cx="6399930" cy="5248657"/>
          </a:xfrm>
        </p:spPr>
        <p:txBody>
          <a:bodyPr vert="horz" lIns="91440" tIns="45720" rIns="91440" bIns="45720" rtlCol="0" anchor="ctr">
            <a:normAutofit/>
          </a:bodyPr>
          <a:lstStyle/>
          <a:p>
            <a:pPr algn="just"/>
            <a:r>
              <a:rPr lang="en-US" dirty="0"/>
              <a:t>The model is able to sense the values and display current day’s temperature on the web portal. As of now, the model is also able to predict next day’s min and max temperature. </a:t>
            </a:r>
          </a:p>
          <a:p>
            <a:pPr algn="just"/>
            <a:r>
              <a:rPr lang="en-US" dirty="0"/>
              <a:t>For the future, the model is expected to forecast weather and predict temperature for next few days. The model is also expected to calculate and predict air quality.</a:t>
            </a:r>
          </a:p>
          <a:p>
            <a:pPr algn="just"/>
            <a:r>
              <a:rPr lang="en-US" dirty="0"/>
              <a:t>This model can further be extended to be used to study about the working conditions in different work environments and how they were impacting the work efficiency of the employees. </a:t>
            </a:r>
          </a:p>
          <a:p>
            <a:endParaRPr lang="en-US" dirty="0"/>
          </a:p>
        </p:txBody>
      </p:sp>
    </p:spTree>
    <p:extLst>
      <p:ext uri="{BB962C8B-B14F-4D97-AF65-F5344CB8AC3E}">
        <p14:creationId xmlns:p14="http://schemas.microsoft.com/office/powerpoint/2010/main" val="3158652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extLst/>
          </a:blip>
          <a:stretch/>
        </a:blipFill>
        <a:effectLst/>
      </p:bgPr>
    </p:bg>
    <p:spTree>
      <p:nvGrpSpPr>
        <p:cNvPr id="1" name=""/>
        <p:cNvGrpSpPr/>
        <p:nvPr/>
      </p:nvGrpSpPr>
      <p:grpSpPr>
        <a:xfrm>
          <a:off x="0" y="0"/>
          <a:ext cx="0" cy="0"/>
          <a:chOff x="0" y="0"/>
          <a:chExt cx="0" cy="0"/>
        </a:xfrm>
      </p:grpSpPr>
      <p:pic>
        <p:nvPicPr>
          <p:cNvPr id="30" name="Picture 7">
            <a:extLst>
              <a:ext uri="{FF2B5EF4-FFF2-40B4-BE49-F238E27FC236}">
                <a16:creationId xmlns:a16="http://schemas.microsoft.com/office/drawing/2014/main" id="{73B88195-8D9E-4359-A86C-9456C469F7CC}"/>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44"/>
          <a:stretch/>
        </p:blipFill>
        <p:spPr>
          <a:xfrm>
            <a:off x="0" y="2669685"/>
            <a:ext cx="4035669" cy="4188315"/>
          </a:xfrm>
          <a:prstGeom prst="rect">
            <a:avLst/>
          </a:prstGeom>
        </p:spPr>
      </p:pic>
      <p:pic>
        <p:nvPicPr>
          <p:cNvPr id="31" name="Picture 9">
            <a:extLst>
              <a:ext uri="{FF2B5EF4-FFF2-40B4-BE49-F238E27FC236}">
                <a16:creationId xmlns:a16="http://schemas.microsoft.com/office/drawing/2014/main" id="{03EC48BD-A960-4717-BC76-7E4C9822503D}"/>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32" name="Oval 11">
            <a:extLst>
              <a:ext uri="{FF2B5EF4-FFF2-40B4-BE49-F238E27FC236}">
                <a16:creationId xmlns:a16="http://schemas.microsoft.com/office/drawing/2014/main" id="{7A00717A-7D3C-456B-A779-9D063887823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33" name="Picture 13">
            <a:extLst>
              <a:ext uri="{FF2B5EF4-FFF2-40B4-BE49-F238E27FC236}">
                <a16:creationId xmlns:a16="http://schemas.microsoft.com/office/drawing/2014/main" id="{EEB0E133-CF2F-4AD3-ACA6-03E91BB6033D}"/>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34" name="Picture 15">
            <a:extLst>
              <a:ext uri="{FF2B5EF4-FFF2-40B4-BE49-F238E27FC236}">
                <a16:creationId xmlns:a16="http://schemas.microsoft.com/office/drawing/2014/main" id="{6CD94893-A2D1-401B-A469-D34E425DCE3D}"/>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35" name="Rectangle 17">
            <a:extLst>
              <a:ext uri="{FF2B5EF4-FFF2-40B4-BE49-F238E27FC236}">
                <a16:creationId xmlns:a16="http://schemas.microsoft.com/office/drawing/2014/main" id="{546E6246-28E6-4A2D-B924-24539B8C6CB4}"/>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useBgFill="1">
        <p:nvSpPr>
          <p:cNvPr id="36" name="Rectangle 19">
            <a:extLst>
              <a:ext uri="{FF2B5EF4-FFF2-40B4-BE49-F238E27FC236}">
                <a16:creationId xmlns:a16="http://schemas.microsoft.com/office/drawing/2014/main" id="{0D9B8FD4-CDEB-4EB4-B4DE-C89E1193895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37" name="Freeform 36">
            <a:extLst>
              <a:ext uri="{FF2B5EF4-FFF2-40B4-BE49-F238E27FC236}">
                <a16:creationId xmlns:a16="http://schemas.microsoft.com/office/drawing/2014/main" id="{5A2E3D1D-9E9F-4739-BA14-D4D7FA9FBDD1}"/>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644637"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38" name="Freeform: Shape 23">
            <a:extLst>
              <a:ext uri="{FF2B5EF4-FFF2-40B4-BE49-F238E27FC236}">
                <a16:creationId xmlns:a16="http://schemas.microsoft.com/office/drawing/2014/main" id="{1FFB365B-E9DC-4859-B8AB-CB83EEBE4E2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4990911" cy="6858001"/>
          </a:xfrm>
          <a:custGeom>
            <a:avLst/>
            <a:gdLst>
              <a:gd name="connsiteX0" fmla="*/ 3646196 w 4990911"/>
              <a:gd name="connsiteY0" fmla="*/ 0 h 6858001"/>
              <a:gd name="connsiteX1" fmla="*/ 4989734 w 4990911"/>
              <a:gd name="connsiteY1" fmla="*/ 0 h 6858001"/>
              <a:gd name="connsiteX2" fmla="*/ 4964689 w 4990911"/>
              <a:gd name="connsiteY2" fmla="*/ 155677 h 6858001"/>
              <a:gd name="connsiteX3" fmla="*/ 4940820 w 4990911"/>
              <a:gd name="connsiteY3" fmla="*/ 310668 h 6858001"/>
              <a:gd name="connsiteX4" fmla="*/ 4917456 w 4990911"/>
              <a:gd name="connsiteY4" fmla="*/ 466344 h 6858001"/>
              <a:gd name="connsiteX5" fmla="*/ 4897453 w 4990911"/>
              <a:gd name="connsiteY5" fmla="*/ 622707 h 6858001"/>
              <a:gd name="connsiteX6" fmla="*/ 4877282 w 4990911"/>
              <a:gd name="connsiteY6" fmla="*/ 778383 h 6858001"/>
              <a:gd name="connsiteX7" fmla="*/ 4858456 w 4990911"/>
              <a:gd name="connsiteY7" fmla="*/ 934746 h 6858001"/>
              <a:gd name="connsiteX8" fmla="*/ 4842320 w 4990911"/>
              <a:gd name="connsiteY8" fmla="*/ 1089051 h 6858001"/>
              <a:gd name="connsiteX9" fmla="*/ 4827024 w 4990911"/>
              <a:gd name="connsiteY9" fmla="*/ 1245413 h 6858001"/>
              <a:gd name="connsiteX10" fmla="*/ 4813072 w 4990911"/>
              <a:gd name="connsiteY10" fmla="*/ 1401090 h 6858001"/>
              <a:gd name="connsiteX11" fmla="*/ 4800970 w 4990911"/>
              <a:gd name="connsiteY11" fmla="*/ 1554023 h 6858001"/>
              <a:gd name="connsiteX12" fmla="*/ 4788867 w 4990911"/>
              <a:gd name="connsiteY12" fmla="*/ 1709014 h 6858001"/>
              <a:gd name="connsiteX13" fmla="*/ 4778782 w 4990911"/>
              <a:gd name="connsiteY13" fmla="*/ 1861947 h 6858001"/>
              <a:gd name="connsiteX14" fmla="*/ 4770882 w 4990911"/>
              <a:gd name="connsiteY14" fmla="*/ 2014881 h 6858001"/>
              <a:gd name="connsiteX15" fmla="*/ 4762645 w 4990911"/>
              <a:gd name="connsiteY15" fmla="*/ 2167128 h 6858001"/>
              <a:gd name="connsiteX16" fmla="*/ 4755754 w 4990911"/>
              <a:gd name="connsiteY16" fmla="*/ 2318004 h 6858001"/>
              <a:gd name="connsiteX17" fmla="*/ 4750879 w 4990911"/>
              <a:gd name="connsiteY17" fmla="*/ 2467509 h 6858001"/>
              <a:gd name="connsiteX18" fmla="*/ 4746677 w 4990911"/>
              <a:gd name="connsiteY18" fmla="*/ 2617013 h 6858001"/>
              <a:gd name="connsiteX19" fmla="*/ 4742643 w 4990911"/>
              <a:gd name="connsiteY19" fmla="*/ 2765146 h 6858001"/>
              <a:gd name="connsiteX20" fmla="*/ 4740794 w 4990911"/>
              <a:gd name="connsiteY20" fmla="*/ 2911221 h 6858001"/>
              <a:gd name="connsiteX21" fmla="*/ 4738777 w 4990911"/>
              <a:gd name="connsiteY21" fmla="*/ 3057297 h 6858001"/>
              <a:gd name="connsiteX22" fmla="*/ 4737768 w 4990911"/>
              <a:gd name="connsiteY22" fmla="*/ 3201315 h 6858001"/>
              <a:gd name="connsiteX23" fmla="*/ 4738777 w 4990911"/>
              <a:gd name="connsiteY23" fmla="*/ 3343961 h 6858001"/>
              <a:gd name="connsiteX24" fmla="*/ 4738777 w 4990911"/>
              <a:gd name="connsiteY24" fmla="*/ 3485236 h 6858001"/>
              <a:gd name="connsiteX25" fmla="*/ 4740794 w 4990911"/>
              <a:gd name="connsiteY25" fmla="*/ 3625139 h 6858001"/>
              <a:gd name="connsiteX26" fmla="*/ 4743819 w 4990911"/>
              <a:gd name="connsiteY26" fmla="*/ 3762299 h 6858001"/>
              <a:gd name="connsiteX27" fmla="*/ 4746677 w 4990911"/>
              <a:gd name="connsiteY27" fmla="*/ 3898087 h 6858001"/>
              <a:gd name="connsiteX28" fmla="*/ 4749871 w 4990911"/>
              <a:gd name="connsiteY28" fmla="*/ 4031133 h 6858001"/>
              <a:gd name="connsiteX29" fmla="*/ 4754745 w 4990911"/>
              <a:gd name="connsiteY29" fmla="*/ 4163492 h 6858001"/>
              <a:gd name="connsiteX30" fmla="*/ 4759956 w 4990911"/>
              <a:gd name="connsiteY30" fmla="*/ 4293793 h 6858001"/>
              <a:gd name="connsiteX31" fmla="*/ 4764662 w 4990911"/>
              <a:gd name="connsiteY31" fmla="*/ 4421352 h 6858001"/>
              <a:gd name="connsiteX32" fmla="*/ 4777942 w 4990911"/>
              <a:gd name="connsiteY32" fmla="*/ 4670298 h 6858001"/>
              <a:gd name="connsiteX33" fmla="*/ 4792061 w 4990911"/>
              <a:gd name="connsiteY33" fmla="*/ 4908956 h 6858001"/>
              <a:gd name="connsiteX34" fmla="*/ 4806853 w 4990911"/>
              <a:gd name="connsiteY34" fmla="*/ 5138013 h 6858001"/>
              <a:gd name="connsiteX35" fmla="*/ 4823158 w 4990911"/>
              <a:gd name="connsiteY35" fmla="*/ 5354726 h 6858001"/>
              <a:gd name="connsiteX36" fmla="*/ 4840135 w 4990911"/>
              <a:gd name="connsiteY36" fmla="*/ 5561838 h 6858001"/>
              <a:gd name="connsiteX37" fmla="*/ 4858456 w 4990911"/>
              <a:gd name="connsiteY37" fmla="*/ 5753862 h 6858001"/>
              <a:gd name="connsiteX38" fmla="*/ 4876442 w 4990911"/>
              <a:gd name="connsiteY38" fmla="*/ 5934227 h 6858001"/>
              <a:gd name="connsiteX39" fmla="*/ 4894427 w 4990911"/>
              <a:gd name="connsiteY39" fmla="*/ 6100191 h 6858001"/>
              <a:gd name="connsiteX40" fmla="*/ 4911404 w 4990911"/>
              <a:gd name="connsiteY40" fmla="*/ 6252438 h 6858001"/>
              <a:gd name="connsiteX41" fmla="*/ 4927541 w 4990911"/>
              <a:gd name="connsiteY41" fmla="*/ 6387541 h 6858001"/>
              <a:gd name="connsiteX42" fmla="*/ 4942837 w 4990911"/>
              <a:gd name="connsiteY42" fmla="*/ 6509613 h 6858001"/>
              <a:gd name="connsiteX43" fmla="*/ 4955612 w 4990911"/>
              <a:gd name="connsiteY43" fmla="*/ 6612483 h 6858001"/>
              <a:gd name="connsiteX44" fmla="*/ 4967714 w 4990911"/>
              <a:gd name="connsiteY44" fmla="*/ 6698894 h 6858001"/>
              <a:gd name="connsiteX45" fmla="*/ 4985028 w 4990911"/>
              <a:gd name="connsiteY45" fmla="*/ 6817538 h 6858001"/>
              <a:gd name="connsiteX46" fmla="*/ 4990911 w 4990911"/>
              <a:gd name="connsiteY46" fmla="*/ 6858000 h 6858001"/>
              <a:gd name="connsiteX47" fmla="*/ 4085557 w 4990911"/>
              <a:gd name="connsiteY47" fmla="*/ 6858000 h 6858001"/>
              <a:gd name="connsiteX48" fmla="*/ 4085557 w 4990911"/>
              <a:gd name="connsiteY48" fmla="*/ 6858001 h 6858001"/>
              <a:gd name="connsiteX49" fmla="*/ 0 w 4990911"/>
              <a:gd name="connsiteY49" fmla="*/ 6858001 h 6858001"/>
              <a:gd name="connsiteX50" fmla="*/ 0 w 4990911"/>
              <a:gd name="connsiteY50" fmla="*/ 1 h 6858001"/>
              <a:gd name="connsiteX51" fmla="*/ 3646196 w 4990911"/>
              <a:gd name="connsiteY51"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990911" h="6858001">
                <a:moveTo>
                  <a:pt x="3646196" y="0"/>
                </a:moveTo>
                <a:lnTo>
                  <a:pt x="4989734" y="0"/>
                </a:lnTo>
                <a:lnTo>
                  <a:pt x="4964689" y="155677"/>
                </a:lnTo>
                <a:lnTo>
                  <a:pt x="4940820" y="310668"/>
                </a:lnTo>
                <a:lnTo>
                  <a:pt x="4917456" y="466344"/>
                </a:lnTo>
                <a:lnTo>
                  <a:pt x="4897453" y="622707"/>
                </a:lnTo>
                <a:lnTo>
                  <a:pt x="4877282" y="778383"/>
                </a:lnTo>
                <a:lnTo>
                  <a:pt x="4858456" y="934746"/>
                </a:lnTo>
                <a:lnTo>
                  <a:pt x="4842320" y="1089051"/>
                </a:lnTo>
                <a:lnTo>
                  <a:pt x="4827024" y="1245413"/>
                </a:lnTo>
                <a:lnTo>
                  <a:pt x="4813072" y="1401090"/>
                </a:lnTo>
                <a:lnTo>
                  <a:pt x="4800970" y="1554023"/>
                </a:lnTo>
                <a:lnTo>
                  <a:pt x="4788867" y="1709014"/>
                </a:lnTo>
                <a:lnTo>
                  <a:pt x="4778782" y="1861947"/>
                </a:lnTo>
                <a:lnTo>
                  <a:pt x="4770882" y="2014881"/>
                </a:lnTo>
                <a:lnTo>
                  <a:pt x="4762645" y="2167128"/>
                </a:lnTo>
                <a:lnTo>
                  <a:pt x="4755754" y="2318004"/>
                </a:lnTo>
                <a:lnTo>
                  <a:pt x="4750879" y="2467509"/>
                </a:lnTo>
                <a:lnTo>
                  <a:pt x="4746677" y="2617013"/>
                </a:lnTo>
                <a:lnTo>
                  <a:pt x="4742643" y="2765146"/>
                </a:lnTo>
                <a:lnTo>
                  <a:pt x="4740794" y="2911221"/>
                </a:lnTo>
                <a:lnTo>
                  <a:pt x="4738777" y="3057297"/>
                </a:lnTo>
                <a:lnTo>
                  <a:pt x="4737768" y="3201315"/>
                </a:lnTo>
                <a:lnTo>
                  <a:pt x="4738777" y="3343961"/>
                </a:lnTo>
                <a:lnTo>
                  <a:pt x="4738777" y="3485236"/>
                </a:lnTo>
                <a:lnTo>
                  <a:pt x="4740794" y="3625139"/>
                </a:lnTo>
                <a:lnTo>
                  <a:pt x="4743819" y="3762299"/>
                </a:lnTo>
                <a:lnTo>
                  <a:pt x="4746677" y="3898087"/>
                </a:lnTo>
                <a:lnTo>
                  <a:pt x="4749871" y="4031133"/>
                </a:lnTo>
                <a:lnTo>
                  <a:pt x="4754745" y="4163492"/>
                </a:lnTo>
                <a:lnTo>
                  <a:pt x="4759956" y="4293793"/>
                </a:lnTo>
                <a:lnTo>
                  <a:pt x="4764662" y="4421352"/>
                </a:lnTo>
                <a:lnTo>
                  <a:pt x="4777942" y="4670298"/>
                </a:lnTo>
                <a:lnTo>
                  <a:pt x="4792061" y="4908956"/>
                </a:lnTo>
                <a:lnTo>
                  <a:pt x="4806853" y="5138013"/>
                </a:lnTo>
                <a:lnTo>
                  <a:pt x="4823158" y="5354726"/>
                </a:lnTo>
                <a:lnTo>
                  <a:pt x="4840135" y="5561838"/>
                </a:lnTo>
                <a:lnTo>
                  <a:pt x="4858456" y="5753862"/>
                </a:lnTo>
                <a:lnTo>
                  <a:pt x="4876442" y="5934227"/>
                </a:lnTo>
                <a:lnTo>
                  <a:pt x="4894427" y="6100191"/>
                </a:lnTo>
                <a:lnTo>
                  <a:pt x="4911404" y="6252438"/>
                </a:lnTo>
                <a:lnTo>
                  <a:pt x="4927541" y="6387541"/>
                </a:lnTo>
                <a:lnTo>
                  <a:pt x="4942837" y="6509613"/>
                </a:lnTo>
                <a:lnTo>
                  <a:pt x="4955612" y="6612483"/>
                </a:lnTo>
                <a:lnTo>
                  <a:pt x="4967714" y="6698894"/>
                </a:lnTo>
                <a:lnTo>
                  <a:pt x="4985028" y="6817538"/>
                </a:lnTo>
                <a:lnTo>
                  <a:pt x="4990911" y="6858000"/>
                </a:lnTo>
                <a:lnTo>
                  <a:pt x="4085557" y="6858000"/>
                </a:lnTo>
                <a:lnTo>
                  <a:pt x="4085557" y="6858001"/>
                </a:lnTo>
                <a:lnTo>
                  <a:pt x="0" y="6858001"/>
                </a:lnTo>
                <a:lnTo>
                  <a:pt x="0" y="1"/>
                </a:lnTo>
                <a:lnTo>
                  <a:pt x="3646196" y="1"/>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25">
            <a:extLst>
              <a:ext uri="{FF2B5EF4-FFF2-40B4-BE49-F238E27FC236}">
                <a16:creationId xmlns:a16="http://schemas.microsoft.com/office/drawing/2014/main" id="{8ADAB9C8-EB37-4914-A699-C716FC8FE4F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653143" y="1645920"/>
            <a:ext cx="3522879" cy="4470821"/>
          </a:xfrm>
        </p:spPr>
        <p:txBody>
          <a:bodyPr vert="horz" lIns="91440" tIns="45720" rIns="91440" bIns="45720" rtlCol="0" anchor="t">
            <a:normAutofit/>
          </a:bodyPr>
          <a:lstStyle/>
          <a:p>
            <a:pPr algn="r"/>
            <a:r>
              <a:rPr lang="en-US">
                <a:solidFill>
                  <a:schemeClr val="bg2"/>
                </a:solidFill>
              </a:rPr>
              <a:t>Conclusion	</a:t>
            </a:r>
          </a:p>
        </p:txBody>
      </p:sp>
      <p:sp>
        <p:nvSpPr>
          <p:cNvPr id="3" name="Content Placeholder 2"/>
          <p:cNvSpPr>
            <a:spLocks noGrp="1"/>
          </p:cNvSpPr>
          <p:nvPr>
            <p:ph sz="half" idx="1"/>
          </p:nvPr>
        </p:nvSpPr>
        <p:spPr>
          <a:xfrm>
            <a:off x="5204109" y="1645920"/>
            <a:ext cx="6269434" cy="4470821"/>
          </a:xfrm>
        </p:spPr>
        <p:txBody>
          <a:bodyPr vert="horz" lIns="91440" tIns="45720" rIns="91440" bIns="45720" rtlCol="0">
            <a:normAutofit/>
          </a:bodyPr>
          <a:lstStyle/>
          <a:p>
            <a:pPr algn="just"/>
            <a:r>
              <a:rPr lang="en-US" dirty="0"/>
              <a:t>The real-time data i.e. time-series data is gathered, cleansing and analysis is performed on this dataset using Data Analytics. </a:t>
            </a:r>
            <a:endParaRPr lang="en-US" dirty="0" smtClean="0"/>
          </a:p>
          <a:p>
            <a:pPr algn="just"/>
            <a:r>
              <a:rPr lang="en-US" dirty="0" smtClean="0"/>
              <a:t>Here </a:t>
            </a:r>
            <a:r>
              <a:rPr lang="en-US" dirty="0"/>
              <a:t>the values are predicted by implementing linear regression using MATLAB, the prediction can be done for next few days. The proposed system to train the model takes dataset of last two years. </a:t>
            </a:r>
            <a:endParaRPr lang="en-US" dirty="0" smtClean="0"/>
          </a:p>
          <a:p>
            <a:pPr algn="just"/>
            <a:r>
              <a:rPr lang="en-US" dirty="0" smtClean="0"/>
              <a:t>Finally</a:t>
            </a:r>
            <a:r>
              <a:rPr lang="en-US" dirty="0"/>
              <a:t>, after cleansing of data, training the model, it finally displays current and predicted values of the temperature on the web portal.</a:t>
            </a:r>
          </a:p>
          <a:p>
            <a:endParaRPr lang="en-US" dirty="0"/>
          </a:p>
        </p:txBody>
      </p:sp>
    </p:spTree>
    <p:extLst>
      <p:ext uri="{BB962C8B-B14F-4D97-AF65-F5344CB8AC3E}">
        <p14:creationId xmlns:p14="http://schemas.microsoft.com/office/powerpoint/2010/main" val="32317238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extLst/>
          </a:blip>
          <a:stretch/>
        </a:blipFill>
        <a:effectLst/>
      </p:bgPr>
    </p:bg>
    <p:spTree>
      <p:nvGrpSpPr>
        <p:cNvPr id="1" name=""/>
        <p:cNvGrpSpPr/>
        <p:nvPr/>
      </p:nvGrpSpPr>
      <p:grpSpPr>
        <a:xfrm>
          <a:off x="0" y="0"/>
          <a:ext cx="0" cy="0"/>
          <a:chOff x="0" y="0"/>
          <a:chExt cx="0" cy="0"/>
        </a:xfrm>
      </p:grpSpPr>
      <p:pic>
        <p:nvPicPr>
          <p:cNvPr id="27" name="Picture 8">
            <a:extLst>
              <a:ext uri="{FF2B5EF4-FFF2-40B4-BE49-F238E27FC236}">
                <a16:creationId xmlns:a16="http://schemas.microsoft.com/office/drawing/2014/main" id="{C9134821-5D8B-4373-BA74-CFE9AB35A55A}"/>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44"/>
          <a:stretch/>
        </p:blipFill>
        <p:spPr>
          <a:xfrm>
            <a:off x="0" y="2669685"/>
            <a:ext cx="4035669" cy="4188315"/>
          </a:xfrm>
          <a:prstGeom prst="rect">
            <a:avLst/>
          </a:prstGeom>
        </p:spPr>
      </p:pic>
      <p:pic>
        <p:nvPicPr>
          <p:cNvPr id="28" name="Picture 10">
            <a:extLst>
              <a:ext uri="{FF2B5EF4-FFF2-40B4-BE49-F238E27FC236}">
                <a16:creationId xmlns:a16="http://schemas.microsoft.com/office/drawing/2014/main" id="{5965195F-79F5-4911-907D-13CB3F534351}"/>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29" name="Oval 12">
            <a:extLst>
              <a:ext uri="{FF2B5EF4-FFF2-40B4-BE49-F238E27FC236}">
                <a16:creationId xmlns:a16="http://schemas.microsoft.com/office/drawing/2014/main" id="{8A610DC7-FE1B-47B9-8452-CFC389786C2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30" name="Picture 14">
            <a:extLst>
              <a:ext uri="{FF2B5EF4-FFF2-40B4-BE49-F238E27FC236}">
                <a16:creationId xmlns:a16="http://schemas.microsoft.com/office/drawing/2014/main" id="{2742ADC1-2286-40B7-A3C6-D6C3362FA04B}"/>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31" name="Picture 16">
            <a:extLst>
              <a:ext uri="{FF2B5EF4-FFF2-40B4-BE49-F238E27FC236}">
                <a16:creationId xmlns:a16="http://schemas.microsoft.com/office/drawing/2014/main" id="{C878FBDC-78F2-4D49-8DB3-1A48CA9F7FC0}"/>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32" name="Rectangle 18">
            <a:extLst>
              <a:ext uri="{FF2B5EF4-FFF2-40B4-BE49-F238E27FC236}">
                <a16:creationId xmlns:a16="http://schemas.microsoft.com/office/drawing/2014/main" id="{DC9A0934-0C2C-4565-9290-A345B19BD94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1D591564-DF94-4E78-ADD3-FDEE8EB674B0}"/>
              </a:ext>
            </a:extLst>
          </p:cNvPr>
          <p:cNvSpPr>
            <a:spLocks noGrp="1"/>
          </p:cNvSpPr>
          <p:nvPr>
            <p:ph type="title"/>
          </p:nvPr>
        </p:nvSpPr>
        <p:spPr>
          <a:xfrm>
            <a:off x="8191925" y="1325880"/>
            <a:ext cx="3352375" cy="3066507"/>
          </a:xfrm>
        </p:spPr>
        <p:txBody>
          <a:bodyPr vert="horz" lIns="91440" tIns="45720" rIns="91440" bIns="45720" rtlCol="0" anchor="b">
            <a:normAutofit/>
          </a:bodyPr>
          <a:lstStyle/>
          <a:p>
            <a:r>
              <a:rPr lang="en-US" sz="5400" dirty="0"/>
              <a:t>Thank you</a:t>
            </a:r>
          </a:p>
        </p:txBody>
      </p:sp>
      <p:sp>
        <p:nvSpPr>
          <p:cNvPr id="33" name="Rectangle 20">
            <a:extLst>
              <a:ext uri="{FF2B5EF4-FFF2-40B4-BE49-F238E27FC236}">
                <a16:creationId xmlns:a16="http://schemas.microsoft.com/office/drawing/2014/main" id="{87BE56A7-2B14-4ABE-8DF3-40C07E64B19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157124"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36">
            <a:extLst>
              <a:ext uri="{FF2B5EF4-FFF2-40B4-BE49-F238E27FC236}">
                <a16:creationId xmlns:a16="http://schemas.microsoft.com/office/drawing/2014/main" id="{140D5101-D8FB-4102-A338-49651E97150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463681"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35" name="Freeform 5">
            <a:extLst>
              <a:ext uri="{FF2B5EF4-FFF2-40B4-BE49-F238E27FC236}">
                <a16:creationId xmlns:a16="http://schemas.microsoft.com/office/drawing/2014/main" id="{73E26159-C029-4449-8912-A9B418CC328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5400000" flipH="1">
            <a:off x="3708596" y="2756642"/>
            <a:ext cx="6858000" cy="1344715"/>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sp>
      <p:sp>
        <p:nvSpPr>
          <p:cNvPr id="13" name="Title 1">
            <a:extLst>
              <a:ext uri="{FF2B5EF4-FFF2-40B4-BE49-F238E27FC236}">
                <a16:creationId xmlns:a16="http://schemas.microsoft.com/office/drawing/2014/main" id="{1D591564-DF94-4E78-ADD3-FDEE8EB674B0}"/>
              </a:ext>
            </a:extLst>
          </p:cNvPr>
          <p:cNvSpPr txBox="1">
            <a:spLocks/>
          </p:cNvSpPr>
          <p:nvPr/>
        </p:nvSpPr>
        <p:spPr>
          <a:xfrm>
            <a:off x="1939500" y="1429293"/>
            <a:ext cx="4312540" cy="3066507"/>
          </a:xfrm>
          <a:prstGeom prst="rect">
            <a:avLst/>
          </a:prstGeom>
        </p:spPr>
        <p:txBody>
          <a:bodyPr vert="horz" lIns="91440" tIns="45720" rIns="91440" bIns="45720" rtlCol="0" anchor="b">
            <a:norm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5400" dirty="0" smtClean="0">
                <a:solidFill>
                  <a:schemeClr val="bg1"/>
                </a:solidFill>
              </a:rPr>
              <a:t>Have a nice </a:t>
            </a:r>
            <a:r>
              <a:rPr lang="en-US" sz="5400" cap="all" dirty="0" smtClean="0">
                <a:solidFill>
                  <a:schemeClr val="bg1"/>
                </a:solidFill>
              </a:rPr>
              <a:t>weather</a:t>
            </a:r>
            <a:r>
              <a:rPr lang="en-US" sz="5400" dirty="0" smtClean="0">
                <a:solidFill>
                  <a:schemeClr val="bg1"/>
                </a:solidFill>
              </a:rPr>
              <a:t>!!!</a:t>
            </a:r>
            <a:endParaRPr lang="en-US" sz="5400" dirty="0">
              <a:solidFill>
                <a:schemeClr val="bg1"/>
              </a:solidFill>
            </a:endParaRPr>
          </a:p>
        </p:txBody>
      </p:sp>
    </p:spTree>
    <p:extLst>
      <p:ext uri="{BB962C8B-B14F-4D97-AF65-F5344CB8AC3E}">
        <p14:creationId xmlns:p14="http://schemas.microsoft.com/office/powerpoint/2010/main" val="139864812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EC76B5"/>
      </a:hlink>
      <a:folHlink>
        <a:srgbClr val="E8ACCD"/>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A207AED3-9ABC-4A18-9978-A59B65688B15}"/>
    </a:ext>
  </a:extLst>
</a:theme>
</file>

<file path=docProps/app.xml><?xml version="1.0" encoding="utf-8"?>
<Properties xmlns="http://schemas.openxmlformats.org/officeDocument/2006/extended-properties" xmlns:vt="http://schemas.openxmlformats.org/officeDocument/2006/docPropsVTypes">
  <TotalTime>263</TotalTime>
  <Words>1128</Words>
  <Application>Microsoft Office PowerPoint</Application>
  <PresentationFormat>Widescreen</PresentationFormat>
  <Paragraphs>156</Paragraphs>
  <Slides>28</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28</vt:i4>
      </vt:variant>
    </vt:vector>
  </HeadingPairs>
  <TitlesOfParts>
    <vt:vector size="36" baseType="lpstr">
      <vt:lpstr>SimSun</vt:lpstr>
      <vt:lpstr>Arial</vt:lpstr>
      <vt:lpstr>Calibri</vt:lpstr>
      <vt:lpstr>Century Gothic</vt:lpstr>
      <vt:lpstr>Times New Roman</vt:lpstr>
      <vt:lpstr>Wingdings 3</vt:lpstr>
      <vt:lpstr>Ion</vt:lpstr>
      <vt:lpstr>Microsoft Excel Macro-Enabled Worksheet</vt:lpstr>
      <vt:lpstr>IoT Based Automated Weather Report Generation and Prediction Using Machine Learning</vt:lpstr>
      <vt:lpstr>            Contents</vt:lpstr>
      <vt:lpstr>Introduction</vt:lpstr>
      <vt:lpstr>                About the Project</vt:lpstr>
      <vt:lpstr>                 Literature Survey</vt:lpstr>
      <vt:lpstr>PowerPoint Presentation</vt:lpstr>
      <vt:lpstr>Problem Statement</vt:lpstr>
      <vt:lpstr>                         Solution</vt:lpstr>
      <vt:lpstr>Methodology</vt:lpstr>
      <vt:lpstr>Architecture Design</vt:lpstr>
      <vt:lpstr>PowerPoint Presentation</vt:lpstr>
      <vt:lpstr>PowerPoint Presentation</vt:lpstr>
      <vt:lpstr>Use Case Diagram</vt:lpstr>
      <vt:lpstr>                      Work done</vt:lpstr>
      <vt:lpstr>                      Work done</vt:lpstr>
      <vt:lpstr>Dataset Collection </vt:lpstr>
      <vt:lpstr>Dataset</vt:lpstr>
      <vt:lpstr>Dataset</vt:lpstr>
      <vt:lpstr>Feature Selection</vt:lpstr>
      <vt:lpstr>PowerPoint Presentation</vt:lpstr>
      <vt:lpstr>PowerPoint Presentation</vt:lpstr>
      <vt:lpstr>Results</vt:lpstr>
      <vt:lpstr>Results</vt:lpstr>
      <vt:lpstr>Result Analysis</vt:lpstr>
      <vt:lpstr>PowerPoint Presentation</vt:lpstr>
      <vt:lpstr>Future Scope </vt:lpstr>
      <vt:lpstr>Conclusion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Automated Weather Reporting and Analysis</dc:title>
  <dc:creator>MUJ</dc:creator>
  <cp:lastModifiedBy>Anubha-MUJ</cp:lastModifiedBy>
  <cp:revision>24</cp:revision>
  <dcterms:created xsi:type="dcterms:W3CDTF">2019-04-27T06:27:25Z</dcterms:created>
  <dcterms:modified xsi:type="dcterms:W3CDTF">2019-09-29T03:29:54Z</dcterms:modified>
</cp:coreProperties>
</file>