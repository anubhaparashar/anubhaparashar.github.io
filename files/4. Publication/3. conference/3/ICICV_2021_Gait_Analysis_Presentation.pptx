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00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960120"/>
            <a:ext cx="5852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Pose-Based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Gait Analysis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Surveillance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94944" y="35204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presentation deck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94944" y="3977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Apoorva Parashar  •  Anubha Parashar  •  Vidyadhar Aski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4944" y="43708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International Conference on Innovations in Computational Intelligence and Computer Vision — ICICV 2021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Conference presentation credential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at ICICV 2021, organized by Manipal University Jaipur with Springer 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791245" y="1444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791245" y="1901952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102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“Optimized Pose-Based Gait Analysis for Surveillance”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882685" y="2944368"/>
            <a:ext cx="393192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Anubha Parashar</a:t>
            </a:r>
            <a:endParaRPr lang="en-US" sz="1500" dirty="0"/>
          </a:p>
          <a:p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ICICV-2021, Aug 05–06, 2021</a:t>
            </a:r>
            <a:endParaRPr lang="en-US" sz="1500" dirty="0"/>
          </a:p>
          <a:p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Focus: marker-free gait analysis for surveillance scenarios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gait analysis matters in surveillance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Gait can identify or characterize people even when face-level detail is unavailable</a:t>
            </a:r>
            <a:endParaRPr lang="en-US" sz="1150" dirty="0"/>
          </a:p>
        </p:txBody>
      </p:sp>
      <p:pic>
        <p:nvPicPr>
          <p:cNvPr id="4" name="Image 0" descr="/mnt/data/pres_assets/page_1.png"/>
          <p:cNvPicPr>
            <a:picLocks noChangeAspect="1"/>
          </p:cNvPicPr>
          <p:nvPr/>
        </p:nvPicPr>
        <p:blipFill>
          <a:blip r:embed="rId3"/>
          <a:srcRect l="8000" t="5000" r="23113" b="40000"/>
          <a:stretch/>
        </p:blipFill>
        <p:spPr>
          <a:xfrm>
            <a:off x="6812280" y="1170432"/>
            <a:ext cx="461772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problem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77240" y="1901952"/>
            <a:ext cx="5303520" cy="1901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Surveillance videos often lack clear face or fingerprint-style biometric information.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Walking patterns provide spatial and temporal cues useful for recognizing moving people.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to extract joint positions without markers, sensors, or controlled clothing.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53035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challenge: robust joint extraction under clothing, view changes, segmentation errors, and indoor/outdoor capture conditions.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5806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the paper introduction and abstract.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Pose-based gait pipeline using spatial pose features and heel-strike temporal cues</a:t>
            </a:r>
            <a:endParaRPr lang="en-US" sz="1150" dirty="0"/>
          </a:p>
        </p:txBody>
      </p:sp>
      <p:pic>
        <p:nvPicPr>
          <p:cNvPr id="4" name="Image 0" descr="/mnt/data/pres_assets/methodology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274" y="1234440"/>
            <a:ext cx="8884693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interpretation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SOTON gait video is converted into extracted spatial pose features; heel-strike events then provide temporal cues for joint movement derivation.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8704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source: Fig. 1 from the uploaded ICICV-2021 paper.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core: from shape to joints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combines Fourier shape modeling with heel-strike extraction</a:t>
            </a:r>
            <a:endParaRPr lang="en-US" sz="1150" dirty="0"/>
          </a:p>
        </p:txBody>
      </p:sp>
      <p:pic>
        <p:nvPicPr>
          <p:cNvPr id="4" name="Image 0" descr="/mnt/data/pres_assets/heelstrike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11" y="1207008"/>
            <a:ext cx="4537739" cy="2212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61872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 configuration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61872" y="1901952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Elliptic Fourier descriptors parameterize moving body shapes and reduce complex shape boundaries into compact descriptors.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99008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261872" y="3008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Heel-strike extraction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61872" y="3429000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Heel strikes indicate gait periodicity and help constrain the search space for lower-limb joint positions.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5171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261872" y="4535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 joint derivation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261872" y="4956048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gathering and Hough-style voting derive joint locations across frames, then local extraction refines them.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3566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Heel-strike extraction visual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4005072"/>
            <a:ext cx="4754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corner evidence around the heel helps identify the periodic contact point in walking.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83680" y="5166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source: Fig. 2 from the uploaded paper.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uses SOTON gait sequences with indoor and outdoor examples</a:t>
            </a:r>
            <a:endParaRPr lang="en-US" sz="1150" dirty="0"/>
          </a:p>
        </p:txBody>
      </p:sp>
      <p:pic>
        <p:nvPicPr>
          <p:cNvPr id="4" name="Image 0" descr="/mnt/data/pres_assets/paper_tit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322" y="1234440"/>
            <a:ext cx="4700195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371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evaluation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77240" y="1938528"/>
            <a:ext cx="544068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 unique subjects from the SOTON database.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subjects captured indoors under controlled conditions.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outdoor subjects captured in natural light.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Lower-leg, knee, and hip joint paths analyzed over the gait cycle.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6177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measured?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5047488"/>
            <a:ext cx="5440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localization quality, heel-strike extraction, and recognition/classification performance from gait-derived features.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20840" y="3767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title page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20840" y="4160520"/>
            <a:ext cx="4663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Authors: Apoorva Parashar, Anubha Parashar, Vidyadhar Aski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Reported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demonstrates strong heel-strike extraction and promising recognition performance</a:t>
            </a:r>
            <a:endParaRPr lang="en-US" sz="1150" dirty="0"/>
          </a:p>
        </p:txBody>
      </p:sp>
      <p:pic>
        <p:nvPicPr>
          <p:cNvPr id="4" name="Image 0" descr="/mnt/data/pres_assets/accurac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045" y="1298448"/>
            <a:ext cx="499987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258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99.2%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3246120" y="1444752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heel-strike extraction reported over 514 strikes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267004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0.52%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32461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heel-strike position error normalized by subject height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40050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B887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1.36%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3246120" y="4133088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extracted joint-location error versus manual labels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31520" y="533095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5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246120" y="5349240"/>
            <a:ext cx="2743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rate stated in the abstract/conclusion for person recognition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00800" y="46177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source: results table from page 5 of the paper.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 analysis of joints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joint trajectories show ankle, knee, and hip patterns across the gait cycle</a:t>
            </a:r>
            <a:endParaRPr lang="en-US" sz="1150" dirty="0"/>
          </a:p>
        </p:txBody>
      </p:sp>
      <p:pic>
        <p:nvPicPr>
          <p:cNvPr id="4" name="Image 0" descr="/mnt/data/pres_assets/motion_analysis_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24" y="1389888"/>
            <a:ext cx="4230232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plots show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720840" y="1993392"/>
            <a:ext cx="448056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Ankle, knee, and hip angle trajectories are measured over a normalized gait cycle.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walking speed and fast walking speed are compared side-by-side.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extracted trajectories remain close to expected biomechanical movement patterns.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4572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720840" y="4983480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model-based pipeline is not only a classifier: it gives interpretable joint-level motion evidence that can be inspected in surveillance analysis.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96926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contribution and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marker-free, model-based approach to gait analysis for practical surveillance settings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298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contribution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792224"/>
            <a:ext cx="51206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proposes a method that extracts moving human joints using model-based evidence gathering, Fourier descriptors, and heel-strike cues.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246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521208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without physical markers or wearable sensors.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both indoor and outdoor surveillance environments.</a:t>
            </a:r>
            <a:endParaRPr lang="en-US" sz="1600" dirty="0"/>
          </a:p>
          <a:p>
            <a:r>
              <a:rPr lang="en-US" sz="1600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interpretable joint trajectories, not only a final identity score.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20840" y="5349240"/>
            <a:ext cx="4572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D5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areas mentioned in the paper include pedestrian, subway, bus stop, airport, and bank surveillance.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Optimized Pose-Based Gait Analysis for Surveillance  •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325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E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41248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D5F8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50392" y="297180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Pose-Based Gait Analysis for Surveillance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0392" y="34381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ICICV 2021  •  Manipal University Jaipur  •  Springer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752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Pose-Based Gait Analysis for Surveillance</dc:title>
  <dc:subject>Optimized Pose-Based Gait Analysis for Surveillance</dc:subject>
  <dc:creator>OpenAI</dc:creator>
  <cp:lastModifiedBy>Anubha</cp:lastModifiedBy>
  <cp:revision>6</cp:revision>
  <dcterms:created xsi:type="dcterms:W3CDTF">2026-05-14T15:13:20Z</dcterms:created>
  <dcterms:modified xsi:type="dcterms:W3CDTF">2026-05-14T16:55:46Z</dcterms:modified>
</cp:coreProperties>
</file>